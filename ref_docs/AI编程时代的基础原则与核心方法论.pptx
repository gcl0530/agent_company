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</p:sldIdLst>
  <p:sldSz cx="12192000" cy="6858000"/>
  <p:notesSz cx="6858000" cy="9144000"/>
  <p:custDataLst>
    <p:tags r:id="rId5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86483" autoAdjust="0"/>
  </p:normalViewPr>
  <p:slideViewPr>
    <p:cSldViewPr snapToGrid="0" showGuides="1">
      <p:cViewPr>
        <p:scale>
          <a:sx n="60" d="100"/>
          <a:sy n="60" d="100"/>
        </p:scale>
        <p:origin x="348" y="564"/>
      </p:cViewPr>
      <p:guideLst>
        <p:guide pos="416"/>
        <p:guide pos="7256"/>
        <p:guide orient="horz" pos="648"/>
        <p:guide orient="horz" pos="712"/>
        <p:guide orient="horz" pos="3928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9" Type="http://schemas.openxmlformats.org/officeDocument/2006/relationships/tags" Target="tags/tag1.xml"/><Relationship Id="rId58" Type="http://schemas.openxmlformats.org/officeDocument/2006/relationships/tableStyles" Target="tableStyles.xml"/><Relationship Id="rId57" Type="http://schemas.openxmlformats.org/officeDocument/2006/relationships/viewProps" Target="viewProps.xml"/><Relationship Id="rId56" Type="http://schemas.openxmlformats.org/officeDocument/2006/relationships/presProps" Target="presProps.xml"/><Relationship Id="rId55" Type="http://schemas.openxmlformats.org/officeDocument/2006/relationships/notesMaster" Target="notesMasters/notesMaster1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560FCE-3659-44DE-8440-A7B3AFDC946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F41EE2-B642-4C6E-B0B4-EB561D2A7A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 descr="e8cd501b-1c2d-4920-83dd-1a8a5adf98a8"/>
          <p:cNvSpPr/>
          <p:nvPr/>
        </p:nvSpPr>
        <p:spPr>
          <a:xfrm>
            <a:off x="0" y="3629"/>
            <a:ext cx="12192000" cy="6850742"/>
          </a:xfrm>
          <a:prstGeom prst="rect">
            <a:avLst/>
          </a:prstGeom>
          <a:blipFill>
            <a:blip r:embed="rId2">
              <a:alphaModFix amt="90000"/>
            </a:blip>
            <a:stretch>
              <a:fillRect t="-53" b="-5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 descr="c2952adf-8214-4d53-aa49-1815a1077c47"/>
          <p:cNvSpPr/>
          <p:nvPr/>
        </p:nvSpPr>
        <p:spPr>
          <a:xfrm>
            <a:off x="0" y="0"/>
            <a:ext cx="12192000" cy="6850742"/>
          </a:xfrm>
          <a:prstGeom prst="rect">
            <a:avLst/>
          </a:prstGeom>
          <a:gradFill flip="none" rotWithShape="1">
            <a:gsLst>
              <a:gs pos="0">
                <a:srgbClr val="060C27"/>
              </a:gs>
              <a:gs pos="62000">
                <a:srgbClr val="060C27">
                  <a:alpha val="0"/>
                </a:srgb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 descr="0feca716-c184-4f0e-b90b-a35f9a3fce7f"/>
          <p:cNvSpPr>
            <a:spLocks noGrp="1"/>
          </p:cNvSpPr>
          <p:nvPr>
            <p:ph type="ctrTitle" hasCustomPrompt="1"/>
          </p:nvPr>
        </p:nvSpPr>
        <p:spPr>
          <a:xfrm>
            <a:off x="660400" y="2065563"/>
            <a:ext cx="10858500" cy="2007507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副标题 2" descr="abd95ef9-8dbf-42a9-92e8-392b63121436"/>
          <p:cNvSpPr>
            <a:spLocks noGrp="1"/>
          </p:cNvSpPr>
          <p:nvPr>
            <p:ph type="subTitle" idx="1" hasCustomPrompt="1"/>
          </p:nvPr>
        </p:nvSpPr>
        <p:spPr>
          <a:xfrm>
            <a:off x="660400" y="4076700"/>
            <a:ext cx="10858500" cy="790121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add subtitle</a:t>
            </a:r>
            <a:endParaRPr lang="en-US"/>
          </a:p>
        </p:txBody>
      </p:sp>
      <p:sp>
        <p:nvSpPr>
          <p:cNvPr id="4" name="文本占位符 3" descr="751c71f9-1db8-4815-a509-8082dd7e7b0a"/>
          <p:cNvSpPr>
            <a:spLocks noGrp="1"/>
          </p:cNvSpPr>
          <p:nvPr>
            <p:ph type="body" sz="quarter" idx="13" hasCustomPrompt="1"/>
          </p:nvPr>
        </p:nvSpPr>
        <p:spPr>
          <a:xfrm>
            <a:off x="7861300" y="5859780"/>
            <a:ext cx="3657600" cy="274320"/>
          </a:xfrm>
        </p:spPr>
        <p:txBody>
          <a:bodyPr anchor="ctr"/>
          <a:lstStyle>
            <a:lvl1pPr marL="0" indent="0" algn="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  <a:endParaRPr lang="en-US"/>
          </a:p>
        </p:txBody>
      </p:sp>
      <p:sp>
        <p:nvSpPr>
          <p:cNvPr id="5" name="文本占位符 4" descr="fe770bfd-85d4-450d-903f-e6d64022501d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5859780"/>
            <a:ext cx="3657600" cy="27432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2e9966be-9a98-4c38-8aaf-7c6bf7eb26d4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内容占位符 2" descr="be5296ce-2795-47e5-be7a-4f57b20e03b8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日期占位符 3" descr="4e1ac79c-6f29-404a-bc1b-d0ff22b868c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 descr="49db786a-c672-45fe-bfbc-e16dbf98a16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 descr="436810fc-1a94-45c7-944b-c0e793f6e06d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Agenda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6d39d612-d24d-41d6-9d84-b2a776ebe74b"/>
          <p:cNvSpPr>
            <a:spLocks noGrp="1"/>
          </p:cNvSpPr>
          <p:nvPr>
            <p:ph type="title" hasCustomPrompt="1"/>
          </p:nvPr>
        </p:nvSpPr>
        <p:spPr>
          <a:xfrm>
            <a:off x="660400" y="1500187"/>
            <a:ext cx="2836562" cy="915667"/>
          </a:xfrm>
        </p:spPr>
        <p:txBody>
          <a:bodyPr anchor="t">
            <a:normAutofit/>
          </a:bodyPr>
          <a:lstStyle>
            <a:lvl1pPr algn="r">
              <a:defRPr sz="2800"/>
            </a:lvl1pPr>
          </a:lstStyle>
          <a:p>
            <a:pPr lvl="0"/>
            <a:r>
              <a:rPr lang="en-US"/>
              <a:t>Agenda</a:t>
            </a:r>
            <a:endParaRPr lang="en-US"/>
          </a:p>
        </p:txBody>
      </p:sp>
      <p:sp>
        <p:nvSpPr>
          <p:cNvPr id="3" name="内容占位符 2" descr="4de6431c-3e68-47e5-9f1f-6deca7fc2b35"/>
          <p:cNvSpPr>
            <a:spLocks noGrp="1"/>
          </p:cNvSpPr>
          <p:nvPr>
            <p:ph sz="quarter" idx="1" hasCustomPrompt="1"/>
          </p:nvPr>
        </p:nvSpPr>
        <p:spPr>
          <a:xfrm>
            <a:off x="3745078" y="1500188"/>
            <a:ext cx="7773821" cy="4633912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日期占位符 3" descr="dd315c1c-c143-46f9-82f2-1188eb9a2f5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 descr="180b6ea6-9af7-49be-8cf2-3cf53499f52d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 descr="95c910be-d006-481c-a0f4-b8c31f30944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  <p:cxnSp>
        <p:nvCxnSpPr>
          <p:cNvPr id="7" name="直接连接符 6" descr="0ac666d8-8635-4f90-9160-81db2ab0c52a"/>
          <p:cNvCxnSpPr/>
          <p:nvPr/>
        </p:nvCxnSpPr>
        <p:spPr>
          <a:xfrm flipH="1">
            <a:off x="3621019" y="1500188"/>
            <a:ext cx="0" cy="4633913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任意多边形: 形状 7" descr="ad02e326-771e-4c55-8438-cb1a4cfa33dd"/>
          <p:cNvSpPr>
            <a:spLocks noChangeAspect="1"/>
          </p:cNvSpPr>
          <p:nvPr/>
        </p:nvSpPr>
        <p:spPr bwMode="auto">
          <a:xfrm>
            <a:off x="2626456" y="5219207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 descr="367e0c7f-2b87-4ba2-9db6-2ba22508f83b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blipFill>
            <a:blip r:embed="rId2">
              <a:alphaModFix amt="90000"/>
            </a:blip>
            <a:stretch>
              <a:fillRect l="-41812" r="-4181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 descr="b9ca036a-98b6-46f8-b8a2-797843b2c00b"/>
          <p:cNvSpPr>
            <a:spLocks noGrp="1"/>
          </p:cNvSpPr>
          <p:nvPr>
            <p:ph type="title" hasCustomPrompt="1"/>
          </p:nvPr>
        </p:nvSpPr>
        <p:spPr>
          <a:xfrm>
            <a:off x="660400" y="2153495"/>
            <a:ext cx="5435600" cy="13716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文本占位符 2" descr="940db717-0ce0-4017-b1dc-fabda493c3bb"/>
          <p:cNvSpPr>
            <a:spLocks noGrp="1"/>
          </p:cNvSpPr>
          <p:nvPr>
            <p:ph type="body" idx="1" hasCustomPrompt="1"/>
          </p:nvPr>
        </p:nvSpPr>
        <p:spPr>
          <a:xfrm>
            <a:off x="660400" y="3530600"/>
            <a:ext cx="5435600" cy="186055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/>
          </a:p>
        </p:txBody>
      </p:sp>
      <p:sp>
        <p:nvSpPr>
          <p:cNvPr id="4" name="日期占位符 3" descr="2befcbda-8133-4310-8121-b83fa7640c8b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 descr="b90ed06e-358e-401f-b376-bae018404c6b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 descr="511bc338-dc75-4e61-941a-592de5d8437c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5a12860-57d0-435d-97c1-4c6d2d8d7d77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日期占位符 2" descr="a01324e9-c841-4a99-84ad-ab9faea9f35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 descr="a0bed605-6221-49ac-b050-f8b15480585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 descr="81b372b0-fd0d-424f-a9b3-86632cbc8fe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 descr="068ee6ac-6446-4999-a496-f31b58bdbd2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 descr="3742779b-acea-4a36-9ec9-622f2076263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 descr="b595be9e-3ead-4dff-8a03-a7aed9d9c1e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matchingName="Closing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 descr="0e6253f9-c60f-46af-810b-4d34f4cde59b"/>
          <p:cNvSpPr/>
          <p:nvPr/>
        </p:nvSpPr>
        <p:spPr>
          <a:xfrm>
            <a:off x="0" y="0"/>
            <a:ext cx="12192000" cy="6850742"/>
          </a:xfrm>
          <a:prstGeom prst="rect">
            <a:avLst/>
          </a:prstGeom>
          <a:blipFill>
            <a:blip r:embed="rId2">
              <a:alphaModFix amt="90000"/>
            </a:blip>
            <a:stretch>
              <a:fillRect t="-53" b="-5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 descr="25cefb01-dd7e-4ac3-a822-02e422400ded"/>
          <p:cNvSpPr/>
          <p:nvPr/>
        </p:nvSpPr>
        <p:spPr>
          <a:xfrm>
            <a:off x="0" y="0"/>
            <a:ext cx="12192000" cy="6850742"/>
          </a:xfrm>
          <a:prstGeom prst="rect">
            <a:avLst/>
          </a:prstGeom>
          <a:gradFill flip="none" rotWithShape="1">
            <a:gsLst>
              <a:gs pos="0">
                <a:srgbClr val="060C27"/>
              </a:gs>
              <a:gs pos="62000">
                <a:srgbClr val="060C27">
                  <a:alpha val="0"/>
                </a:srgb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任意多边形: 形状 7" descr="12c6e743-8e86-41ff-bb56-e60c7ecea228"/>
          <p:cNvSpPr/>
          <p:nvPr/>
        </p:nvSpPr>
        <p:spPr>
          <a:xfrm>
            <a:off x="12191319" y="0"/>
            <a:ext cx="684" cy="13546"/>
          </a:xfrm>
          <a:custGeom>
            <a:avLst/>
            <a:gdLst>
              <a:gd name="connsiteX0" fmla="*/ 0 w 684"/>
              <a:gd name="connsiteY0" fmla="*/ 0 h 13546"/>
              <a:gd name="connsiteX1" fmla="*/ 684 w 684"/>
              <a:gd name="connsiteY1" fmla="*/ 0 h 13546"/>
              <a:gd name="connsiteX2" fmla="*/ 684 w 684"/>
              <a:gd name="connsiteY2" fmla="*/ 13546 h 13546"/>
              <a:gd name="connsiteX3" fmla="*/ 0 w 684"/>
              <a:gd name="connsiteY3" fmla="*/ 0 h 13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4" h="13546">
                <a:moveTo>
                  <a:pt x="0" y="0"/>
                </a:moveTo>
                <a:lnTo>
                  <a:pt x="684" y="0"/>
                </a:lnTo>
                <a:lnTo>
                  <a:pt x="684" y="1354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401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2" name="标题 1" descr="7191a489-9166-4b6a-9275-02d76cc86006"/>
          <p:cNvSpPr>
            <a:spLocks noGrp="1"/>
          </p:cNvSpPr>
          <p:nvPr>
            <p:ph type="title" hasCustomPrompt="1"/>
          </p:nvPr>
        </p:nvSpPr>
        <p:spPr>
          <a:xfrm>
            <a:off x="660400" y="2552700"/>
            <a:ext cx="10858500" cy="2159000"/>
          </a:xfrm>
        </p:spPr>
        <p:txBody>
          <a:bodyPr anchor="ctr">
            <a:noAutofit/>
          </a:bodyPr>
          <a:lstStyle>
            <a:lvl1pPr algn="ctr">
              <a:defRPr sz="4800"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4" name="文本占位符 3" descr="2f779fb0-9ebc-43e6-a658-cdf8d65e298e"/>
          <p:cNvSpPr>
            <a:spLocks noGrp="1"/>
          </p:cNvSpPr>
          <p:nvPr>
            <p:ph type="body" sz="quarter" idx="13" hasCustomPrompt="1"/>
          </p:nvPr>
        </p:nvSpPr>
        <p:spPr>
          <a:xfrm>
            <a:off x="7861300" y="5859780"/>
            <a:ext cx="3657600" cy="274320"/>
          </a:xfrm>
        </p:spPr>
        <p:txBody>
          <a:bodyPr anchor="ctr"/>
          <a:lstStyle>
            <a:lvl1pPr marL="0" indent="0" algn="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  <a:endParaRPr lang="en-US"/>
          </a:p>
        </p:txBody>
      </p:sp>
      <p:sp>
        <p:nvSpPr>
          <p:cNvPr id="5" name="文本占位符 4" descr="bf98e6d7-5724-4eb8-a008-dcdb6d322b5a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5859780"/>
            <a:ext cx="3657600" cy="27432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ransition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.jpe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jpe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0feca716-c184-4f0e-b90b-a35f9a3fce7f"/>
          <p:cNvSpPr>
            <a:spLocks noGrp="1"/>
          </p:cNvSpPr>
          <p:nvPr>
            <p:ph type="ctrTitle" hasCustomPrompt="1"/>
          </p:nvPr>
        </p:nvSpPr>
        <p:spPr/>
        <p:txBody>
          <a:bodyPr anchorCtr="0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5400" b="1" i="0" u="none">
                <a:solidFill>
                  <a:srgbClr val="FFFFFF"/>
                </a:solidFill>
                <a:latin typeface="Arial" panose="020B0604020202020204"/>
              </a:rPr>
              <a:t>AI编程时代的基础原则与核心方法论</a:t>
            </a:r>
            <a:endParaRPr lang="en-US" sz="5400" b="1" i="0" u="none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3" name="副标题 2" descr="abd95ef9-8dbf-42a9-92e8-392b63121436"/>
          <p:cNvSpPr>
            <a:spLocks noGrp="1"/>
          </p:cNvSpPr>
          <p:nvPr>
            <p:ph type="subTitle" idx="1" hasCustomPrompt="1"/>
          </p:nvPr>
        </p:nvSpPr>
        <p:spPr/>
        <p:txBody>
          <a:bodyPr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lang="en-US" sz="2800" b="0" i="0" u="none">
                <a:solidFill>
                  <a:srgbClr val="FFFFFF"/>
                </a:solidFill>
                <a:ea typeface="微软雅黑" panose="020B0503020204020204" charset="-122"/>
              </a:rPr>
              <a:t>探索人机协作新范式</a:t>
            </a:r>
            <a:endParaRPr lang="en-US" sz="2800" b="0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sp>
        <p:nvSpPr>
          <p:cNvPr id="4" name="文本占位符 3" descr="751c71f9-1db8-4815-a509-8082dd7e7b0a"/>
          <p:cNvSpPr>
            <a:spLocks noGrp="1"/>
          </p:cNvSpPr>
          <p:nvPr>
            <p:ph type="body" sz="quarter" idx="13" hasCustomPrompt="1"/>
          </p:nvPr>
        </p:nvSpPr>
        <p:spPr/>
        <p:txBody>
          <a:bodyPr anchorCtr="0"/>
          <a:lstStyle/>
          <a:p>
            <a:pPr algn="r">
              <a:lnSpc>
                <a:spcPct val="120000"/>
              </a:lnSpc>
              <a:spcBef>
                <a:spcPts val="1000"/>
              </a:spcBef>
            </a:pPr>
            <a:r>
              <a:rPr lang="en-US" sz="1110" b="0" i="0" u="none">
                <a:solidFill>
                  <a:srgbClr val="FFFFFF"/>
                </a:solidFill>
                <a:ea typeface="微软雅黑" panose="020B0503020204020204" charset="-122"/>
              </a:rPr>
              <a:t>报告人名称</a:t>
            </a:r>
            <a:endParaRPr lang="en-US" sz="1110" b="0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sp>
        <p:nvSpPr>
          <p:cNvPr id="5" name="文本占位符 4" descr="fe770bfd-85d4-450d-903f-e6d64022501d"/>
          <p:cNvSpPr>
            <a:spLocks noGrp="1"/>
          </p:cNvSpPr>
          <p:nvPr>
            <p:ph type="body" sz="quarter" idx="14" hasCustomPrompt="1"/>
          </p:nvPr>
        </p:nvSpPr>
        <p:spPr/>
        <p:txBody>
          <a:bodyPr anchorCtr="0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>
                <a:latin typeface="微软雅黑" panose="020B0503020204020204" charset="-122"/>
              </a:rPr>
              <a:t>20xx.xx.xx</a:t>
            </a:r>
            <a:endParaRPr lang="en-US">
              <a:latin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6d39d612-d24d-41d6-9d84-b2a776ebe74b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FFFFFF"/>
                </a:solidFill>
                <a:ea typeface="微软雅黑" panose="020B0503020204020204" charset="-122"/>
              </a:rPr>
              <a:t>目录</a:t>
            </a:r>
            <a:endParaRPr lang="en-US" sz="2800" b="1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sp>
        <p:nvSpPr>
          <p:cNvPr id="3" name="内容占位符 2" descr="4de6431c-3e68-47e5-9f1f-6deca7fc2b35"/>
          <p:cNvSpPr>
            <a:spLocks noGrp="1"/>
          </p:cNvSpPr>
          <p:nvPr>
            <p:ph sz="quarter" idx="1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lang="en-US" sz="1800" b="0" i="0" u="none">
                <a:solidFill>
                  <a:srgbClr val="FFFFFF"/>
                </a:solidFill>
                <a:ea typeface="微软雅黑" panose="020B0503020204020204" charset="-122"/>
              </a:rPr>
              <a:t>风起云涌：变更的十字路口</a:t>
            </a:r>
            <a:endParaRPr lang="en-US" sz="1800" b="0" i="0" u="none">
              <a:solidFill>
                <a:srgbClr val="FFFFFF"/>
              </a:solidFill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lang="en-US" sz="1800" b="0" i="0" u="none">
                <a:solidFill>
                  <a:srgbClr val="FFFFFF"/>
                </a:solidFill>
                <a:ea typeface="微软雅黑" panose="020B0503020204020204" charset="-122"/>
              </a:rPr>
              <a:t>常见误区</a:t>
            </a:r>
            <a:endParaRPr lang="en-US" sz="1800" b="0" i="0" u="none">
              <a:solidFill>
                <a:srgbClr val="FFFFFF"/>
              </a:solidFill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lang="en-US" sz="1800" b="0" i="0" u="none">
                <a:solidFill>
                  <a:srgbClr val="FFFFFF"/>
                </a:solidFill>
                <a:latin typeface="Arial" panose="020B0604020202020204"/>
              </a:rPr>
              <a:t>AI编程的三大核心要素</a:t>
            </a:r>
            <a:endParaRPr lang="en-US" sz="1800" b="0" i="0" u="none">
              <a:solidFill>
                <a:srgbClr val="FFFFFF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lang="en-US" sz="1800" b="0" i="0" u="none">
                <a:solidFill>
                  <a:srgbClr val="FFFFFF"/>
                </a:solidFill>
                <a:latin typeface="Arial" panose="020B0604020202020204"/>
              </a:rPr>
              <a:t>AI编程的「道法术器」</a:t>
            </a:r>
            <a:endParaRPr lang="en-US" sz="1800" b="0" i="0" u="none">
              <a:solidFill>
                <a:srgbClr val="FFFFFF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lang="en-US" sz="1800" b="0" i="0" u="none">
                <a:solidFill>
                  <a:srgbClr val="FFFFFF"/>
                </a:solidFill>
                <a:ea typeface="微软雅黑" panose="020B0503020204020204" charset="-122"/>
              </a:rPr>
              <a:t>道：智慧的底层架构</a:t>
            </a:r>
            <a:endParaRPr lang="en-US" sz="1800" b="0" i="0" u="none">
              <a:solidFill>
                <a:srgbClr val="FFFFFF"/>
              </a:solidFill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lang="en-US" sz="1800" b="0" i="0" u="none">
                <a:solidFill>
                  <a:srgbClr val="FFFFFF"/>
                </a:solidFill>
                <a:ea typeface="微软雅黑" panose="020B0503020204020204" charset="-122"/>
              </a:rPr>
              <a:t>法：实践的智慧结晶</a:t>
            </a:r>
            <a:endParaRPr lang="en-US" sz="1800" b="0" i="0" u="none">
              <a:solidFill>
                <a:srgbClr val="FFFFFF"/>
              </a:solidFill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lang="en-US" sz="1800" b="0" i="0" u="none">
                <a:solidFill>
                  <a:srgbClr val="FFFFFF"/>
                </a:solidFill>
                <a:ea typeface="微软雅黑" panose="020B0503020204020204" charset="-122"/>
              </a:rPr>
              <a:t>小结</a:t>
            </a:r>
            <a:endParaRPr lang="en-US" sz="1800" b="0" i="0" u="none">
              <a:solidFill>
                <a:srgbClr val="FFFFFF"/>
              </a:solidFill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lang="en-US" sz="1800" b="0" i="0" u="none">
                <a:solidFill>
                  <a:srgbClr val="FFFFFF"/>
                </a:solidFill>
                <a:ea typeface="微软雅黑" panose="020B0503020204020204" charset="-122"/>
              </a:rPr>
              <a:t>拥抱变革，进化为新一代开发者</a:t>
            </a:r>
            <a:endParaRPr lang="en-US" sz="1800" b="0" i="0" u="none">
              <a:solidFill>
                <a:srgbClr val="FFFFFF"/>
              </a:solidFill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lang="en-US" sz="1800" b="0" i="0" u="none">
                <a:solidFill>
                  <a:srgbClr val="FFFFFF"/>
                </a:solidFill>
                <a:ea typeface="微软雅黑" panose="020B0503020204020204" charset="-122"/>
              </a:rPr>
              <a:t>理性探索，智慧前行</a:t>
            </a:r>
            <a:endParaRPr lang="en-US" sz="1800" b="0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b9ca036a-98b6-46f8-b8a2-797843b2c00b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600" b="1" i="0" u="none">
                <a:solidFill>
                  <a:srgbClr val="FFFFFF"/>
                </a:solidFill>
                <a:ea typeface="微软雅黑" panose="020B0503020204020204" charset="-122"/>
              </a:rPr>
              <a:t>风起云涌：变更的十字路口</a:t>
            </a:r>
            <a:endParaRPr lang="en-US" sz="3600" b="1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sp>
        <p:nvSpPr>
          <p:cNvPr id="3" name="文本占位符 2" descr="940db717-0ce0-4017-b1dc-fabda493c3bb"/>
          <p:cNvSpPr>
            <a:spLocks noGrp="1"/>
          </p:cNvSpPr>
          <p:nvPr>
            <p:ph type="body" idx="1" hasCustomPrompt="1"/>
          </p:nvPr>
        </p:nvSpPr>
        <p:spPr/>
        <p:txBody>
          <a:bodyPr anchorCtr="0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 sz="1600" b="0" i="0" u="none">
                <a:solidFill>
                  <a:srgbClr val="FFFFFF"/>
                </a:solidFill>
                <a:latin typeface="Arial" panose="020B0604020202020204"/>
              </a:rPr>
              <a:t>AI重塑软件开发逻辑，带来新机遇与挑战</a:t>
            </a:r>
            <a:endParaRPr lang="en-US" sz="1600" b="0" i="0" u="none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5a12860-57d0-435d-97c1-4c6d2d8d7d77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FFFFFF"/>
                </a:solidFill>
                <a:latin typeface="Arial" panose="020B0604020202020204"/>
              </a:rPr>
              <a:t>AI重塑开发逻辑</a:t>
            </a:r>
            <a:endParaRPr lang="en-US" sz="2800" b="1" i="0" u="none">
              <a:solidFill>
                <a:srgbClr val="FFFFFF"/>
              </a:solidFill>
              <a:latin typeface="Arial" panose="020B0604020202020204"/>
            </a:endParaRPr>
          </a:p>
        </p:txBody>
      </p:sp>
      <p:grpSp>
        <p:nvGrpSpPr>
          <p:cNvPr id="6" name="0e41f001-b6fa-46cf-ad94-38ed6cb06d94.source.3.zh-Hans.pptx" descr="8a9aba1b-2c6d-43c5-8dda-bc18f9825cba"/>
          <p:cNvGrpSpPr/>
          <p:nvPr/>
        </p:nvGrpSpPr>
        <p:grpSpPr>
          <a:xfrm>
            <a:off x="660401" y="973754"/>
            <a:ext cx="10858500" cy="4818779"/>
            <a:chOff x="660401" y="973754"/>
            <a:chExt cx="10858500" cy="4818779"/>
          </a:xfrm>
        </p:grpSpPr>
        <p:grpSp>
          <p:nvGrpSpPr>
            <p:cNvPr id="495" name="iśḷïďe" descr="fc265dcb-d9aa-43df-8a09-acacab1bbab9"/>
            <p:cNvGrpSpPr/>
            <p:nvPr/>
          </p:nvGrpSpPr>
          <p:grpSpPr>
            <a:xfrm>
              <a:off x="660401" y="973754"/>
              <a:ext cx="3855040" cy="2624729"/>
              <a:chOff x="2941638" y="1250950"/>
              <a:chExt cx="6302375" cy="4291013"/>
            </a:xfrm>
          </p:grpSpPr>
          <p:sp>
            <p:nvSpPr>
              <p:cNvPr id="496" name="ï$ḷiḍè" descr="319c2968-ff8c-4fac-9386-996a27c9f329"/>
              <p:cNvSpPr/>
              <p:nvPr/>
            </p:nvSpPr>
            <p:spPr bwMode="auto">
              <a:xfrm>
                <a:off x="2941638" y="2847975"/>
                <a:ext cx="1212850" cy="2693988"/>
              </a:xfrm>
              <a:custGeom>
                <a:avLst/>
                <a:gdLst>
                  <a:gd name="T0" fmla="*/ 269 w 322"/>
                  <a:gd name="T1" fmla="*/ 29 h 714"/>
                  <a:gd name="T2" fmla="*/ 222 w 322"/>
                  <a:gd name="T3" fmla="*/ 48 h 714"/>
                  <a:gd name="T4" fmla="*/ 217 w 322"/>
                  <a:gd name="T5" fmla="*/ 90 h 714"/>
                  <a:gd name="T6" fmla="*/ 171 w 322"/>
                  <a:gd name="T7" fmla="*/ 118 h 714"/>
                  <a:gd name="T8" fmla="*/ 121 w 322"/>
                  <a:gd name="T9" fmla="*/ 133 h 714"/>
                  <a:gd name="T10" fmla="*/ 87 w 322"/>
                  <a:gd name="T11" fmla="*/ 171 h 714"/>
                  <a:gd name="T12" fmla="*/ 94 w 322"/>
                  <a:gd name="T13" fmla="*/ 206 h 714"/>
                  <a:gd name="T14" fmla="*/ 64 w 322"/>
                  <a:gd name="T15" fmla="*/ 253 h 714"/>
                  <a:gd name="T16" fmla="*/ 50 w 322"/>
                  <a:gd name="T17" fmla="*/ 315 h 714"/>
                  <a:gd name="T18" fmla="*/ 18 w 322"/>
                  <a:gd name="T19" fmla="*/ 356 h 714"/>
                  <a:gd name="T20" fmla="*/ 44 w 322"/>
                  <a:gd name="T21" fmla="*/ 376 h 714"/>
                  <a:gd name="T22" fmla="*/ 28 w 322"/>
                  <a:gd name="T23" fmla="*/ 420 h 714"/>
                  <a:gd name="T24" fmla="*/ 27 w 322"/>
                  <a:gd name="T25" fmla="*/ 449 h 714"/>
                  <a:gd name="T26" fmla="*/ 46 w 322"/>
                  <a:gd name="T27" fmla="*/ 479 h 714"/>
                  <a:gd name="T28" fmla="*/ 38 w 322"/>
                  <a:gd name="T29" fmla="*/ 527 h 714"/>
                  <a:gd name="T30" fmla="*/ 60 w 322"/>
                  <a:gd name="T31" fmla="*/ 531 h 714"/>
                  <a:gd name="T32" fmla="*/ 74 w 322"/>
                  <a:gd name="T33" fmla="*/ 582 h 714"/>
                  <a:gd name="T34" fmla="*/ 99 w 322"/>
                  <a:gd name="T35" fmla="*/ 601 h 714"/>
                  <a:gd name="T36" fmla="*/ 138 w 322"/>
                  <a:gd name="T37" fmla="*/ 617 h 714"/>
                  <a:gd name="T38" fmla="*/ 161 w 322"/>
                  <a:gd name="T39" fmla="*/ 661 h 714"/>
                  <a:gd name="T40" fmla="*/ 194 w 322"/>
                  <a:gd name="T41" fmla="*/ 672 h 714"/>
                  <a:gd name="T42" fmla="*/ 239 w 322"/>
                  <a:gd name="T43" fmla="*/ 652 h 714"/>
                  <a:gd name="T44" fmla="*/ 201 w 322"/>
                  <a:gd name="T45" fmla="*/ 674 h 714"/>
                  <a:gd name="T46" fmla="*/ 154 w 322"/>
                  <a:gd name="T47" fmla="*/ 657 h 714"/>
                  <a:gd name="T48" fmla="*/ 102 w 322"/>
                  <a:gd name="T49" fmla="*/ 616 h 714"/>
                  <a:gd name="T50" fmla="*/ 98 w 322"/>
                  <a:gd name="T51" fmla="*/ 571 h 714"/>
                  <a:gd name="T52" fmla="*/ 73 w 322"/>
                  <a:gd name="T53" fmla="*/ 557 h 714"/>
                  <a:gd name="T54" fmla="*/ 43 w 322"/>
                  <a:gd name="T55" fmla="*/ 514 h 714"/>
                  <a:gd name="T56" fmla="*/ 64 w 322"/>
                  <a:gd name="T57" fmla="*/ 479 h 714"/>
                  <a:gd name="T58" fmla="*/ 52 w 322"/>
                  <a:gd name="T59" fmla="*/ 437 h 714"/>
                  <a:gd name="T60" fmla="*/ 46 w 322"/>
                  <a:gd name="T61" fmla="*/ 367 h 714"/>
                  <a:gd name="T62" fmla="*/ 61 w 322"/>
                  <a:gd name="T63" fmla="*/ 324 h 714"/>
                  <a:gd name="T64" fmla="*/ 38 w 322"/>
                  <a:gd name="T65" fmla="*/ 284 h 714"/>
                  <a:gd name="T66" fmla="*/ 61 w 322"/>
                  <a:gd name="T67" fmla="*/ 238 h 714"/>
                  <a:gd name="T68" fmla="*/ 98 w 322"/>
                  <a:gd name="T69" fmla="*/ 177 h 714"/>
                  <a:gd name="T70" fmla="*/ 151 w 322"/>
                  <a:gd name="T71" fmla="*/ 135 h 714"/>
                  <a:gd name="T72" fmla="*/ 173 w 322"/>
                  <a:gd name="T73" fmla="*/ 95 h 714"/>
                  <a:gd name="T74" fmla="*/ 223 w 322"/>
                  <a:gd name="T75" fmla="*/ 57 h 714"/>
                  <a:gd name="T76" fmla="*/ 270 w 322"/>
                  <a:gd name="T77" fmla="*/ 69 h 714"/>
                  <a:gd name="T78" fmla="*/ 318 w 322"/>
                  <a:gd name="T79" fmla="*/ 50 h 7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322" h="714">
                    <a:moveTo>
                      <a:pt x="318" y="43"/>
                    </a:moveTo>
                    <a:cubicBezTo>
                      <a:pt x="305" y="44"/>
                      <a:pt x="278" y="0"/>
                      <a:pt x="269" y="29"/>
                    </a:cubicBezTo>
                    <a:cubicBezTo>
                      <a:pt x="266" y="43"/>
                      <a:pt x="274" y="73"/>
                      <a:pt x="252" y="60"/>
                    </a:cubicBezTo>
                    <a:cubicBezTo>
                      <a:pt x="245" y="57"/>
                      <a:pt x="231" y="44"/>
                      <a:pt x="222" y="48"/>
                    </a:cubicBezTo>
                    <a:cubicBezTo>
                      <a:pt x="215" y="51"/>
                      <a:pt x="216" y="61"/>
                      <a:pt x="216" y="67"/>
                    </a:cubicBezTo>
                    <a:cubicBezTo>
                      <a:pt x="216" y="73"/>
                      <a:pt x="219" y="86"/>
                      <a:pt x="217" y="90"/>
                    </a:cubicBezTo>
                    <a:cubicBezTo>
                      <a:pt x="210" y="101"/>
                      <a:pt x="198" y="89"/>
                      <a:pt x="189" y="86"/>
                    </a:cubicBezTo>
                    <a:cubicBezTo>
                      <a:pt x="159" y="74"/>
                      <a:pt x="169" y="98"/>
                      <a:pt x="171" y="118"/>
                    </a:cubicBezTo>
                    <a:cubicBezTo>
                      <a:pt x="172" y="143"/>
                      <a:pt x="149" y="124"/>
                      <a:pt x="134" y="124"/>
                    </a:cubicBezTo>
                    <a:cubicBezTo>
                      <a:pt x="126" y="123"/>
                      <a:pt x="123" y="125"/>
                      <a:pt x="121" y="133"/>
                    </a:cubicBezTo>
                    <a:cubicBezTo>
                      <a:pt x="120" y="144"/>
                      <a:pt x="140" y="166"/>
                      <a:pt x="126" y="173"/>
                    </a:cubicBezTo>
                    <a:cubicBezTo>
                      <a:pt x="116" y="179"/>
                      <a:pt x="97" y="163"/>
                      <a:pt x="87" y="171"/>
                    </a:cubicBezTo>
                    <a:cubicBezTo>
                      <a:pt x="81" y="176"/>
                      <a:pt x="83" y="183"/>
                      <a:pt x="86" y="188"/>
                    </a:cubicBezTo>
                    <a:cubicBezTo>
                      <a:pt x="88" y="195"/>
                      <a:pt x="91" y="200"/>
                      <a:pt x="94" y="206"/>
                    </a:cubicBezTo>
                    <a:cubicBezTo>
                      <a:pt x="101" y="224"/>
                      <a:pt x="88" y="221"/>
                      <a:pt x="75" y="221"/>
                    </a:cubicBezTo>
                    <a:cubicBezTo>
                      <a:pt x="46" y="221"/>
                      <a:pt x="48" y="232"/>
                      <a:pt x="64" y="253"/>
                    </a:cubicBezTo>
                    <a:cubicBezTo>
                      <a:pt x="88" y="288"/>
                      <a:pt x="26" y="263"/>
                      <a:pt x="27" y="289"/>
                    </a:cubicBezTo>
                    <a:cubicBezTo>
                      <a:pt x="28" y="300"/>
                      <a:pt x="46" y="306"/>
                      <a:pt x="50" y="315"/>
                    </a:cubicBezTo>
                    <a:cubicBezTo>
                      <a:pt x="57" y="335"/>
                      <a:pt x="21" y="330"/>
                      <a:pt x="14" y="342"/>
                    </a:cubicBezTo>
                    <a:cubicBezTo>
                      <a:pt x="11" y="347"/>
                      <a:pt x="13" y="351"/>
                      <a:pt x="18" y="356"/>
                    </a:cubicBezTo>
                    <a:cubicBezTo>
                      <a:pt x="21" y="360"/>
                      <a:pt x="28" y="362"/>
                      <a:pt x="33" y="366"/>
                    </a:cubicBezTo>
                    <a:cubicBezTo>
                      <a:pt x="37" y="368"/>
                      <a:pt x="43" y="371"/>
                      <a:pt x="44" y="376"/>
                    </a:cubicBezTo>
                    <a:cubicBezTo>
                      <a:pt x="44" y="383"/>
                      <a:pt x="37" y="384"/>
                      <a:pt x="31" y="388"/>
                    </a:cubicBezTo>
                    <a:cubicBezTo>
                      <a:pt x="8" y="399"/>
                      <a:pt x="0" y="409"/>
                      <a:pt x="28" y="420"/>
                    </a:cubicBezTo>
                    <a:cubicBezTo>
                      <a:pt x="35" y="424"/>
                      <a:pt x="48" y="425"/>
                      <a:pt x="44" y="435"/>
                    </a:cubicBezTo>
                    <a:cubicBezTo>
                      <a:pt x="43" y="440"/>
                      <a:pt x="30" y="447"/>
                      <a:pt x="27" y="449"/>
                    </a:cubicBezTo>
                    <a:cubicBezTo>
                      <a:pt x="21" y="455"/>
                      <a:pt x="13" y="461"/>
                      <a:pt x="18" y="469"/>
                    </a:cubicBezTo>
                    <a:cubicBezTo>
                      <a:pt x="21" y="476"/>
                      <a:pt x="39" y="477"/>
                      <a:pt x="46" y="479"/>
                    </a:cubicBezTo>
                    <a:cubicBezTo>
                      <a:pt x="72" y="486"/>
                      <a:pt x="37" y="502"/>
                      <a:pt x="34" y="515"/>
                    </a:cubicBezTo>
                    <a:cubicBezTo>
                      <a:pt x="31" y="522"/>
                      <a:pt x="33" y="524"/>
                      <a:pt x="38" y="527"/>
                    </a:cubicBezTo>
                    <a:cubicBezTo>
                      <a:pt x="41" y="530"/>
                      <a:pt x="48" y="530"/>
                      <a:pt x="51" y="530"/>
                    </a:cubicBezTo>
                    <a:cubicBezTo>
                      <a:pt x="54" y="531"/>
                      <a:pt x="57" y="531"/>
                      <a:pt x="60" y="531"/>
                    </a:cubicBezTo>
                    <a:cubicBezTo>
                      <a:pt x="72" y="532"/>
                      <a:pt x="78" y="531"/>
                      <a:pt x="74" y="542"/>
                    </a:cubicBezTo>
                    <a:cubicBezTo>
                      <a:pt x="72" y="556"/>
                      <a:pt x="42" y="582"/>
                      <a:pt x="74" y="582"/>
                    </a:cubicBezTo>
                    <a:cubicBezTo>
                      <a:pt x="81" y="582"/>
                      <a:pt x="93" y="576"/>
                      <a:pt x="98" y="578"/>
                    </a:cubicBezTo>
                    <a:cubicBezTo>
                      <a:pt x="111" y="583"/>
                      <a:pt x="103" y="593"/>
                      <a:pt x="99" y="601"/>
                    </a:cubicBezTo>
                    <a:cubicBezTo>
                      <a:pt x="97" y="609"/>
                      <a:pt x="90" y="622"/>
                      <a:pt x="99" y="627"/>
                    </a:cubicBezTo>
                    <a:cubicBezTo>
                      <a:pt x="111" y="634"/>
                      <a:pt x="127" y="614"/>
                      <a:pt x="138" y="617"/>
                    </a:cubicBezTo>
                    <a:cubicBezTo>
                      <a:pt x="154" y="623"/>
                      <a:pt x="134" y="650"/>
                      <a:pt x="142" y="660"/>
                    </a:cubicBezTo>
                    <a:cubicBezTo>
                      <a:pt x="148" y="667"/>
                      <a:pt x="154" y="665"/>
                      <a:pt x="161" y="661"/>
                    </a:cubicBezTo>
                    <a:cubicBezTo>
                      <a:pt x="165" y="658"/>
                      <a:pt x="177" y="645"/>
                      <a:pt x="183" y="646"/>
                    </a:cubicBezTo>
                    <a:cubicBezTo>
                      <a:pt x="194" y="646"/>
                      <a:pt x="192" y="664"/>
                      <a:pt x="194" y="672"/>
                    </a:cubicBezTo>
                    <a:cubicBezTo>
                      <a:pt x="201" y="714"/>
                      <a:pt x="223" y="661"/>
                      <a:pt x="239" y="659"/>
                    </a:cubicBezTo>
                    <a:cubicBezTo>
                      <a:pt x="243" y="659"/>
                      <a:pt x="243" y="652"/>
                      <a:pt x="239" y="652"/>
                    </a:cubicBezTo>
                    <a:cubicBezTo>
                      <a:pt x="229" y="653"/>
                      <a:pt x="223" y="664"/>
                      <a:pt x="217" y="671"/>
                    </a:cubicBezTo>
                    <a:cubicBezTo>
                      <a:pt x="211" y="677"/>
                      <a:pt x="207" y="686"/>
                      <a:pt x="201" y="674"/>
                    </a:cubicBezTo>
                    <a:cubicBezTo>
                      <a:pt x="198" y="667"/>
                      <a:pt x="200" y="657"/>
                      <a:pt x="198" y="650"/>
                    </a:cubicBezTo>
                    <a:cubicBezTo>
                      <a:pt x="188" y="620"/>
                      <a:pt x="169" y="657"/>
                      <a:pt x="154" y="657"/>
                    </a:cubicBezTo>
                    <a:cubicBezTo>
                      <a:pt x="138" y="657"/>
                      <a:pt x="165" y="612"/>
                      <a:pt x="140" y="611"/>
                    </a:cubicBezTo>
                    <a:cubicBezTo>
                      <a:pt x="129" y="609"/>
                      <a:pt x="106" y="628"/>
                      <a:pt x="102" y="616"/>
                    </a:cubicBezTo>
                    <a:cubicBezTo>
                      <a:pt x="98" y="605"/>
                      <a:pt x="118" y="591"/>
                      <a:pt x="113" y="578"/>
                    </a:cubicBezTo>
                    <a:cubicBezTo>
                      <a:pt x="111" y="572"/>
                      <a:pt x="105" y="571"/>
                      <a:pt x="98" y="571"/>
                    </a:cubicBezTo>
                    <a:cubicBezTo>
                      <a:pt x="91" y="571"/>
                      <a:pt x="86" y="574"/>
                      <a:pt x="79" y="574"/>
                    </a:cubicBezTo>
                    <a:cubicBezTo>
                      <a:pt x="63" y="575"/>
                      <a:pt x="66" y="569"/>
                      <a:pt x="73" y="557"/>
                    </a:cubicBezTo>
                    <a:cubicBezTo>
                      <a:pt x="84" y="540"/>
                      <a:pt x="91" y="526"/>
                      <a:pt x="65" y="524"/>
                    </a:cubicBezTo>
                    <a:cubicBezTo>
                      <a:pt x="56" y="524"/>
                      <a:pt x="41" y="527"/>
                      <a:pt x="43" y="514"/>
                    </a:cubicBezTo>
                    <a:cubicBezTo>
                      <a:pt x="44" y="508"/>
                      <a:pt x="56" y="501"/>
                      <a:pt x="59" y="496"/>
                    </a:cubicBezTo>
                    <a:cubicBezTo>
                      <a:pt x="63" y="492"/>
                      <a:pt x="67" y="486"/>
                      <a:pt x="64" y="479"/>
                    </a:cubicBezTo>
                    <a:cubicBezTo>
                      <a:pt x="59" y="471"/>
                      <a:pt x="42" y="472"/>
                      <a:pt x="34" y="469"/>
                    </a:cubicBezTo>
                    <a:cubicBezTo>
                      <a:pt x="12" y="458"/>
                      <a:pt x="45" y="449"/>
                      <a:pt x="52" y="437"/>
                    </a:cubicBezTo>
                    <a:cubicBezTo>
                      <a:pt x="65" y="414"/>
                      <a:pt x="12" y="417"/>
                      <a:pt x="20" y="402"/>
                    </a:cubicBezTo>
                    <a:cubicBezTo>
                      <a:pt x="27" y="389"/>
                      <a:pt x="68" y="388"/>
                      <a:pt x="46" y="367"/>
                    </a:cubicBezTo>
                    <a:cubicBezTo>
                      <a:pt x="35" y="357"/>
                      <a:pt x="8" y="347"/>
                      <a:pt x="35" y="338"/>
                    </a:cubicBezTo>
                    <a:cubicBezTo>
                      <a:pt x="42" y="337"/>
                      <a:pt x="59" y="334"/>
                      <a:pt x="61" y="324"/>
                    </a:cubicBezTo>
                    <a:cubicBezTo>
                      <a:pt x="63" y="318"/>
                      <a:pt x="56" y="312"/>
                      <a:pt x="51" y="307"/>
                    </a:cubicBezTo>
                    <a:cubicBezTo>
                      <a:pt x="46" y="303"/>
                      <a:pt x="33" y="293"/>
                      <a:pt x="38" y="284"/>
                    </a:cubicBezTo>
                    <a:cubicBezTo>
                      <a:pt x="41" y="279"/>
                      <a:pt x="59" y="281"/>
                      <a:pt x="65" y="279"/>
                    </a:cubicBezTo>
                    <a:cubicBezTo>
                      <a:pt x="96" y="271"/>
                      <a:pt x="64" y="254"/>
                      <a:pt x="61" y="238"/>
                    </a:cubicBezTo>
                    <a:cubicBezTo>
                      <a:pt x="57" y="216"/>
                      <a:pt x="105" y="241"/>
                      <a:pt x="105" y="215"/>
                    </a:cubicBezTo>
                    <a:cubicBezTo>
                      <a:pt x="104" y="202"/>
                      <a:pt x="80" y="181"/>
                      <a:pt x="98" y="177"/>
                    </a:cubicBezTo>
                    <a:cubicBezTo>
                      <a:pt x="109" y="174"/>
                      <a:pt x="124" y="186"/>
                      <a:pt x="134" y="179"/>
                    </a:cubicBezTo>
                    <a:cubicBezTo>
                      <a:pt x="155" y="164"/>
                      <a:pt x="102" y="120"/>
                      <a:pt x="151" y="135"/>
                    </a:cubicBezTo>
                    <a:cubicBezTo>
                      <a:pt x="159" y="138"/>
                      <a:pt x="172" y="143"/>
                      <a:pt x="178" y="134"/>
                    </a:cubicBezTo>
                    <a:cubicBezTo>
                      <a:pt x="185" y="123"/>
                      <a:pt x="168" y="105"/>
                      <a:pt x="173" y="95"/>
                    </a:cubicBezTo>
                    <a:cubicBezTo>
                      <a:pt x="184" y="75"/>
                      <a:pt x="224" y="128"/>
                      <a:pt x="224" y="84"/>
                    </a:cubicBezTo>
                    <a:cubicBezTo>
                      <a:pt x="224" y="80"/>
                      <a:pt x="219" y="59"/>
                      <a:pt x="223" y="57"/>
                    </a:cubicBezTo>
                    <a:cubicBezTo>
                      <a:pt x="230" y="51"/>
                      <a:pt x="247" y="66"/>
                      <a:pt x="252" y="69"/>
                    </a:cubicBezTo>
                    <a:cubicBezTo>
                      <a:pt x="259" y="72"/>
                      <a:pt x="266" y="75"/>
                      <a:pt x="270" y="69"/>
                    </a:cubicBezTo>
                    <a:cubicBezTo>
                      <a:pt x="279" y="60"/>
                      <a:pt x="268" y="28"/>
                      <a:pt x="283" y="28"/>
                    </a:cubicBezTo>
                    <a:cubicBezTo>
                      <a:pt x="296" y="28"/>
                      <a:pt x="303" y="51"/>
                      <a:pt x="318" y="50"/>
                    </a:cubicBezTo>
                    <a:cubicBezTo>
                      <a:pt x="322" y="50"/>
                      <a:pt x="322" y="43"/>
                      <a:pt x="318" y="43"/>
                    </a:cubicBezTo>
                    <a:close/>
                  </a:path>
                </a:pathLst>
              </a:custGeom>
              <a:solidFill>
                <a:srgbClr val="EDEE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  <p:sp>
            <p:nvSpPr>
              <p:cNvPr id="497" name="íṣľîďe" descr="741b2d39-eb8b-4af6-8fd1-a49babe2eeca"/>
              <p:cNvSpPr/>
              <p:nvPr/>
            </p:nvSpPr>
            <p:spPr bwMode="auto">
              <a:xfrm>
                <a:off x="2941638" y="2847975"/>
                <a:ext cx="1212850" cy="2693988"/>
              </a:xfrm>
              <a:custGeom>
                <a:avLst/>
                <a:gdLst>
                  <a:gd name="T0" fmla="*/ 269 w 322"/>
                  <a:gd name="T1" fmla="*/ 29 h 714"/>
                  <a:gd name="T2" fmla="*/ 222 w 322"/>
                  <a:gd name="T3" fmla="*/ 48 h 714"/>
                  <a:gd name="T4" fmla="*/ 217 w 322"/>
                  <a:gd name="T5" fmla="*/ 90 h 714"/>
                  <a:gd name="T6" fmla="*/ 171 w 322"/>
                  <a:gd name="T7" fmla="*/ 118 h 714"/>
                  <a:gd name="T8" fmla="*/ 121 w 322"/>
                  <a:gd name="T9" fmla="*/ 133 h 714"/>
                  <a:gd name="T10" fmla="*/ 87 w 322"/>
                  <a:gd name="T11" fmla="*/ 171 h 714"/>
                  <a:gd name="T12" fmla="*/ 94 w 322"/>
                  <a:gd name="T13" fmla="*/ 206 h 714"/>
                  <a:gd name="T14" fmla="*/ 64 w 322"/>
                  <a:gd name="T15" fmla="*/ 253 h 714"/>
                  <a:gd name="T16" fmla="*/ 50 w 322"/>
                  <a:gd name="T17" fmla="*/ 315 h 714"/>
                  <a:gd name="T18" fmla="*/ 18 w 322"/>
                  <a:gd name="T19" fmla="*/ 356 h 714"/>
                  <a:gd name="T20" fmla="*/ 44 w 322"/>
                  <a:gd name="T21" fmla="*/ 376 h 714"/>
                  <a:gd name="T22" fmla="*/ 28 w 322"/>
                  <a:gd name="T23" fmla="*/ 420 h 714"/>
                  <a:gd name="T24" fmla="*/ 27 w 322"/>
                  <a:gd name="T25" fmla="*/ 449 h 714"/>
                  <a:gd name="T26" fmla="*/ 46 w 322"/>
                  <a:gd name="T27" fmla="*/ 479 h 714"/>
                  <a:gd name="T28" fmla="*/ 38 w 322"/>
                  <a:gd name="T29" fmla="*/ 527 h 714"/>
                  <a:gd name="T30" fmla="*/ 60 w 322"/>
                  <a:gd name="T31" fmla="*/ 531 h 714"/>
                  <a:gd name="T32" fmla="*/ 74 w 322"/>
                  <a:gd name="T33" fmla="*/ 582 h 714"/>
                  <a:gd name="T34" fmla="*/ 99 w 322"/>
                  <a:gd name="T35" fmla="*/ 601 h 714"/>
                  <a:gd name="T36" fmla="*/ 138 w 322"/>
                  <a:gd name="T37" fmla="*/ 617 h 714"/>
                  <a:gd name="T38" fmla="*/ 161 w 322"/>
                  <a:gd name="T39" fmla="*/ 661 h 714"/>
                  <a:gd name="T40" fmla="*/ 194 w 322"/>
                  <a:gd name="T41" fmla="*/ 672 h 714"/>
                  <a:gd name="T42" fmla="*/ 239 w 322"/>
                  <a:gd name="T43" fmla="*/ 652 h 714"/>
                  <a:gd name="T44" fmla="*/ 201 w 322"/>
                  <a:gd name="T45" fmla="*/ 674 h 714"/>
                  <a:gd name="T46" fmla="*/ 154 w 322"/>
                  <a:gd name="T47" fmla="*/ 657 h 714"/>
                  <a:gd name="T48" fmla="*/ 102 w 322"/>
                  <a:gd name="T49" fmla="*/ 616 h 714"/>
                  <a:gd name="T50" fmla="*/ 98 w 322"/>
                  <a:gd name="T51" fmla="*/ 571 h 714"/>
                  <a:gd name="T52" fmla="*/ 73 w 322"/>
                  <a:gd name="T53" fmla="*/ 557 h 714"/>
                  <a:gd name="T54" fmla="*/ 43 w 322"/>
                  <a:gd name="T55" fmla="*/ 514 h 714"/>
                  <a:gd name="T56" fmla="*/ 64 w 322"/>
                  <a:gd name="T57" fmla="*/ 479 h 714"/>
                  <a:gd name="T58" fmla="*/ 52 w 322"/>
                  <a:gd name="T59" fmla="*/ 437 h 714"/>
                  <a:gd name="T60" fmla="*/ 46 w 322"/>
                  <a:gd name="T61" fmla="*/ 367 h 714"/>
                  <a:gd name="T62" fmla="*/ 61 w 322"/>
                  <a:gd name="T63" fmla="*/ 324 h 714"/>
                  <a:gd name="T64" fmla="*/ 38 w 322"/>
                  <a:gd name="T65" fmla="*/ 284 h 714"/>
                  <a:gd name="T66" fmla="*/ 61 w 322"/>
                  <a:gd name="T67" fmla="*/ 238 h 714"/>
                  <a:gd name="T68" fmla="*/ 98 w 322"/>
                  <a:gd name="T69" fmla="*/ 177 h 714"/>
                  <a:gd name="T70" fmla="*/ 151 w 322"/>
                  <a:gd name="T71" fmla="*/ 135 h 714"/>
                  <a:gd name="T72" fmla="*/ 173 w 322"/>
                  <a:gd name="T73" fmla="*/ 95 h 714"/>
                  <a:gd name="T74" fmla="*/ 223 w 322"/>
                  <a:gd name="T75" fmla="*/ 57 h 714"/>
                  <a:gd name="T76" fmla="*/ 270 w 322"/>
                  <a:gd name="T77" fmla="*/ 69 h 714"/>
                  <a:gd name="T78" fmla="*/ 318 w 322"/>
                  <a:gd name="T79" fmla="*/ 50 h 7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322" h="714">
                    <a:moveTo>
                      <a:pt x="318" y="43"/>
                    </a:moveTo>
                    <a:cubicBezTo>
                      <a:pt x="305" y="44"/>
                      <a:pt x="278" y="0"/>
                      <a:pt x="269" y="29"/>
                    </a:cubicBezTo>
                    <a:cubicBezTo>
                      <a:pt x="266" y="43"/>
                      <a:pt x="274" y="73"/>
                      <a:pt x="252" y="60"/>
                    </a:cubicBezTo>
                    <a:cubicBezTo>
                      <a:pt x="245" y="57"/>
                      <a:pt x="231" y="44"/>
                      <a:pt x="222" y="48"/>
                    </a:cubicBezTo>
                    <a:cubicBezTo>
                      <a:pt x="215" y="51"/>
                      <a:pt x="216" y="61"/>
                      <a:pt x="216" y="67"/>
                    </a:cubicBezTo>
                    <a:cubicBezTo>
                      <a:pt x="216" y="73"/>
                      <a:pt x="219" y="86"/>
                      <a:pt x="217" y="90"/>
                    </a:cubicBezTo>
                    <a:cubicBezTo>
                      <a:pt x="210" y="101"/>
                      <a:pt x="198" y="89"/>
                      <a:pt x="189" y="86"/>
                    </a:cubicBezTo>
                    <a:cubicBezTo>
                      <a:pt x="159" y="74"/>
                      <a:pt x="169" y="98"/>
                      <a:pt x="171" y="118"/>
                    </a:cubicBezTo>
                    <a:cubicBezTo>
                      <a:pt x="172" y="143"/>
                      <a:pt x="149" y="124"/>
                      <a:pt x="134" y="124"/>
                    </a:cubicBezTo>
                    <a:cubicBezTo>
                      <a:pt x="126" y="123"/>
                      <a:pt x="123" y="125"/>
                      <a:pt x="121" y="133"/>
                    </a:cubicBezTo>
                    <a:cubicBezTo>
                      <a:pt x="120" y="144"/>
                      <a:pt x="140" y="166"/>
                      <a:pt x="126" y="173"/>
                    </a:cubicBezTo>
                    <a:cubicBezTo>
                      <a:pt x="116" y="179"/>
                      <a:pt x="97" y="163"/>
                      <a:pt x="87" y="171"/>
                    </a:cubicBezTo>
                    <a:cubicBezTo>
                      <a:pt x="81" y="176"/>
                      <a:pt x="83" y="183"/>
                      <a:pt x="86" y="188"/>
                    </a:cubicBezTo>
                    <a:cubicBezTo>
                      <a:pt x="88" y="195"/>
                      <a:pt x="91" y="200"/>
                      <a:pt x="94" y="206"/>
                    </a:cubicBezTo>
                    <a:cubicBezTo>
                      <a:pt x="101" y="224"/>
                      <a:pt x="88" y="221"/>
                      <a:pt x="75" y="221"/>
                    </a:cubicBezTo>
                    <a:cubicBezTo>
                      <a:pt x="46" y="221"/>
                      <a:pt x="48" y="232"/>
                      <a:pt x="64" y="253"/>
                    </a:cubicBezTo>
                    <a:cubicBezTo>
                      <a:pt x="88" y="288"/>
                      <a:pt x="26" y="263"/>
                      <a:pt x="27" y="289"/>
                    </a:cubicBezTo>
                    <a:cubicBezTo>
                      <a:pt x="28" y="300"/>
                      <a:pt x="46" y="306"/>
                      <a:pt x="50" y="315"/>
                    </a:cubicBezTo>
                    <a:cubicBezTo>
                      <a:pt x="57" y="335"/>
                      <a:pt x="21" y="330"/>
                      <a:pt x="14" y="342"/>
                    </a:cubicBezTo>
                    <a:cubicBezTo>
                      <a:pt x="11" y="347"/>
                      <a:pt x="13" y="351"/>
                      <a:pt x="18" y="356"/>
                    </a:cubicBezTo>
                    <a:cubicBezTo>
                      <a:pt x="21" y="360"/>
                      <a:pt x="28" y="362"/>
                      <a:pt x="33" y="366"/>
                    </a:cubicBezTo>
                    <a:cubicBezTo>
                      <a:pt x="37" y="368"/>
                      <a:pt x="43" y="371"/>
                      <a:pt x="44" y="376"/>
                    </a:cubicBezTo>
                    <a:cubicBezTo>
                      <a:pt x="44" y="383"/>
                      <a:pt x="37" y="384"/>
                      <a:pt x="31" y="388"/>
                    </a:cubicBezTo>
                    <a:cubicBezTo>
                      <a:pt x="8" y="399"/>
                      <a:pt x="0" y="409"/>
                      <a:pt x="28" y="420"/>
                    </a:cubicBezTo>
                    <a:cubicBezTo>
                      <a:pt x="35" y="424"/>
                      <a:pt x="48" y="425"/>
                      <a:pt x="44" y="435"/>
                    </a:cubicBezTo>
                    <a:cubicBezTo>
                      <a:pt x="43" y="440"/>
                      <a:pt x="30" y="447"/>
                      <a:pt x="27" y="449"/>
                    </a:cubicBezTo>
                    <a:cubicBezTo>
                      <a:pt x="21" y="455"/>
                      <a:pt x="13" y="461"/>
                      <a:pt x="18" y="469"/>
                    </a:cubicBezTo>
                    <a:cubicBezTo>
                      <a:pt x="21" y="476"/>
                      <a:pt x="39" y="477"/>
                      <a:pt x="46" y="479"/>
                    </a:cubicBezTo>
                    <a:cubicBezTo>
                      <a:pt x="72" y="486"/>
                      <a:pt x="37" y="502"/>
                      <a:pt x="34" y="515"/>
                    </a:cubicBezTo>
                    <a:cubicBezTo>
                      <a:pt x="31" y="522"/>
                      <a:pt x="33" y="524"/>
                      <a:pt x="38" y="527"/>
                    </a:cubicBezTo>
                    <a:cubicBezTo>
                      <a:pt x="41" y="530"/>
                      <a:pt x="48" y="530"/>
                      <a:pt x="51" y="530"/>
                    </a:cubicBezTo>
                    <a:cubicBezTo>
                      <a:pt x="54" y="531"/>
                      <a:pt x="57" y="531"/>
                      <a:pt x="60" y="531"/>
                    </a:cubicBezTo>
                    <a:cubicBezTo>
                      <a:pt x="72" y="532"/>
                      <a:pt x="78" y="531"/>
                      <a:pt x="74" y="542"/>
                    </a:cubicBezTo>
                    <a:cubicBezTo>
                      <a:pt x="72" y="556"/>
                      <a:pt x="42" y="582"/>
                      <a:pt x="74" y="582"/>
                    </a:cubicBezTo>
                    <a:cubicBezTo>
                      <a:pt x="81" y="582"/>
                      <a:pt x="93" y="576"/>
                      <a:pt x="98" y="578"/>
                    </a:cubicBezTo>
                    <a:cubicBezTo>
                      <a:pt x="111" y="583"/>
                      <a:pt x="103" y="593"/>
                      <a:pt x="99" y="601"/>
                    </a:cubicBezTo>
                    <a:cubicBezTo>
                      <a:pt x="97" y="609"/>
                      <a:pt x="90" y="622"/>
                      <a:pt x="99" y="627"/>
                    </a:cubicBezTo>
                    <a:cubicBezTo>
                      <a:pt x="111" y="634"/>
                      <a:pt x="127" y="614"/>
                      <a:pt x="138" y="617"/>
                    </a:cubicBezTo>
                    <a:cubicBezTo>
                      <a:pt x="154" y="623"/>
                      <a:pt x="134" y="650"/>
                      <a:pt x="142" y="660"/>
                    </a:cubicBezTo>
                    <a:cubicBezTo>
                      <a:pt x="148" y="667"/>
                      <a:pt x="154" y="665"/>
                      <a:pt x="161" y="661"/>
                    </a:cubicBezTo>
                    <a:cubicBezTo>
                      <a:pt x="165" y="658"/>
                      <a:pt x="177" y="645"/>
                      <a:pt x="183" y="646"/>
                    </a:cubicBezTo>
                    <a:cubicBezTo>
                      <a:pt x="194" y="646"/>
                      <a:pt x="192" y="664"/>
                      <a:pt x="194" y="672"/>
                    </a:cubicBezTo>
                    <a:cubicBezTo>
                      <a:pt x="201" y="714"/>
                      <a:pt x="223" y="661"/>
                      <a:pt x="239" y="659"/>
                    </a:cubicBezTo>
                    <a:cubicBezTo>
                      <a:pt x="243" y="659"/>
                      <a:pt x="243" y="652"/>
                      <a:pt x="239" y="652"/>
                    </a:cubicBezTo>
                    <a:cubicBezTo>
                      <a:pt x="229" y="653"/>
                      <a:pt x="223" y="664"/>
                      <a:pt x="217" y="671"/>
                    </a:cubicBezTo>
                    <a:cubicBezTo>
                      <a:pt x="211" y="677"/>
                      <a:pt x="207" y="686"/>
                      <a:pt x="201" y="674"/>
                    </a:cubicBezTo>
                    <a:cubicBezTo>
                      <a:pt x="198" y="667"/>
                      <a:pt x="200" y="657"/>
                      <a:pt x="198" y="650"/>
                    </a:cubicBezTo>
                    <a:cubicBezTo>
                      <a:pt x="188" y="620"/>
                      <a:pt x="169" y="657"/>
                      <a:pt x="154" y="657"/>
                    </a:cubicBezTo>
                    <a:cubicBezTo>
                      <a:pt x="138" y="657"/>
                      <a:pt x="165" y="612"/>
                      <a:pt x="140" y="611"/>
                    </a:cubicBezTo>
                    <a:cubicBezTo>
                      <a:pt x="129" y="609"/>
                      <a:pt x="106" y="628"/>
                      <a:pt x="102" y="616"/>
                    </a:cubicBezTo>
                    <a:cubicBezTo>
                      <a:pt x="98" y="605"/>
                      <a:pt x="118" y="591"/>
                      <a:pt x="113" y="578"/>
                    </a:cubicBezTo>
                    <a:cubicBezTo>
                      <a:pt x="111" y="572"/>
                      <a:pt x="105" y="571"/>
                      <a:pt x="98" y="571"/>
                    </a:cubicBezTo>
                    <a:cubicBezTo>
                      <a:pt x="91" y="571"/>
                      <a:pt x="86" y="574"/>
                      <a:pt x="79" y="574"/>
                    </a:cubicBezTo>
                    <a:cubicBezTo>
                      <a:pt x="63" y="575"/>
                      <a:pt x="66" y="569"/>
                      <a:pt x="73" y="557"/>
                    </a:cubicBezTo>
                    <a:cubicBezTo>
                      <a:pt x="84" y="540"/>
                      <a:pt x="91" y="526"/>
                      <a:pt x="65" y="524"/>
                    </a:cubicBezTo>
                    <a:cubicBezTo>
                      <a:pt x="56" y="524"/>
                      <a:pt x="41" y="527"/>
                      <a:pt x="43" y="514"/>
                    </a:cubicBezTo>
                    <a:cubicBezTo>
                      <a:pt x="44" y="508"/>
                      <a:pt x="56" y="501"/>
                      <a:pt x="59" y="496"/>
                    </a:cubicBezTo>
                    <a:cubicBezTo>
                      <a:pt x="63" y="492"/>
                      <a:pt x="67" y="486"/>
                      <a:pt x="64" y="479"/>
                    </a:cubicBezTo>
                    <a:cubicBezTo>
                      <a:pt x="59" y="471"/>
                      <a:pt x="42" y="472"/>
                      <a:pt x="34" y="469"/>
                    </a:cubicBezTo>
                    <a:cubicBezTo>
                      <a:pt x="12" y="458"/>
                      <a:pt x="45" y="449"/>
                      <a:pt x="52" y="437"/>
                    </a:cubicBezTo>
                    <a:cubicBezTo>
                      <a:pt x="65" y="414"/>
                      <a:pt x="12" y="417"/>
                      <a:pt x="20" y="402"/>
                    </a:cubicBezTo>
                    <a:cubicBezTo>
                      <a:pt x="27" y="389"/>
                      <a:pt x="68" y="388"/>
                      <a:pt x="46" y="367"/>
                    </a:cubicBezTo>
                    <a:cubicBezTo>
                      <a:pt x="35" y="357"/>
                      <a:pt x="8" y="347"/>
                      <a:pt x="35" y="338"/>
                    </a:cubicBezTo>
                    <a:cubicBezTo>
                      <a:pt x="42" y="337"/>
                      <a:pt x="59" y="334"/>
                      <a:pt x="61" y="324"/>
                    </a:cubicBezTo>
                    <a:cubicBezTo>
                      <a:pt x="63" y="318"/>
                      <a:pt x="56" y="312"/>
                      <a:pt x="51" y="307"/>
                    </a:cubicBezTo>
                    <a:cubicBezTo>
                      <a:pt x="46" y="303"/>
                      <a:pt x="33" y="293"/>
                      <a:pt x="38" y="284"/>
                    </a:cubicBezTo>
                    <a:cubicBezTo>
                      <a:pt x="41" y="279"/>
                      <a:pt x="59" y="281"/>
                      <a:pt x="65" y="279"/>
                    </a:cubicBezTo>
                    <a:cubicBezTo>
                      <a:pt x="96" y="271"/>
                      <a:pt x="64" y="254"/>
                      <a:pt x="61" y="238"/>
                    </a:cubicBezTo>
                    <a:cubicBezTo>
                      <a:pt x="57" y="216"/>
                      <a:pt x="105" y="241"/>
                      <a:pt x="105" y="215"/>
                    </a:cubicBezTo>
                    <a:cubicBezTo>
                      <a:pt x="104" y="202"/>
                      <a:pt x="80" y="181"/>
                      <a:pt x="98" y="177"/>
                    </a:cubicBezTo>
                    <a:cubicBezTo>
                      <a:pt x="109" y="174"/>
                      <a:pt x="124" y="186"/>
                      <a:pt x="134" y="179"/>
                    </a:cubicBezTo>
                    <a:cubicBezTo>
                      <a:pt x="155" y="164"/>
                      <a:pt x="102" y="120"/>
                      <a:pt x="151" y="135"/>
                    </a:cubicBezTo>
                    <a:cubicBezTo>
                      <a:pt x="159" y="138"/>
                      <a:pt x="172" y="143"/>
                      <a:pt x="178" y="134"/>
                    </a:cubicBezTo>
                    <a:cubicBezTo>
                      <a:pt x="185" y="123"/>
                      <a:pt x="168" y="105"/>
                      <a:pt x="173" y="95"/>
                    </a:cubicBezTo>
                    <a:cubicBezTo>
                      <a:pt x="184" y="75"/>
                      <a:pt x="224" y="128"/>
                      <a:pt x="224" y="84"/>
                    </a:cubicBezTo>
                    <a:cubicBezTo>
                      <a:pt x="224" y="80"/>
                      <a:pt x="219" y="59"/>
                      <a:pt x="223" y="57"/>
                    </a:cubicBezTo>
                    <a:cubicBezTo>
                      <a:pt x="230" y="51"/>
                      <a:pt x="247" y="66"/>
                      <a:pt x="252" y="69"/>
                    </a:cubicBezTo>
                    <a:cubicBezTo>
                      <a:pt x="259" y="72"/>
                      <a:pt x="266" y="75"/>
                      <a:pt x="270" y="69"/>
                    </a:cubicBezTo>
                    <a:cubicBezTo>
                      <a:pt x="279" y="60"/>
                      <a:pt x="268" y="28"/>
                      <a:pt x="283" y="28"/>
                    </a:cubicBezTo>
                    <a:cubicBezTo>
                      <a:pt x="296" y="28"/>
                      <a:pt x="303" y="51"/>
                      <a:pt x="318" y="50"/>
                    </a:cubicBezTo>
                    <a:cubicBezTo>
                      <a:pt x="322" y="50"/>
                      <a:pt x="322" y="43"/>
                      <a:pt x="318" y="4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  <p:sp>
            <p:nvSpPr>
              <p:cNvPr id="498" name="íṩ1íďè" descr="7246820a-4e6e-4e5c-994d-02dce01ac768"/>
              <p:cNvSpPr/>
              <p:nvPr/>
            </p:nvSpPr>
            <p:spPr bwMode="auto">
              <a:xfrm>
                <a:off x="3973513" y="1881188"/>
                <a:ext cx="1281113" cy="1222375"/>
              </a:xfrm>
              <a:custGeom>
                <a:avLst/>
                <a:gdLst>
                  <a:gd name="T0" fmla="*/ 216 w 340"/>
                  <a:gd name="T1" fmla="*/ 89 h 324"/>
                  <a:gd name="T2" fmla="*/ 216 w 340"/>
                  <a:gd name="T3" fmla="*/ 150 h 324"/>
                  <a:gd name="T4" fmla="*/ 128 w 340"/>
                  <a:gd name="T5" fmla="*/ 214 h 324"/>
                  <a:gd name="T6" fmla="*/ 95 w 340"/>
                  <a:gd name="T7" fmla="*/ 195 h 324"/>
                  <a:gd name="T8" fmla="*/ 4 w 340"/>
                  <a:gd name="T9" fmla="*/ 251 h 324"/>
                  <a:gd name="T10" fmla="*/ 56 w 340"/>
                  <a:gd name="T11" fmla="*/ 313 h 324"/>
                  <a:gd name="T12" fmla="*/ 255 w 340"/>
                  <a:gd name="T13" fmla="*/ 201 h 324"/>
                  <a:gd name="T14" fmla="*/ 334 w 340"/>
                  <a:gd name="T15" fmla="*/ 73 h 324"/>
                  <a:gd name="T16" fmla="*/ 283 w 340"/>
                  <a:gd name="T17" fmla="*/ 0 h 324"/>
                  <a:gd name="T18" fmla="*/ 216 w 340"/>
                  <a:gd name="T19" fmla="*/ 89 h 3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40" h="324">
                    <a:moveTo>
                      <a:pt x="216" y="89"/>
                    </a:moveTo>
                    <a:cubicBezTo>
                      <a:pt x="216" y="89"/>
                      <a:pt x="246" y="107"/>
                      <a:pt x="216" y="150"/>
                    </a:cubicBezTo>
                    <a:cubicBezTo>
                      <a:pt x="197" y="178"/>
                      <a:pt x="160" y="215"/>
                      <a:pt x="128" y="214"/>
                    </a:cubicBezTo>
                    <a:cubicBezTo>
                      <a:pt x="108" y="214"/>
                      <a:pt x="95" y="195"/>
                      <a:pt x="95" y="195"/>
                    </a:cubicBezTo>
                    <a:cubicBezTo>
                      <a:pt x="4" y="251"/>
                      <a:pt x="4" y="251"/>
                      <a:pt x="4" y="251"/>
                    </a:cubicBezTo>
                    <a:cubicBezTo>
                      <a:pt x="4" y="251"/>
                      <a:pt x="0" y="304"/>
                      <a:pt x="56" y="313"/>
                    </a:cubicBezTo>
                    <a:cubicBezTo>
                      <a:pt x="112" y="324"/>
                      <a:pt x="214" y="244"/>
                      <a:pt x="255" y="201"/>
                    </a:cubicBezTo>
                    <a:cubicBezTo>
                      <a:pt x="303" y="153"/>
                      <a:pt x="329" y="110"/>
                      <a:pt x="334" y="73"/>
                    </a:cubicBezTo>
                    <a:cubicBezTo>
                      <a:pt x="340" y="25"/>
                      <a:pt x="283" y="0"/>
                      <a:pt x="283" y="0"/>
                    </a:cubicBezTo>
                    <a:cubicBezTo>
                      <a:pt x="216" y="89"/>
                      <a:pt x="216" y="89"/>
                      <a:pt x="216" y="89"/>
                    </a:cubicBezTo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  <p:sp>
            <p:nvSpPr>
              <p:cNvPr id="499" name="íS1îḓê" descr="52a3e9f5-a67d-4f79-a28e-b9164e2ba643"/>
              <p:cNvSpPr/>
              <p:nvPr/>
            </p:nvSpPr>
            <p:spPr bwMode="auto">
              <a:xfrm>
                <a:off x="4686300" y="1798638"/>
                <a:ext cx="411163" cy="468313"/>
              </a:xfrm>
              <a:custGeom>
                <a:avLst/>
                <a:gdLst>
                  <a:gd name="T0" fmla="*/ 4 w 109"/>
                  <a:gd name="T1" fmla="*/ 94 h 124"/>
                  <a:gd name="T2" fmla="*/ 33 w 109"/>
                  <a:gd name="T3" fmla="*/ 123 h 124"/>
                  <a:gd name="T4" fmla="*/ 109 w 109"/>
                  <a:gd name="T5" fmla="*/ 30 h 124"/>
                  <a:gd name="T6" fmla="*/ 72 w 109"/>
                  <a:gd name="T7" fmla="*/ 5 h 124"/>
                  <a:gd name="T8" fmla="*/ 4 w 109"/>
                  <a:gd name="T9" fmla="*/ 94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" h="124">
                    <a:moveTo>
                      <a:pt x="4" y="94"/>
                    </a:moveTo>
                    <a:cubicBezTo>
                      <a:pt x="0" y="102"/>
                      <a:pt x="28" y="124"/>
                      <a:pt x="33" y="123"/>
                    </a:cubicBezTo>
                    <a:cubicBezTo>
                      <a:pt x="37" y="120"/>
                      <a:pt x="109" y="41"/>
                      <a:pt x="109" y="30"/>
                    </a:cubicBezTo>
                    <a:cubicBezTo>
                      <a:pt x="108" y="19"/>
                      <a:pt x="80" y="0"/>
                      <a:pt x="72" y="5"/>
                    </a:cubicBezTo>
                    <a:cubicBezTo>
                      <a:pt x="64" y="12"/>
                      <a:pt x="7" y="88"/>
                      <a:pt x="4" y="94"/>
                    </a:cubicBezTo>
                  </a:path>
                </a:pathLst>
              </a:custGeom>
              <a:solidFill>
                <a:srgbClr val="EDEE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  <p:sp>
            <p:nvSpPr>
              <p:cNvPr id="500" name="iṩḻîḍè" descr="55363eac-7adc-4dbb-9688-a55f46b2996a"/>
              <p:cNvSpPr/>
              <p:nvPr/>
            </p:nvSpPr>
            <p:spPr bwMode="auto">
              <a:xfrm>
                <a:off x="3921125" y="2546350"/>
                <a:ext cx="466725" cy="342900"/>
              </a:xfrm>
              <a:custGeom>
                <a:avLst/>
                <a:gdLst>
                  <a:gd name="T0" fmla="*/ 3 w 124"/>
                  <a:gd name="T1" fmla="*/ 53 h 91"/>
                  <a:gd name="T2" fmla="*/ 20 w 124"/>
                  <a:gd name="T3" fmla="*/ 91 h 91"/>
                  <a:gd name="T4" fmla="*/ 122 w 124"/>
                  <a:gd name="T5" fmla="*/ 29 h 91"/>
                  <a:gd name="T6" fmla="*/ 101 w 124"/>
                  <a:gd name="T7" fmla="*/ 0 h 91"/>
                  <a:gd name="T8" fmla="*/ 3 w 124"/>
                  <a:gd name="T9" fmla="*/ 53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4" h="91">
                    <a:moveTo>
                      <a:pt x="3" y="53"/>
                    </a:moveTo>
                    <a:cubicBezTo>
                      <a:pt x="0" y="61"/>
                      <a:pt x="12" y="91"/>
                      <a:pt x="20" y="91"/>
                    </a:cubicBezTo>
                    <a:cubicBezTo>
                      <a:pt x="28" y="91"/>
                      <a:pt x="119" y="33"/>
                      <a:pt x="122" y="29"/>
                    </a:cubicBezTo>
                    <a:cubicBezTo>
                      <a:pt x="124" y="24"/>
                      <a:pt x="110" y="0"/>
                      <a:pt x="101" y="0"/>
                    </a:cubicBezTo>
                    <a:cubicBezTo>
                      <a:pt x="89" y="1"/>
                      <a:pt x="9" y="41"/>
                      <a:pt x="3" y="53"/>
                    </a:cubicBezTo>
                  </a:path>
                </a:pathLst>
              </a:custGeom>
              <a:solidFill>
                <a:srgbClr val="EDEE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  <p:sp>
            <p:nvSpPr>
              <p:cNvPr id="501" name="ísļiďé" descr="fb1148f1-8513-4341-bd6c-5879966cfdf3"/>
              <p:cNvSpPr/>
              <p:nvPr/>
            </p:nvSpPr>
            <p:spPr bwMode="auto">
              <a:xfrm>
                <a:off x="4700588" y="1812925"/>
                <a:ext cx="396875" cy="449263"/>
              </a:xfrm>
              <a:custGeom>
                <a:avLst/>
                <a:gdLst>
                  <a:gd name="T0" fmla="*/ 73 w 105"/>
                  <a:gd name="T1" fmla="*/ 0 h 119"/>
                  <a:gd name="T2" fmla="*/ 68 w 105"/>
                  <a:gd name="T3" fmla="*/ 1 h 119"/>
                  <a:gd name="T4" fmla="*/ 0 w 105"/>
                  <a:gd name="T5" fmla="*/ 90 h 119"/>
                  <a:gd name="T6" fmla="*/ 0 w 105"/>
                  <a:gd name="T7" fmla="*/ 92 h 119"/>
                  <a:gd name="T8" fmla="*/ 27 w 105"/>
                  <a:gd name="T9" fmla="*/ 119 h 119"/>
                  <a:gd name="T10" fmla="*/ 29 w 105"/>
                  <a:gd name="T11" fmla="*/ 119 h 119"/>
                  <a:gd name="T12" fmla="*/ 105 w 105"/>
                  <a:gd name="T13" fmla="*/ 25 h 119"/>
                  <a:gd name="T14" fmla="*/ 105 w 105"/>
                  <a:gd name="T15" fmla="*/ 25 h 119"/>
                  <a:gd name="T16" fmla="*/ 73 w 105"/>
                  <a:gd name="T17" fmla="*/ 0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5" h="119">
                    <a:moveTo>
                      <a:pt x="73" y="0"/>
                    </a:moveTo>
                    <a:cubicBezTo>
                      <a:pt x="70" y="0"/>
                      <a:pt x="69" y="1"/>
                      <a:pt x="68" y="1"/>
                    </a:cubicBezTo>
                    <a:cubicBezTo>
                      <a:pt x="60" y="8"/>
                      <a:pt x="3" y="84"/>
                      <a:pt x="0" y="90"/>
                    </a:cubicBezTo>
                    <a:cubicBezTo>
                      <a:pt x="0" y="91"/>
                      <a:pt x="0" y="91"/>
                      <a:pt x="0" y="92"/>
                    </a:cubicBezTo>
                    <a:cubicBezTo>
                      <a:pt x="0" y="100"/>
                      <a:pt x="23" y="119"/>
                      <a:pt x="27" y="119"/>
                    </a:cubicBezTo>
                    <a:cubicBezTo>
                      <a:pt x="29" y="119"/>
                      <a:pt x="29" y="119"/>
                      <a:pt x="29" y="119"/>
                    </a:cubicBezTo>
                    <a:cubicBezTo>
                      <a:pt x="33" y="116"/>
                      <a:pt x="105" y="37"/>
                      <a:pt x="105" y="25"/>
                    </a:cubicBezTo>
                    <a:cubicBezTo>
                      <a:pt x="105" y="25"/>
                      <a:pt x="105" y="25"/>
                      <a:pt x="105" y="25"/>
                    </a:cubicBezTo>
                    <a:cubicBezTo>
                      <a:pt x="104" y="16"/>
                      <a:pt x="83" y="0"/>
                      <a:pt x="73" y="0"/>
                    </a:cubicBezTo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  <p:sp>
            <p:nvSpPr>
              <p:cNvPr id="502" name="iśḻiḑè" descr="d7721598-8bf5-4d91-a5bb-d94a14c7ebc7"/>
              <p:cNvSpPr/>
              <p:nvPr/>
            </p:nvSpPr>
            <p:spPr bwMode="auto">
              <a:xfrm>
                <a:off x="3929063" y="2546350"/>
                <a:ext cx="447675" cy="342900"/>
              </a:xfrm>
              <a:custGeom>
                <a:avLst/>
                <a:gdLst>
                  <a:gd name="T0" fmla="*/ 98 w 119"/>
                  <a:gd name="T1" fmla="*/ 0 h 91"/>
                  <a:gd name="T2" fmla="*/ 98 w 119"/>
                  <a:gd name="T3" fmla="*/ 0 h 91"/>
                  <a:gd name="T4" fmla="*/ 1 w 119"/>
                  <a:gd name="T5" fmla="*/ 53 h 91"/>
                  <a:gd name="T6" fmla="*/ 0 w 119"/>
                  <a:gd name="T7" fmla="*/ 57 h 91"/>
                  <a:gd name="T8" fmla="*/ 17 w 119"/>
                  <a:gd name="T9" fmla="*/ 91 h 91"/>
                  <a:gd name="T10" fmla="*/ 17 w 119"/>
                  <a:gd name="T11" fmla="*/ 91 h 91"/>
                  <a:gd name="T12" fmla="*/ 119 w 119"/>
                  <a:gd name="T13" fmla="*/ 29 h 91"/>
                  <a:gd name="T14" fmla="*/ 119 w 119"/>
                  <a:gd name="T15" fmla="*/ 27 h 91"/>
                  <a:gd name="T16" fmla="*/ 98 w 119"/>
                  <a:gd name="T17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9" h="91">
                    <a:moveTo>
                      <a:pt x="98" y="0"/>
                    </a:moveTo>
                    <a:cubicBezTo>
                      <a:pt x="98" y="0"/>
                      <a:pt x="98" y="0"/>
                      <a:pt x="98" y="0"/>
                    </a:cubicBezTo>
                    <a:cubicBezTo>
                      <a:pt x="87" y="1"/>
                      <a:pt x="7" y="41"/>
                      <a:pt x="1" y="53"/>
                    </a:cubicBezTo>
                    <a:cubicBezTo>
                      <a:pt x="1" y="54"/>
                      <a:pt x="0" y="55"/>
                      <a:pt x="0" y="57"/>
                    </a:cubicBezTo>
                    <a:cubicBezTo>
                      <a:pt x="0" y="69"/>
                      <a:pt x="11" y="91"/>
                      <a:pt x="17" y="91"/>
                    </a:cubicBezTo>
                    <a:cubicBezTo>
                      <a:pt x="17" y="91"/>
                      <a:pt x="17" y="91"/>
                      <a:pt x="17" y="91"/>
                    </a:cubicBezTo>
                    <a:cubicBezTo>
                      <a:pt x="26" y="91"/>
                      <a:pt x="117" y="33"/>
                      <a:pt x="119" y="29"/>
                    </a:cubicBezTo>
                    <a:cubicBezTo>
                      <a:pt x="119" y="27"/>
                      <a:pt x="119" y="27"/>
                      <a:pt x="119" y="27"/>
                    </a:cubicBezTo>
                    <a:cubicBezTo>
                      <a:pt x="119" y="20"/>
                      <a:pt x="107" y="0"/>
                      <a:pt x="98" y="0"/>
                    </a:cubicBezTo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  <p:sp>
            <p:nvSpPr>
              <p:cNvPr id="503" name="işlíḓé" descr="f75a4029-cb92-44ed-a62f-46c985f26fd8"/>
              <p:cNvSpPr/>
              <p:nvPr/>
            </p:nvSpPr>
            <p:spPr bwMode="auto">
              <a:xfrm>
                <a:off x="7689850" y="4843463"/>
                <a:ext cx="674688" cy="514350"/>
              </a:xfrm>
              <a:custGeom>
                <a:avLst/>
                <a:gdLst>
                  <a:gd name="T0" fmla="*/ 142 w 179"/>
                  <a:gd name="T1" fmla="*/ 104 h 136"/>
                  <a:gd name="T2" fmla="*/ 162 w 179"/>
                  <a:gd name="T3" fmla="*/ 54 h 136"/>
                  <a:gd name="T4" fmla="*/ 133 w 179"/>
                  <a:gd name="T5" fmla="*/ 32 h 136"/>
                  <a:gd name="T6" fmla="*/ 133 w 179"/>
                  <a:gd name="T7" fmla="*/ 76 h 136"/>
                  <a:gd name="T8" fmla="*/ 127 w 179"/>
                  <a:gd name="T9" fmla="*/ 28 h 136"/>
                  <a:gd name="T10" fmla="*/ 72 w 179"/>
                  <a:gd name="T11" fmla="*/ 10 h 136"/>
                  <a:gd name="T12" fmla="*/ 89 w 179"/>
                  <a:gd name="T13" fmla="*/ 51 h 136"/>
                  <a:gd name="T14" fmla="*/ 53 w 179"/>
                  <a:gd name="T15" fmla="*/ 8 h 136"/>
                  <a:gd name="T16" fmla="*/ 6 w 179"/>
                  <a:gd name="T17" fmla="*/ 24 h 136"/>
                  <a:gd name="T18" fmla="*/ 16 w 179"/>
                  <a:gd name="T19" fmla="*/ 62 h 136"/>
                  <a:gd name="T20" fmla="*/ 60 w 179"/>
                  <a:gd name="T21" fmla="*/ 68 h 136"/>
                  <a:gd name="T22" fmla="*/ 18 w 179"/>
                  <a:gd name="T23" fmla="*/ 76 h 136"/>
                  <a:gd name="T24" fmla="*/ 55 w 179"/>
                  <a:gd name="T25" fmla="*/ 114 h 136"/>
                  <a:gd name="T26" fmla="*/ 96 w 179"/>
                  <a:gd name="T27" fmla="*/ 98 h 136"/>
                  <a:gd name="T28" fmla="*/ 112 w 179"/>
                  <a:gd name="T29" fmla="*/ 104 h 136"/>
                  <a:gd name="T30" fmla="*/ 73 w 179"/>
                  <a:gd name="T31" fmla="*/ 114 h 136"/>
                  <a:gd name="T32" fmla="*/ 73 w 179"/>
                  <a:gd name="T33" fmla="*/ 132 h 136"/>
                  <a:gd name="T34" fmla="*/ 135 w 179"/>
                  <a:gd name="T35" fmla="*/ 119 h 136"/>
                  <a:gd name="T36" fmla="*/ 142 w 179"/>
                  <a:gd name="T37" fmla="*/ 104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79" h="136">
                    <a:moveTo>
                      <a:pt x="142" y="104"/>
                    </a:moveTo>
                    <a:cubicBezTo>
                      <a:pt x="142" y="104"/>
                      <a:pt x="179" y="83"/>
                      <a:pt x="162" y="54"/>
                    </a:cubicBezTo>
                    <a:cubicBezTo>
                      <a:pt x="162" y="54"/>
                      <a:pt x="148" y="37"/>
                      <a:pt x="133" y="32"/>
                    </a:cubicBezTo>
                    <a:cubicBezTo>
                      <a:pt x="133" y="32"/>
                      <a:pt x="141" y="75"/>
                      <a:pt x="133" y="76"/>
                    </a:cubicBezTo>
                    <a:cubicBezTo>
                      <a:pt x="125" y="77"/>
                      <a:pt x="127" y="28"/>
                      <a:pt x="127" y="28"/>
                    </a:cubicBezTo>
                    <a:cubicBezTo>
                      <a:pt x="127" y="28"/>
                      <a:pt x="88" y="9"/>
                      <a:pt x="72" y="10"/>
                    </a:cubicBezTo>
                    <a:cubicBezTo>
                      <a:pt x="72" y="10"/>
                      <a:pt x="97" y="52"/>
                      <a:pt x="89" y="51"/>
                    </a:cubicBezTo>
                    <a:cubicBezTo>
                      <a:pt x="81" y="50"/>
                      <a:pt x="53" y="8"/>
                      <a:pt x="53" y="8"/>
                    </a:cubicBezTo>
                    <a:cubicBezTo>
                      <a:pt x="53" y="8"/>
                      <a:pt x="13" y="0"/>
                      <a:pt x="6" y="24"/>
                    </a:cubicBezTo>
                    <a:cubicBezTo>
                      <a:pt x="0" y="48"/>
                      <a:pt x="10" y="60"/>
                      <a:pt x="16" y="62"/>
                    </a:cubicBezTo>
                    <a:cubicBezTo>
                      <a:pt x="22" y="63"/>
                      <a:pt x="61" y="63"/>
                      <a:pt x="60" y="68"/>
                    </a:cubicBezTo>
                    <a:cubicBezTo>
                      <a:pt x="59" y="73"/>
                      <a:pt x="33" y="81"/>
                      <a:pt x="18" y="76"/>
                    </a:cubicBezTo>
                    <a:cubicBezTo>
                      <a:pt x="18" y="76"/>
                      <a:pt x="34" y="116"/>
                      <a:pt x="55" y="114"/>
                    </a:cubicBezTo>
                    <a:cubicBezTo>
                      <a:pt x="76" y="112"/>
                      <a:pt x="83" y="99"/>
                      <a:pt x="96" y="98"/>
                    </a:cubicBezTo>
                    <a:cubicBezTo>
                      <a:pt x="109" y="97"/>
                      <a:pt x="118" y="100"/>
                      <a:pt x="112" y="104"/>
                    </a:cubicBezTo>
                    <a:cubicBezTo>
                      <a:pt x="105" y="107"/>
                      <a:pt x="83" y="105"/>
                      <a:pt x="73" y="114"/>
                    </a:cubicBezTo>
                    <a:cubicBezTo>
                      <a:pt x="62" y="123"/>
                      <a:pt x="54" y="128"/>
                      <a:pt x="73" y="132"/>
                    </a:cubicBezTo>
                    <a:cubicBezTo>
                      <a:pt x="93" y="136"/>
                      <a:pt x="128" y="134"/>
                      <a:pt x="135" y="119"/>
                    </a:cubicBezTo>
                    <a:cubicBezTo>
                      <a:pt x="142" y="104"/>
                      <a:pt x="142" y="104"/>
                      <a:pt x="142" y="104"/>
                    </a:cubicBez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  <p:sp>
            <p:nvSpPr>
              <p:cNvPr id="504" name="îşľíḑê" descr="3ecab9cd-5784-4a85-893c-bb6309c85a23"/>
              <p:cNvSpPr/>
              <p:nvPr/>
            </p:nvSpPr>
            <p:spPr bwMode="auto">
              <a:xfrm>
                <a:off x="7785100" y="4964113"/>
                <a:ext cx="500063" cy="438150"/>
              </a:xfrm>
              <a:custGeom>
                <a:avLst/>
                <a:gdLst>
                  <a:gd name="T0" fmla="*/ 0 w 133"/>
                  <a:gd name="T1" fmla="*/ 0 h 116"/>
                  <a:gd name="T2" fmla="*/ 117 w 133"/>
                  <a:gd name="T3" fmla="*/ 72 h 116"/>
                  <a:gd name="T4" fmla="*/ 127 w 133"/>
                  <a:gd name="T5" fmla="*/ 108 h 116"/>
                  <a:gd name="T6" fmla="*/ 127 w 133"/>
                  <a:gd name="T7" fmla="*/ 116 h 116"/>
                  <a:gd name="T8" fmla="*/ 110 w 133"/>
                  <a:gd name="T9" fmla="*/ 87 h 116"/>
                  <a:gd name="T10" fmla="*/ 0 w 133"/>
                  <a:gd name="T1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3" h="116">
                    <a:moveTo>
                      <a:pt x="0" y="0"/>
                    </a:moveTo>
                    <a:cubicBezTo>
                      <a:pt x="0" y="0"/>
                      <a:pt x="105" y="34"/>
                      <a:pt x="117" y="72"/>
                    </a:cubicBezTo>
                    <a:cubicBezTo>
                      <a:pt x="117" y="72"/>
                      <a:pt x="116" y="89"/>
                      <a:pt x="127" y="108"/>
                    </a:cubicBezTo>
                    <a:cubicBezTo>
                      <a:pt x="127" y="116"/>
                      <a:pt x="127" y="116"/>
                      <a:pt x="127" y="116"/>
                    </a:cubicBezTo>
                    <a:cubicBezTo>
                      <a:pt x="127" y="116"/>
                      <a:pt x="116" y="90"/>
                      <a:pt x="110" y="87"/>
                    </a:cubicBezTo>
                    <a:cubicBezTo>
                      <a:pt x="110" y="87"/>
                      <a:pt x="133" y="54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  <p:sp>
            <p:nvSpPr>
              <p:cNvPr id="505" name="ïṡļïdê" descr="2705ca3b-aae5-48c3-bdc1-b42a40a83e1d"/>
              <p:cNvSpPr/>
              <p:nvPr/>
            </p:nvSpPr>
            <p:spPr bwMode="auto">
              <a:xfrm>
                <a:off x="8237538" y="5338763"/>
                <a:ext cx="60325" cy="142875"/>
              </a:xfrm>
              <a:custGeom>
                <a:avLst/>
                <a:gdLst>
                  <a:gd name="T0" fmla="*/ 3 w 16"/>
                  <a:gd name="T1" fmla="*/ 7 h 38"/>
                  <a:gd name="T2" fmla="*/ 3 w 16"/>
                  <a:gd name="T3" fmla="*/ 7 h 38"/>
                  <a:gd name="T4" fmla="*/ 3 w 16"/>
                  <a:gd name="T5" fmla="*/ 7 h 38"/>
                  <a:gd name="T6" fmla="*/ 5 w 16"/>
                  <a:gd name="T7" fmla="*/ 13 h 38"/>
                  <a:gd name="T8" fmla="*/ 5 w 16"/>
                  <a:gd name="T9" fmla="*/ 13 h 38"/>
                  <a:gd name="T10" fmla="*/ 5 w 16"/>
                  <a:gd name="T11" fmla="*/ 13 h 38"/>
                  <a:gd name="T12" fmla="*/ 6 w 16"/>
                  <a:gd name="T13" fmla="*/ 15 h 38"/>
                  <a:gd name="T14" fmla="*/ 6 w 16"/>
                  <a:gd name="T15" fmla="*/ 16 h 38"/>
                  <a:gd name="T16" fmla="*/ 6 w 16"/>
                  <a:gd name="T17" fmla="*/ 16 h 38"/>
                  <a:gd name="T18" fmla="*/ 10 w 16"/>
                  <a:gd name="T19" fmla="*/ 38 h 38"/>
                  <a:gd name="T20" fmla="*/ 11 w 16"/>
                  <a:gd name="T21" fmla="*/ 38 h 38"/>
                  <a:gd name="T22" fmla="*/ 16 w 16"/>
                  <a:gd name="T23" fmla="*/ 38 h 38"/>
                  <a:gd name="T24" fmla="*/ 7 w 16"/>
                  <a:gd name="T25" fmla="*/ 9 h 38"/>
                  <a:gd name="T26" fmla="*/ 7 w 16"/>
                  <a:gd name="T27" fmla="*/ 9 h 38"/>
                  <a:gd name="T28" fmla="*/ 3 w 16"/>
                  <a:gd name="T29" fmla="*/ 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38">
                    <a:moveTo>
                      <a:pt x="3" y="7"/>
                    </a:moveTo>
                    <a:cubicBezTo>
                      <a:pt x="3" y="7"/>
                      <a:pt x="3" y="7"/>
                      <a:pt x="3" y="7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3" y="9"/>
                      <a:pt x="4" y="10"/>
                      <a:pt x="5" y="13"/>
                    </a:cubicBezTo>
                    <a:cubicBezTo>
                      <a:pt x="5" y="13"/>
                      <a:pt x="5" y="13"/>
                      <a:pt x="5" y="13"/>
                    </a:cubicBezTo>
                    <a:cubicBezTo>
                      <a:pt x="5" y="13"/>
                      <a:pt x="5" y="13"/>
                      <a:pt x="5" y="13"/>
                    </a:cubicBezTo>
                    <a:cubicBezTo>
                      <a:pt x="6" y="14"/>
                      <a:pt x="6" y="15"/>
                      <a:pt x="6" y="15"/>
                    </a:cubicBezTo>
                    <a:cubicBezTo>
                      <a:pt x="6" y="15"/>
                      <a:pt x="6" y="15"/>
                      <a:pt x="6" y="16"/>
                    </a:cubicBezTo>
                    <a:cubicBezTo>
                      <a:pt x="6" y="16"/>
                      <a:pt x="6" y="16"/>
                      <a:pt x="6" y="16"/>
                    </a:cubicBezTo>
                    <a:cubicBezTo>
                      <a:pt x="9" y="22"/>
                      <a:pt x="10" y="30"/>
                      <a:pt x="10" y="38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6" y="38"/>
                      <a:pt x="16" y="38"/>
                      <a:pt x="16" y="38"/>
                    </a:cubicBezTo>
                    <a:cubicBezTo>
                      <a:pt x="15" y="21"/>
                      <a:pt x="7" y="9"/>
                      <a:pt x="7" y="9"/>
                    </a:cubicBezTo>
                    <a:cubicBezTo>
                      <a:pt x="7" y="9"/>
                      <a:pt x="7" y="9"/>
                      <a:pt x="7" y="9"/>
                    </a:cubicBezTo>
                    <a:cubicBezTo>
                      <a:pt x="7" y="9"/>
                      <a:pt x="0" y="0"/>
                      <a:pt x="3" y="7"/>
                    </a:cubicBez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  <p:sp>
            <p:nvSpPr>
              <p:cNvPr id="506" name="íŝ1iḋê" descr="9887be61-3dae-457a-9155-e7f5da08ac6b"/>
              <p:cNvSpPr/>
              <p:nvPr/>
            </p:nvSpPr>
            <p:spPr bwMode="auto">
              <a:xfrm>
                <a:off x="5989638" y="2209800"/>
                <a:ext cx="2036763" cy="1890713"/>
              </a:xfrm>
              <a:custGeom>
                <a:avLst/>
                <a:gdLst>
                  <a:gd name="T0" fmla="*/ 230 w 540"/>
                  <a:gd name="T1" fmla="*/ 6 h 501"/>
                  <a:gd name="T2" fmla="*/ 333 w 540"/>
                  <a:gd name="T3" fmla="*/ 70 h 501"/>
                  <a:gd name="T4" fmla="*/ 472 w 540"/>
                  <a:gd name="T5" fmla="*/ 176 h 501"/>
                  <a:gd name="T6" fmla="*/ 457 w 540"/>
                  <a:gd name="T7" fmla="*/ 312 h 501"/>
                  <a:gd name="T8" fmla="*/ 406 w 540"/>
                  <a:gd name="T9" fmla="*/ 484 h 501"/>
                  <a:gd name="T10" fmla="*/ 48 w 540"/>
                  <a:gd name="T11" fmla="*/ 450 h 501"/>
                  <a:gd name="T12" fmla="*/ 46 w 540"/>
                  <a:gd name="T13" fmla="*/ 351 h 501"/>
                  <a:gd name="T14" fmla="*/ 54 w 540"/>
                  <a:gd name="T15" fmla="*/ 218 h 501"/>
                  <a:gd name="T16" fmla="*/ 230 w 540"/>
                  <a:gd name="T17" fmla="*/ 6 h 5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40" h="501">
                    <a:moveTo>
                      <a:pt x="230" y="6"/>
                    </a:moveTo>
                    <a:cubicBezTo>
                      <a:pt x="230" y="6"/>
                      <a:pt x="295" y="0"/>
                      <a:pt x="333" y="70"/>
                    </a:cubicBezTo>
                    <a:cubicBezTo>
                      <a:pt x="371" y="139"/>
                      <a:pt x="431" y="107"/>
                      <a:pt x="472" y="176"/>
                    </a:cubicBezTo>
                    <a:cubicBezTo>
                      <a:pt x="513" y="244"/>
                      <a:pt x="384" y="286"/>
                      <a:pt x="457" y="312"/>
                    </a:cubicBezTo>
                    <a:cubicBezTo>
                      <a:pt x="530" y="338"/>
                      <a:pt x="540" y="466"/>
                      <a:pt x="406" y="484"/>
                    </a:cubicBezTo>
                    <a:cubicBezTo>
                      <a:pt x="272" y="501"/>
                      <a:pt x="60" y="473"/>
                      <a:pt x="48" y="450"/>
                    </a:cubicBezTo>
                    <a:cubicBezTo>
                      <a:pt x="36" y="427"/>
                      <a:pt x="0" y="401"/>
                      <a:pt x="46" y="351"/>
                    </a:cubicBezTo>
                    <a:cubicBezTo>
                      <a:pt x="92" y="301"/>
                      <a:pt x="15" y="329"/>
                      <a:pt x="54" y="218"/>
                    </a:cubicBezTo>
                    <a:cubicBezTo>
                      <a:pt x="93" y="107"/>
                      <a:pt x="230" y="6"/>
                      <a:pt x="230" y="6"/>
                    </a:cubicBez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  <p:sp>
            <p:nvSpPr>
              <p:cNvPr id="507" name="î$ľîḋé" descr="7fc7ec7a-7f0f-4835-85a8-7ab207114a75"/>
              <p:cNvSpPr/>
              <p:nvPr/>
            </p:nvSpPr>
            <p:spPr bwMode="auto">
              <a:xfrm>
                <a:off x="6122988" y="2670175"/>
                <a:ext cx="436563" cy="512763"/>
              </a:xfrm>
              <a:custGeom>
                <a:avLst/>
                <a:gdLst>
                  <a:gd name="T0" fmla="*/ 43 w 116"/>
                  <a:gd name="T1" fmla="*/ 129 h 136"/>
                  <a:gd name="T2" fmla="*/ 49 w 116"/>
                  <a:gd name="T3" fmla="*/ 130 h 136"/>
                  <a:gd name="T4" fmla="*/ 105 w 116"/>
                  <a:gd name="T5" fmla="*/ 93 h 136"/>
                  <a:gd name="T6" fmla="*/ 111 w 116"/>
                  <a:gd name="T7" fmla="*/ 63 h 136"/>
                  <a:gd name="T8" fmla="*/ 74 w 116"/>
                  <a:gd name="T9" fmla="*/ 6 h 136"/>
                  <a:gd name="T10" fmla="*/ 68 w 116"/>
                  <a:gd name="T11" fmla="*/ 5 h 136"/>
                  <a:gd name="T12" fmla="*/ 11 w 116"/>
                  <a:gd name="T13" fmla="*/ 42 h 136"/>
                  <a:gd name="T14" fmla="*/ 5 w 116"/>
                  <a:gd name="T15" fmla="*/ 73 h 136"/>
                  <a:gd name="T16" fmla="*/ 43 w 116"/>
                  <a:gd name="T17" fmla="*/ 129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6" h="136">
                    <a:moveTo>
                      <a:pt x="43" y="129"/>
                    </a:moveTo>
                    <a:cubicBezTo>
                      <a:pt x="49" y="130"/>
                      <a:pt x="49" y="130"/>
                      <a:pt x="49" y="130"/>
                    </a:cubicBezTo>
                    <a:cubicBezTo>
                      <a:pt x="74" y="136"/>
                      <a:pt x="100" y="119"/>
                      <a:pt x="105" y="93"/>
                    </a:cubicBezTo>
                    <a:cubicBezTo>
                      <a:pt x="111" y="63"/>
                      <a:pt x="111" y="63"/>
                      <a:pt x="111" y="63"/>
                    </a:cubicBezTo>
                    <a:cubicBezTo>
                      <a:pt x="116" y="37"/>
                      <a:pt x="99" y="11"/>
                      <a:pt x="74" y="6"/>
                    </a:cubicBezTo>
                    <a:cubicBezTo>
                      <a:pt x="68" y="5"/>
                      <a:pt x="68" y="5"/>
                      <a:pt x="68" y="5"/>
                    </a:cubicBezTo>
                    <a:cubicBezTo>
                      <a:pt x="42" y="0"/>
                      <a:pt x="16" y="17"/>
                      <a:pt x="11" y="42"/>
                    </a:cubicBezTo>
                    <a:cubicBezTo>
                      <a:pt x="5" y="73"/>
                      <a:pt x="5" y="73"/>
                      <a:pt x="5" y="73"/>
                    </a:cubicBezTo>
                    <a:cubicBezTo>
                      <a:pt x="0" y="98"/>
                      <a:pt x="17" y="124"/>
                      <a:pt x="43" y="129"/>
                    </a:cubicBezTo>
                    <a:close/>
                  </a:path>
                </a:pathLst>
              </a:custGeom>
              <a:solidFill>
                <a:srgbClr val="ED7D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  <p:sp>
            <p:nvSpPr>
              <p:cNvPr id="508" name="íSľîḍê" descr="8f943c42-b24c-431e-933a-430bcee0beb8"/>
              <p:cNvSpPr/>
              <p:nvPr/>
            </p:nvSpPr>
            <p:spPr bwMode="auto">
              <a:xfrm>
                <a:off x="4864100" y="3662363"/>
                <a:ext cx="1450975" cy="1822450"/>
              </a:xfrm>
              <a:custGeom>
                <a:avLst/>
                <a:gdLst>
                  <a:gd name="T0" fmla="*/ 6 w 385"/>
                  <a:gd name="T1" fmla="*/ 483 h 483"/>
                  <a:gd name="T2" fmla="*/ 248 w 385"/>
                  <a:gd name="T3" fmla="*/ 483 h 483"/>
                  <a:gd name="T4" fmla="*/ 292 w 385"/>
                  <a:gd name="T5" fmla="*/ 458 h 483"/>
                  <a:gd name="T6" fmla="*/ 373 w 385"/>
                  <a:gd name="T7" fmla="*/ 235 h 483"/>
                  <a:gd name="T8" fmla="*/ 363 w 385"/>
                  <a:gd name="T9" fmla="*/ 146 h 483"/>
                  <a:gd name="T10" fmla="*/ 385 w 385"/>
                  <a:gd name="T11" fmla="*/ 0 h 483"/>
                  <a:gd name="T12" fmla="*/ 269 w 385"/>
                  <a:gd name="T13" fmla="*/ 91 h 483"/>
                  <a:gd name="T14" fmla="*/ 203 w 385"/>
                  <a:gd name="T15" fmla="*/ 323 h 483"/>
                  <a:gd name="T16" fmla="*/ 146 w 385"/>
                  <a:gd name="T17" fmla="*/ 388 h 483"/>
                  <a:gd name="T18" fmla="*/ 9 w 385"/>
                  <a:gd name="T19" fmla="*/ 433 h 483"/>
                  <a:gd name="T20" fmla="*/ 6 w 385"/>
                  <a:gd name="T21" fmla="*/ 483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85" h="483">
                    <a:moveTo>
                      <a:pt x="6" y="483"/>
                    </a:moveTo>
                    <a:cubicBezTo>
                      <a:pt x="248" y="483"/>
                      <a:pt x="248" y="483"/>
                      <a:pt x="248" y="483"/>
                    </a:cubicBezTo>
                    <a:cubicBezTo>
                      <a:pt x="266" y="483"/>
                      <a:pt x="283" y="473"/>
                      <a:pt x="292" y="458"/>
                    </a:cubicBezTo>
                    <a:cubicBezTo>
                      <a:pt x="332" y="388"/>
                      <a:pt x="364" y="303"/>
                      <a:pt x="373" y="235"/>
                    </a:cubicBezTo>
                    <a:cubicBezTo>
                      <a:pt x="377" y="199"/>
                      <a:pt x="375" y="167"/>
                      <a:pt x="363" y="146"/>
                    </a:cubicBezTo>
                    <a:cubicBezTo>
                      <a:pt x="325" y="79"/>
                      <a:pt x="385" y="0"/>
                      <a:pt x="385" y="0"/>
                    </a:cubicBezTo>
                    <a:cubicBezTo>
                      <a:pt x="385" y="0"/>
                      <a:pt x="299" y="27"/>
                      <a:pt x="269" y="91"/>
                    </a:cubicBezTo>
                    <a:cubicBezTo>
                      <a:pt x="240" y="155"/>
                      <a:pt x="216" y="261"/>
                      <a:pt x="203" y="323"/>
                    </a:cubicBezTo>
                    <a:cubicBezTo>
                      <a:pt x="197" y="354"/>
                      <a:pt x="175" y="379"/>
                      <a:pt x="146" y="388"/>
                    </a:cubicBezTo>
                    <a:cubicBezTo>
                      <a:pt x="9" y="433"/>
                      <a:pt x="9" y="433"/>
                      <a:pt x="9" y="433"/>
                    </a:cubicBezTo>
                    <a:cubicBezTo>
                      <a:pt x="0" y="457"/>
                      <a:pt x="6" y="483"/>
                      <a:pt x="6" y="4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  <p:sp>
            <p:nvSpPr>
              <p:cNvPr id="509" name="îŝḷíďè" descr="40c43d29-c5e9-466a-a8b8-a985c67618a6"/>
              <p:cNvSpPr/>
              <p:nvPr/>
            </p:nvSpPr>
            <p:spPr bwMode="auto">
              <a:xfrm>
                <a:off x="4886325" y="4503738"/>
                <a:ext cx="1382713" cy="981075"/>
              </a:xfrm>
              <a:custGeom>
                <a:avLst/>
                <a:gdLst>
                  <a:gd name="T0" fmla="*/ 0 w 367"/>
                  <a:gd name="T1" fmla="*/ 260 h 260"/>
                  <a:gd name="T2" fmla="*/ 247 w 367"/>
                  <a:gd name="T3" fmla="*/ 260 h 260"/>
                  <a:gd name="T4" fmla="*/ 283 w 367"/>
                  <a:gd name="T5" fmla="*/ 239 h 260"/>
                  <a:gd name="T6" fmla="*/ 367 w 367"/>
                  <a:gd name="T7" fmla="*/ 12 h 260"/>
                  <a:gd name="T8" fmla="*/ 327 w 367"/>
                  <a:gd name="T9" fmla="*/ 0 h 260"/>
                  <a:gd name="T10" fmla="*/ 238 w 367"/>
                  <a:gd name="T11" fmla="*/ 203 h 260"/>
                  <a:gd name="T12" fmla="*/ 0 w 367"/>
                  <a:gd name="T13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7" h="260">
                    <a:moveTo>
                      <a:pt x="0" y="260"/>
                    </a:moveTo>
                    <a:cubicBezTo>
                      <a:pt x="247" y="260"/>
                      <a:pt x="247" y="260"/>
                      <a:pt x="247" y="260"/>
                    </a:cubicBezTo>
                    <a:cubicBezTo>
                      <a:pt x="262" y="260"/>
                      <a:pt x="276" y="252"/>
                      <a:pt x="283" y="239"/>
                    </a:cubicBezTo>
                    <a:cubicBezTo>
                      <a:pt x="324" y="169"/>
                      <a:pt x="358" y="82"/>
                      <a:pt x="367" y="12"/>
                    </a:cubicBezTo>
                    <a:cubicBezTo>
                      <a:pt x="327" y="0"/>
                      <a:pt x="327" y="0"/>
                      <a:pt x="327" y="0"/>
                    </a:cubicBezTo>
                    <a:cubicBezTo>
                      <a:pt x="327" y="0"/>
                      <a:pt x="269" y="169"/>
                      <a:pt x="238" y="203"/>
                    </a:cubicBezTo>
                    <a:cubicBezTo>
                      <a:pt x="209" y="235"/>
                      <a:pt x="0" y="260"/>
                      <a:pt x="0" y="260"/>
                    </a:cubicBez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  <p:sp>
            <p:nvSpPr>
              <p:cNvPr id="510" name="ïsļîdé" descr="fe079562-ff69-46f4-89df-54b977f48fcd"/>
              <p:cNvSpPr/>
              <p:nvPr/>
            </p:nvSpPr>
            <p:spPr bwMode="auto">
              <a:xfrm>
                <a:off x="6164263" y="3138488"/>
                <a:ext cx="1141413" cy="1285875"/>
              </a:xfrm>
              <a:custGeom>
                <a:avLst/>
                <a:gdLst>
                  <a:gd name="T0" fmla="*/ 0 w 303"/>
                  <a:gd name="T1" fmla="*/ 249 h 341"/>
                  <a:gd name="T2" fmla="*/ 82 w 303"/>
                  <a:gd name="T3" fmla="*/ 296 h 341"/>
                  <a:gd name="T4" fmla="*/ 303 w 303"/>
                  <a:gd name="T5" fmla="*/ 160 h 341"/>
                  <a:gd name="T6" fmla="*/ 260 w 303"/>
                  <a:gd name="T7" fmla="*/ 141 h 341"/>
                  <a:gd name="T8" fmla="*/ 232 w 303"/>
                  <a:gd name="T9" fmla="*/ 135 h 341"/>
                  <a:gd name="T10" fmla="*/ 205 w 303"/>
                  <a:gd name="T11" fmla="*/ 0 h 341"/>
                  <a:gd name="T12" fmla="*/ 198 w 303"/>
                  <a:gd name="T13" fmla="*/ 1 h 341"/>
                  <a:gd name="T14" fmla="*/ 90 w 303"/>
                  <a:gd name="T15" fmla="*/ 18 h 341"/>
                  <a:gd name="T16" fmla="*/ 90 w 303"/>
                  <a:gd name="T17" fmla="*/ 83 h 341"/>
                  <a:gd name="T18" fmla="*/ 85 w 303"/>
                  <a:gd name="T19" fmla="*/ 128 h 341"/>
                  <a:gd name="T20" fmla="*/ 68 w 303"/>
                  <a:gd name="T21" fmla="*/ 138 h 341"/>
                  <a:gd name="T22" fmla="*/ 68 w 303"/>
                  <a:gd name="T23" fmla="*/ 138 h 341"/>
                  <a:gd name="T24" fmla="*/ 0 w 303"/>
                  <a:gd name="T25" fmla="*/ 249 h 3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03" h="341">
                    <a:moveTo>
                      <a:pt x="0" y="249"/>
                    </a:moveTo>
                    <a:cubicBezTo>
                      <a:pt x="21" y="267"/>
                      <a:pt x="47" y="283"/>
                      <a:pt x="82" y="296"/>
                    </a:cubicBezTo>
                    <a:cubicBezTo>
                      <a:pt x="212" y="341"/>
                      <a:pt x="276" y="235"/>
                      <a:pt x="303" y="160"/>
                    </a:cubicBezTo>
                    <a:cubicBezTo>
                      <a:pt x="286" y="147"/>
                      <a:pt x="270" y="143"/>
                      <a:pt x="260" y="141"/>
                    </a:cubicBezTo>
                    <a:cubicBezTo>
                      <a:pt x="250" y="139"/>
                      <a:pt x="240" y="137"/>
                      <a:pt x="232" y="135"/>
                    </a:cubicBezTo>
                    <a:cubicBezTo>
                      <a:pt x="218" y="122"/>
                      <a:pt x="201" y="73"/>
                      <a:pt x="205" y="0"/>
                    </a:cubicBezTo>
                    <a:cubicBezTo>
                      <a:pt x="198" y="1"/>
                      <a:pt x="198" y="1"/>
                      <a:pt x="198" y="1"/>
                    </a:cubicBezTo>
                    <a:cubicBezTo>
                      <a:pt x="90" y="18"/>
                      <a:pt x="90" y="18"/>
                      <a:pt x="90" y="18"/>
                    </a:cubicBezTo>
                    <a:cubicBezTo>
                      <a:pt x="90" y="18"/>
                      <a:pt x="91" y="51"/>
                      <a:pt x="90" y="83"/>
                    </a:cubicBezTo>
                    <a:cubicBezTo>
                      <a:pt x="89" y="108"/>
                      <a:pt x="85" y="128"/>
                      <a:pt x="85" y="128"/>
                    </a:cubicBezTo>
                    <a:cubicBezTo>
                      <a:pt x="77" y="129"/>
                      <a:pt x="68" y="138"/>
                      <a:pt x="68" y="138"/>
                    </a:cubicBezTo>
                    <a:cubicBezTo>
                      <a:pt x="68" y="138"/>
                      <a:pt x="68" y="138"/>
                      <a:pt x="68" y="138"/>
                    </a:cubicBezTo>
                    <a:cubicBezTo>
                      <a:pt x="66" y="141"/>
                      <a:pt x="30" y="187"/>
                      <a:pt x="0" y="249"/>
                    </a:cubicBezTo>
                    <a:close/>
                  </a:path>
                </a:pathLst>
              </a:custGeom>
              <a:solidFill>
                <a:srgbClr val="FFBF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  <p:sp>
            <p:nvSpPr>
              <p:cNvPr id="511" name="ïSliḓê" descr="8c0fcea3-d813-49cf-9bb2-f972b2902774"/>
              <p:cNvSpPr/>
              <p:nvPr/>
            </p:nvSpPr>
            <p:spPr bwMode="auto">
              <a:xfrm>
                <a:off x="6502400" y="3141663"/>
                <a:ext cx="407988" cy="314325"/>
              </a:xfrm>
              <a:custGeom>
                <a:avLst/>
                <a:gdLst>
                  <a:gd name="T0" fmla="*/ 0 w 108"/>
                  <a:gd name="T1" fmla="*/ 17 h 83"/>
                  <a:gd name="T2" fmla="*/ 0 w 108"/>
                  <a:gd name="T3" fmla="*/ 82 h 83"/>
                  <a:gd name="T4" fmla="*/ 108 w 108"/>
                  <a:gd name="T5" fmla="*/ 0 h 83"/>
                  <a:gd name="T6" fmla="*/ 0 w 108"/>
                  <a:gd name="T7" fmla="*/ 17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8" h="83">
                    <a:moveTo>
                      <a:pt x="0" y="17"/>
                    </a:moveTo>
                    <a:cubicBezTo>
                      <a:pt x="0" y="17"/>
                      <a:pt x="1" y="50"/>
                      <a:pt x="0" y="82"/>
                    </a:cubicBezTo>
                    <a:cubicBezTo>
                      <a:pt x="60" y="83"/>
                      <a:pt x="94" y="30"/>
                      <a:pt x="108" y="0"/>
                    </a:cubicBez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ED98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  <p:sp>
            <p:nvSpPr>
              <p:cNvPr id="512" name="iSḷíḓé" descr="eb3f8cd1-de64-44c0-b738-9f5e84b74098"/>
              <p:cNvSpPr/>
              <p:nvPr/>
            </p:nvSpPr>
            <p:spPr bwMode="auto">
              <a:xfrm>
                <a:off x="5964238" y="3613150"/>
                <a:ext cx="1631950" cy="1876425"/>
              </a:xfrm>
              <a:custGeom>
                <a:avLst/>
                <a:gdLst>
                  <a:gd name="T0" fmla="*/ 1 w 433"/>
                  <a:gd name="T1" fmla="*/ 236 h 497"/>
                  <a:gd name="T2" fmla="*/ 31 w 433"/>
                  <a:gd name="T3" fmla="*/ 334 h 497"/>
                  <a:gd name="T4" fmla="*/ 59 w 433"/>
                  <a:gd name="T5" fmla="*/ 497 h 497"/>
                  <a:gd name="T6" fmla="*/ 99 w 433"/>
                  <a:gd name="T7" fmla="*/ 497 h 497"/>
                  <a:gd name="T8" fmla="*/ 361 w 433"/>
                  <a:gd name="T9" fmla="*/ 496 h 497"/>
                  <a:gd name="T10" fmla="*/ 413 w 433"/>
                  <a:gd name="T11" fmla="*/ 255 h 497"/>
                  <a:gd name="T12" fmla="*/ 421 w 433"/>
                  <a:gd name="T13" fmla="*/ 240 h 497"/>
                  <a:gd name="T14" fmla="*/ 358 w 433"/>
                  <a:gd name="T15" fmla="*/ 12 h 497"/>
                  <a:gd name="T16" fmla="*/ 278 w 433"/>
                  <a:gd name="T17" fmla="*/ 0 h 497"/>
                  <a:gd name="T18" fmla="*/ 185 w 433"/>
                  <a:gd name="T19" fmla="*/ 79 h 497"/>
                  <a:gd name="T20" fmla="*/ 138 w 433"/>
                  <a:gd name="T21" fmla="*/ 2 h 497"/>
                  <a:gd name="T22" fmla="*/ 57 w 433"/>
                  <a:gd name="T23" fmla="*/ 29 h 497"/>
                  <a:gd name="T24" fmla="*/ 1 w 433"/>
                  <a:gd name="T25" fmla="*/ 236 h 4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33" h="497">
                    <a:moveTo>
                      <a:pt x="1" y="236"/>
                    </a:moveTo>
                    <a:cubicBezTo>
                      <a:pt x="1" y="238"/>
                      <a:pt x="30" y="332"/>
                      <a:pt x="31" y="334"/>
                    </a:cubicBezTo>
                    <a:cubicBezTo>
                      <a:pt x="41" y="413"/>
                      <a:pt x="59" y="497"/>
                      <a:pt x="59" y="497"/>
                    </a:cubicBezTo>
                    <a:cubicBezTo>
                      <a:pt x="99" y="497"/>
                      <a:pt x="99" y="497"/>
                      <a:pt x="99" y="497"/>
                    </a:cubicBezTo>
                    <a:cubicBezTo>
                      <a:pt x="361" y="496"/>
                      <a:pt x="361" y="496"/>
                      <a:pt x="361" y="496"/>
                    </a:cubicBezTo>
                    <a:cubicBezTo>
                      <a:pt x="361" y="496"/>
                      <a:pt x="329" y="401"/>
                      <a:pt x="413" y="255"/>
                    </a:cubicBezTo>
                    <a:cubicBezTo>
                      <a:pt x="415" y="250"/>
                      <a:pt x="418" y="245"/>
                      <a:pt x="421" y="240"/>
                    </a:cubicBezTo>
                    <a:cubicBezTo>
                      <a:pt x="433" y="221"/>
                      <a:pt x="358" y="12"/>
                      <a:pt x="358" y="12"/>
                    </a:cubicBezTo>
                    <a:cubicBezTo>
                      <a:pt x="358" y="12"/>
                      <a:pt x="324" y="4"/>
                      <a:pt x="278" y="0"/>
                    </a:cubicBezTo>
                    <a:cubicBezTo>
                      <a:pt x="274" y="4"/>
                      <a:pt x="243" y="79"/>
                      <a:pt x="185" y="79"/>
                    </a:cubicBezTo>
                    <a:cubicBezTo>
                      <a:pt x="104" y="79"/>
                      <a:pt x="138" y="2"/>
                      <a:pt x="138" y="2"/>
                    </a:cubicBezTo>
                    <a:cubicBezTo>
                      <a:pt x="107" y="8"/>
                      <a:pt x="96" y="10"/>
                      <a:pt x="57" y="29"/>
                    </a:cubicBezTo>
                    <a:cubicBezTo>
                      <a:pt x="57" y="29"/>
                      <a:pt x="0" y="223"/>
                      <a:pt x="1" y="23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  <p:sp>
            <p:nvSpPr>
              <p:cNvPr id="513" name="isḷïďè" descr="2d2a24d5-d3e5-4781-ad82-d2ea3bf581b3"/>
              <p:cNvSpPr/>
              <p:nvPr/>
            </p:nvSpPr>
            <p:spPr bwMode="auto">
              <a:xfrm>
                <a:off x="6243638" y="2398713"/>
                <a:ext cx="812800" cy="947738"/>
              </a:xfrm>
              <a:custGeom>
                <a:avLst/>
                <a:gdLst>
                  <a:gd name="T0" fmla="*/ 49 w 216"/>
                  <a:gd name="T1" fmla="*/ 245 h 251"/>
                  <a:gd name="T2" fmla="*/ 194 w 216"/>
                  <a:gd name="T3" fmla="*/ 162 h 251"/>
                  <a:gd name="T4" fmla="*/ 125 w 216"/>
                  <a:gd name="T5" fmla="*/ 7 h 251"/>
                  <a:gd name="T6" fmla="*/ 8 w 216"/>
                  <a:gd name="T7" fmla="*/ 62 h 251"/>
                  <a:gd name="T8" fmla="*/ 49 w 216"/>
                  <a:gd name="T9" fmla="*/ 245 h 2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6" h="251">
                    <a:moveTo>
                      <a:pt x="49" y="245"/>
                    </a:moveTo>
                    <a:cubicBezTo>
                      <a:pt x="49" y="245"/>
                      <a:pt x="191" y="251"/>
                      <a:pt x="194" y="162"/>
                    </a:cubicBezTo>
                    <a:cubicBezTo>
                      <a:pt x="196" y="74"/>
                      <a:pt x="216" y="15"/>
                      <a:pt x="125" y="7"/>
                    </a:cubicBezTo>
                    <a:cubicBezTo>
                      <a:pt x="35" y="0"/>
                      <a:pt x="16" y="33"/>
                      <a:pt x="8" y="62"/>
                    </a:cubicBezTo>
                    <a:cubicBezTo>
                      <a:pt x="0" y="92"/>
                      <a:pt x="12" y="241"/>
                      <a:pt x="49" y="245"/>
                    </a:cubicBezTo>
                    <a:close/>
                  </a:path>
                </a:pathLst>
              </a:custGeom>
              <a:solidFill>
                <a:srgbClr val="FFBF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  <p:sp>
            <p:nvSpPr>
              <p:cNvPr id="514" name="íś1îḍè" descr="81568633-9c12-47b3-b384-76e540ab133b"/>
              <p:cNvSpPr/>
              <p:nvPr/>
            </p:nvSpPr>
            <p:spPr bwMode="auto">
              <a:xfrm>
                <a:off x="6375400" y="3103563"/>
                <a:ext cx="169863" cy="79375"/>
              </a:xfrm>
              <a:custGeom>
                <a:avLst/>
                <a:gdLst>
                  <a:gd name="T0" fmla="*/ 45 w 45"/>
                  <a:gd name="T1" fmla="*/ 10 h 21"/>
                  <a:gd name="T2" fmla="*/ 20 w 45"/>
                  <a:gd name="T3" fmla="*/ 21 h 21"/>
                  <a:gd name="T4" fmla="*/ 0 w 45"/>
                  <a:gd name="T5" fmla="*/ 10 h 21"/>
                  <a:gd name="T6" fmla="*/ 45 w 45"/>
                  <a:gd name="T7" fmla="*/ 1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5" h="21">
                    <a:moveTo>
                      <a:pt x="45" y="10"/>
                    </a:moveTo>
                    <a:cubicBezTo>
                      <a:pt x="45" y="10"/>
                      <a:pt x="44" y="21"/>
                      <a:pt x="20" y="21"/>
                    </a:cubicBezTo>
                    <a:cubicBezTo>
                      <a:pt x="20" y="21"/>
                      <a:pt x="1" y="21"/>
                      <a:pt x="0" y="10"/>
                    </a:cubicBezTo>
                    <a:cubicBezTo>
                      <a:pt x="0" y="10"/>
                      <a:pt x="19" y="0"/>
                      <a:pt x="45" y="1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  <p:sp>
            <p:nvSpPr>
              <p:cNvPr id="515" name="işḷîḋe" descr="f0fe75e5-f401-4a04-a256-517a422ee717"/>
              <p:cNvSpPr/>
              <p:nvPr/>
            </p:nvSpPr>
            <p:spPr bwMode="auto">
              <a:xfrm>
                <a:off x="6496050" y="2903538"/>
                <a:ext cx="414338" cy="374650"/>
              </a:xfrm>
              <a:custGeom>
                <a:avLst/>
                <a:gdLst>
                  <a:gd name="T0" fmla="*/ 3 w 110"/>
                  <a:gd name="T1" fmla="*/ 98 h 99"/>
                  <a:gd name="T2" fmla="*/ 110 w 110"/>
                  <a:gd name="T3" fmla="*/ 2 h 99"/>
                  <a:gd name="T4" fmla="*/ 102 w 110"/>
                  <a:gd name="T5" fmla="*/ 0 h 99"/>
                  <a:gd name="T6" fmla="*/ 106 w 110"/>
                  <a:gd name="T7" fmla="*/ 1 h 99"/>
                  <a:gd name="T8" fmla="*/ 102 w 110"/>
                  <a:gd name="T9" fmla="*/ 0 h 99"/>
                  <a:gd name="T10" fmla="*/ 1 w 110"/>
                  <a:gd name="T11" fmla="*/ 90 h 99"/>
                  <a:gd name="T12" fmla="*/ 0 w 110"/>
                  <a:gd name="T13" fmla="*/ 90 h 99"/>
                  <a:gd name="T14" fmla="*/ 2 w 110"/>
                  <a:gd name="T15" fmla="*/ 99 h 99"/>
                  <a:gd name="T16" fmla="*/ 3 w 110"/>
                  <a:gd name="T17" fmla="*/ 98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0" h="99">
                    <a:moveTo>
                      <a:pt x="3" y="98"/>
                    </a:moveTo>
                    <a:cubicBezTo>
                      <a:pt x="85" y="78"/>
                      <a:pt x="110" y="3"/>
                      <a:pt x="110" y="2"/>
                    </a:cubicBezTo>
                    <a:cubicBezTo>
                      <a:pt x="102" y="0"/>
                      <a:pt x="102" y="0"/>
                      <a:pt x="102" y="0"/>
                    </a:cubicBezTo>
                    <a:cubicBezTo>
                      <a:pt x="106" y="1"/>
                      <a:pt x="106" y="1"/>
                      <a:pt x="106" y="1"/>
                    </a:cubicBezTo>
                    <a:cubicBezTo>
                      <a:pt x="102" y="0"/>
                      <a:pt x="102" y="0"/>
                      <a:pt x="102" y="0"/>
                    </a:cubicBezTo>
                    <a:cubicBezTo>
                      <a:pt x="102" y="0"/>
                      <a:pt x="78" y="71"/>
                      <a:pt x="1" y="90"/>
                    </a:cubicBezTo>
                    <a:cubicBezTo>
                      <a:pt x="1" y="90"/>
                      <a:pt x="0" y="90"/>
                      <a:pt x="0" y="90"/>
                    </a:cubicBezTo>
                    <a:cubicBezTo>
                      <a:pt x="2" y="99"/>
                      <a:pt x="2" y="99"/>
                      <a:pt x="2" y="99"/>
                    </a:cubicBezTo>
                    <a:cubicBezTo>
                      <a:pt x="2" y="99"/>
                      <a:pt x="3" y="99"/>
                      <a:pt x="3" y="98"/>
                    </a:cubicBezTo>
                    <a:close/>
                  </a:path>
                </a:pathLst>
              </a:custGeom>
              <a:solidFill>
                <a:srgbClr val="1225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  <p:sp>
            <p:nvSpPr>
              <p:cNvPr id="516" name="íS1ïḑe" descr="db27469a-6202-4162-9f30-9e28b0097b43"/>
              <p:cNvSpPr/>
              <p:nvPr/>
            </p:nvSpPr>
            <p:spPr bwMode="auto">
              <a:xfrm>
                <a:off x="6435725" y="3232150"/>
                <a:ext cx="90488" cy="68263"/>
              </a:xfrm>
              <a:custGeom>
                <a:avLst/>
                <a:gdLst>
                  <a:gd name="T0" fmla="*/ 10 w 24"/>
                  <a:gd name="T1" fmla="*/ 17 h 18"/>
                  <a:gd name="T2" fmla="*/ 17 w 24"/>
                  <a:gd name="T3" fmla="*/ 15 h 18"/>
                  <a:gd name="T4" fmla="*/ 23 w 24"/>
                  <a:gd name="T5" fmla="*/ 6 h 18"/>
                  <a:gd name="T6" fmla="*/ 23 w 24"/>
                  <a:gd name="T7" fmla="*/ 6 h 18"/>
                  <a:gd name="T8" fmla="*/ 14 w 24"/>
                  <a:gd name="T9" fmla="*/ 1 h 18"/>
                  <a:gd name="T10" fmla="*/ 6 w 24"/>
                  <a:gd name="T11" fmla="*/ 2 h 18"/>
                  <a:gd name="T12" fmla="*/ 1 w 24"/>
                  <a:gd name="T13" fmla="*/ 11 h 18"/>
                  <a:gd name="T14" fmla="*/ 1 w 24"/>
                  <a:gd name="T15" fmla="*/ 11 h 18"/>
                  <a:gd name="T16" fmla="*/ 10 w 24"/>
                  <a:gd name="T17" fmla="*/ 17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" h="18">
                    <a:moveTo>
                      <a:pt x="10" y="17"/>
                    </a:moveTo>
                    <a:cubicBezTo>
                      <a:pt x="17" y="15"/>
                      <a:pt x="17" y="15"/>
                      <a:pt x="17" y="15"/>
                    </a:cubicBezTo>
                    <a:cubicBezTo>
                      <a:pt x="21" y="14"/>
                      <a:pt x="24" y="10"/>
                      <a:pt x="23" y="6"/>
                    </a:cubicBezTo>
                    <a:cubicBezTo>
                      <a:pt x="23" y="6"/>
                      <a:pt x="23" y="6"/>
                      <a:pt x="23" y="6"/>
                    </a:cubicBezTo>
                    <a:cubicBezTo>
                      <a:pt x="22" y="2"/>
                      <a:pt x="18" y="0"/>
                      <a:pt x="14" y="1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2" y="3"/>
                      <a:pt x="0" y="8"/>
                      <a:pt x="1" y="11"/>
                    </a:cubicBezTo>
                    <a:cubicBezTo>
                      <a:pt x="1" y="11"/>
                      <a:pt x="1" y="11"/>
                      <a:pt x="1" y="11"/>
                    </a:cubicBezTo>
                    <a:cubicBezTo>
                      <a:pt x="2" y="15"/>
                      <a:pt x="6" y="18"/>
                      <a:pt x="10" y="17"/>
                    </a:cubicBezTo>
                    <a:close/>
                  </a:path>
                </a:pathLst>
              </a:custGeom>
              <a:solidFill>
                <a:srgbClr val="ED7D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  <p:sp>
            <p:nvSpPr>
              <p:cNvPr id="517" name="iślíḍè" descr="33b9e9ef-22ff-4fae-a5d2-089de4ba055b"/>
              <p:cNvSpPr/>
              <p:nvPr/>
            </p:nvSpPr>
            <p:spPr bwMode="auto">
              <a:xfrm>
                <a:off x="6134100" y="2163763"/>
                <a:ext cx="862013" cy="766763"/>
              </a:xfrm>
              <a:custGeom>
                <a:avLst/>
                <a:gdLst>
                  <a:gd name="T0" fmla="*/ 159 w 229"/>
                  <a:gd name="T1" fmla="*/ 14 h 203"/>
                  <a:gd name="T2" fmla="*/ 29 w 229"/>
                  <a:gd name="T3" fmla="*/ 76 h 203"/>
                  <a:gd name="T4" fmla="*/ 36 w 229"/>
                  <a:gd name="T5" fmla="*/ 181 h 203"/>
                  <a:gd name="T6" fmla="*/ 79 w 229"/>
                  <a:gd name="T7" fmla="*/ 91 h 203"/>
                  <a:gd name="T8" fmla="*/ 109 w 229"/>
                  <a:gd name="T9" fmla="*/ 100 h 203"/>
                  <a:gd name="T10" fmla="*/ 160 w 229"/>
                  <a:gd name="T11" fmla="*/ 188 h 203"/>
                  <a:gd name="T12" fmla="*/ 226 w 229"/>
                  <a:gd name="T13" fmla="*/ 181 h 203"/>
                  <a:gd name="T14" fmla="*/ 212 w 229"/>
                  <a:gd name="T15" fmla="*/ 79 h 203"/>
                  <a:gd name="T16" fmla="*/ 159 w 229"/>
                  <a:gd name="T17" fmla="*/ 1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29" h="203">
                    <a:moveTo>
                      <a:pt x="159" y="14"/>
                    </a:moveTo>
                    <a:cubicBezTo>
                      <a:pt x="159" y="14"/>
                      <a:pt x="67" y="0"/>
                      <a:pt x="29" y="76"/>
                    </a:cubicBezTo>
                    <a:cubicBezTo>
                      <a:pt x="0" y="134"/>
                      <a:pt x="25" y="170"/>
                      <a:pt x="36" y="181"/>
                    </a:cubicBezTo>
                    <a:cubicBezTo>
                      <a:pt x="36" y="181"/>
                      <a:pt x="51" y="98"/>
                      <a:pt x="79" y="91"/>
                    </a:cubicBezTo>
                    <a:cubicBezTo>
                      <a:pt x="79" y="91"/>
                      <a:pt x="97" y="86"/>
                      <a:pt x="109" y="100"/>
                    </a:cubicBezTo>
                    <a:cubicBezTo>
                      <a:pt x="121" y="114"/>
                      <a:pt x="139" y="178"/>
                      <a:pt x="160" y="188"/>
                    </a:cubicBezTo>
                    <a:cubicBezTo>
                      <a:pt x="160" y="188"/>
                      <a:pt x="223" y="203"/>
                      <a:pt x="226" y="181"/>
                    </a:cubicBezTo>
                    <a:cubicBezTo>
                      <a:pt x="229" y="159"/>
                      <a:pt x="215" y="98"/>
                      <a:pt x="212" y="79"/>
                    </a:cubicBezTo>
                    <a:cubicBezTo>
                      <a:pt x="201" y="28"/>
                      <a:pt x="159" y="14"/>
                      <a:pt x="159" y="14"/>
                    </a:cubicBez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  <p:sp>
            <p:nvSpPr>
              <p:cNvPr id="518" name="iSḻiḍê" descr="6f2ac330-3adc-47af-94de-5364b5ead916"/>
              <p:cNvSpPr/>
              <p:nvPr/>
            </p:nvSpPr>
            <p:spPr bwMode="auto">
              <a:xfrm>
                <a:off x="6680200" y="2670175"/>
                <a:ext cx="436563" cy="512763"/>
              </a:xfrm>
              <a:custGeom>
                <a:avLst/>
                <a:gdLst>
                  <a:gd name="T0" fmla="*/ 43 w 116"/>
                  <a:gd name="T1" fmla="*/ 129 h 136"/>
                  <a:gd name="T2" fmla="*/ 49 w 116"/>
                  <a:gd name="T3" fmla="*/ 130 h 136"/>
                  <a:gd name="T4" fmla="*/ 105 w 116"/>
                  <a:gd name="T5" fmla="*/ 93 h 136"/>
                  <a:gd name="T6" fmla="*/ 111 w 116"/>
                  <a:gd name="T7" fmla="*/ 63 h 136"/>
                  <a:gd name="T8" fmla="*/ 74 w 116"/>
                  <a:gd name="T9" fmla="*/ 6 h 136"/>
                  <a:gd name="T10" fmla="*/ 68 w 116"/>
                  <a:gd name="T11" fmla="*/ 5 h 136"/>
                  <a:gd name="T12" fmla="*/ 11 w 116"/>
                  <a:gd name="T13" fmla="*/ 42 h 136"/>
                  <a:gd name="T14" fmla="*/ 5 w 116"/>
                  <a:gd name="T15" fmla="*/ 73 h 136"/>
                  <a:gd name="T16" fmla="*/ 43 w 116"/>
                  <a:gd name="T17" fmla="*/ 129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6" h="136">
                    <a:moveTo>
                      <a:pt x="43" y="129"/>
                    </a:moveTo>
                    <a:cubicBezTo>
                      <a:pt x="49" y="130"/>
                      <a:pt x="49" y="130"/>
                      <a:pt x="49" y="130"/>
                    </a:cubicBezTo>
                    <a:cubicBezTo>
                      <a:pt x="74" y="136"/>
                      <a:pt x="100" y="119"/>
                      <a:pt x="105" y="93"/>
                    </a:cubicBezTo>
                    <a:cubicBezTo>
                      <a:pt x="111" y="63"/>
                      <a:pt x="111" y="63"/>
                      <a:pt x="111" y="63"/>
                    </a:cubicBezTo>
                    <a:cubicBezTo>
                      <a:pt x="116" y="37"/>
                      <a:pt x="99" y="11"/>
                      <a:pt x="74" y="6"/>
                    </a:cubicBezTo>
                    <a:cubicBezTo>
                      <a:pt x="68" y="5"/>
                      <a:pt x="68" y="5"/>
                      <a:pt x="68" y="5"/>
                    </a:cubicBezTo>
                    <a:cubicBezTo>
                      <a:pt x="42" y="0"/>
                      <a:pt x="16" y="17"/>
                      <a:pt x="11" y="42"/>
                    </a:cubicBezTo>
                    <a:cubicBezTo>
                      <a:pt x="5" y="73"/>
                      <a:pt x="5" y="73"/>
                      <a:pt x="5" y="73"/>
                    </a:cubicBezTo>
                    <a:cubicBezTo>
                      <a:pt x="0" y="98"/>
                      <a:pt x="17" y="124"/>
                      <a:pt x="43" y="129"/>
                    </a:cubicBezTo>
                    <a:close/>
                  </a:path>
                </a:pathLst>
              </a:custGeom>
              <a:solidFill>
                <a:srgbClr val="ED7D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  <p:sp>
            <p:nvSpPr>
              <p:cNvPr id="519" name="ïS1iḋê" descr="af1e4487-b41b-4bfd-b1a5-96032f4fac1d"/>
              <p:cNvSpPr/>
              <p:nvPr/>
            </p:nvSpPr>
            <p:spPr bwMode="auto">
              <a:xfrm>
                <a:off x="6732588" y="2217738"/>
                <a:ext cx="312738" cy="528638"/>
              </a:xfrm>
              <a:custGeom>
                <a:avLst/>
                <a:gdLst>
                  <a:gd name="T0" fmla="*/ 74 w 83"/>
                  <a:gd name="T1" fmla="*/ 140 h 140"/>
                  <a:gd name="T2" fmla="*/ 68 w 83"/>
                  <a:gd name="T3" fmla="*/ 43 h 140"/>
                  <a:gd name="T4" fmla="*/ 33 w 83"/>
                  <a:gd name="T5" fmla="*/ 4 h 140"/>
                  <a:gd name="T6" fmla="*/ 15 w 83"/>
                  <a:gd name="T7" fmla="*/ 0 h 140"/>
                  <a:gd name="T8" fmla="*/ 0 w 83"/>
                  <a:gd name="T9" fmla="*/ 0 h 140"/>
                  <a:gd name="T10" fmla="*/ 58 w 83"/>
                  <a:gd name="T11" fmla="*/ 133 h 140"/>
                  <a:gd name="T12" fmla="*/ 58 w 83"/>
                  <a:gd name="T13" fmla="*/ 132 h 140"/>
                  <a:gd name="T14" fmla="*/ 74 w 83"/>
                  <a:gd name="T15" fmla="*/ 140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3" h="140">
                    <a:moveTo>
                      <a:pt x="74" y="140"/>
                    </a:moveTo>
                    <a:cubicBezTo>
                      <a:pt x="78" y="134"/>
                      <a:pt x="83" y="83"/>
                      <a:pt x="68" y="43"/>
                    </a:cubicBezTo>
                    <a:cubicBezTo>
                      <a:pt x="60" y="23"/>
                      <a:pt x="48" y="12"/>
                      <a:pt x="33" y="4"/>
                    </a:cubicBezTo>
                    <a:cubicBezTo>
                      <a:pt x="28" y="2"/>
                      <a:pt x="21" y="0"/>
                      <a:pt x="15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0" y="20"/>
                      <a:pt x="62" y="122"/>
                      <a:pt x="58" y="133"/>
                    </a:cubicBezTo>
                    <a:cubicBezTo>
                      <a:pt x="58" y="133"/>
                      <a:pt x="58" y="132"/>
                      <a:pt x="58" y="132"/>
                    </a:cubicBezTo>
                    <a:lnTo>
                      <a:pt x="74" y="140"/>
                    </a:lnTo>
                    <a:close/>
                  </a:path>
                </a:pathLst>
              </a:custGeom>
              <a:solidFill>
                <a:srgbClr val="ED7D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  <p:sp>
            <p:nvSpPr>
              <p:cNvPr id="520" name="îśļïďê" descr="26e4d3c9-2f6c-44bf-a9dc-f1d336a3db7e"/>
              <p:cNvSpPr/>
              <p:nvPr/>
            </p:nvSpPr>
            <p:spPr bwMode="auto">
              <a:xfrm>
                <a:off x="6811963" y="2801938"/>
                <a:ext cx="219075" cy="257175"/>
              </a:xfrm>
              <a:custGeom>
                <a:avLst/>
                <a:gdLst>
                  <a:gd name="T0" fmla="*/ 21 w 58"/>
                  <a:gd name="T1" fmla="*/ 64 h 68"/>
                  <a:gd name="T2" fmla="*/ 24 w 58"/>
                  <a:gd name="T3" fmla="*/ 65 h 68"/>
                  <a:gd name="T4" fmla="*/ 52 w 58"/>
                  <a:gd name="T5" fmla="*/ 46 h 68"/>
                  <a:gd name="T6" fmla="*/ 55 w 58"/>
                  <a:gd name="T7" fmla="*/ 31 h 68"/>
                  <a:gd name="T8" fmla="*/ 37 w 58"/>
                  <a:gd name="T9" fmla="*/ 3 h 68"/>
                  <a:gd name="T10" fmla="*/ 34 w 58"/>
                  <a:gd name="T11" fmla="*/ 3 h 68"/>
                  <a:gd name="T12" fmla="*/ 6 w 58"/>
                  <a:gd name="T13" fmla="*/ 21 h 68"/>
                  <a:gd name="T14" fmla="*/ 3 w 58"/>
                  <a:gd name="T15" fmla="*/ 36 h 68"/>
                  <a:gd name="T16" fmla="*/ 21 w 58"/>
                  <a:gd name="T17" fmla="*/ 64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8" h="68">
                    <a:moveTo>
                      <a:pt x="21" y="64"/>
                    </a:moveTo>
                    <a:cubicBezTo>
                      <a:pt x="24" y="65"/>
                      <a:pt x="24" y="65"/>
                      <a:pt x="24" y="65"/>
                    </a:cubicBezTo>
                    <a:cubicBezTo>
                      <a:pt x="37" y="68"/>
                      <a:pt x="50" y="59"/>
                      <a:pt x="52" y="46"/>
                    </a:cubicBezTo>
                    <a:cubicBezTo>
                      <a:pt x="55" y="31"/>
                      <a:pt x="55" y="31"/>
                      <a:pt x="55" y="31"/>
                    </a:cubicBezTo>
                    <a:cubicBezTo>
                      <a:pt x="58" y="18"/>
                      <a:pt x="50" y="6"/>
                      <a:pt x="37" y="3"/>
                    </a:cubicBezTo>
                    <a:cubicBezTo>
                      <a:pt x="34" y="3"/>
                      <a:pt x="34" y="3"/>
                      <a:pt x="34" y="3"/>
                    </a:cubicBezTo>
                    <a:cubicBezTo>
                      <a:pt x="21" y="0"/>
                      <a:pt x="8" y="8"/>
                      <a:pt x="6" y="21"/>
                    </a:cubicBezTo>
                    <a:cubicBezTo>
                      <a:pt x="3" y="36"/>
                      <a:pt x="3" y="36"/>
                      <a:pt x="3" y="36"/>
                    </a:cubicBezTo>
                    <a:cubicBezTo>
                      <a:pt x="0" y="49"/>
                      <a:pt x="8" y="62"/>
                      <a:pt x="21" y="64"/>
                    </a:cubicBezTo>
                    <a:close/>
                  </a:path>
                </a:pathLst>
              </a:custGeom>
              <a:solidFill>
                <a:srgbClr val="F997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  <p:sp>
            <p:nvSpPr>
              <p:cNvPr id="521" name="iṥḻîḋê" descr="31335603-4369-46df-8998-943b594b0b4a"/>
              <p:cNvSpPr/>
              <p:nvPr/>
            </p:nvSpPr>
            <p:spPr bwMode="auto">
              <a:xfrm>
                <a:off x="6337300" y="4470400"/>
                <a:ext cx="1182688" cy="1019175"/>
              </a:xfrm>
              <a:custGeom>
                <a:avLst/>
                <a:gdLst>
                  <a:gd name="T0" fmla="*/ 262 w 314"/>
                  <a:gd name="T1" fmla="*/ 269 h 270"/>
                  <a:gd name="T2" fmla="*/ 314 w 314"/>
                  <a:gd name="T3" fmla="*/ 28 h 270"/>
                  <a:gd name="T4" fmla="*/ 249 w 314"/>
                  <a:gd name="T5" fmla="*/ 0 h 270"/>
                  <a:gd name="T6" fmla="*/ 159 w 314"/>
                  <a:gd name="T7" fmla="*/ 190 h 270"/>
                  <a:gd name="T8" fmla="*/ 0 w 314"/>
                  <a:gd name="T9" fmla="*/ 270 h 270"/>
                  <a:gd name="T10" fmla="*/ 262 w 314"/>
                  <a:gd name="T11" fmla="*/ 269 h 2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14" h="270">
                    <a:moveTo>
                      <a:pt x="262" y="269"/>
                    </a:moveTo>
                    <a:cubicBezTo>
                      <a:pt x="262" y="269"/>
                      <a:pt x="265" y="200"/>
                      <a:pt x="314" y="28"/>
                    </a:cubicBezTo>
                    <a:cubicBezTo>
                      <a:pt x="249" y="0"/>
                      <a:pt x="249" y="0"/>
                      <a:pt x="249" y="0"/>
                    </a:cubicBezTo>
                    <a:cubicBezTo>
                      <a:pt x="249" y="0"/>
                      <a:pt x="228" y="145"/>
                      <a:pt x="159" y="190"/>
                    </a:cubicBezTo>
                    <a:cubicBezTo>
                      <a:pt x="90" y="235"/>
                      <a:pt x="9" y="226"/>
                      <a:pt x="0" y="270"/>
                    </a:cubicBezTo>
                    <a:lnTo>
                      <a:pt x="262" y="269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  <p:sp>
            <p:nvSpPr>
              <p:cNvPr id="522" name="í$ļíḑé" descr="7f44c824-e0ab-48e1-a2cc-8959a99b8219"/>
              <p:cNvSpPr/>
              <p:nvPr/>
            </p:nvSpPr>
            <p:spPr bwMode="auto">
              <a:xfrm>
                <a:off x="6921500" y="3659188"/>
                <a:ext cx="1371600" cy="1825625"/>
              </a:xfrm>
              <a:custGeom>
                <a:avLst/>
                <a:gdLst>
                  <a:gd name="T0" fmla="*/ 104 w 364"/>
                  <a:gd name="T1" fmla="*/ 0 h 484"/>
                  <a:gd name="T2" fmla="*/ 199 w 364"/>
                  <a:gd name="T3" fmla="*/ 72 h 484"/>
                  <a:gd name="T4" fmla="*/ 309 w 364"/>
                  <a:gd name="T5" fmla="*/ 484 h 484"/>
                  <a:gd name="T6" fmla="*/ 6 w 364"/>
                  <a:gd name="T7" fmla="*/ 484 h 484"/>
                  <a:gd name="T8" fmla="*/ 9 w 364"/>
                  <a:gd name="T9" fmla="*/ 434 h 484"/>
                  <a:gd name="T10" fmla="*/ 175 w 364"/>
                  <a:gd name="T11" fmla="*/ 388 h 484"/>
                  <a:gd name="T12" fmla="*/ 83 w 364"/>
                  <a:gd name="T13" fmla="*/ 159 h 484"/>
                  <a:gd name="T14" fmla="*/ 104 w 364"/>
                  <a:gd name="T15" fmla="*/ 0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4" h="484">
                    <a:moveTo>
                      <a:pt x="104" y="0"/>
                    </a:moveTo>
                    <a:cubicBezTo>
                      <a:pt x="104" y="0"/>
                      <a:pt x="161" y="5"/>
                      <a:pt x="199" y="72"/>
                    </a:cubicBezTo>
                    <a:cubicBezTo>
                      <a:pt x="237" y="139"/>
                      <a:pt x="364" y="452"/>
                      <a:pt x="309" y="484"/>
                    </a:cubicBezTo>
                    <a:cubicBezTo>
                      <a:pt x="6" y="484"/>
                      <a:pt x="6" y="484"/>
                      <a:pt x="6" y="484"/>
                    </a:cubicBezTo>
                    <a:cubicBezTo>
                      <a:pt x="6" y="484"/>
                      <a:pt x="0" y="458"/>
                      <a:pt x="9" y="434"/>
                    </a:cubicBezTo>
                    <a:cubicBezTo>
                      <a:pt x="175" y="388"/>
                      <a:pt x="175" y="388"/>
                      <a:pt x="175" y="388"/>
                    </a:cubicBezTo>
                    <a:cubicBezTo>
                      <a:pt x="175" y="388"/>
                      <a:pt x="84" y="231"/>
                      <a:pt x="83" y="159"/>
                    </a:cubicBezTo>
                    <a:cubicBezTo>
                      <a:pt x="81" y="87"/>
                      <a:pt x="104" y="0"/>
                      <a:pt x="10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  <p:sp>
            <p:nvSpPr>
              <p:cNvPr id="523" name="isḷîḑè" descr="e73b51d5-590f-4abf-99f0-d2aba7ce4635"/>
              <p:cNvSpPr/>
              <p:nvPr/>
            </p:nvSpPr>
            <p:spPr bwMode="auto">
              <a:xfrm>
                <a:off x="6442075" y="5349875"/>
                <a:ext cx="531813" cy="139700"/>
              </a:xfrm>
              <a:custGeom>
                <a:avLst/>
                <a:gdLst>
                  <a:gd name="T0" fmla="*/ 131 w 141"/>
                  <a:gd name="T1" fmla="*/ 5 h 37"/>
                  <a:gd name="T2" fmla="*/ 62 w 141"/>
                  <a:gd name="T3" fmla="*/ 2 h 37"/>
                  <a:gd name="T4" fmla="*/ 18 w 141"/>
                  <a:gd name="T5" fmla="*/ 20 h 37"/>
                  <a:gd name="T6" fmla="*/ 0 w 141"/>
                  <a:gd name="T7" fmla="*/ 36 h 37"/>
                  <a:gd name="T8" fmla="*/ 12 w 141"/>
                  <a:gd name="T9" fmla="*/ 36 h 37"/>
                  <a:gd name="T10" fmla="*/ 33 w 141"/>
                  <a:gd name="T11" fmla="*/ 34 h 37"/>
                  <a:gd name="T12" fmla="*/ 49 w 141"/>
                  <a:gd name="T13" fmla="*/ 37 h 37"/>
                  <a:gd name="T14" fmla="*/ 141 w 141"/>
                  <a:gd name="T15" fmla="*/ 37 h 37"/>
                  <a:gd name="T16" fmla="*/ 131 w 141"/>
                  <a:gd name="T17" fmla="*/ 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" h="37">
                    <a:moveTo>
                      <a:pt x="131" y="5"/>
                    </a:moveTo>
                    <a:cubicBezTo>
                      <a:pt x="131" y="5"/>
                      <a:pt x="72" y="0"/>
                      <a:pt x="62" y="2"/>
                    </a:cubicBezTo>
                    <a:cubicBezTo>
                      <a:pt x="52" y="5"/>
                      <a:pt x="24" y="16"/>
                      <a:pt x="18" y="20"/>
                    </a:cubicBezTo>
                    <a:cubicBezTo>
                      <a:pt x="12" y="24"/>
                      <a:pt x="0" y="36"/>
                      <a:pt x="0" y="36"/>
                    </a:cubicBezTo>
                    <a:cubicBezTo>
                      <a:pt x="0" y="36"/>
                      <a:pt x="7" y="37"/>
                      <a:pt x="12" y="36"/>
                    </a:cubicBezTo>
                    <a:cubicBezTo>
                      <a:pt x="16" y="35"/>
                      <a:pt x="30" y="35"/>
                      <a:pt x="33" y="34"/>
                    </a:cubicBezTo>
                    <a:cubicBezTo>
                      <a:pt x="37" y="34"/>
                      <a:pt x="49" y="37"/>
                      <a:pt x="49" y="37"/>
                    </a:cubicBezTo>
                    <a:cubicBezTo>
                      <a:pt x="141" y="37"/>
                      <a:pt x="141" y="37"/>
                      <a:pt x="141" y="37"/>
                    </a:cubicBezTo>
                    <a:lnTo>
                      <a:pt x="131" y="5"/>
                    </a:lnTo>
                    <a:close/>
                  </a:path>
                </a:pathLst>
              </a:custGeom>
              <a:solidFill>
                <a:srgbClr val="FFB27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  <p:sp>
            <p:nvSpPr>
              <p:cNvPr id="524" name="íşļïďe" descr="296bce44-2362-48f5-a11a-fde2e5c11a20"/>
              <p:cNvSpPr/>
              <p:nvPr/>
            </p:nvSpPr>
            <p:spPr bwMode="auto">
              <a:xfrm>
                <a:off x="5040313" y="5394325"/>
                <a:ext cx="1160463" cy="95250"/>
              </a:xfrm>
              <a:custGeom>
                <a:avLst/>
                <a:gdLst>
                  <a:gd name="T0" fmla="*/ 0 w 308"/>
                  <a:gd name="T1" fmla="*/ 25 h 25"/>
                  <a:gd name="T2" fmla="*/ 308 w 308"/>
                  <a:gd name="T3" fmla="*/ 25 h 25"/>
                  <a:gd name="T4" fmla="*/ 308 w 308"/>
                  <a:gd name="T5" fmla="*/ 25 h 25"/>
                  <a:gd name="T6" fmla="*/ 283 w 308"/>
                  <a:gd name="T7" fmla="*/ 0 h 25"/>
                  <a:gd name="T8" fmla="*/ 0 w 308"/>
                  <a:gd name="T9" fmla="*/ 0 h 25"/>
                  <a:gd name="T10" fmla="*/ 0 w 308"/>
                  <a:gd name="T11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8" h="25">
                    <a:moveTo>
                      <a:pt x="0" y="25"/>
                    </a:moveTo>
                    <a:cubicBezTo>
                      <a:pt x="308" y="25"/>
                      <a:pt x="308" y="25"/>
                      <a:pt x="308" y="25"/>
                    </a:cubicBezTo>
                    <a:cubicBezTo>
                      <a:pt x="308" y="25"/>
                      <a:pt x="308" y="25"/>
                      <a:pt x="308" y="25"/>
                    </a:cubicBezTo>
                    <a:cubicBezTo>
                      <a:pt x="308" y="11"/>
                      <a:pt x="297" y="0"/>
                      <a:pt x="283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25"/>
                    </a:ln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  <p:sp>
            <p:nvSpPr>
              <p:cNvPr id="525" name="ïsḷiḋe" descr="ab327e9a-6eff-41e3-a59e-a63d2af65225"/>
              <p:cNvSpPr/>
              <p:nvPr/>
            </p:nvSpPr>
            <p:spPr bwMode="auto">
              <a:xfrm>
                <a:off x="3249613" y="4229100"/>
                <a:ext cx="2235200" cy="1260475"/>
              </a:xfrm>
              <a:custGeom>
                <a:avLst/>
                <a:gdLst>
                  <a:gd name="T0" fmla="*/ 0 w 1408"/>
                  <a:gd name="T1" fmla="*/ 0 h 794"/>
                  <a:gd name="T2" fmla="*/ 271 w 1408"/>
                  <a:gd name="T3" fmla="*/ 794 h 794"/>
                  <a:gd name="T4" fmla="*/ 1408 w 1408"/>
                  <a:gd name="T5" fmla="*/ 794 h 794"/>
                  <a:gd name="T6" fmla="*/ 1131 w 1408"/>
                  <a:gd name="T7" fmla="*/ 0 h 794"/>
                  <a:gd name="T8" fmla="*/ 0 w 1408"/>
                  <a:gd name="T9" fmla="*/ 0 h 7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08" h="794">
                    <a:moveTo>
                      <a:pt x="0" y="0"/>
                    </a:moveTo>
                    <a:lnTo>
                      <a:pt x="271" y="794"/>
                    </a:lnTo>
                    <a:lnTo>
                      <a:pt x="1408" y="794"/>
                    </a:lnTo>
                    <a:lnTo>
                      <a:pt x="113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  <p:sp>
            <p:nvSpPr>
              <p:cNvPr id="526" name="î$líḋê" descr="be188abb-573b-41b1-8f94-716effa3811a"/>
              <p:cNvSpPr/>
              <p:nvPr/>
            </p:nvSpPr>
            <p:spPr bwMode="auto">
              <a:xfrm>
                <a:off x="3186113" y="4229100"/>
                <a:ext cx="2208213" cy="1260475"/>
              </a:xfrm>
              <a:custGeom>
                <a:avLst/>
                <a:gdLst>
                  <a:gd name="T0" fmla="*/ 0 w 1391"/>
                  <a:gd name="T1" fmla="*/ 0 h 794"/>
                  <a:gd name="T2" fmla="*/ 268 w 1391"/>
                  <a:gd name="T3" fmla="*/ 787 h 794"/>
                  <a:gd name="T4" fmla="*/ 271 w 1391"/>
                  <a:gd name="T5" fmla="*/ 794 h 794"/>
                  <a:gd name="T6" fmla="*/ 1391 w 1391"/>
                  <a:gd name="T7" fmla="*/ 794 h 794"/>
                  <a:gd name="T8" fmla="*/ 1114 w 1391"/>
                  <a:gd name="T9" fmla="*/ 0 h 794"/>
                  <a:gd name="T10" fmla="*/ 0 w 1391"/>
                  <a:gd name="T11" fmla="*/ 0 h 7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91" h="794">
                    <a:moveTo>
                      <a:pt x="0" y="0"/>
                    </a:moveTo>
                    <a:lnTo>
                      <a:pt x="268" y="787"/>
                    </a:lnTo>
                    <a:lnTo>
                      <a:pt x="271" y="794"/>
                    </a:lnTo>
                    <a:lnTo>
                      <a:pt x="1391" y="794"/>
                    </a:lnTo>
                    <a:lnTo>
                      <a:pt x="111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  <p:sp>
            <p:nvSpPr>
              <p:cNvPr id="527" name="íṩḻiḓe" descr="181bccf0-6e86-45cc-b002-029695ae8586"/>
              <p:cNvSpPr/>
              <p:nvPr/>
            </p:nvSpPr>
            <p:spPr bwMode="auto">
              <a:xfrm>
                <a:off x="4113213" y="4806950"/>
                <a:ext cx="161925" cy="146050"/>
              </a:xfrm>
              <a:custGeom>
                <a:avLst/>
                <a:gdLst>
                  <a:gd name="T0" fmla="*/ 2 w 43"/>
                  <a:gd name="T1" fmla="*/ 20 h 39"/>
                  <a:gd name="T2" fmla="*/ 26 w 43"/>
                  <a:gd name="T3" fmla="*/ 39 h 39"/>
                  <a:gd name="T4" fmla="*/ 41 w 43"/>
                  <a:gd name="T5" fmla="*/ 20 h 39"/>
                  <a:gd name="T6" fmla="*/ 17 w 43"/>
                  <a:gd name="T7" fmla="*/ 0 h 39"/>
                  <a:gd name="T8" fmla="*/ 2 w 43"/>
                  <a:gd name="T9" fmla="*/ 2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" h="39">
                    <a:moveTo>
                      <a:pt x="2" y="20"/>
                    </a:moveTo>
                    <a:cubicBezTo>
                      <a:pt x="5" y="30"/>
                      <a:pt x="15" y="39"/>
                      <a:pt x="26" y="39"/>
                    </a:cubicBezTo>
                    <a:cubicBezTo>
                      <a:pt x="37" y="39"/>
                      <a:pt x="43" y="30"/>
                      <a:pt x="41" y="20"/>
                    </a:cubicBezTo>
                    <a:cubicBezTo>
                      <a:pt x="38" y="9"/>
                      <a:pt x="28" y="0"/>
                      <a:pt x="17" y="0"/>
                    </a:cubicBezTo>
                    <a:cubicBezTo>
                      <a:pt x="7" y="0"/>
                      <a:pt x="0" y="9"/>
                      <a:pt x="2" y="20"/>
                    </a:cubicBezTo>
                    <a:close/>
                  </a:path>
                </a:pathLst>
              </a:custGeom>
              <a:solidFill>
                <a:srgbClr val="EBF3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  <p:sp>
            <p:nvSpPr>
              <p:cNvPr id="528" name="íśľíďe" descr="04847067-0256-4039-b6cc-2075667b00a9"/>
              <p:cNvSpPr/>
              <p:nvPr/>
            </p:nvSpPr>
            <p:spPr bwMode="auto">
              <a:xfrm>
                <a:off x="7604125" y="1250950"/>
                <a:ext cx="885825" cy="1019175"/>
              </a:xfrm>
              <a:custGeom>
                <a:avLst/>
                <a:gdLst>
                  <a:gd name="T0" fmla="*/ 229 w 235"/>
                  <a:gd name="T1" fmla="*/ 123 h 270"/>
                  <a:gd name="T2" fmla="*/ 204 w 235"/>
                  <a:gd name="T3" fmla="*/ 217 h 270"/>
                  <a:gd name="T4" fmla="*/ 72 w 235"/>
                  <a:gd name="T5" fmla="*/ 247 h 270"/>
                  <a:gd name="T6" fmla="*/ 72 w 235"/>
                  <a:gd name="T7" fmla="*/ 247 h 270"/>
                  <a:gd name="T8" fmla="*/ 32 w 235"/>
                  <a:gd name="T9" fmla="*/ 270 h 270"/>
                  <a:gd name="T10" fmla="*/ 43 w 235"/>
                  <a:gd name="T11" fmla="*/ 228 h 270"/>
                  <a:gd name="T12" fmla="*/ 7 w 235"/>
                  <a:gd name="T13" fmla="*/ 163 h 270"/>
                  <a:gd name="T14" fmla="*/ 33 w 235"/>
                  <a:gd name="T15" fmla="*/ 69 h 270"/>
                  <a:gd name="T16" fmla="*/ 229 w 235"/>
                  <a:gd name="T17" fmla="*/ 123 h 2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5" h="270">
                    <a:moveTo>
                      <a:pt x="229" y="123"/>
                    </a:moveTo>
                    <a:cubicBezTo>
                      <a:pt x="235" y="158"/>
                      <a:pt x="226" y="192"/>
                      <a:pt x="204" y="217"/>
                    </a:cubicBezTo>
                    <a:cubicBezTo>
                      <a:pt x="166" y="258"/>
                      <a:pt x="115" y="264"/>
                      <a:pt x="72" y="247"/>
                    </a:cubicBezTo>
                    <a:cubicBezTo>
                      <a:pt x="72" y="247"/>
                      <a:pt x="72" y="247"/>
                      <a:pt x="72" y="247"/>
                    </a:cubicBezTo>
                    <a:cubicBezTo>
                      <a:pt x="32" y="270"/>
                      <a:pt x="32" y="270"/>
                      <a:pt x="32" y="270"/>
                    </a:cubicBezTo>
                    <a:cubicBezTo>
                      <a:pt x="43" y="228"/>
                      <a:pt x="43" y="228"/>
                      <a:pt x="43" y="228"/>
                    </a:cubicBezTo>
                    <a:cubicBezTo>
                      <a:pt x="25" y="213"/>
                      <a:pt x="11" y="191"/>
                      <a:pt x="7" y="163"/>
                    </a:cubicBezTo>
                    <a:cubicBezTo>
                      <a:pt x="0" y="130"/>
                      <a:pt x="10" y="94"/>
                      <a:pt x="33" y="69"/>
                    </a:cubicBezTo>
                    <a:cubicBezTo>
                      <a:pt x="97" y="0"/>
                      <a:pt x="210" y="31"/>
                      <a:pt x="229" y="1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  <p:sp>
            <p:nvSpPr>
              <p:cNvPr id="529" name="išḷiḑe" descr="1087dbd6-fbbc-4c13-943f-adf4ee20eb24"/>
              <p:cNvSpPr/>
              <p:nvPr/>
            </p:nvSpPr>
            <p:spPr bwMode="auto">
              <a:xfrm>
                <a:off x="7900988" y="1568450"/>
                <a:ext cx="287338" cy="463550"/>
              </a:xfrm>
              <a:custGeom>
                <a:avLst/>
                <a:gdLst>
                  <a:gd name="T0" fmla="*/ 12 w 76"/>
                  <a:gd name="T1" fmla="*/ 39 h 123"/>
                  <a:gd name="T2" fmla="*/ 2 w 76"/>
                  <a:gd name="T3" fmla="*/ 25 h 123"/>
                  <a:gd name="T4" fmla="*/ 39 w 76"/>
                  <a:gd name="T5" fmla="*/ 0 h 123"/>
                  <a:gd name="T6" fmla="*/ 76 w 76"/>
                  <a:gd name="T7" fmla="*/ 31 h 123"/>
                  <a:gd name="T8" fmla="*/ 50 w 76"/>
                  <a:gd name="T9" fmla="*/ 72 h 123"/>
                  <a:gd name="T10" fmla="*/ 40 w 76"/>
                  <a:gd name="T11" fmla="*/ 80 h 123"/>
                  <a:gd name="T12" fmla="*/ 31 w 76"/>
                  <a:gd name="T13" fmla="*/ 65 h 123"/>
                  <a:gd name="T14" fmla="*/ 48 w 76"/>
                  <a:gd name="T15" fmla="*/ 36 h 123"/>
                  <a:gd name="T16" fmla="*/ 37 w 76"/>
                  <a:gd name="T17" fmla="*/ 25 h 123"/>
                  <a:gd name="T18" fmla="*/ 23 w 76"/>
                  <a:gd name="T19" fmla="*/ 32 h 123"/>
                  <a:gd name="T20" fmla="*/ 12 w 76"/>
                  <a:gd name="T21" fmla="*/ 39 h 123"/>
                  <a:gd name="T22" fmla="*/ 51 w 76"/>
                  <a:gd name="T23" fmla="*/ 110 h 123"/>
                  <a:gd name="T24" fmla="*/ 38 w 76"/>
                  <a:gd name="T25" fmla="*/ 123 h 123"/>
                  <a:gd name="T26" fmla="*/ 23 w 76"/>
                  <a:gd name="T27" fmla="*/ 108 h 123"/>
                  <a:gd name="T28" fmla="*/ 35 w 76"/>
                  <a:gd name="T29" fmla="*/ 94 h 123"/>
                  <a:gd name="T30" fmla="*/ 51 w 76"/>
                  <a:gd name="T31" fmla="*/ 110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76" h="123">
                    <a:moveTo>
                      <a:pt x="12" y="39"/>
                    </a:moveTo>
                    <a:cubicBezTo>
                      <a:pt x="5" y="39"/>
                      <a:pt x="0" y="32"/>
                      <a:pt x="2" y="25"/>
                    </a:cubicBezTo>
                    <a:cubicBezTo>
                      <a:pt x="7" y="9"/>
                      <a:pt x="20" y="0"/>
                      <a:pt x="39" y="0"/>
                    </a:cubicBezTo>
                    <a:cubicBezTo>
                      <a:pt x="61" y="0"/>
                      <a:pt x="76" y="11"/>
                      <a:pt x="76" y="31"/>
                    </a:cubicBezTo>
                    <a:cubicBezTo>
                      <a:pt x="76" y="53"/>
                      <a:pt x="56" y="58"/>
                      <a:pt x="50" y="72"/>
                    </a:cubicBezTo>
                    <a:cubicBezTo>
                      <a:pt x="49" y="77"/>
                      <a:pt x="45" y="80"/>
                      <a:pt x="40" y="80"/>
                    </a:cubicBezTo>
                    <a:cubicBezTo>
                      <a:pt x="32" y="80"/>
                      <a:pt x="27" y="72"/>
                      <a:pt x="31" y="65"/>
                    </a:cubicBezTo>
                    <a:cubicBezTo>
                      <a:pt x="35" y="53"/>
                      <a:pt x="48" y="48"/>
                      <a:pt x="48" y="36"/>
                    </a:cubicBezTo>
                    <a:cubicBezTo>
                      <a:pt x="49" y="29"/>
                      <a:pt x="43" y="25"/>
                      <a:pt x="37" y="25"/>
                    </a:cubicBezTo>
                    <a:cubicBezTo>
                      <a:pt x="31" y="23"/>
                      <a:pt x="26" y="26"/>
                      <a:pt x="23" y="32"/>
                    </a:cubicBezTo>
                    <a:cubicBezTo>
                      <a:pt x="22" y="37"/>
                      <a:pt x="17" y="39"/>
                      <a:pt x="12" y="39"/>
                    </a:cubicBezTo>
                    <a:close/>
                    <a:moveTo>
                      <a:pt x="51" y="110"/>
                    </a:moveTo>
                    <a:cubicBezTo>
                      <a:pt x="51" y="118"/>
                      <a:pt x="45" y="123"/>
                      <a:pt x="38" y="123"/>
                    </a:cubicBezTo>
                    <a:cubicBezTo>
                      <a:pt x="29" y="123"/>
                      <a:pt x="23" y="116"/>
                      <a:pt x="23" y="108"/>
                    </a:cubicBezTo>
                    <a:cubicBezTo>
                      <a:pt x="23" y="101"/>
                      <a:pt x="28" y="94"/>
                      <a:pt x="35" y="94"/>
                    </a:cubicBezTo>
                    <a:cubicBezTo>
                      <a:pt x="45" y="93"/>
                      <a:pt x="54" y="101"/>
                      <a:pt x="51" y="11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  <p:sp>
            <p:nvSpPr>
              <p:cNvPr id="530" name="iśḷïḓe" descr="4972b1a4-5817-4d34-b732-3f54d2be6a24"/>
              <p:cNvSpPr/>
              <p:nvPr/>
            </p:nvSpPr>
            <p:spPr bwMode="auto">
              <a:xfrm>
                <a:off x="5073650" y="2598738"/>
                <a:ext cx="750888" cy="644525"/>
              </a:xfrm>
              <a:custGeom>
                <a:avLst/>
                <a:gdLst>
                  <a:gd name="T0" fmla="*/ 83 w 199"/>
                  <a:gd name="T1" fmla="*/ 7 h 171"/>
                  <a:gd name="T2" fmla="*/ 152 w 199"/>
                  <a:gd name="T3" fmla="*/ 20 h 171"/>
                  <a:gd name="T4" fmla="*/ 180 w 199"/>
                  <a:gd name="T5" fmla="*/ 112 h 171"/>
                  <a:gd name="T6" fmla="*/ 180 w 199"/>
                  <a:gd name="T7" fmla="*/ 112 h 171"/>
                  <a:gd name="T8" fmla="*/ 199 w 199"/>
                  <a:gd name="T9" fmla="*/ 141 h 171"/>
                  <a:gd name="T10" fmla="*/ 168 w 199"/>
                  <a:gd name="T11" fmla="*/ 134 h 171"/>
                  <a:gd name="T12" fmla="*/ 123 w 199"/>
                  <a:gd name="T13" fmla="*/ 165 h 171"/>
                  <a:gd name="T14" fmla="*/ 54 w 199"/>
                  <a:gd name="T15" fmla="*/ 150 h 171"/>
                  <a:gd name="T16" fmla="*/ 83 w 199"/>
                  <a:gd name="T17" fmla="*/ 7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99" h="171">
                    <a:moveTo>
                      <a:pt x="83" y="7"/>
                    </a:moveTo>
                    <a:cubicBezTo>
                      <a:pt x="106" y="0"/>
                      <a:pt x="132" y="5"/>
                      <a:pt x="152" y="20"/>
                    </a:cubicBezTo>
                    <a:cubicBezTo>
                      <a:pt x="182" y="44"/>
                      <a:pt x="191" y="81"/>
                      <a:pt x="180" y="112"/>
                    </a:cubicBezTo>
                    <a:cubicBezTo>
                      <a:pt x="180" y="112"/>
                      <a:pt x="180" y="112"/>
                      <a:pt x="180" y="112"/>
                    </a:cubicBezTo>
                    <a:cubicBezTo>
                      <a:pt x="199" y="141"/>
                      <a:pt x="199" y="141"/>
                      <a:pt x="199" y="141"/>
                    </a:cubicBezTo>
                    <a:cubicBezTo>
                      <a:pt x="168" y="134"/>
                      <a:pt x="168" y="134"/>
                      <a:pt x="168" y="134"/>
                    </a:cubicBezTo>
                    <a:cubicBezTo>
                      <a:pt x="158" y="149"/>
                      <a:pt x="143" y="159"/>
                      <a:pt x="123" y="165"/>
                    </a:cubicBezTo>
                    <a:cubicBezTo>
                      <a:pt x="99" y="171"/>
                      <a:pt x="73" y="166"/>
                      <a:pt x="54" y="150"/>
                    </a:cubicBezTo>
                    <a:cubicBezTo>
                      <a:pt x="0" y="108"/>
                      <a:pt x="16" y="25"/>
                      <a:pt x="83" y="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  <p:sp>
            <p:nvSpPr>
              <p:cNvPr id="531" name="ï$ḻíḓè" descr="9f7c2296-fbdf-488b-b9ba-c0d2a49c96db"/>
              <p:cNvSpPr/>
              <p:nvPr/>
            </p:nvSpPr>
            <p:spPr bwMode="auto">
              <a:xfrm>
                <a:off x="5345113" y="2976563"/>
                <a:ext cx="57150" cy="60325"/>
              </a:xfrm>
              <a:custGeom>
                <a:avLst/>
                <a:gdLst>
                  <a:gd name="T0" fmla="*/ 3 w 15"/>
                  <a:gd name="T1" fmla="*/ 13 h 16"/>
                  <a:gd name="T2" fmla="*/ 2 w 15"/>
                  <a:gd name="T3" fmla="*/ 3 h 16"/>
                  <a:gd name="T4" fmla="*/ 12 w 15"/>
                  <a:gd name="T5" fmla="*/ 3 h 16"/>
                  <a:gd name="T6" fmla="*/ 13 w 15"/>
                  <a:gd name="T7" fmla="*/ 12 h 16"/>
                  <a:gd name="T8" fmla="*/ 3 w 15"/>
                  <a:gd name="T9" fmla="*/ 13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" h="16">
                    <a:moveTo>
                      <a:pt x="3" y="13"/>
                    </a:moveTo>
                    <a:cubicBezTo>
                      <a:pt x="0" y="11"/>
                      <a:pt x="0" y="6"/>
                      <a:pt x="2" y="3"/>
                    </a:cubicBezTo>
                    <a:cubicBezTo>
                      <a:pt x="4" y="1"/>
                      <a:pt x="9" y="0"/>
                      <a:pt x="12" y="3"/>
                    </a:cubicBezTo>
                    <a:cubicBezTo>
                      <a:pt x="15" y="5"/>
                      <a:pt x="15" y="9"/>
                      <a:pt x="13" y="12"/>
                    </a:cubicBezTo>
                    <a:cubicBezTo>
                      <a:pt x="10" y="15"/>
                      <a:pt x="6" y="16"/>
                      <a:pt x="3" y="1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  <p:sp>
            <p:nvSpPr>
              <p:cNvPr id="532" name="íŝḻïḍe" descr="d5493384-dea4-451b-b97c-63e1787f6356"/>
              <p:cNvSpPr/>
              <p:nvPr/>
            </p:nvSpPr>
            <p:spPr bwMode="auto">
              <a:xfrm>
                <a:off x="5421313" y="2881313"/>
                <a:ext cx="60325" cy="60325"/>
              </a:xfrm>
              <a:custGeom>
                <a:avLst/>
                <a:gdLst>
                  <a:gd name="T0" fmla="*/ 4 w 16"/>
                  <a:gd name="T1" fmla="*/ 13 h 16"/>
                  <a:gd name="T2" fmla="*/ 3 w 16"/>
                  <a:gd name="T3" fmla="*/ 3 h 16"/>
                  <a:gd name="T4" fmla="*/ 12 w 16"/>
                  <a:gd name="T5" fmla="*/ 2 h 16"/>
                  <a:gd name="T6" fmla="*/ 13 w 16"/>
                  <a:gd name="T7" fmla="*/ 12 h 16"/>
                  <a:gd name="T8" fmla="*/ 4 w 16"/>
                  <a:gd name="T9" fmla="*/ 13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16">
                    <a:moveTo>
                      <a:pt x="4" y="13"/>
                    </a:moveTo>
                    <a:cubicBezTo>
                      <a:pt x="1" y="11"/>
                      <a:pt x="0" y="6"/>
                      <a:pt x="3" y="3"/>
                    </a:cubicBezTo>
                    <a:cubicBezTo>
                      <a:pt x="5" y="0"/>
                      <a:pt x="9" y="0"/>
                      <a:pt x="12" y="2"/>
                    </a:cubicBezTo>
                    <a:cubicBezTo>
                      <a:pt x="15" y="5"/>
                      <a:pt x="16" y="9"/>
                      <a:pt x="13" y="12"/>
                    </a:cubicBezTo>
                    <a:cubicBezTo>
                      <a:pt x="11" y="15"/>
                      <a:pt x="7" y="16"/>
                      <a:pt x="4" y="1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  <p:sp>
            <p:nvSpPr>
              <p:cNvPr id="533" name="íślíḑé" descr="a8109339-92c2-402f-a7e3-daf35605d6a9"/>
              <p:cNvSpPr/>
              <p:nvPr/>
            </p:nvSpPr>
            <p:spPr bwMode="auto">
              <a:xfrm>
                <a:off x="5500688" y="2787650"/>
                <a:ext cx="55563" cy="55563"/>
              </a:xfrm>
              <a:custGeom>
                <a:avLst/>
                <a:gdLst>
                  <a:gd name="T0" fmla="*/ 3 w 15"/>
                  <a:gd name="T1" fmla="*/ 13 h 15"/>
                  <a:gd name="T2" fmla="*/ 2 w 15"/>
                  <a:gd name="T3" fmla="*/ 3 h 15"/>
                  <a:gd name="T4" fmla="*/ 12 w 15"/>
                  <a:gd name="T5" fmla="*/ 2 h 15"/>
                  <a:gd name="T6" fmla="*/ 13 w 15"/>
                  <a:gd name="T7" fmla="*/ 12 h 15"/>
                  <a:gd name="T8" fmla="*/ 3 w 15"/>
                  <a:gd name="T9" fmla="*/ 13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" h="15">
                    <a:moveTo>
                      <a:pt x="3" y="13"/>
                    </a:moveTo>
                    <a:cubicBezTo>
                      <a:pt x="0" y="11"/>
                      <a:pt x="0" y="6"/>
                      <a:pt x="2" y="3"/>
                    </a:cubicBezTo>
                    <a:cubicBezTo>
                      <a:pt x="5" y="0"/>
                      <a:pt x="9" y="0"/>
                      <a:pt x="12" y="2"/>
                    </a:cubicBezTo>
                    <a:cubicBezTo>
                      <a:pt x="15" y="5"/>
                      <a:pt x="15" y="9"/>
                      <a:pt x="13" y="12"/>
                    </a:cubicBezTo>
                    <a:cubicBezTo>
                      <a:pt x="10" y="15"/>
                      <a:pt x="6" y="15"/>
                      <a:pt x="3" y="1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  <p:sp>
            <p:nvSpPr>
              <p:cNvPr id="534" name="ïṩ1ïḋè" descr="e5ac93bd-f198-4304-828d-b1d0f70f4a5b"/>
              <p:cNvSpPr/>
              <p:nvPr/>
            </p:nvSpPr>
            <p:spPr bwMode="auto">
              <a:xfrm>
                <a:off x="8166100" y="4519613"/>
                <a:ext cx="1077913" cy="814388"/>
              </a:xfrm>
              <a:custGeom>
                <a:avLst/>
                <a:gdLst>
                  <a:gd name="T0" fmla="*/ 60 w 286"/>
                  <a:gd name="T1" fmla="*/ 164 h 216"/>
                  <a:gd name="T2" fmla="*/ 28 w 286"/>
                  <a:gd name="T3" fmla="*/ 85 h 216"/>
                  <a:gd name="T4" fmla="*/ 74 w 286"/>
                  <a:gd name="T5" fmla="*/ 50 h 216"/>
                  <a:gd name="T6" fmla="*/ 74 w 286"/>
                  <a:gd name="T7" fmla="*/ 119 h 216"/>
                  <a:gd name="T8" fmla="*/ 83 w 286"/>
                  <a:gd name="T9" fmla="*/ 43 h 216"/>
                  <a:gd name="T10" fmla="*/ 170 w 286"/>
                  <a:gd name="T11" fmla="*/ 15 h 216"/>
                  <a:gd name="T12" fmla="*/ 144 w 286"/>
                  <a:gd name="T13" fmla="*/ 80 h 216"/>
                  <a:gd name="T14" fmla="*/ 201 w 286"/>
                  <a:gd name="T15" fmla="*/ 11 h 216"/>
                  <a:gd name="T16" fmla="*/ 276 w 286"/>
                  <a:gd name="T17" fmla="*/ 38 h 216"/>
                  <a:gd name="T18" fmla="*/ 260 w 286"/>
                  <a:gd name="T19" fmla="*/ 97 h 216"/>
                  <a:gd name="T20" fmla="*/ 190 w 286"/>
                  <a:gd name="T21" fmla="*/ 107 h 216"/>
                  <a:gd name="T22" fmla="*/ 256 w 286"/>
                  <a:gd name="T23" fmla="*/ 120 h 216"/>
                  <a:gd name="T24" fmla="*/ 198 w 286"/>
                  <a:gd name="T25" fmla="*/ 180 h 216"/>
                  <a:gd name="T26" fmla="*/ 133 w 286"/>
                  <a:gd name="T27" fmla="*/ 154 h 216"/>
                  <a:gd name="T28" fmla="*/ 108 w 286"/>
                  <a:gd name="T29" fmla="*/ 164 h 216"/>
                  <a:gd name="T30" fmla="*/ 170 w 286"/>
                  <a:gd name="T31" fmla="*/ 180 h 216"/>
                  <a:gd name="T32" fmla="*/ 169 w 286"/>
                  <a:gd name="T33" fmla="*/ 209 h 216"/>
                  <a:gd name="T34" fmla="*/ 71 w 286"/>
                  <a:gd name="T35" fmla="*/ 188 h 216"/>
                  <a:gd name="T36" fmla="*/ 60 w 286"/>
                  <a:gd name="T37" fmla="*/ 164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86" h="216">
                    <a:moveTo>
                      <a:pt x="60" y="164"/>
                    </a:moveTo>
                    <a:cubicBezTo>
                      <a:pt x="60" y="164"/>
                      <a:pt x="0" y="131"/>
                      <a:pt x="28" y="85"/>
                    </a:cubicBezTo>
                    <a:cubicBezTo>
                      <a:pt x="28" y="85"/>
                      <a:pt x="50" y="57"/>
                      <a:pt x="74" y="50"/>
                    </a:cubicBezTo>
                    <a:cubicBezTo>
                      <a:pt x="74" y="50"/>
                      <a:pt x="61" y="118"/>
                      <a:pt x="74" y="119"/>
                    </a:cubicBezTo>
                    <a:cubicBezTo>
                      <a:pt x="87" y="121"/>
                      <a:pt x="83" y="43"/>
                      <a:pt x="83" y="43"/>
                    </a:cubicBezTo>
                    <a:cubicBezTo>
                      <a:pt x="83" y="43"/>
                      <a:pt x="146" y="13"/>
                      <a:pt x="170" y="15"/>
                    </a:cubicBezTo>
                    <a:cubicBezTo>
                      <a:pt x="170" y="15"/>
                      <a:pt x="131" y="81"/>
                      <a:pt x="144" y="80"/>
                    </a:cubicBezTo>
                    <a:cubicBezTo>
                      <a:pt x="157" y="78"/>
                      <a:pt x="201" y="11"/>
                      <a:pt x="201" y="11"/>
                    </a:cubicBezTo>
                    <a:cubicBezTo>
                      <a:pt x="201" y="11"/>
                      <a:pt x="265" y="0"/>
                      <a:pt x="276" y="38"/>
                    </a:cubicBezTo>
                    <a:cubicBezTo>
                      <a:pt x="286" y="76"/>
                      <a:pt x="269" y="95"/>
                      <a:pt x="260" y="97"/>
                    </a:cubicBezTo>
                    <a:cubicBezTo>
                      <a:pt x="250" y="100"/>
                      <a:pt x="189" y="99"/>
                      <a:pt x="190" y="107"/>
                    </a:cubicBezTo>
                    <a:cubicBezTo>
                      <a:pt x="192" y="115"/>
                      <a:pt x="233" y="127"/>
                      <a:pt x="256" y="120"/>
                    </a:cubicBezTo>
                    <a:cubicBezTo>
                      <a:pt x="256" y="120"/>
                      <a:pt x="231" y="183"/>
                      <a:pt x="198" y="180"/>
                    </a:cubicBezTo>
                    <a:cubicBezTo>
                      <a:pt x="164" y="177"/>
                      <a:pt x="154" y="156"/>
                      <a:pt x="133" y="154"/>
                    </a:cubicBezTo>
                    <a:cubicBezTo>
                      <a:pt x="112" y="153"/>
                      <a:pt x="97" y="158"/>
                      <a:pt x="108" y="164"/>
                    </a:cubicBezTo>
                    <a:cubicBezTo>
                      <a:pt x="118" y="170"/>
                      <a:pt x="153" y="166"/>
                      <a:pt x="170" y="180"/>
                    </a:cubicBezTo>
                    <a:cubicBezTo>
                      <a:pt x="186" y="194"/>
                      <a:pt x="200" y="203"/>
                      <a:pt x="169" y="209"/>
                    </a:cubicBezTo>
                    <a:cubicBezTo>
                      <a:pt x="138" y="216"/>
                      <a:pt x="82" y="212"/>
                      <a:pt x="71" y="188"/>
                    </a:cubicBezTo>
                    <a:cubicBezTo>
                      <a:pt x="60" y="164"/>
                      <a:pt x="60" y="164"/>
                      <a:pt x="60" y="164"/>
                    </a:cubicBez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  <p:sp>
            <p:nvSpPr>
              <p:cNvPr id="535" name="îṩļíḋê" descr="81689848-bfaf-4e40-b185-99125cacaf3f"/>
              <p:cNvSpPr/>
              <p:nvPr/>
            </p:nvSpPr>
            <p:spPr bwMode="auto">
              <a:xfrm>
                <a:off x="8293100" y="4708525"/>
                <a:ext cx="800100" cy="693738"/>
              </a:xfrm>
              <a:custGeom>
                <a:avLst/>
                <a:gdLst>
                  <a:gd name="T0" fmla="*/ 212 w 212"/>
                  <a:gd name="T1" fmla="*/ 0 h 184"/>
                  <a:gd name="T2" fmla="*/ 26 w 212"/>
                  <a:gd name="T3" fmla="*/ 114 h 184"/>
                  <a:gd name="T4" fmla="*/ 10 w 212"/>
                  <a:gd name="T5" fmla="*/ 172 h 184"/>
                  <a:gd name="T6" fmla="*/ 10 w 212"/>
                  <a:gd name="T7" fmla="*/ 184 h 184"/>
                  <a:gd name="T8" fmla="*/ 37 w 212"/>
                  <a:gd name="T9" fmla="*/ 138 h 184"/>
                  <a:gd name="T10" fmla="*/ 212 w 212"/>
                  <a:gd name="T11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12" h="184">
                    <a:moveTo>
                      <a:pt x="212" y="0"/>
                    </a:moveTo>
                    <a:cubicBezTo>
                      <a:pt x="212" y="0"/>
                      <a:pt x="45" y="54"/>
                      <a:pt x="26" y="114"/>
                    </a:cubicBezTo>
                    <a:cubicBezTo>
                      <a:pt x="26" y="114"/>
                      <a:pt x="27" y="141"/>
                      <a:pt x="10" y="17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10" y="184"/>
                      <a:pt x="27" y="143"/>
                      <a:pt x="37" y="138"/>
                    </a:cubicBezTo>
                    <a:cubicBezTo>
                      <a:pt x="37" y="138"/>
                      <a:pt x="0" y="85"/>
                      <a:pt x="21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  <p:sp>
            <p:nvSpPr>
              <p:cNvPr id="536" name="iṣḷïdé" descr="ced727fa-b845-4ba0-bf86-547032bfa81b"/>
              <p:cNvSpPr/>
              <p:nvPr/>
            </p:nvSpPr>
            <p:spPr bwMode="auto">
              <a:xfrm>
                <a:off x="8281988" y="5300663"/>
                <a:ext cx="93663" cy="180975"/>
              </a:xfrm>
              <a:custGeom>
                <a:avLst/>
                <a:gdLst>
                  <a:gd name="T0" fmla="*/ 0 w 25"/>
                  <a:gd name="T1" fmla="*/ 48 h 48"/>
                  <a:gd name="T2" fmla="*/ 8 w 25"/>
                  <a:gd name="T3" fmla="*/ 48 h 48"/>
                  <a:gd name="T4" fmla="*/ 14 w 25"/>
                  <a:gd name="T5" fmla="*/ 25 h 48"/>
                  <a:gd name="T6" fmla="*/ 14 w 25"/>
                  <a:gd name="T7" fmla="*/ 25 h 48"/>
                  <a:gd name="T8" fmla="*/ 14 w 25"/>
                  <a:gd name="T9" fmla="*/ 25 h 48"/>
                  <a:gd name="T10" fmla="*/ 15 w 25"/>
                  <a:gd name="T11" fmla="*/ 21 h 48"/>
                  <a:gd name="T12" fmla="*/ 16 w 25"/>
                  <a:gd name="T13" fmla="*/ 21 h 48"/>
                  <a:gd name="T14" fmla="*/ 16 w 25"/>
                  <a:gd name="T15" fmla="*/ 21 h 48"/>
                  <a:gd name="T16" fmla="*/ 20 w 25"/>
                  <a:gd name="T17" fmla="*/ 12 h 48"/>
                  <a:gd name="T18" fmla="*/ 20 w 25"/>
                  <a:gd name="T19" fmla="*/ 12 h 48"/>
                  <a:gd name="T20" fmla="*/ 20 w 25"/>
                  <a:gd name="T21" fmla="*/ 12 h 48"/>
                  <a:gd name="T22" fmla="*/ 13 w 25"/>
                  <a:gd name="T23" fmla="*/ 15 h 48"/>
                  <a:gd name="T24" fmla="*/ 0 w 25"/>
                  <a:gd name="T25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5" h="48">
                    <a:moveTo>
                      <a:pt x="0" y="48"/>
                    </a:moveTo>
                    <a:cubicBezTo>
                      <a:pt x="8" y="48"/>
                      <a:pt x="8" y="48"/>
                      <a:pt x="8" y="48"/>
                    </a:cubicBezTo>
                    <a:cubicBezTo>
                      <a:pt x="9" y="40"/>
                      <a:pt x="11" y="32"/>
                      <a:pt x="14" y="25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4"/>
                      <a:pt x="15" y="22"/>
                      <a:pt x="15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8" y="17"/>
                      <a:pt x="19" y="14"/>
                      <a:pt x="20" y="12"/>
                    </a:cubicBezTo>
                    <a:cubicBezTo>
                      <a:pt x="20" y="12"/>
                      <a:pt x="20" y="12"/>
                      <a:pt x="20" y="12"/>
                    </a:cubicBezTo>
                    <a:cubicBezTo>
                      <a:pt x="20" y="12"/>
                      <a:pt x="20" y="12"/>
                      <a:pt x="20" y="12"/>
                    </a:cubicBezTo>
                    <a:cubicBezTo>
                      <a:pt x="25" y="0"/>
                      <a:pt x="13" y="15"/>
                      <a:pt x="13" y="15"/>
                    </a:cubicBezTo>
                    <a:cubicBezTo>
                      <a:pt x="13" y="15"/>
                      <a:pt x="4" y="28"/>
                      <a:pt x="0" y="4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</p:grpSp>
        <p:grpSp>
          <p:nvGrpSpPr>
            <p:cNvPr id="5" name="组合 4" descr="77f40bf6-b61e-42b6-98c4-4d044d07f44a"/>
            <p:cNvGrpSpPr/>
            <p:nvPr/>
          </p:nvGrpSpPr>
          <p:grpSpPr>
            <a:xfrm>
              <a:off x="4893177" y="1471867"/>
              <a:ext cx="6625724" cy="4320666"/>
              <a:chOff x="4893177" y="1471867"/>
              <a:chExt cx="6625724" cy="4320666"/>
            </a:xfrm>
          </p:grpSpPr>
          <p:grpSp>
            <p:nvGrpSpPr>
              <p:cNvPr id="8" name="ïṩļîdé" descr="41c0c64a-5665-4544-979e-12891128fd1b"/>
              <p:cNvGrpSpPr/>
              <p:nvPr/>
            </p:nvGrpSpPr>
            <p:grpSpPr>
              <a:xfrm>
                <a:off x="4893177" y="1471867"/>
                <a:ext cx="6045478" cy="1257967"/>
                <a:chOff x="5382921" y="1214089"/>
                <a:chExt cx="4525198" cy="1026295"/>
              </a:xfrm>
            </p:grpSpPr>
            <p:sp>
              <p:nvSpPr>
                <p:cNvPr id="64" name="íşlíḑê" descr="8428b6ba-a51c-446f-9b68-bb8753e1984f"/>
                <p:cNvSpPr/>
                <p:nvPr/>
              </p:nvSpPr>
              <p:spPr>
                <a:xfrm>
                  <a:off x="5382921" y="1214089"/>
                  <a:ext cx="4525198" cy="1026295"/>
                </a:xfrm>
                <a:prstGeom prst="roundRect">
                  <a:avLst>
                    <a:gd name="adj" fmla="val 3000"/>
                  </a:avLst>
                </a:prstGeom>
                <a:solidFill>
                  <a:schemeClr val="accent1">
                    <a:alpha val="15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</a:p>
              </p:txBody>
            </p:sp>
            <p:sp>
              <p:nvSpPr>
                <p:cNvPr id="65" name="Bullet1" descr="c11c84b9-0cd4-49d6-ba3b-9771e7cfb424"/>
                <p:cNvSpPr txBox="1"/>
                <p:nvPr/>
              </p:nvSpPr>
              <p:spPr>
                <a:xfrm>
                  <a:off x="5595836" y="1263233"/>
                  <a:ext cx="4283664" cy="405612"/>
                </a:xfrm>
                <a:prstGeom prst="rect">
                  <a:avLst/>
                </a:prstGeom>
                <a:noFill/>
              </p:spPr>
              <p:txBody>
                <a:bodyPr wrap="square" rtlCol="0" anchor="b" anchorCtr="0">
                  <a:normAutofit/>
                </a:bodyPr>
                <a:lstStyle>
                  <a:defPPr>
                    <a:defRPr lang="zh-CN"/>
                  </a:defPPr>
                  <a:lvl1pPr>
                    <a:defRPr sz="1200" b="1">
                      <a:solidFill>
                        <a:schemeClr val="accent1"/>
                      </a:solidFill>
                    </a:defRPr>
                  </a:lvl1pPr>
                </a:lstStyle>
                <a:p>
                  <a:pPr algn="l"/>
                  <a:r>
                    <a:rPr lang="en-US" sz="1800" b="1" i="0" u="none">
                      <a:solidFill>
                        <a:srgbClr val="FFCFB3"/>
                      </a:solidFill>
                      <a:latin typeface="Arial" panose="020B0604020202020204"/>
                    </a:rPr>
                    <a:t>AI重塑开发环节</a:t>
                  </a:r>
                  <a:endParaRPr lang="en-US" sz="1800" b="1" i="0" u="none">
                    <a:solidFill>
                      <a:srgbClr val="FFCFB3"/>
                    </a:solidFill>
                    <a:latin typeface="Arial" panose="020B0604020202020204"/>
                  </a:endParaRPr>
                </a:p>
              </p:txBody>
            </p:sp>
            <p:sp>
              <p:nvSpPr>
                <p:cNvPr id="66" name="Text1" descr="c2c5e6e1-bcc8-4ba6-9efb-83ce5c2e217f"/>
                <p:cNvSpPr txBox="1"/>
                <p:nvPr/>
              </p:nvSpPr>
              <p:spPr>
                <a:xfrm>
                  <a:off x="5595836" y="1712838"/>
                  <a:ext cx="4284348" cy="527546"/>
                </a:xfrm>
                <a:prstGeom prst="rect">
                  <a:avLst/>
                </a:prstGeom>
                <a:noFill/>
              </p:spPr>
              <p:txBody>
                <a:bodyPr wrap="square" rtlCol="0" anchor="t" anchorCtr="0">
                  <a:normAutofit/>
                </a:bodyPr>
                <a:lstStyle>
                  <a:defPPr>
                    <a:defRPr lang="zh-CN"/>
                  </a:defPPr>
                  <a:lvl1pPr>
                    <a:lnSpc>
                      <a:spcPct val="150000"/>
                    </a:lnSpc>
                    <a:defRPr kumimoji="0" sz="1050" i="0" u="none" strike="noStrike" cap="none" spc="0" normalizeH="0" baseline="0">
                      <a:ln>
                        <a:noFill/>
                      </a:ln>
                      <a:effectLst/>
                      <a:uLnTx/>
                      <a:uFillTx/>
                    </a:defRPr>
                  </a:lvl1pPr>
                </a:lstStyle>
                <a:p>
                  <a:pPr algn="l">
                    <a:lnSpc>
                      <a:spcPct val="120000"/>
                    </a:lnSpc>
                  </a:pPr>
                  <a:r>
                    <a:rPr lang="en-US" sz="1200" b="0" i="0" u="none">
                      <a:solidFill>
                        <a:srgbClr val="FFFFFF"/>
                      </a:solidFill>
                      <a:ea typeface="微软雅黑" panose="020B0503020204020204" charset="-122"/>
                    </a:rPr>
                    <a:t>从代码生成到架构设计，从测试到部署，几乎每个环节都在被重塑。</a:t>
                  </a:r>
                  <a:endPara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68" name="íṣľide" descr="8662c498-4520-499a-a256-7451e3a9adc1"/>
                <p:cNvSpPr/>
                <p:nvPr/>
              </p:nvSpPr>
              <p:spPr>
                <a:xfrm>
                  <a:off x="5382921" y="1391672"/>
                  <a:ext cx="141624" cy="671129"/>
                </a:xfrm>
                <a:prstGeom prst="roundRect">
                  <a:avLst>
                    <a:gd name="adj" fmla="val 14000"/>
                  </a:avLst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</a:p>
              </p:txBody>
            </p:sp>
          </p:grpSp>
          <p:grpSp>
            <p:nvGrpSpPr>
              <p:cNvPr id="9" name="iṧḻiḍè" descr="b97b5e26-4d84-4c19-a9bb-2fab758a1b28"/>
              <p:cNvGrpSpPr/>
              <p:nvPr/>
            </p:nvGrpSpPr>
            <p:grpSpPr>
              <a:xfrm>
                <a:off x="5473423" y="3003217"/>
                <a:ext cx="6045478" cy="1257967"/>
                <a:chOff x="6897952" y="2470105"/>
                <a:chExt cx="4525198" cy="1026295"/>
              </a:xfrm>
            </p:grpSpPr>
            <p:sp>
              <p:nvSpPr>
                <p:cNvPr id="69" name="iṡḻiḓé" descr="a34d10f1-7cfc-4bc9-8356-39ede66a8f3f"/>
                <p:cNvSpPr/>
                <p:nvPr/>
              </p:nvSpPr>
              <p:spPr>
                <a:xfrm>
                  <a:off x="6897952" y="2470105"/>
                  <a:ext cx="4525198" cy="1026295"/>
                </a:xfrm>
                <a:prstGeom prst="roundRect">
                  <a:avLst>
                    <a:gd name="adj" fmla="val 3000"/>
                  </a:avLst>
                </a:prstGeom>
                <a:solidFill>
                  <a:schemeClr val="tx2">
                    <a:alpha val="15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</a:p>
              </p:txBody>
            </p:sp>
            <p:sp>
              <p:nvSpPr>
                <p:cNvPr id="70" name="Bullet2" descr="69fa318d-45ed-4d1f-8836-6ed113283399"/>
                <p:cNvSpPr txBox="1"/>
                <p:nvPr/>
              </p:nvSpPr>
              <p:spPr>
                <a:xfrm>
                  <a:off x="7098167" y="2478083"/>
                  <a:ext cx="4283664" cy="490771"/>
                </a:xfrm>
                <a:prstGeom prst="rect">
                  <a:avLst/>
                </a:prstGeom>
                <a:noFill/>
              </p:spPr>
              <p:txBody>
                <a:bodyPr wrap="square" rtlCol="0" anchor="b" anchorCtr="0">
                  <a:normAutofit/>
                </a:bodyPr>
                <a:lstStyle>
                  <a:defPPr>
                    <a:defRPr lang="zh-CN"/>
                  </a:defPPr>
                  <a:lvl1pPr>
                    <a:lnSpc>
                      <a:spcPct val="150000"/>
                    </a:lnSpc>
                    <a:defRPr kumimoji="0" sz="1400" b="1" i="0" u="none" strike="noStrike" cap="none" spc="0" normalizeH="0" baseline="0">
                      <a:ln>
                        <a:noFill/>
                      </a:ln>
                      <a:solidFill>
                        <a:schemeClr val="bg2">
                          <a:lumMod val="10000"/>
                        </a:schemeClr>
                      </a:solidFill>
                      <a:effectLst/>
                      <a:uLnTx/>
                      <a:uFillTx/>
                    </a:defRPr>
                  </a:lvl1pPr>
                </a:lstStyle>
                <a:p>
                  <a:pPr algn="l">
                    <a:lnSpc>
                      <a:spcPct val="100000"/>
                    </a:lnSpc>
                  </a:pPr>
                  <a:r>
                    <a:rPr lang="en-US" sz="1800" b="1" i="0" u="none">
                      <a:solidFill>
                        <a:srgbClr val="FFFFFF"/>
                      </a:solidFill>
                      <a:ea typeface="微软雅黑" panose="020B0503020204020204" charset="-122"/>
                    </a:rPr>
                    <a:t>编程新范式</a:t>
                  </a:r>
                  <a:endPara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71" name="Text2" descr="c6a4e977-9dff-4d89-b640-fe872545ff62"/>
                <p:cNvSpPr txBox="1"/>
                <p:nvPr/>
              </p:nvSpPr>
              <p:spPr>
                <a:xfrm>
                  <a:off x="7110867" y="2968854"/>
                  <a:ext cx="4284348" cy="527546"/>
                </a:xfrm>
                <a:prstGeom prst="rect">
                  <a:avLst/>
                </a:prstGeom>
                <a:noFill/>
              </p:spPr>
              <p:txBody>
                <a:bodyPr wrap="square" rtlCol="0" anchor="t" anchorCtr="0">
                  <a:normAutofit/>
                </a:bodyPr>
                <a:lstStyle>
                  <a:defPPr>
                    <a:defRPr lang="zh-CN"/>
                  </a:defPPr>
                  <a:lvl1pPr>
                    <a:lnSpc>
                      <a:spcPct val="150000"/>
                    </a:lnSpc>
                    <a:defRPr kumimoji="0" sz="1050" i="0" u="none" strike="noStrike" cap="none" spc="0" normalizeH="0" baseline="0">
                      <a:ln>
                        <a:noFill/>
                      </a:ln>
                      <a:effectLst/>
                      <a:uLnTx/>
                      <a:uFillTx/>
                    </a:defRPr>
                  </a:lvl1pPr>
                </a:lstStyle>
                <a:p>
                  <a:pPr algn="l">
                    <a:lnSpc>
                      <a:spcPct val="120000"/>
                    </a:lnSpc>
                  </a:pPr>
                  <a:r>
                    <a:rPr lang="en-US" sz="1200" b="0" i="0" u="none">
                      <a:solidFill>
                        <a:srgbClr val="FFFFFF"/>
                      </a:solidFill>
                      <a:ea typeface="微软雅黑" panose="020B0503020204020204" charset="-122"/>
                    </a:rPr>
                    <a:t>编程不再是纯粹的人类活动，而是人机协作的新范式。</a:t>
                  </a:r>
                  <a:endPara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73" name="íš1ïḋé" descr="7757f9e7-c85c-4e74-8fd3-54b154b3904f"/>
                <p:cNvSpPr/>
                <p:nvPr/>
              </p:nvSpPr>
              <p:spPr>
                <a:xfrm>
                  <a:off x="6897952" y="2647688"/>
                  <a:ext cx="141624" cy="671129"/>
                </a:xfrm>
                <a:prstGeom prst="roundRect">
                  <a:avLst>
                    <a:gd name="adj" fmla="val 14000"/>
                  </a:avLst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</a:p>
              </p:txBody>
            </p:sp>
          </p:grpSp>
          <p:grpSp>
            <p:nvGrpSpPr>
              <p:cNvPr id="7" name="íşḷïḑé" descr="4d187d09-503b-4607-b55f-9d036d032fbf"/>
              <p:cNvGrpSpPr/>
              <p:nvPr/>
            </p:nvGrpSpPr>
            <p:grpSpPr>
              <a:xfrm>
                <a:off x="5473423" y="4534566"/>
                <a:ext cx="6045478" cy="1257967"/>
                <a:chOff x="6897952" y="3726121"/>
                <a:chExt cx="4525198" cy="1026295"/>
              </a:xfrm>
            </p:grpSpPr>
            <p:sp>
              <p:nvSpPr>
                <p:cNvPr id="74" name="íṧ1íḓê" descr="56b51a92-e050-4f2b-9085-31438997d071"/>
                <p:cNvSpPr/>
                <p:nvPr/>
              </p:nvSpPr>
              <p:spPr>
                <a:xfrm>
                  <a:off x="6897952" y="3726121"/>
                  <a:ext cx="4525198" cy="1026295"/>
                </a:xfrm>
                <a:prstGeom prst="roundRect">
                  <a:avLst>
                    <a:gd name="adj" fmla="val 3000"/>
                  </a:avLst>
                </a:prstGeom>
                <a:solidFill>
                  <a:schemeClr val="tx2">
                    <a:alpha val="15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</a:p>
              </p:txBody>
            </p:sp>
            <p:sp>
              <p:nvSpPr>
                <p:cNvPr id="75" name="Bullet3" descr="9847909e-4617-4cea-8678-6c692f475981"/>
                <p:cNvSpPr txBox="1"/>
                <p:nvPr/>
              </p:nvSpPr>
              <p:spPr>
                <a:xfrm>
                  <a:off x="7098167" y="3734099"/>
                  <a:ext cx="4283664" cy="490771"/>
                </a:xfrm>
                <a:prstGeom prst="rect">
                  <a:avLst/>
                </a:prstGeom>
                <a:noFill/>
              </p:spPr>
              <p:txBody>
                <a:bodyPr wrap="square" rtlCol="0" anchor="b" anchorCtr="0">
                  <a:normAutofit/>
                </a:bodyPr>
                <a:lstStyle>
                  <a:defPPr>
                    <a:defRPr lang="zh-CN"/>
                  </a:defPPr>
                  <a:lvl1pPr>
                    <a:lnSpc>
                      <a:spcPct val="150000"/>
                    </a:lnSpc>
                    <a:defRPr kumimoji="0" sz="1400" b="1" i="0" u="none" strike="noStrike" cap="none" spc="0" normalizeH="0" baseline="0">
                      <a:ln>
                        <a:noFill/>
                      </a:ln>
                      <a:solidFill>
                        <a:schemeClr val="bg2">
                          <a:lumMod val="10000"/>
                        </a:schemeClr>
                      </a:solidFill>
                      <a:effectLst/>
                      <a:uLnTx/>
                      <a:uFillTx/>
                    </a:defRPr>
                  </a:lvl1pPr>
                </a:lstStyle>
                <a:p>
                  <a:pPr algn="l">
                    <a:lnSpc>
                      <a:spcPct val="100000"/>
                    </a:lnSpc>
                  </a:pPr>
                  <a:r>
                    <a:rPr lang="en-US" sz="1800" b="1" i="0" u="none">
                      <a:solidFill>
                        <a:srgbClr val="FFFFFF"/>
                      </a:solidFill>
                      <a:ea typeface="微软雅黑" panose="020B0503020204020204" charset="-122"/>
                    </a:rPr>
                    <a:t>历史性转折点</a:t>
                  </a:r>
                  <a:endPara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76" name="Text3" descr="13012977-f535-4647-8a1c-18a7d203ae2e"/>
                <p:cNvSpPr txBox="1"/>
                <p:nvPr/>
              </p:nvSpPr>
              <p:spPr>
                <a:xfrm>
                  <a:off x="7110867" y="4224870"/>
                  <a:ext cx="4284348" cy="527546"/>
                </a:xfrm>
                <a:prstGeom prst="rect">
                  <a:avLst/>
                </a:prstGeom>
                <a:noFill/>
              </p:spPr>
              <p:txBody>
                <a:bodyPr wrap="square" rtlCol="0" anchor="t" anchorCtr="0">
                  <a:normAutofit/>
                </a:bodyPr>
                <a:lstStyle>
                  <a:defPPr>
                    <a:defRPr lang="zh-CN"/>
                  </a:defPPr>
                  <a:lvl1pPr>
                    <a:lnSpc>
                      <a:spcPct val="150000"/>
                    </a:lnSpc>
                    <a:defRPr kumimoji="0" sz="1050" i="0" u="none" strike="noStrike" cap="none" spc="0" normalizeH="0" baseline="0">
                      <a:ln>
                        <a:noFill/>
                      </a:ln>
                      <a:effectLst/>
                      <a:uLnTx/>
                      <a:uFillTx/>
                    </a:defRPr>
                  </a:lvl1pPr>
                </a:lstStyle>
                <a:p>
                  <a:pPr algn="l">
                    <a:lnSpc>
                      <a:spcPct val="120000"/>
                    </a:lnSpc>
                  </a:pPr>
                  <a:r>
                    <a:rPr lang="en-US" sz="1200" b="0" i="0" u="none">
                      <a:solidFill>
                        <a:srgbClr val="FFFFFF"/>
                      </a:solidFill>
                      <a:ea typeface="微软雅黑" panose="020B0503020204020204" charset="-122"/>
                    </a:rPr>
                    <a:t>我们站在一个历史性的转折点，面临诸多新问题。</a:t>
                  </a:r>
                  <a:endPara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78" name="îṡľïďé" descr="6a351b13-bf32-4955-8ed6-2f4563f7cd48"/>
                <p:cNvSpPr/>
                <p:nvPr/>
              </p:nvSpPr>
              <p:spPr>
                <a:xfrm>
                  <a:off x="6897952" y="3903704"/>
                  <a:ext cx="141624" cy="671129"/>
                </a:xfrm>
                <a:prstGeom prst="roundRect">
                  <a:avLst>
                    <a:gd name="adj" fmla="val 14000"/>
                  </a:avLst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</a:p>
              </p:txBody>
            </p:sp>
          </p:grpSp>
        </p:grpSp>
        <p:sp>
          <p:nvSpPr>
            <p:cNvPr id="542" name="Title" descr="1419da8f-2351-462e-99bf-d1f2e58f11e9"/>
            <p:cNvSpPr txBox="1"/>
            <p:nvPr/>
          </p:nvSpPr>
          <p:spPr>
            <a:xfrm>
              <a:off x="660401" y="3861636"/>
              <a:ext cx="4364688" cy="1828401"/>
            </a:xfrm>
            <a:prstGeom prst="rect">
              <a:avLst/>
            </a:prstGeom>
            <a:noFill/>
          </p:spPr>
          <p:txBody>
            <a:bodyPr wrap="square" anchor="t" anchorCtr="0">
              <a:normAutofit/>
            </a:bodyPr>
            <a:lstStyle/>
            <a:p>
              <a:pPr algn="l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 i="0" u="none" strike="noStrike">
                  <a:solidFill>
                    <a:srgbClr val="FFCFB3"/>
                  </a:solidFill>
                  <a:ea typeface="微软雅黑" panose="020B0503020204020204" charset="-122"/>
                </a:rPr>
                <a:t>编程进入人机协作新范式</a:t>
              </a:r>
              <a:endParaRPr lang="en-US" sz="2400" b="1" i="0" u="none" strike="noStrike">
                <a:solidFill>
                  <a:srgbClr val="FFCFB3"/>
                </a:solidFill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5a12860-57d0-435d-97c1-4c6d2d8d7d77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FFFFFF"/>
                </a:solidFill>
                <a:ea typeface="微软雅黑" panose="020B0503020204020204" charset="-122"/>
              </a:rPr>
              <a:t>面临的新问题</a:t>
            </a:r>
            <a:endParaRPr lang="en-US" sz="2800" b="1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grpSp>
        <p:nvGrpSpPr>
          <p:cNvPr id="53" name="adf870f0-1acb-452c-bfb1-bb032befdf34.source.5.zh-Hans.pptx" descr="ac29c13b-1053-457b-b37c-8bf27c3387f8"/>
          <p:cNvGrpSpPr/>
          <p:nvPr/>
        </p:nvGrpSpPr>
        <p:grpSpPr>
          <a:xfrm>
            <a:off x="660400" y="1130300"/>
            <a:ext cx="10718800" cy="5003799"/>
            <a:chOff x="660400" y="1130300"/>
            <a:chExt cx="10718800" cy="5003799"/>
          </a:xfrm>
        </p:grpSpPr>
        <p:sp>
          <p:nvSpPr>
            <p:cNvPr id="23" name="Title" descr="54e5a59b-b3e3-4f75-bc0d-25776df5f228"/>
            <p:cNvSpPr txBox="1"/>
            <p:nvPr/>
          </p:nvSpPr>
          <p:spPr>
            <a:xfrm>
              <a:off x="660400" y="1130300"/>
              <a:ext cx="3511550" cy="50037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l"/>
              <a:r>
                <a:rPr lang="en-US" sz="2400" b="1" i="0" u="none">
                  <a:solidFill>
                    <a:srgbClr val="FFFFFF"/>
                  </a:solidFill>
                  <a:ea typeface="微软雅黑" panose="020B0503020204020204" charset="-122"/>
                </a:rPr>
                <a:t>探讨AI编程带来的新挑战</a:t>
              </a:r>
              <a:endParaRPr lang="en-US" sz="2400" b="1" i="0" u="none">
                <a:solidFill>
                  <a:srgbClr val="FFFFFF"/>
                </a:solidFill>
                <a:ea typeface="微软雅黑" panose="020B0503020204020204" charset="-122"/>
              </a:endParaRPr>
            </a:p>
          </p:txBody>
        </p:sp>
        <p:grpSp>
          <p:nvGrpSpPr>
            <p:cNvPr id="48" name="组合 47" descr="2eeeb99f-a59e-4e38-a9dd-4b770ebc4b83"/>
            <p:cNvGrpSpPr/>
            <p:nvPr/>
          </p:nvGrpSpPr>
          <p:grpSpPr>
            <a:xfrm>
              <a:off x="4049487" y="1504725"/>
              <a:ext cx="2380342" cy="2094818"/>
              <a:chOff x="4049487" y="1504725"/>
              <a:chExt cx="2380342" cy="2094818"/>
            </a:xfrm>
          </p:grpSpPr>
          <p:sp>
            <p:nvSpPr>
              <p:cNvPr id="45" name="Number1" descr="57d8f115-14b4-43df-94fc-f76e376f3130"/>
              <p:cNvSpPr/>
              <p:nvPr/>
            </p:nvSpPr>
            <p:spPr>
              <a:xfrm>
                <a:off x="4856358" y="1504725"/>
                <a:ext cx="640080" cy="640080"/>
              </a:xfrm>
              <a:prstGeom prst="ellipse">
                <a:avLst/>
              </a:prstGeom>
              <a:solidFill>
                <a:schemeClr val="tx2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rmAutofit/>
              </a:bodyPr>
              <a:lstStyle/>
              <a:p>
                <a:pPr algn="ctr"/>
                <a:r>
                  <a:rPr lang="en-US" sz="1800" b="0" i="0" u="none">
                    <a:solidFill>
                      <a:srgbClr val="FFFFFF"/>
                    </a:solidFill>
                    <a:latin typeface="Arial" panose="020B0604020202020204"/>
                  </a:rPr>
                  <a:t>01</a:t>
                </a:r>
                <a:endParaRPr lang="en-US" sz="1800" b="0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46" name="Text1" descr="a70c7937-1fee-4048-b0c8-e8597d05af35"/>
              <p:cNvSpPr txBox="1"/>
              <p:nvPr/>
            </p:nvSpPr>
            <p:spPr>
              <a:xfrm>
                <a:off x="4049487" y="2736987"/>
                <a:ext cx="2380342" cy="86255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需要思考AI编程的底层逻辑是什么。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47" name="Bullet1" descr="fc535691-f34c-4cc0-adc5-419353291ecd"/>
              <p:cNvSpPr txBox="1"/>
              <p:nvPr/>
            </p:nvSpPr>
            <p:spPr>
              <a:xfrm>
                <a:off x="4049487" y="2219645"/>
                <a:ext cx="2380342" cy="51734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latin typeface="Arial" panose="020B0604020202020204"/>
                  </a:rPr>
                  <a:t>AI编程底层逻辑</a:t>
                </a:r>
                <a:endParaRPr lang="en-US" sz="18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</p:grpSp>
        <p:grpSp>
          <p:nvGrpSpPr>
            <p:cNvPr id="49" name="组合 48" descr="e7ba15e1-a8a8-4f52-99bb-779fc643a26b"/>
            <p:cNvGrpSpPr/>
            <p:nvPr/>
          </p:nvGrpSpPr>
          <p:grpSpPr>
            <a:xfrm>
              <a:off x="4049487" y="3856040"/>
              <a:ext cx="2380342" cy="2147637"/>
              <a:chOff x="4049487" y="3856040"/>
              <a:chExt cx="2380342" cy="2147637"/>
            </a:xfrm>
          </p:grpSpPr>
          <p:sp>
            <p:nvSpPr>
              <p:cNvPr id="42" name="Number2" descr="b6d75567-3236-4001-9c7f-0da991dddcd0"/>
              <p:cNvSpPr/>
              <p:nvPr/>
            </p:nvSpPr>
            <p:spPr>
              <a:xfrm>
                <a:off x="4856358" y="3856040"/>
                <a:ext cx="640080" cy="64008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rmAutofit/>
              </a:bodyPr>
              <a:lstStyle/>
              <a:p>
                <a:pPr algn="ctr"/>
                <a:r>
                  <a:rPr lang="en-US" sz="1800" b="0" i="0" u="none">
                    <a:solidFill>
                      <a:srgbClr val="FFFFFF"/>
                    </a:solidFill>
                    <a:latin typeface="Arial" panose="020B0604020202020204"/>
                  </a:rPr>
                  <a:t>02</a:t>
                </a:r>
                <a:endParaRPr lang="en-US" sz="1800" b="0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43" name="Text2" descr="d6494f48-d730-456e-b285-1209c4f5b3ae"/>
              <p:cNvSpPr txBox="1"/>
              <p:nvPr/>
            </p:nvSpPr>
            <p:spPr>
              <a:xfrm>
                <a:off x="4049487" y="5141121"/>
                <a:ext cx="2380342" cy="86255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传统编程的基础原则和方法论是否仍然适用。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44" name="Bullet2" descr="45c9835f-1616-46b1-9936-c59fa154f464"/>
              <p:cNvSpPr txBox="1"/>
              <p:nvPr/>
            </p:nvSpPr>
            <p:spPr>
              <a:xfrm>
                <a:off x="4049487" y="4623779"/>
                <a:ext cx="2380342" cy="51734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传统原则适用性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50" name="组合 49" descr="1f5e82ee-7cbc-4ae7-84c0-d3505cf1feae"/>
            <p:cNvGrpSpPr/>
            <p:nvPr/>
          </p:nvGrpSpPr>
          <p:grpSpPr>
            <a:xfrm>
              <a:off x="6429829" y="1504725"/>
              <a:ext cx="2380342" cy="2094818"/>
              <a:chOff x="6429829" y="1504725"/>
              <a:chExt cx="2380342" cy="2094818"/>
            </a:xfrm>
          </p:grpSpPr>
          <p:sp>
            <p:nvSpPr>
              <p:cNvPr id="39" name="Number3" descr="860930af-ae8f-40bb-b9fa-ca5d86a6db92"/>
              <p:cNvSpPr/>
              <p:nvPr/>
            </p:nvSpPr>
            <p:spPr>
              <a:xfrm>
                <a:off x="7120587" y="1504725"/>
                <a:ext cx="640080" cy="64008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rmAutofit/>
              </a:bodyPr>
              <a:lstStyle/>
              <a:p>
                <a:pPr algn="ctr"/>
                <a:r>
                  <a:rPr lang="en-US" sz="1800" b="0" i="0" u="none">
                    <a:solidFill>
                      <a:srgbClr val="FFFFFF"/>
                    </a:solidFill>
                    <a:latin typeface="Arial" panose="020B0604020202020204"/>
                  </a:rPr>
                  <a:t>03</a:t>
                </a:r>
                <a:endParaRPr lang="en-US" sz="1800" b="0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40" name="Text3" descr="89167d59-013b-4894-9af7-923973c9dee8"/>
              <p:cNvSpPr txBox="1"/>
              <p:nvPr/>
            </p:nvSpPr>
            <p:spPr>
              <a:xfrm>
                <a:off x="6429829" y="2736987"/>
                <a:ext cx="2380342" cy="86255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人与模型的角色如何重新分工。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41" name="Bullet3" descr="03773551-d171-4856-9fd0-d03ce85c03a9"/>
              <p:cNvSpPr txBox="1"/>
              <p:nvPr/>
            </p:nvSpPr>
            <p:spPr>
              <a:xfrm>
                <a:off x="6429829" y="2219645"/>
                <a:ext cx="2380342" cy="51734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角色分工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51" name="组合 50" descr="b73741ac-9b27-4dbd-b150-6604865eb387"/>
            <p:cNvGrpSpPr/>
            <p:nvPr/>
          </p:nvGrpSpPr>
          <p:grpSpPr>
            <a:xfrm>
              <a:off x="8998858" y="3856040"/>
              <a:ext cx="2380342" cy="2147637"/>
              <a:chOff x="8998858" y="3856040"/>
              <a:chExt cx="2380342" cy="2147637"/>
            </a:xfrm>
          </p:grpSpPr>
          <p:sp>
            <p:nvSpPr>
              <p:cNvPr id="36" name="Number4" descr="c17b9a9f-1cf1-4ebb-85fe-18695a1e7232"/>
              <p:cNvSpPr/>
              <p:nvPr/>
            </p:nvSpPr>
            <p:spPr>
              <a:xfrm>
                <a:off x="9689616" y="3856040"/>
                <a:ext cx="640080" cy="640080"/>
              </a:xfrm>
              <a:prstGeom prst="ellipse">
                <a:avLst/>
              </a:prstGeom>
              <a:solidFill>
                <a:schemeClr val="tx2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rmAutofit/>
              </a:bodyPr>
              <a:lstStyle/>
              <a:p>
                <a:pPr algn="ctr"/>
                <a:r>
                  <a:rPr lang="en-US" sz="1800" b="0" i="0" u="none">
                    <a:solidFill>
                      <a:srgbClr val="FFFFFF"/>
                    </a:solidFill>
                    <a:latin typeface="Arial" panose="020B0604020202020204"/>
                  </a:rPr>
                  <a:t>04</a:t>
                </a:r>
                <a:endParaRPr lang="en-US" sz="1800" b="0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37" name="Text4" descr="d21f19ab-9460-4d32-9b5a-2aff9c6c640e"/>
              <p:cNvSpPr txBox="1"/>
              <p:nvPr/>
            </p:nvSpPr>
            <p:spPr>
              <a:xfrm>
                <a:off x="8998858" y="5141121"/>
                <a:ext cx="2380342" cy="86255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人与模型如何有效对话。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38" name="Bullet4" descr="c5ffc03a-ea8c-4e6a-93fb-3047747a720c"/>
              <p:cNvSpPr txBox="1"/>
              <p:nvPr/>
            </p:nvSpPr>
            <p:spPr>
              <a:xfrm>
                <a:off x="8998858" y="4623779"/>
                <a:ext cx="2380342" cy="51734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对话方式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52" name="组合 51" descr="18ab47a4-4e1c-4bd3-a66e-7f3fcf561705"/>
            <p:cNvGrpSpPr/>
            <p:nvPr/>
          </p:nvGrpSpPr>
          <p:grpSpPr>
            <a:xfrm>
              <a:off x="8810171" y="1504725"/>
              <a:ext cx="2380342" cy="2094818"/>
              <a:chOff x="8810171" y="1504725"/>
              <a:chExt cx="2380342" cy="2094818"/>
            </a:xfrm>
          </p:grpSpPr>
          <p:sp>
            <p:nvSpPr>
              <p:cNvPr id="33" name="Number5" descr="841c437c-e7d0-4a6e-87c4-a7e6b09828f9"/>
              <p:cNvSpPr/>
              <p:nvPr/>
            </p:nvSpPr>
            <p:spPr>
              <a:xfrm>
                <a:off x="9718644" y="1504725"/>
                <a:ext cx="640080" cy="640080"/>
              </a:xfrm>
              <a:prstGeom prst="ellipse">
                <a:avLst/>
              </a:prstGeom>
              <a:solidFill>
                <a:schemeClr val="tx2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rmAutofit/>
              </a:bodyPr>
              <a:lstStyle/>
              <a:p>
                <a:pPr algn="ctr"/>
                <a:r>
                  <a:rPr lang="en-US" sz="1800" b="0" i="0" u="none">
                    <a:solidFill>
                      <a:srgbClr val="FFFFFF"/>
                    </a:solidFill>
                    <a:latin typeface="Arial" panose="020B0604020202020204"/>
                  </a:rPr>
                  <a:t>05</a:t>
                </a:r>
                <a:endParaRPr lang="en-US" sz="1800" b="0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34" name="Text5" descr="382e2dee-9d57-4fc2-9d17-494f191170e1"/>
              <p:cNvSpPr txBox="1"/>
              <p:nvPr/>
            </p:nvSpPr>
            <p:spPr>
              <a:xfrm>
                <a:off x="8810171" y="2736987"/>
                <a:ext cx="2380342" cy="86255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工程流程如何重构以承载新的协作模式。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35" name="Bullet5" descr="e39b0de0-54c9-4256-ba3d-d8062f1f317f"/>
              <p:cNvSpPr txBox="1"/>
              <p:nvPr/>
            </p:nvSpPr>
            <p:spPr>
              <a:xfrm>
                <a:off x="8810171" y="2219645"/>
                <a:ext cx="2380342" cy="51734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工程流程重构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</p:grp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b9ca036a-98b6-46f8-b8a2-797843b2c00b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600" b="1" i="0" u="none">
                <a:solidFill>
                  <a:srgbClr val="FFFFFF"/>
                </a:solidFill>
                <a:ea typeface="微软雅黑" panose="020B0503020204020204" charset="-122"/>
              </a:rPr>
              <a:t>常见误区</a:t>
            </a:r>
            <a:endParaRPr lang="en-US" sz="3600" b="1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sp>
        <p:nvSpPr>
          <p:cNvPr id="3" name="文本占位符 2" descr="940db717-0ce0-4017-b1dc-fabda493c3bb"/>
          <p:cNvSpPr>
            <a:spLocks noGrp="1"/>
          </p:cNvSpPr>
          <p:nvPr>
            <p:ph type="body" idx="1" hasCustomPrompt="1"/>
          </p:nvPr>
        </p:nvSpPr>
        <p:spPr/>
        <p:txBody>
          <a:bodyPr anchorCtr="0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 sz="1600" b="0" i="0" u="none">
                <a:solidFill>
                  <a:srgbClr val="FFFFFF"/>
                </a:solidFill>
                <a:ea typeface="微软雅黑" panose="020B0503020204020204" charset="-122"/>
              </a:rPr>
              <a:t>避免AI编程实践中的常见陷阱</a:t>
            </a:r>
            <a:endParaRPr lang="en-US" sz="1600" b="0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5a12860-57d0-435d-97c1-4c6d2d8d7d77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FFFFFF"/>
                </a:solidFill>
                <a:ea typeface="微软雅黑" panose="020B0503020204020204" charset="-122"/>
              </a:rPr>
              <a:t>过度依赖或排斥</a:t>
            </a:r>
            <a:endParaRPr lang="en-US" sz="2800" b="1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grpSp>
        <p:nvGrpSpPr>
          <p:cNvPr id="30" name="2d8d332a-7e53-4580-a3c5-28cba4e0face.source.4.zh-Hans.pptx" descr="82f1badb-c68e-45f3-947e-9f9b59e20919"/>
          <p:cNvGrpSpPr/>
          <p:nvPr/>
        </p:nvGrpSpPr>
        <p:grpSpPr>
          <a:xfrm>
            <a:off x="0" y="0"/>
            <a:ext cx="11151594" cy="6858000"/>
            <a:chOff x="0" y="0"/>
            <a:chExt cx="11151594" cy="6858000"/>
          </a:xfrm>
        </p:grpSpPr>
        <p:cxnSp>
          <p:nvCxnSpPr>
            <p:cNvPr id="3" name="islide-1" descr="1c69913e-4aaa-4f75-992b-e514e4a85037"/>
            <p:cNvCxnSpPr/>
            <p:nvPr/>
          </p:nvCxnSpPr>
          <p:spPr>
            <a:xfrm flipV="1">
              <a:off x="4931408" y="2217850"/>
              <a:ext cx="5760000" cy="704"/>
            </a:xfrm>
            <a:prstGeom prst="line">
              <a:avLst/>
            </a:prstGeom>
            <a:ln w="9525">
              <a:gradFill flip="none" rotWithShape="1">
                <a:gsLst>
                  <a:gs pos="0">
                    <a:schemeClr val="accent1">
                      <a:alpha val="70000"/>
                    </a:schemeClr>
                  </a:gs>
                  <a:gs pos="90000">
                    <a:schemeClr val="accent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islide-2" descr="4f1f46cb-971a-46aa-bb8d-ac10b288bb7a"/>
            <p:cNvSpPr>
              <a:spLocks noChangeAspect="1"/>
            </p:cNvSpPr>
            <p:nvPr/>
          </p:nvSpPr>
          <p:spPr>
            <a:xfrm flipV="1">
              <a:off x="0" y="0"/>
              <a:ext cx="5101102" cy="6858000"/>
            </a:xfrm>
            <a:custGeom>
              <a:avLst/>
              <a:gdLst>
                <a:gd name="connsiteX0" fmla="*/ 0 w 5101102"/>
                <a:gd name="connsiteY0" fmla="*/ 6858000 h 6858000"/>
                <a:gd name="connsiteX1" fmla="*/ 3482123 w 5101102"/>
                <a:gd name="connsiteY1" fmla="*/ 6858000 h 6858000"/>
                <a:gd name="connsiteX2" fmla="*/ 3485099 w 5101102"/>
                <a:gd name="connsiteY2" fmla="*/ 6855661 h 6858000"/>
                <a:gd name="connsiteX3" fmla="*/ 5101102 w 5101102"/>
                <a:gd name="connsiteY3" fmla="*/ 3429000 h 6858000"/>
                <a:gd name="connsiteX4" fmla="*/ 3485099 w 5101102"/>
                <a:gd name="connsiteY4" fmla="*/ 2339 h 6858000"/>
                <a:gd name="connsiteX5" fmla="*/ 3482123 w 5101102"/>
                <a:gd name="connsiteY5" fmla="*/ 0 h 6858000"/>
                <a:gd name="connsiteX6" fmla="*/ 0 w 5101102"/>
                <a:gd name="connsiteY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01102" h="6858000">
                  <a:moveTo>
                    <a:pt x="0" y="6858000"/>
                  </a:moveTo>
                  <a:lnTo>
                    <a:pt x="3482123" y="6858000"/>
                  </a:lnTo>
                  <a:lnTo>
                    <a:pt x="3485099" y="6855661"/>
                  </a:lnTo>
                  <a:cubicBezTo>
                    <a:pt x="4472033" y="6041171"/>
                    <a:pt x="5101102" y="4808549"/>
                    <a:pt x="5101102" y="3429000"/>
                  </a:cubicBezTo>
                  <a:cubicBezTo>
                    <a:pt x="5101102" y="2049451"/>
                    <a:pt x="4472033" y="816829"/>
                    <a:pt x="3485099" y="2339"/>
                  </a:cubicBezTo>
                  <a:lnTo>
                    <a:pt x="348212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25400">
              <a:noFill/>
            </a:ln>
            <a:effectLst>
              <a:outerShdw blurRad="254000" dist="127000" algn="t" rotWithShape="0">
                <a:schemeClr val="accent1">
                  <a:alpha val="1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0">
              <a:noAutofit/>
            </a:bodyPr>
            <a:lstStyle/>
            <a:p>
              <a:pPr algn="ctr"/>
            </a:p>
          </p:txBody>
        </p:sp>
        <p:sp>
          <p:nvSpPr>
            <p:cNvPr id="39" name="islide-3" descr="d818c3e2-f1ce-41fb-aee2-6c7cab2133bb"/>
            <p:cNvSpPr>
              <a:spLocks noChangeAspect="1"/>
            </p:cNvSpPr>
            <p:nvPr/>
          </p:nvSpPr>
          <p:spPr>
            <a:xfrm rot="10800000" flipV="1">
              <a:off x="0" y="0"/>
              <a:ext cx="4328806" cy="6858000"/>
            </a:xfrm>
            <a:custGeom>
              <a:avLst/>
              <a:gdLst>
                <a:gd name="connsiteX0" fmla="*/ 4328806 w 4328806"/>
                <a:gd name="connsiteY0" fmla="*/ 0 h 6858000"/>
                <a:gd name="connsiteX1" fmla="*/ 2364456 w 4328806"/>
                <a:gd name="connsiteY1" fmla="*/ 0 h 6858000"/>
                <a:gd name="connsiteX2" fmla="*/ 2240497 w 4328806"/>
                <a:gd name="connsiteY2" fmla="*/ 48876 h 6858000"/>
                <a:gd name="connsiteX3" fmla="*/ 0 w 4328806"/>
                <a:gd name="connsiteY3" fmla="*/ 3429000 h 6858000"/>
                <a:gd name="connsiteX4" fmla="*/ 2240497 w 4328806"/>
                <a:gd name="connsiteY4" fmla="*/ 6809125 h 6858000"/>
                <a:gd name="connsiteX5" fmla="*/ 2364456 w 4328806"/>
                <a:gd name="connsiteY5" fmla="*/ 6858000 h 6858000"/>
                <a:gd name="connsiteX6" fmla="*/ 4328806 w 4328806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28806" h="6858000">
                  <a:moveTo>
                    <a:pt x="4328806" y="0"/>
                  </a:moveTo>
                  <a:lnTo>
                    <a:pt x="2364456" y="0"/>
                  </a:lnTo>
                  <a:lnTo>
                    <a:pt x="2240497" y="48876"/>
                  </a:lnTo>
                  <a:cubicBezTo>
                    <a:pt x="923850" y="605770"/>
                    <a:pt x="0" y="1909496"/>
                    <a:pt x="0" y="3429000"/>
                  </a:cubicBezTo>
                  <a:cubicBezTo>
                    <a:pt x="0" y="4948504"/>
                    <a:pt x="923850" y="6252230"/>
                    <a:pt x="2240497" y="6809125"/>
                  </a:cubicBezTo>
                  <a:lnTo>
                    <a:pt x="2364456" y="6858000"/>
                  </a:lnTo>
                  <a:lnTo>
                    <a:pt x="4328806" y="6858000"/>
                  </a:lnTo>
                  <a:close/>
                </a:path>
              </a:pathLst>
            </a:custGeom>
            <a:gradFill flip="none" rotWithShape="0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30000"/>
                  </a:schemeClr>
                </a:gs>
              </a:gsLst>
              <a:lin ang="2700000" scaled="1"/>
              <a:tileRect/>
            </a:gradFill>
            <a:ln w="12700">
              <a:noFill/>
            </a:ln>
            <a:effectLst>
              <a:outerShdw blurRad="317500" dist="127000" algn="t" rotWithShape="0">
                <a:schemeClr val="accent1">
                  <a:alpha val="1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0">
              <a:noAutofit/>
            </a:bodyPr>
            <a:lstStyle/>
            <a:p>
              <a:pPr algn="ctr"/>
            </a:p>
          </p:txBody>
        </p:sp>
        <p:sp>
          <p:nvSpPr>
            <p:cNvPr id="41" name="islide-4" descr="a722ab04-0395-40ef-a461-775100db85dc"/>
            <p:cNvSpPr>
              <a:spLocks noChangeAspect="1"/>
            </p:cNvSpPr>
            <p:nvPr/>
          </p:nvSpPr>
          <p:spPr>
            <a:xfrm rot="10800000" flipH="1" flipV="1">
              <a:off x="0" y="146742"/>
              <a:ext cx="3942658" cy="6564516"/>
            </a:xfrm>
            <a:custGeom>
              <a:avLst/>
              <a:gdLst>
                <a:gd name="connsiteX0" fmla="*/ 660400 w 3942658"/>
                <a:gd name="connsiteY0" fmla="*/ 0 h 6564516"/>
                <a:gd name="connsiteX1" fmla="*/ 3942658 w 3942658"/>
                <a:gd name="connsiteY1" fmla="*/ 3282258 h 6564516"/>
                <a:gd name="connsiteX2" fmla="*/ 660400 w 3942658"/>
                <a:gd name="connsiteY2" fmla="*/ 6564516 h 6564516"/>
                <a:gd name="connsiteX3" fmla="*/ 160545 w 3942658"/>
                <a:gd name="connsiteY3" fmla="*/ 6526697 h 6564516"/>
                <a:gd name="connsiteX4" fmla="*/ 0 w 3942658"/>
                <a:gd name="connsiteY4" fmla="*/ 6498027 h 6564516"/>
                <a:gd name="connsiteX5" fmla="*/ 0 w 3942658"/>
                <a:gd name="connsiteY5" fmla="*/ 66489 h 6564516"/>
                <a:gd name="connsiteX6" fmla="*/ 160545 w 3942658"/>
                <a:gd name="connsiteY6" fmla="*/ 37819 h 6564516"/>
                <a:gd name="connsiteX7" fmla="*/ 660400 w 3942658"/>
                <a:gd name="connsiteY7" fmla="*/ 0 h 6564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42658" h="6564516">
                  <a:moveTo>
                    <a:pt x="660400" y="0"/>
                  </a:moveTo>
                  <a:cubicBezTo>
                    <a:pt x="2473141" y="0"/>
                    <a:pt x="3942658" y="1469517"/>
                    <a:pt x="3942658" y="3282258"/>
                  </a:cubicBezTo>
                  <a:cubicBezTo>
                    <a:pt x="3942658" y="5094999"/>
                    <a:pt x="2473141" y="6564516"/>
                    <a:pt x="660400" y="6564516"/>
                  </a:cubicBezTo>
                  <a:cubicBezTo>
                    <a:pt x="490456" y="6564516"/>
                    <a:pt x="323528" y="6551601"/>
                    <a:pt x="160545" y="6526697"/>
                  </a:cubicBezTo>
                  <a:lnTo>
                    <a:pt x="0" y="6498027"/>
                  </a:lnTo>
                  <a:lnTo>
                    <a:pt x="0" y="66489"/>
                  </a:lnTo>
                  <a:lnTo>
                    <a:pt x="160545" y="37819"/>
                  </a:lnTo>
                  <a:cubicBezTo>
                    <a:pt x="323528" y="12916"/>
                    <a:pt x="490456" y="0"/>
                    <a:pt x="660400" y="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60000">
                  <a:schemeClr val="accent1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254000" dist="127000" dir="54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</a:p>
          </p:txBody>
        </p:sp>
        <p:sp>
          <p:nvSpPr>
            <p:cNvPr id="7" name="Title" descr="81f618f4-fdd5-411d-afe1-8251655fdff9"/>
            <p:cNvSpPr txBox="1"/>
            <p:nvPr/>
          </p:nvSpPr>
          <p:spPr>
            <a:xfrm>
              <a:off x="660399" y="2003995"/>
              <a:ext cx="2751541" cy="285001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>
                <a:defRPr sz="3200" spc="300">
                  <a:gradFill>
                    <a:gsLst>
                      <a:gs pos="0">
                        <a:schemeClr val="bg1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atin typeface="+mj-ea"/>
                  <a:ea typeface="+mj-ea"/>
                </a:defRPr>
              </a:lvl1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 i="0" u="none" strike="noStrike">
                  <a:solidFill>
                    <a:srgbClr val="FFFFFF"/>
                  </a:solidFill>
                  <a:ea typeface="微软雅黑" panose="020B0503020204020204" charset="-122"/>
                </a:rPr>
                <a:t>正确认识AI工具的价值</a:t>
              </a:r>
              <a:endParaRPr lang="en-US" sz="2400" b="1" i="0" u="none" strike="noStrike">
                <a:solidFill>
                  <a:srgbClr val="FFFFFF"/>
                </a:solidFill>
                <a:ea typeface="微软雅黑" panose="020B0503020204020204" charset="-122"/>
              </a:endParaRPr>
            </a:p>
          </p:txBody>
        </p:sp>
        <p:sp>
          <p:nvSpPr>
            <p:cNvPr id="25" name="islide-22" descr="d411c4cf-5fe6-470e-b7f5-bf77561c575d"/>
            <p:cNvSpPr>
              <a:spLocks noChangeAspect="1"/>
            </p:cNvSpPr>
            <p:nvPr/>
          </p:nvSpPr>
          <p:spPr>
            <a:xfrm>
              <a:off x="4829417" y="2170055"/>
              <a:ext cx="108000" cy="108000"/>
            </a:xfrm>
            <a:prstGeom prst="ellipse">
              <a:avLst/>
            </a:prstGeom>
            <a:solidFill>
              <a:schemeClr val="accent1"/>
            </a:solidFill>
            <a:ln w="19050" cap="flat">
              <a:noFill/>
              <a:miter lim="400000"/>
            </a:ln>
            <a:effectLst>
              <a:outerShdw blurRad="317500" dist="127000" algn="t" rotWithShape="0">
                <a:schemeClr val="accent1">
                  <a:alpha val="20000"/>
                </a:schemeClr>
              </a:outerShdw>
            </a:effectLst>
          </p:spPr>
          <p:txBody>
            <a:bodyPr wrap="square" lIns="0" tIns="0" rIns="0" bIns="0" numCol="1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</a:p>
          </p:txBody>
        </p:sp>
        <p:cxnSp>
          <p:nvCxnSpPr>
            <p:cNvPr id="26" name="islide-23" descr="3e3f8239-7658-4220-9cdf-0e883ba29f20"/>
            <p:cNvCxnSpPr/>
            <p:nvPr/>
          </p:nvCxnSpPr>
          <p:spPr>
            <a:xfrm flipV="1">
              <a:off x="5154045" y="3625231"/>
              <a:ext cx="5580000" cy="704"/>
            </a:xfrm>
            <a:prstGeom prst="line">
              <a:avLst/>
            </a:prstGeom>
            <a:ln w="9525">
              <a:gradFill flip="none" rotWithShape="1">
                <a:gsLst>
                  <a:gs pos="0">
                    <a:schemeClr val="accent1">
                      <a:alpha val="70000"/>
                    </a:schemeClr>
                  </a:gs>
                  <a:gs pos="90000">
                    <a:schemeClr val="accent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islide-24" descr="c17b0765-4c04-4c3d-8188-8f0b36a3dba0"/>
            <p:cNvSpPr>
              <a:spLocks noChangeAspect="1"/>
            </p:cNvSpPr>
            <p:nvPr/>
          </p:nvSpPr>
          <p:spPr>
            <a:xfrm>
              <a:off x="5052054" y="3577436"/>
              <a:ext cx="108000" cy="108000"/>
            </a:xfrm>
            <a:prstGeom prst="ellipse">
              <a:avLst/>
            </a:prstGeom>
            <a:solidFill>
              <a:schemeClr val="accent1"/>
            </a:solidFill>
            <a:ln w="19050" cap="flat">
              <a:noFill/>
              <a:miter lim="400000"/>
            </a:ln>
            <a:effectLst>
              <a:outerShdw blurRad="317500" dist="127000" algn="t" rotWithShape="0">
                <a:schemeClr val="accent1">
                  <a:alpha val="20000"/>
                </a:schemeClr>
              </a:outerShdw>
            </a:effectLst>
          </p:spPr>
          <p:txBody>
            <a:bodyPr wrap="square" lIns="0" tIns="0" rIns="0" bIns="0" numCol="1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</a:p>
          </p:txBody>
        </p:sp>
        <p:cxnSp>
          <p:nvCxnSpPr>
            <p:cNvPr id="28" name="islide-25" descr="c96f2ae4-9d11-4b80-988e-f0f2aa7b4636"/>
            <p:cNvCxnSpPr/>
            <p:nvPr/>
          </p:nvCxnSpPr>
          <p:spPr>
            <a:xfrm flipV="1">
              <a:off x="4931408" y="5024661"/>
              <a:ext cx="5760000" cy="704"/>
            </a:xfrm>
            <a:prstGeom prst="line">
              <a:avLst/>
            </a:prstGeom>
            <a:ln w="9525">
              <a:gradFill flip="none" rotWithShape="1">
                <a:gsLst>
                  <a:gs pos="0">
                    <a:schemeClr val="accent1">
                      <a:alpha val="70000"/>
                    </a:schemeClr>
                  </a:gs>
                  <a:gs pos="90000">
                    <a:schemeClr val="accent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islide-26" descr="4f4cb494-24d1-4bb9-bdc3-b65be05f4017"/>
            <p:cNvSpPr>
              <a:spLocks noChangeAspect="1"/>
            </p:cNvSpPr>
            <p:nvPr/>
          </p:nvSpPr>
          <p:spPr>
            <a:xfrm>
              <a:off x="4829417" y="4976866"/>
              <a:ext cx="108000" cy="108000"/>
            </a:xfrm>
            <a:prstGeom prst="ellipse">
              <a:avLst/>
            </a:prstGeom>
            <a:solidFill>
              <a:schemeClr val="accent1"/>
            </a:solidFill>
            <a:ln w="19050" cap="flat">
              <a:noFill/>
              <a:miter lim="400000"/>
            </a:ln>
            <a:effectLst>
              <a:outerShdw blurRad="317500" dist="127000" algn="t" rotWithShape="0">
                <a:schemeClr val="accent1">
                  <a:alpha val="20000"/>
                </a:schemeClr>
              </a:outerShdw>
            </a:effectLst>
          </p:spPr>
          <p:txBody>
            <a:bodyPr wrap="square" lIns="0" tIns="0" rIns="0" bIns="0" numCol="1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</a:p>
          </p:txBody>
        </p:sp>
        <p:grpSp>
          <p:nvGrpSpPr>
            <p:cNvPr id="8" name="组合 7" descr="d29631a0-8f50-4cbb-a448-ca841f0a67e4"/>
            <p:cNvGrpSpPr/>
            <p:nvPr/>
          </p:nvGrpSpPr>
          <p:grpSpPr>
            <a:xfrm>
              <a:off x="4243058" y="1014823"/>
              <a:ext cx="6516872" cy="921934"/>
              <a:chOff x="4243058" y="1014823"/>
              <a:chExt cx="6516872" cy="921934"/>
            </a:xfrm>
          </p:grpSpPr>
          <p:sp>
            <p:nvSpPr>
              <p:cNvPr id="9" name="Bullet1" descr="948cde6f-7716-4faa-9155-2b1c1daca18a"/>
              <p:cNvSpPr/>
              <p:nvPr/>
            </p:nvSpPr>
            <p:spPr>
              <a:xfrm>
                <a:off x="5359930" y="1014823"/>
                <a:ext cx="5400000" cy="369332"/>
              </a:xfrm>
              <a:prstGeom prst="rect">
                <a:avLst/>
              </a:prstGeom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algn="l"/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过度依赖生成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0" name="Text1" descr="3fad87ba-fea4-43df-ba5f-b554a71a5a90"/>
              <p:cNvSpPr/>
              <p:nvPr/>
            </p:nvSpPr>
            <p:spPr>
              <a:xfrm>
                <a:off x="5359928" y="1389235"/>
                <a:ext cx="5400000" cy="547522"/>
              </a:xfrm>
              <a:prstGeom prst="rect">
                <a:avLst/>
              </a:prstGeom>
            </p:spPr>
            <p:txBody>
              <a:bodyPr wrap="square" lIns="91440" tIns="45720" rIns="91440" bIns="45720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把AI当作万能钥匙，不加思考地接受所有生成的代码。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9" name="IconBackground1" descr="ae90dd51-5d6e-4e17-84c3-1d63030db585"/>
              <p:cNvSpPr/>
              <p:nvPr/>
            </p:nvSpPr>
            <p:spPr>
              <a:xfrm>
                <a:off x="4243058" y="1136389"/>
                <a:ext cx="720000" cy="720000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254000" dist="127000" dir="54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4" name="Icon1" descr="b83e1063-9ae7-4b03-a98e-0f1e03a36896"/>
              <p:cNvSpPr>
                <a:spLocks noChangeAspect="1"/>
              </p:cNvSpPr>
              <p:nvPr/>
            </p:nvSpPr>
            <p:spPr>
              <a:xfrm>
                <a:off x="4438847" y="1316389"/>
                <a:ext cx="328421" cy="360000"/>
              </a:xfrm>
              <a:custGeom>
                <a:avLst/>
                <a:gdLst>
                  <a:gd name="connsiteX0" fmla="*/ 248770 w 495300"/>
                  <a:gd name="connsiteY0" fmla="*/ 621 h 542925"/>
                  <a:gd name="connsiteX1" fmla="*/ 496420 w 495300"/>
                  <a:gd name="connsiteY1" fmla="*/ 248271 h 542925"/>
                  <a:gd name="connsiteX2" fmla="*/ 323827 w 495300"/>
                  <a:gd name="connsiteY2" fmla="*/ 484396 h 542925"/>
                  <a:gd name="connsiteX3" fmla="*/ 346973 w 495300"/>
                  <a:gd name="connsiteY3" fmla="*/ 524496 h 542925"/>
                  <a:gd name="connsiteX4" fmla="*/ 420220 w 495300"/>
                  <a:gd name="connsiteY4" fmla="*/ 524496 h 542925"/>
                  <a:gd name="connsiteX5" fmla="*/ 420220 w 495300"/>
                  <a:gd name="connsiteY5" fmla="*/ 543546 h 542925"/>
                  <a:gd name="connsiteX6" fmla="*/ 77320 w 495300"/>
                  <a:gd name="connsiteY6" fmla="*/ 543546 h 542925"/>
                  <a:gd name="connsiteX7" fmla="*/ 77320 w 495300"/>
                  <a:gd name="connsiteY7" fmla="*/ 524496 h 542925"/>
                  <a:gd name="connsiteX8" fmla="*/ 150567 w 495300"/>
                  <a:gd name="connsiteY8" fmla="*/ 524496 h 542925"/>
                  <a:gd name="connsiteX9" fmla="*/ 173713 w 495300"/>
                  <a:gd name="connsiteY9" fmla="*/ 484396 h 542925"/>
                  <a:gd name="connsiteX10" fmla="*/ 1120 w 495300"/>
                  <a:gd name="connsiteY10" fmla="*/ 248271 h 542925"/>
                  <a:gd name="connsiteX11" fmla="*/ 248770 w 495300"/>
                  <a:gd name="connsiteY11" fmla="*/ 621 h 542925"/>
                  <a:gd name="connsiteX12" fmla="*/ 192763 w 495300"/>
                  <a:gd name="connsiteY12" fmla="*/ 489539 h 542925"/>
                  <a:gd name="connsiteX13" fmla="*/ 172570 w 495300"/>
                  <a:gd name="connsiteY13" fmla="*/ 524496 h 542925"/>
                  <a:gd name="connsiteX14" fmla="*/ 324970 w 495300"/>
                  <a:gd name="connsiteY14" fmla="*/ 524496 h 542925"/>
                  <a:gd name="connsiteX15" fmla="*/ 304777 w 495300"/>
                  <a:gd name="connsiteY15" fmla="*/ 489539 h 542925"/>
                  <a:gd name="connsiteX16" fmla="*/ 248770 w 495300"/>
                  <a:gd name="connsiteY16" fmla="*/ 495921 h 542925"/>
                  <a:gd name="connsiteX17" fmla="*/ 192763 w 495300"/>
                  <a:gd name="connsiteY17" fmla="*/ 489539 h 542925"/>
                  <a:gd name="connsiteX18" fmla="*/ 248770 w 495300"/>
                  <a:gd name="connsiteY18" fmla="*/ 143496 h 542925"/>
                  <a:gd name="connsiteX19" fmla="*/ 143995 w 495300"/>
                  <a:gd name="connsiteY19" fmla="*/ 248271 h 542925"/>
                  <a:gd name="connsiteX20" fmla="*/ 248770 w 495300"/>
                  <a:gd name="connsiteY20" fmla="*/ 353046 h 542925"/>
                  <a:gd name="connsiteX21" fmla="*/ 353545 w 495300"/>
                  <a:gd name="connsiteY21" fmla="*/ 248271 h 542925"/>
                  <a:gd name="connsiteX22" fmla="*/ 248770 w 495300"/>
                  <a:gd name="connsiteY22" fmla="*/ 143496 h 542925"/>
                  <a:gd name="connsiteX23" fmla="*/ 367833 w 495300"/>
                  <a:gd name="connsiteY23" fmla="*/ 114921 h 542925"/>
                  <a:gd name="connsiteX24" fmla="*/ 353545 w 495300"/>
                  <a:gd name="connsiteY24" fmla="*/ 129209 h 542925"/>
                  <a:gd name="connsiteX25" fmla="*/ 367833 w 495300"/>
                  <a:gd name="connsiteY25" fmla="*/ 143496 h 542925"/>
                  <a:gd name="connsiteX26" fmla="*/ 382120 w 495300"/>
                  <a:gd name="connsiteY26" fmla="*/ 129209 h 542925"/>
                  <a:gd name="connsiteX27" fmla="*/ 367833 w 495300"/>
                  <a:gd name="connsiteY27" fmla="*/ 114921 h 54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95300" h="542925">
                    <a:moveTo>
                      <a:pt x="248770" y="621"/>
                    </a:moveTo>
                    <a:cubicBezTo>
                      <a:pt x="385549" y="621"/>
                      <a:pt x="496420" y="111492"/>
                      <a:pt x="496420" y="248271"/>
                    </a:cubicBezTo>
                    <a:cubicBezTo>
                      <a:pt x="496420" y="358856"/>
                      <a:pt x="423935" y="452582"/>
                      <a:pt x="323827" y="484396"/>
                    </a:cubicBezTo>
                    <a:lnTo>
                      <a:pt x="346973" y="524496"/>
                    </a:lnTo>
                    <a:lnTo>
                      <a:pt x="420220" y="524496"/>
                    </a:lnTo>
                    <a:lnTo>
                      <a:pt x="420220" y="543546"/>
                    </a:lnTo>
                    <a:lnTo>
                      <a:pt x="77320" y="543546"/>
                    </a:lnTo>
                    <a:lnTo>
                      <a:pt x="77320" y="524496"/>
                    </a:lnTo>
                    <a:lnTo>
                      <a:pt x="150567" y="524496"/>
                    </a:lnTo>
                    <a:lnTo>
                      <a:pt x="173713" y="484396"/>
                    </a:lnTo>
                    <a:cubicBezTo>
                      <a:pt x="73605" y="452582"/>
                      <a:pt x="1120" y="358856"/>
                      <a:pt x="1120" y="248271"/>
                    </a:cubicBezTo>
                    <a:cubicBezTo>
                      <a:pt x="1120" y="111492"/>
                      <a:pt x="111991" y="621"/>
                      <a:pt x="248770" y="621"/>
                    </a:cubicBezTo>
                    <a:close/>
                    <a:moveTo>
                      <a:pt x="192763" y="489539"/>
                    </a:moveTo>
                    <a:lnTo>
                      <a:pt x="172570" y="524496"/>
                    </a:lnTo>
                    <a:lnTo>
                      <a:pt x="324970" y="524496"/>
                    </a:lnTo>
                    <a:lnTo>
                      <a:pt x="304777" y="489539"/>
                    </a:lnTo>
                    <a:cubicBezTo>
                      <a:pt x="286775" y="493730"/>
                      <a:pt x="268010" y="495921"/>
                      <a:pt x="248770" y="495921"/>
                    </a:cubicBezTo>
                    <a:cubicBezTo>
                      <a:pt x="229530" y="495921"/>
                      <a:pt x="210765" y="493730"/>
                      <a:pt x="192763" y="489539"/>
                    </a:cubicBezTo>
                    <a:close/>
                    <a:moveTo>
                      <a:pt x="248770" y="143496"/>
                    </a:moveTo>
                    <a:cubicBezTo>
                      <a:pt x="190858" y="143496"/>
                      <a:pt x="143995" y="190359"/>
                      <a:pt x="143995" y="248271"/>
                    </a:cubicBezTo>
                    <a:cubicBezTo>
                      <a:pt x="143995" y="306183"/>
                      <a:pt x="190858" y="353046"/>
                      <a:pt x="248770" y="353046"/>
                    </a:cubicBezTo>
                    <a:cubicBezTo>
                      <a:pt x="306682" y="353046"/>
                      <a:pt x="353545" y="306183"/>
                      <a:pt x="353545" y="248271"/>
                    </a:cubicBezTo>
                    <a:cubicBezTo>
                      <a:pt x="353545" y="190359"/>
                      <a:pt x="306682" y="143496"/>
                      <a:pt x="248770" y="143496"/>
                    </a:cubicBezTo>
                    <a:close/>
                    <a:moveTo>
                      <a:pt x="367833" y="114921"/>
                    </a:moveTo>
                    <a:cubicBezTo>
                      <a:pt x="359927" y="114921"/>
                      <a:pt x="353545" y="121303"/>
                      <a:pt x="353545" y="129209"/>
                    </a:cubicBezTo>
                    <a:cubicBezTo>
                      <a:pt x="353545" y="137114"/>
                      <a:pt x="359927" y="143496"/>
                      <a:pt x="367833" y="143496"/>
                    </a:cubicBezTo>
                    <a:cubicBezTo>
                      <a:pt x="375738" y="143496"/>
                      <a:pt x="382120" y="137114"/>
                      <a:pt x="382120" y="129209"/>
                    </a:cubicBezTo>
                    <a:cubicBezTo>
                      <a:pt x="382120" y="121303"/>
                      <a:pt x="375738" y="114921"/>
                      <a:pt x="367833" y="11492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</a:p>
            </p:txBody>
          </p:sp>
        </p:grpSp>
        <p:grpSp>
          <p:nvGrpSpPr>
            <p:cNvPr id="18" name="组合 17" descr="f3bf69ba-1b4c-4e4f-a914-31affb58e0fe"/>
            <p:cNvGrpSpPr/>
            <p:nvPr/>
          </p:nvGrpSpPr>
          <p:grpSpPr>
            <a:xfrm>
              <a:off x="4730891" y="2411749"/>
              <a:ext cx="6420703" cy="928499"/>
              <a:chOff x="4730891" y="2411749"/>
              <a:chExt cx="6420703" cy="928499"/>
            </a:xfrm>
          </p:grpSpPr>
          <p:sp>
            <p:nvSpPr>
              <p:cNvPr id="11" name="Bullet2" descr="213f305c-4fac-42f0-8310-0b65245e6fa5"/>
              <p:cNvSpPr/>
              <p:nvPr/>
            </p:nvSpPr>
            <p:spPr>
              <a:xfrm>
                <a:off x="5751594" y="2411749"/>
                <a:ext cx="5400000" cy="369332"/>
              </a:xfrm>
              <a:prstGeom prst="rect">
                <a:avLst/>
              </a:prstGeom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algn="l"/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代码库腐化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2" name="Text2" descr="4dd26eef-b0f7-481e-8344-6c2b0a49359b"/>
              <p:cNvSpPr/>
              <p:nvPr/>
            </p:nvSpPr>
            <p:spPr>
              <a:xfrm>
                <a:off x="5751592" y="2792726"/>
                <a:ext cx="5400000" cy="547522"/>
              </a:xfrm>
              <a:prstGeom prst="rect">
                <a:avLst/>
              </a:prstGeom>
            </p:spPr>
            <p:txBody>
              <a:bodyPr wrap="square" lIns="91440" tIns="45720" rIns="91440" bIns="45720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过度依赖AI可能导致代码库迅速腐化，充满难以理解的代码。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7" name="IconBackground2" descr="aab8d911-8763-4868-8620-38d2b370f13c"/>
              <p:cNvSpPr/>
              <p:nvPr/>
            </p:nvSpPr>
            <p:spPr>
              <a:xfrm>
                <a:off x="4730891" y="2536598"/>
                <a:ext cx="720000" cy="720000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254000" dist="127000" dir="54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</a:p>
            </p:txBody>
          </p:sp>
          <p:sp>
            <p:nvSpPr>
              <p:cNvPr id="5" name="Icon2" descr="15fd810b-a6d6-4458-912f-5b7bb9b92eb8"/>
              <p:cNvSpPr>
                <a:spLocks noChangeAspect="1"/>
              </p:cNvSpPr>
              <p:nvPr/>
            </p:nvSpPr>
            <p:spPr>
              <a:xfrm>
                <a:off x="4957558" y="2716598"/>
                <a:ext cx="266666" cy="360000"/>
              </a:xfrm>
              <a:custGeom>
                <a:avLst/>
                <a:gdLst>
                  <a:gd name="connsiteX0" fmla="*/ 86973 w 381000"/>
                  <a:gd name="connsiteY0" fmla="*/ 38721 h 514350"/>
                  <a:gd name="connsiteX1" fmla="*/ 86973 w 381000"/>
                  <a:gd name="connsiteY1" fmla="*/ 57771 h 514350"/>
                  <a:gd name="connsiteX2" fmla="*/ 123168 w 381000"/>
                  <a:gd name="connsiteY2" fmla="*/ 95871 h 514350"/>
                  <a:gd name="connsiteX3" fmla="*/ 125073 w 381000"/>
                  <a:gd name="connsiteY3" fmla="*/ 95871 h 514350"/>
                  <a:gd name="connsiteX4" fmla="*/ 258423 w 381000"/>
                  <a:gd name="connsiteY4" fmla="*/ 95871 h 514350"/>
                  <a:gd name="connsiteX5" fmla="*/ 296523 w 381000"/>
                  <a:gd name="connsiteY5" fmla="*/ 59676 h 514350"/>
                  <a:gd name="connsiteX6" fmla="*/ 296523 w 381000"/>
                  <a:gd name="connsiteY6" fmla="*/ 57771 h 514350"/>
                  <a:gd name="connsiteX7" fmla="*/ 296523 w 381000"/>
                  <a:gd name="connsiteY7" fmla="*/ 38721 h 514350"/>
                  <a:gd name="connsiteX8" fmla="*/ 353673 w 381000"/>
                  <a:gd name="connsiteY8" fmla="*/ 38721 h 514350"/>
                  <a:gd name="connsiteX9" fmla="*/ 382248 w 381000"/>
                  <a:gd name="connsiteY9" fmla="*/ 67296 h 514350"/>
                  <a:gd name="connsiteX10" fmla="*/ 382248 w 381000"/>
                  <a:gd name="connsiteY10" fmla="*/ 486396 h 514350"/>
                  <a:gd name="connsiteX11" fmla="*/ 353673 w 381000"/>
                  <a:gd name="connsiteY11" fmla="*/ 514971 h 514350"/>
                  <a:gd name="connsiteX12" fmla="*/ 29823 w 381000"/>
                  <a:gd name="connsiteY12" fmla="*/ 514971 h 514350"/>
                  <a:gd name="connsiteX13" fmla="*/ 1248 w 381000"/>
                  <a:gd name="connsiteY13" fmla="*/ 486396 h 514350"/>
                  <a:gd name="connsiteX14" fmla="*/ 1248 w 381000"/>
                  <a:gd name="connsiteY14" fmla="*/ 67296 h 514350"/>
                  <a:gd name="connsiteX15" fmla="*/ 29823 w 381000"/>
                  <a:gd name="connsiteY15" fmla="*/ 38721 h 514350"/>
                  <a:gd name="connsiteX16" fmla="*/ 86973 w 381000"/>
                  <a:gd name="connsiteY16" fmla="*/ 38721 h 514350"/>
                  <a:gd name="connsiteX17" fmla="*/ 191748 w 381000"/>
                  <a:gd name="connsiteY17" fmla="*/ 333996 h 514350"/>
                  <a:gd name="connsiteX18" fmla="*/ 77448 w 381000"/>
                  <a:gd name="connsiteY18" fmla="*/ 333996 h 514350"/>
                  <a:gd name="connsiteX19" fmla="*/ 77448 w 381000"/>
                  <a:gd name="connsiteY19" fmla="*/ 353046 h 514350"/>
                  <a:gd name="connsiteX20" fmla="*/ 191748 w 381000"/>
                  <a:gd name="connsiteY20" fmla="*/ 353046 h 514350"/>
                  <a:gd name="connsiteX21" fmla="*/ 191748 w 381000"/>
                  <a:gd name="connsiteY21" fmla="*/ 333996 h 514350"/>
                  <a:gd name="connsiteX22" fmla="*/ 306048 w 381000"/>
                  <a:gd name="connsiteY22" fmla="*/ 257796 h 514350"/>
                  <a:gd name="connsiteX23" fmla="*/ 77448 w 381000"/>
                  <a:gd name="connsiteY23" fmla="*/ 257796 h 514350"/>
                  <a:gd name="connsiteX24" fmla="*/ 77448 w 381000"/>
                  <a:gd name="connsiteY24" fmla="*/ 276846 h 514350"/>
                  <a:gd name="connsiteX25" fmla="*/ 306048 w 381000"/>
                  <a:gd name="connsiteY25" fmla="*/ 276846 h 514350"/>
                  <a:gd name="connsiteX26" fmla="*/ 306048 w 381000"/>
                  <a:gd name="connsiteY26" fmla="*/ 257796 h 514350"/>
                  <a:gd name="connsiteX27" fmla="*/ 306048 w 381000"/>
                  <a:gd name="connsiteY27" fmla="*/ 181596 h 514350"/>
                  <a:gd name="connsiteX28" fmla="*/ 77448 w 381000"/>
                  <a:gd name="connsiteY28" fmla="*/ 181596 h 514350"/>
                  <a:gd name="connsiteX29" fmla="*/ 77448 w 381000"/>
                  <a:gd name="connsiteY29" fmla="*/ 200646 h 514350"/>
                  <a:gd name="connsiteX30" fmla="*/ 306048 w 381000"/>
                  <a:gd name="connsiteY30" fmla="*/ 200646 h 514350"/>
                  <a:gd name="connsiteX31" fmla="*/ 306048 w 381000"/>
                  <a:gd name="connsiteY31" fmla="*/ 181596 h 514350"/>
                  <a:gd name="connsiteX32" fmla="*/ 248898 w 381000"/>
                  <a:gd name="connsiteY32" fmla="*/ 621 h 514350"/>
                  <a:gd name="connsiteX33" fmla="*/ 277473 w 381000"/>
                  <a:gd name="connsiteY33" fmla="*/ 29196 h 514350"/>
                  <a:gd name="connsiteX34" fmla="*/ 277473 w 381000"/>
                  <a:gd name="connsiteY34" fmla="*/ 48246 h 514350"/>
                  <a:gd name="connsiteX35" fmla="*/ 248898 w 381000"/>
                  <a:gd name="connsiteY35" fmla="*/ 76821 h 514350"/>
                  <a:gd name="connsiteX36" fmla="*/ 134598 w 381000"/>
                  <a:gd name="connsiteY36" fmla="*/ 76821 h 514350"/>
                  <a:gd name="connsiteX37" fmla="*/ 106023 w 381000"/>
                  <a:gd name="connsiteY37" fmla="*/ 48246 h 514350"/>
                  <a:gd name="connsiteX38" fmla="*/ 106023 w 381000"/>
                  <a:gd name="connsiteY38" fmla="*/ 29196 h 514350"/>
                  <a:gd name="connsiteX39" fmla="*/ 134598 w 381000"/>
                  <a:gd name="connsiteY39" fmla="*/ 621 h 514350"/>
                  <a:gd name="connsiteX40" fmla="*/ 248898 w 381000"/>
                  <a:gd name="connsiteY40" fmla="*/ 621 h 514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381000" h="514350">
                    <a:moveTo>
                      <a:pt x="86973" y="38721"/>
                    </a:moveTo>
                    <a:lnTo>
                      <a:pt x="86973" y="57771"/>
                    </a:lnTo>
                    <a:cubicBezTo>
                      <a:pt x="86973" y="78155"/>
                      <a:pt x="102975" y="94823"/>
                      <a:pt x="123168" y="95871"/>
                    </a:cubicBezTo>
                    <a:lnTo>
                      <a:pt x="125073" y="95871"/>
                    </a:lnTo>
                    <a:lnTo>
                      <a:pt x="258423" y="95871"/>
                    </a:lnTo>
                    <a:cubicBezTo>
                      <a:pt x="278807" y="95871"/>
                      <a:pt x="295475" y="79869"/>
                      <a:pt x="296523" y="59676"/>
                    </a:cubicBezTo>
                    <a:lnTo>
                      <a:pt x="296523" y="57771"/>
                    </a:lnTo>
                    <a:lnTo>
                      <a:pt x="296523" y="38721"/>
                    </a:lnTo>
                    <a:lnTo>
                      <a:pt x="353673" y="38721"/>
                    </a:lnTo>
                    <a:cubicBezTo>
                      <a:pt x="369485" y="38721"/>
                      <a:pt x="382248" y="51485"/>
                      <a:pt x="382248" y="67296"/>
                    </a:cubicBezTo>
                    <a:lnTo>
                      <a:pt x="382248" y="486396"/>
                    </a:lnTo>
                    <a:cubicBezTo>
                      <a:pt x="382248" y="502207"/>
                      <a:pt x="369485" y="514971"/>
                      <a:pt x="353673" y="514971"/>
                    </a:cubicBezTo>
                    <a:lnTo>
                      <a:pt x="29823" y="514971"/>
                    </a:lnTo>
                    <a:cubicBezTo>
                      <a:pt x="14011" y="514971"/>
                      <a:pt x="1248" y="502207"/>
                      <a:pt x="1248" y="486396"/>
                    </a:cubicBezTo>
                    <a:lnTo>
                      <a:pt x="1248" y="67296"/>
                    </a:lnTo>
                    <a:cubicBezTo>
                      <a:pt x="1248" y="51485"/>
                      <a:pt x="14011" y="38721"/>
                      <a:pt x="29823" y="38721"/>
                    </a:cubicBezTo>
                    <a:lnTo>
                      <a:pt x="86973" y="38721"/>
                    </a:lnTo>
                    <a:close/>
                    <a:moveTo>
                      <a:pt x="191748" y="333996"/>
                    </a:moveTo>
                    <a:lnTo>
                      <a:pt x="77448" y="333996"/>
                    </a:lnTo>
                    <a:lnTo>
                      <a:pt x="77448" y="353046"/>
                    </a:lnTo>
                    <a:lnTo>
                      <a:pt x="191748" y="353046"/>
                    </a:lnTo>
                    <a:lnTo>
                      <a:pt x="191748" y="333996"/>
                    </a:lnTo>
                    <a:close/>
                    <a:moveTo>
                      <a:pt x="306048" y="257796"/>
                    </a:moveTo>
                    <a:lnTo>
                      <a:pt x="77448" y="257796"/>
                    </a:lnTo>
                    <a:lnTo>
                      <a:pt x="77448" y="276846"/>
                    </a:lnTo>
                    <a:lnTo>
                      <a:pt x="306048" y="276846"/>
                    </a:lnTo>
                    <a:lnTo>
                      <a:pt x="306048" y="257796"/>
                    </a:lnTo>
                    <a:close/>
                    <a:moveTo>
                      <a:pt x="306048" y="181596"/>
                    </a:moveTo>
                    <a:lnTo>
                      <a:pt x="77448" y="181596"/>
                    </a:lnTo>
                    <a:lnTo>
                      <a:pt x="77448" y="200646"/>
                    </a:lnTo>
                    <a:lnTo>
                      <a:pt x="306048" y="200646"/>
                    </a:lnTo>
                    <a:lnTo>
                      <a:pt x="306048" y="181596"/>
                    </a:lnTo>
                    <a:close/>
                    <a:moveTo>
                      <a:pt x="248898" y="621"/>
                    </a:moveTo>
                    <a:cubicBezTo>
                      <a:pt x="264710" y="621"/>
                      <a:pt x="277473" y="13385"/>
                      <a:pt x="277473" y="29196"/>
                    </a:cubicBezTo>
                    <a:lnTo>
                      <a:pt x="277473" y="48246"/>
                    </a:lnTo>
                    <a:cubicBezTo>
                      <a:pt x="277473" y="64057"/>
                      <a:pt x="264710" y="76821"/>
                      <a:pt x="248898" y="76821"/>
                    </a:cubicBezTo>
                    <a:lnTo>
                      <a:pt x="134598" y="76821"/>
                    </a:lnTo>
                    <a:cubicBezTo>
                      <a:pt x="118786" y="76821"/>
                      <a:pt x="106023" y="64057"/>
                      <a:pt x="106023" y="48246"/>
                    </a:cubicBezTo>
                    <a:lnTo>
                      <a:pt x="106023" y="29196"/>
                    </a:lnTo>
                    <a:cubicBezTo>
                      <a:pt x="106023" y="13385"/>
                      <a:pt x="118786" y="621"/>
                      <a:pt x="134598" y="621"/>
                    </a:cubicBezTo>
                    <a:lnTo>
                      <a:pt x="248898" y="62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</a:p>
            </p:txBody>
          </p:sp>
        </p:grpSp>
        <p:grpSp>
          <p:nvGrpSpPr>
            <p:cNvPr id="20" name="组合 19" descr="9113c521-86d1-4c9b-8481-526ba75cc007"/>
            <p:cNvGrpSpPr/>
            <p:nvPr/>
          </p:nvGrpSpPr>
          <p:grpSpPr>
            <a:xfrm>
              <a:off x="4730891" y="3815240"/>
              <a:ext cx="6420703" cy="921934"/>
              <a:chOff x="4730891" y="3815240"/>
              <a:chExt cx="6420703" cy="921934"/>
            </a:xfrm>
          </p:grpSpPr>
          <p:sp>
            <p:nvSpPr>
              <p:cNvPr id="13" name="Bullet3" descr="d29134ab-ae3c-43c9-86bf-474b33b74f3f"/>
              <p:cNvSpPr/>
              <p:nvPr/>
            </p:nvSpPr>
            <p:spPr>
              <a:xfrm>
                <a:off x="5751594" y="3815240"/>
                <a:ext cx="5400000" cy="369332"/>
              </a:xfrm>
              <a:prstGeom prst="rect">
                <a:avLst/>
              </a:prstGeom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algn="l"/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完全排斥AI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4" name="Text3" descr="d3d06861-876d-4258-89d6-112d2f828758"/>
              <p:cNvSpPr/>
              <p:nvPr/>
            </p:nvSpPr>
            <p:spPr>
              <a:xfrm>
                <a:off x="5751592" y="4189652"/>
                <a:ext cx="5400000" cy="547522"/>
              </a:xfrm>
              <a:prstGeom prst="rect">
                <a:avLst/>
              </a:prstGeom>
            </p:spPr>
            <p:txBody>
              <a:bodyPr wrap="square" lIns="91440" tIns="45720" rIns="91440" bIns="45720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认为AI不靠谱而拒绝尝试，坚持手写每一行代码。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3" name="IconBackground3" descr="80e53dbf-2c9a-46da-b318-e99c813f0687"/>
              <p:cNvSpPr/>
              <p:nvPr/>
            </p:nvSpPr>
            <p:spPr>
              <a:xfrm>
                <a:off x="4730891" y="3936806"/>
                <a:ext cx="720000" cy="720000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254000" dist="127000" dir="54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</a:p>
            </p:txBody>
          </p:sp>
          <p:sp>
            <p:nvSpPr>
              <p:cNvPr id="6" name="Icon3" descr="3ce76f54-1275-4b1b-a6e0-b9ec970ec9e6"/>
              <p:cNvSpPr>
                <a:spLocks noChangeAspect="1"/>
              </p:cNvSpPr>
              <p:nvPr/>
            </p:nvSpPr>
            <p:spPr>
              <a:xfrm>
                <a:off x="4913298" y="4105829"/>
                <a:ext cx="355187" cy="381954"/>
              </a:xfrm>
              <a:custGeom>
                <a:avLst/>
                <a:gdLst>
                  <a:gd name="connsiteX0" fmla="*/ 8774 w 487162"/>
                  <a:gd name="connsiteY0" fmla="*/ 514114 h 523875"/>
                  <a:gd name="connsiteX1" fmla="*/ 8203 w 487162"/>
                  <a:gd name="connsiteY1" fmla="*/ 513447 h 523875"/>
                  <a:gd name="connsiteX2" fmla="*/ 8203 w 487162"/>
                  <a:gd name="connsiteY2" fmla="*/ 513447 h 523875"/>
                  <a:gd name="connsiteX3" fmla="*/ 7727 w 487162"/>
                  <a:gd name="connsiteY3" fmla="*/ 512780 h 523875"/>
                  <a:gd name="connsiteX4" fmla="*/ 5726 w 487162"/>
                  <a:gd name="connsiteY4" fmla="*/ 509732 h 523875"/>
                  <a:gd name="connsiteX5" fmla="*/ 5726 w 487162"/>
                  <a:gd name="connsiteY5" fmla="*/ 509732 h 523875"/>
                  <a:gd name="connsiteX6" fmla="*/ 5250 w 487162"/>
                  <a:gd name="connsiteY6" fmla="*/ 508970 h 523875"/>
                  <a:gd name="connsiteX7" fmla="*/ 4488 w 487162"/>
                  <a:gd name="connsiteY7" fmla="*/ 507446 h 523875"/>
                  <a:gd name="connsiteX8" fmla="*/ 3821 w 487162"/>
                  <a:gd name="connsiteY8" fmla="*/ 505827 h 523875"/>
                  <a:gd name="connsiteX9" fmla="*/ 3726 w 487162"/>
                  <a:gd name="connsiteY9" fmla="*/ 505637 h 523875"/>
                  <a:gd name="connsiteX10" fmla="*/ 3631 w 487162"/>
                  <a:gd name="connsiteY10" fmla="*/ 505351 h 523875"/>
                  <a:gd name="connsiteX11" fmla="*/ 3631 w 487162"/>
                  <a:gd name="connsiteY11" fmla="*/ 505160 h 523875"/>
                  <a:gd name="connsiteX12" fmla="*/ 2964 w 487162"/>
                  <a:gd name="connsiteY12" fmla="*/ 503160 h 523875"/>
                  <a:gd name="connsiteX13" fmla="*/ 2583 w 487162"/>
                  <a:gd name="connsiteY13" fmla="*/ 501826 h 523875"/>
                  <a:gd name="connsiteX14" fmla="*/ 2107 w 487162"/>
                  <a:gd name="connsiteY14" fmla="*/ 499921 h 523875"/>
                  <a:gd name="connsiteX15" fmla="*/ 1250 w 487162"/>
                  <a:gd name="connsiteY15" fmla="*/ 495635 h 523875"/>
                  <a:gd name="connsiteX16" fmla="*/ 964 w 487162"/>
                  <a:gd name="connsiteY16" fmla="*/ 493159 h 523875"/>
                  <a:gd name="connsiteX17" fmla="*/ 773 w 487162"/>
                  <a:gd name="connsiteY17" fmla="*/ 486587 h 523875"/>
                  <a:gd name="connsiteX18" fmla="*/ 5345 w 487162"/>
                  <a:gd name="connsiteY18" fmla="*/ 468298 h 523875"/>
                  <a:gd name="connsiteX19" fmla="*/ 154983 w 487162"/>
                  <a:gd name="connsiteY19" fmla="*/ 151592 h 523875"/>
                  <a:gd name="connsiteX20" fmla="*/ 158603 w 487162"/>
                  <a:gd name="connsiteY20" fmla="*/ 135305 h 523875"/>
                  <a:gd name="connsiteX21" fmla="*/ 158603 w 487162"/>
                  <a:gd name="connsiteY21" fmla="*/ 19671 h 523875"/>
                  <a:gd name="connsiteX22" fmla="*/ 120503 w 487162"/>
                  <a:gd name="connsiteY22" fmla="*/ 19671 h 523875"/>
                  <a:gd name="connsiteX23" fmla="*/ 120503 w 487162"/>
                  <a:gd name="connsiteY23" fmla="*/ 621 h 523875"/>
                  <a:gd name="connsiteX24" fmla="*/ 368153 w 487162"/>
                  <a:gd name="connsiteY24" fmla="*/ 621 h 523875"/>
                  <a:gd name="connsiteX25" fmla="*/ 368153 w 487162"/>
                  <a:gd name="connsiteY25" fmla="*/ 19671 h 523875"/>
                  <a:gd name="connsiteX26" fmla="*/ 330053 w 487162"/>
                  <a:gd name="connsiteY26" fmla="*/ 19671 h 523875"/>
                  <a:gd name="connsiteX27" fmla="*/ 330053 w 487162"/>
                  <a:gd name="connsiteY27" fmla="*/ 135305 h 523875"/>
                  <a:gd name="connsiteX28" fmla="*/ 333672 w 487162"/>
                  <a:gd name="connsiteY28" fmla="*/ 151592 h 523875"/>
                  <a:gd name="connsiteX29" fmla="*/ 483310 w 487162"/>
                  <a:gd name="connsiteY29" fmla="*/ 468298 h 523875"/>
                  <a:gd name="connsiteX30" fmla="*/ 484834 w 487162"/>
                  <a:gd name="connsiteY30" fmla="*/ 505541 h 523875"/>
                  <a:gd name="connsiteX31" fmla="*/ 484739 w 487162"/>
                  <a:gd name="connsiteY31" fmla="*/ 505732 h 523875"/>
                  <a:gd name="connsiteX32" fmla="*/ 484167 w 487162"/>
                  <a:gd name="connsiteY32" fmla="*/ 507160 h 523875"/>
                  <a:gd name="connsiteX33" fmla="*/ 459307 w 487162"/>
                  <a:gd name="connsiteY33" fmla="*/ 524401 h 523875"/>
                  <a:gd name="connsiteX34" fmla="*/ 457497 w 487162"/>
                  <a:gd name="connsiteY34" fmla="*/ 524496 h 523875"/>
                  <a:gd name="connsiteX35" fmla="*/ 31253 w 487162"/>
                  <a:gd name="connsiteY35" fmla="*/ 524496 h 523875"/>
                  <a:gd name="connsiteX36" fmla="*/ 29444 w 487162"/>
                  <a:gd name="connsiteY36" fmla="*/ 524401 h 523875"/>
                  <a:gd name="connsiteX37" fmla="*/ 26967 w 487162"/>
                  <a:gd name="connsiteY37" fmla="*/ 524115 h 523875"/>
                  <a:gd name="connsiteX38" fmla="*/ 23157 w 487162"/>
                  <a:gd name="connsiteY38" fmla="*/ 523258 h 523875"/>
                  <a:gd name="connsiteX39" fmla="*/ 23157 w 487162"/>
                  <a:gd name="connsiteY39" fmla="*/ 523258 h 523875"/>
                  <a:gd name="connsiteX40" fmla="*/ 17633 w 487162"/>
                  <a:gd name="connsiteY40" fmla="*/ 520972 h 523875"/>
                  <a:gd name="connsiteX41" fmla="*/ 16204 w 487162"/>
                  <a:gd name="connsiteY41" fmla="*/ 520210 h 523875"/>
                  <a:gd name="connsiteX42" fmla="*/ 15251 w 487162"/>
                  <a:gd name="connsiteY42" fmla="*/ 519638 h 523875"/>
                  <a:gd name="connsiteX43" fmla="*/ 10298 w 487162"/>
                  <a:gd name="connsiteY43" fmla="*/ 515542 h 523875"/>
                  <a:gd name="connsiteX44" fmla="*/ 8774 w 487162"/>
                  <a:gd name="connsiteY44" fmla="*/ 514114 h 523875"/>
                  <a:gd name="connsiteX45" fmla="*/ 8774 w 487162"/>
                  <a:gd name="connsiteY45" fmla="*/ 514114 h 523875"/>
                  <a:gd name="connsiteX46" fmla="*/ 255377 w 487162"/>
                  <a:gd name="connsiteY46" fmla="*/ 404767 h 523875"/>
                  <a:gd name="connsiteX47" fmla="*/ 252519 w 487162"/>
                  <a:gd name="connsiteY47" fmla="*/ 406576 h 523875"/>
                  <a:gd name="connsiteX48" fmla="*/ 246995 w 487162"/>
                  <a:gd name="connsiteY48" fmla="*/ 410291 h 523875"/>
                  <a:gd name="connsiteX49" fmla="*/ 55161 w 487162"/>
                  <a:gd name="connsiteY49" fmla="*/ 416864 h 523875"/>
                  <a:gd name="connsiteX50" fmla="*/ 51351 w 487162"/>
                  <a:gd name="connsiteY50" fmla="*/ 415339 h 523875"/>
                  <a:gd name="connsiteX51" fmla="*/ 22490 w 487162"/>
                  <a:gd name="connsiteY51" fmla="*/ 476395 h 523875"/>
                  <a:gd name="connsiteX52" fmla="*/ 21633 w 487162"/>
                  <a:gd name="connsiteY52" fmla="*/ 478300 h 523875"/>
                  <a:gd name="connsiteX53" fmla="*/ 21538 w 487162"/>
                  <a:gd name="connsiteY53" fmla="*/ 498778 h 523875"/>
                  <a:gd name="connsiteX54" fmla="*/ 28681 w 487162"/>
                  <a:gd name="connsiteY54" fmla="*/ 505065 h 523875"/>
                  <a:gd name="connsiteX55" fmla="*/ 29920 w 487162"/>
                  <a:gd name="connsiteY55" fmla="*/ 505255 h 523875"/>
                  <a:gd name="connsiteX56" fmla="*/ 31063 w 487162"/>
                  <a:gd name="connsiteY56" fmla="*/ 505351 h 523875"/>
                  <a:gd name="connsiteX57" fmla="*/ 457306 w 487162"/>
                  <a:gd name="connsiteY57" fmla="*/ 505351 h 523875"/>
                  <a:gd name="connsiteX58" fmla="*/ 458450 w 487162"/>
                  <a:gd name="connsiteY58" fmla="*/ 505255 h 523875"/>
                  <a:gd name="connsiteX59" fmla="*/ 466831 w 487162"/>
                  <a:gd name="connsiteY59" fmla="*/ 498683 h 523875"/>
                  <a:gd name="connsiteX60" fmla="*/ 467403 w 487162"/>
                  <a:gd name="connsiteY60" fmla="*/ 480205 h 523875"/>
                  <a:gd name="connsiteX61" fmla="*/ 466736 w 487162"/>
                  <a:gd name="connsiteY61" fmla="*/ 478205 h 523875"/>
                  <a:gd name="connsiteX62" fmla="*/ 465879 w 487162"/>
                  <a:gd name="connsiteY62" fmla="*/ 476300 h 523875"/>
                  <a:gd name="connsiteX63" fmla="*/ 424255 w 487162"/>
                  <a:gd name="connsiteY63" fmla="*/ 388098 h 523875"/>
                  <a:gd name="connsiteX64" fmla="*/ 255377 w 487162"/>
                  <a:gd name="connsiteY64" fmla="*/ 404767 h 523875"/>
                  <a:gd name="connsiteX65" fmla="*/ 306240 w 487162"/>
                  <a:gd name="connsiteY65" fmla="*/ 257796 h 523875"/>
                  <a:gd name="connsiteX66" fmla="*/ 272903 w 487162"/>
                  <a:gd name="connsiteY66" fmla="*/ 291134 h 523875"/>
                  <a:gd name="connsiteX67" fmla="*/ 306240 w 487162"/>
                  <a:gd name="connsiteY67" fmla="*/ 324471 h 523875"/>
                  <a:gd name="connsiteX68" fmla="*/ 339578 w 487162"/>
                  <a:gd name="connsiteY68" fmla="*/ 291134 h 523875"/>
                  <a:gd name="connsiteX69" fmla="*/ 306240 w 487162"/>
                  <a:gd name="connsiteY69" fmla="*/ 257796 h 523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</a:cxnLst>
                <a:rect l="l" t="t" r="r" b="b"/>
                <a:pathLst>
                  <a:path w="487162" h="523875">
                    <a:moveTo>
                      <a:pt x="8774" y="514114"/>
                    </a:moveTo>
                    <a:lnTo>
                      <a:pt x="8203" y="513447"/>
                    </a:lnTo>
                    <a:lnTo>
                      <a:pt x="8203" y="513447"/>
                    </a:lnTo>
                    <a:lnTo>
                      <a:pt x="7727" y="512780"/>
                    </a:lnTo>
                    <a:cubicBezTo>
                      <a:pt x="6964" y="511828"/>
                      <a:pt x="6393" y="510780"/>
                      <a:pt x="5726" y="509732"/>
                    </a:cubicBezTo>
                    <a:lnTo>
                      <a:pt x="5726" y="509732"/>
                    </a:lnTo>
                    <a:lnTo>
                      <a:pt x="5250" y="508970"/>
                    </a:lnTo>
                    <a:lnTo>
                      <a:pt x="4488" y="507446"/>
                    </a:lnTo>
                    <a:lnTo>
                      <a:pt x="3821" y="505827"/>
                    </a:lnTo>
                    <a:lnTo>
                      <a:pt x="3726" y="505637"/>
                    </a:lnTo>
                    <a:lnTo>
                      <a:pt x="3631" y="505351"/>
                    </a:lnTo>
                    <a:lnTo>
                      <a:pt x="3631" y="505160"/>
                    </a:lnTo>
                    <a:lnTo>
                      <a:pt x="2964" y="503160"/>
                    </a:lnTo>
                    <a:cubicBezTo>
                      <a:pt x="2869" y="502684"/>
                      <a:pt x="2678" y="502303"/>
                      <a:pt x="2583" y="501826"/>
                    </a:cubicBezTo>
                    <a:cubicBezTo>
                      <a:pt x="2393" y="501160"/>
                      <a:pt x="2202" y="500588"/>
                      <a:pt x="2107" y="499921"/>
                    </a:cubicBezTo>
                    <a:cubicBezTo>
                      <a:pt x="1726" y="498493"/>
                      <a:pt x="1535" y="497064"/>
                      <a:pt x="1250" y="495635"/>
                    </a:cubicBezTo>
                    <a:lnTo>
                      <a:pt x="964" y="493159"/>
                    </a:lnTo>
                    <a:cubicBezTo>
                      <a:pt x="773" y="490968"/>
                      <a:pt x="678" y="488777"/>
                      <a:pt x="773" y="486587"/>
                    </a:cubicBezTo>
                    <a:cubicBezTo>
                      <a:pt x="1059" y="480300"/>
                      <a:pt x="2583" y="474109"/>
                      <a:pt x="5345" y="468298"/>
                    </a:cubicBezTo>
                    <a:lnTo>
                      <a:pt x="154983" y="151592"/>
                    </a:lnTo>
                    <a:cubicBezTo>
                      <a:pt x="157364" y="146544"/>
                      <a:pt x="158603" y="140924"/>
                      <a:pt x="158603" y="135305"/>
                    </a:cubicBezTo>
                    <a:lnTo>
                      <a:pt x="158603" y="19671"/>
                    </a:lnTo>
                    <a:lnTo>
                      <a:pt x="120503" y="19671"/>
                    </a:lnTo>
                    <a:lnTo>
                      <a:pt x="120503" y="621"/>
                    </a:lnTo>
                    <a:lnTo>
                      <a:pt x="368153" y="621"/>
                    </a:lnTo>
                    <a:lnTo>
                      <a:pt x="368153" y="19671"/>
                    </a:lnTo>
                    <a:lnTo>
                      <a:pt x="330053" y="19671"/>
                    </a:lnTo>
                    <a:lnTo>
                      <a:pt x="330053" y="135305"/>
                    </a:lnTo>
                    <a:cubicBezTo>
                      <a:pt x="330053" y="140924"/>
                      <a:pt x="331291" y="146449"/>
                      <a:pt x="333672" y="151592"/>
                    </a:cubicBezTo>
                    <a:lnTo>
                      <a:pt x="483310" y="468298"/>
                    </a:lnTo>
                    <a:cubicBezTo>
                      <a:pt x="488834" y="480014"/>
                      <a:pt x="489406" y="493444"/>
                      <a:pt x="484834" y="505541"/>
                    </a:cubicBezTo>
                    <a:lnTo>
                      <a:pt x="484739" y="505732"/>
                    </a:lnTo>
                    <a:lnTo>
                      <a:pt x="484167" y="507160"/>
                    </a:lnTo>
                    <a:cubicBezTo>
                      <a:pt x="479690" y="517066"/>
                      <a:pt x="470165" y="523734"/>
                      <a:pt x="459307" y="524401"/>
                    </a:cubicBezTo>
                    <a:lnTo>
                      <a:pt x="457497" y="524496"/>
                    </a:lnTo>
                    <a:lnTo>
                      <a:pt x="31253" y="524496"/>
                    </a:lnTo>
                    <a:lnTo>
                      <a:pt x="29444" y="524401"/>
                    </a:lnTo>
                    <a:cubicBezTo>
                      <a:pt x="28586" y="524305"/>
                      <a:pt x="27824" y="524305"/>
                      <a:pt x="26967" y="524115"/>
                    </a:cubicBezTo>
                    <a:cubicBezTo>
                      <a:pt x="25634" y="523925"/>
                      <a:pt x="24395" y="523639"/>
                      <a:pt x="23157" y="523258"/>
                    </a:cubicBezTo>
                    <a:lnTo>
                      <a:pt x="23157" y="523258"/>
                    </a:lnTo>
                    <a:cubicBezTo>
                      <a:pt x="21252" y="522686"/>
                      <a:pt x="19347" y="521924"/>
                      <a:pt x="17633" y="520972"/>
                    </a:cubicBezTo>
                    <a:lnTo>
                      <a:pt x="16204" y="520210"/>
                    </a:lnTo>
                    <a:cubicBezTo>
                      <a:pt x="15918" y="520020"/>
                      <a:pt x="15632" y="519829"/>
                      <a:pt x="15251" y="519638"/>
                    </a:cubicBezTo>
                    <a:cubicBezTo>
                      <a:pt x="13442" y="518495"/>
                      <a:pt x="11727" y="517066"/>
                      <a:pt x="10298" y="515542"/>
                    </a:cubicBezTo>
                    <a:lnTo>
                      <a:pt x="8774" y="514114"/>
                    </a:lnTo>
                    <a:lnTo>
                      <a:pt x="8774" y="514114"/>
                    </a:lnTo>
                    <a:close/>
                    <a:moveTo>
                      <a:pt x="255377" y="404767"/>
                    </a:moveTo>
                    <a:lnTo>
                      <a:pt x="252519" y="406576"/>
                    </a:lnTo>
                    <a:lnTo>
                      <a:pt x="246995" y="410291"/>
                    </a:lnTo>
                    <a:cubicBezTo>
                      <a:pt x="199751" y="441628"/>
                      <a:pt x="120217" y="442581"/>
                      <a:pt x="55161" y="416864"/>
                    </a:cubicBezTo>
                    <a:lnTo>
                      <a:pt x="51351" y="415339"/>
                    </a:lnTo>
                    <a:lnTo>
                      <a:pt x="22490" y="476395"/>
                    </a:lnTo>
                    <a:lnTo>
                      <a:pt x="21633" y="478300"/>
                    </a:lnTo>
                    <a:cubicBezTo>
                      <a:pt x="19156" y="484872"/>
                      <a:pt x="19061" y="492111"/>
                      <a:pt x="21538" y="498778"/>
                    </a:cubicBezTo>
                    <a:cubicBezTo>
                      <a:pt x="22776" y="502017"/>
                      <a:pt x="25443" y="504303"/>
                      <a:pt x="28681" y="505065"/>
                    </a:cubicBezTo>
                    <a:lnTo>
                      <a:pt x="29920" y="505255"/>
                    </a:lnTo>
                    <a:lnTo>
                      <a:pt x="31063" y="505351"/>
                    </a:lnTo>
                    <a:lnTo>
                      <a:pt x="457306" y="505351"/>
                    </a:lnTo>
                    <a:lnTo>
                      <a:pt x="458450" y="505255"/>
                    </a:lnTo>
                    <a:cubicBezTo>
                      <a:pt x="462260" y="504875"/>
                      <a:pt x="465498" y="502303"/>
                      <a:pt x="466831" y="498683"/>
                    </a:cubicBezTo>
                    <a:cubicBezTo>
                      <a:pt x="469118" y="492778"/>
                      <a:pt x="469308" y="486205"/>
                      <a:pt x="467403" y="480205"/>
                    </a:cubicBezTo>
                    <a:lnTo>
                      <a:pt x="466736" y="478205"/>
                    </a:lnTo>
                    <a:lnTo>
                      <a:pt x="465879" y="476300"/>
                    </a:lnTo>
                    <a:lnTo>
                      <a:pt x="424255" y="388098"/>
                    </a:lnTo>
                    <a:cubicBezTo>
                      <a:pt x="366152" y="373810"/>
                      <a:pt x="296715" y="379335"/>
                      <a:pt x="255377" y="404767"/>
                    </a:cubicBezTo>
                    <a:close/>
                    <a:moveTo>
                      <a:pt x="306240" y="257796"/>
                    </a:moveTo>
                    <a:cubicBezTo>
                      <a:pt x="287857" y="257796"/>
                      <a:pt x="272903" y="272750"/>
                      <a:pt x="272903" y="291134"/>
                    </a:cubicBezTo>
                    <a:cubicBezTo>
                      <a:pt x="272903" y="309517"/>
                      <a:pt x="287857" y="324471"/>
                      <a:pt x="306240" y="324471"/>
                    </a:cubicBezTo>
                    <a:cubicBezTo>
                      <a:pt x="324623" y="324471"/>
                      <a:pt x="339578" y="309517"/>
                      <a:pt x="339578" y="291134"/>
                    </a:cubicBezTo>
                    <a:cubicBezTo>
                      <a:pt x="339578" y="272750"/>
                      <a:pt x="324623" y="257796"/>
                      <a:pt x="306240" y="2577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</a:p>
            </p:txBody>
          </p:sp>
        </p:grpSp>
        <p:grpSp>
          <p:nvGrpSpPr>
            <p:cNvPr id="22" name="组合 21" descr="e15f1fa0-563c-4ea8-8c07-7a7720f02032"/>
            <p:cNvGrpSpPr/>
            <p:nvPr/>
          </p:nvGrpSpPr>
          <p:grpSpPr>
            <a:xfrm>
              <a:off x="4243058" y="5212166"/>
              <a:ext cx="6516872" cy="921934"/>
              <a:chOff x="4243058" y="5212166"/>
              <a:chExt cx="6516872" cy="921934"/>
            </a:xfrm>
          </p:grpSpPr>
          <p:sp>
            <p:nvSpPr>
              <p:cNvPr id="15" name="Bullet4" descr="19378c87-494d-454a-8952-f5ff3983b0bf"/>
              <p:cNvSpPr/>
              <p:nvPr/>
            </p:nvSpPr>
            <p:spPr>
              <a:xfrm>
                <a:off x="5359930" y="5212166"/>
                <a:ext cx="5400000" cy="369332"/>
              </a:xfrm>
              <a:prstGeom prst="rect">
                <a:avLst/>
              </a:prstGeom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algn="l"/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错失AI价值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6" name="Text4" descr="7cbba5bb-0a01-4f8b-8fb0-3a4fda24931a"/>
              <p:cNvSpPr/>
              <p:nvPr/>
            </p:nvSpPr>
            <p:spPr>
              <a:xfrm>
                <a:off x="5359928" y="5586578"/>
                <a:ext cx="5400000" cy="547522"/>
              </a:xfrm>
              <a:prstGeom prst="rect">
                <a:avLst/>
              </a:prstGeom>
            </p:spPr>
            <p:txBody>
              <a:bodyPr wrap="square" lIns="91440" tIns="45720" rIns="91440" bIns="45720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这两种极端态度都错失了AI作为增强工具的真正价值。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1" name="IconBackground4" descr="8f680fba-c092-4e47-83ee-f03d5230d1b0"/>
              <p:cNvSpPr/>
              <p:nvPr/>
            </p:nvSpPr>
            <p:spPr>
              <a:xfrm>
                <a:off x="4243058" y="5333732"/>
                <a:ext cx="720000" cy="720000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254000" dist="127000" dir="54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24" name="Icon4" descr="93dfc714-4d2f-44c1-bd41-214a468bfce6"/>
              <p:cNvSpPr>
                <a:spLocks noChangeAspect="1"/>
              </p:cNvSpPr>
              <p:nvPr/>
            </p:nvSpPr>
            <p:spPr>
              <a:xfrm>
                <a:off x="4432877" y="5513732"/>
                <a:ext cx="340364" cy="360000"/>
              </a:xfrm>
              <a:custGeom>
                <a:avLst/>
                <a:gdLst>
                  <a:gd name="connsiteX0" fmla="*/ 371955 w 495300"/>
                  <a:gd name="connsiteY0" fmla="*/ 621 h 523875"/>
                  <a:gd name="connsiteX1" fmla="*/ 400530 w 495300"/>
                  <a:gd name="connsiteY1" fmla="*/ 29196 h 523875"/>
                  <a:gd name="connsiteX2" fmla="*/ 400530 w 495300"/>
                  <a:gd name="connsiteY2" fmla="*/ 133971 h 523875"/>
                  <a:gd name="connsiteX3" fmla="*/ 371955 w 495300"/>
                  <a:gd name="connsiteY3" fmla="*/ 162546 h 523875"/>
                  <a:gd name="connsiteX4" fmla="*/ 257655 w 495300"/>
                  <a:gd name="connsiteY4" fmla="*/ 162546 h 523875"/>
                  <a:gd name="connsiteX5" fmla="*/ 257655 w 495300"/>
                  <a:gd name="connsiteY5" fmla="*/ 286371 h 523875"/>
                  <a:gd name="connsiteX6" fmla="*/ 419580 w 495300"/>
                  <a:gd name="connsiteY6" fmla="*/ 286371 h 523875"/>
                  <a:gd name="connsiteX7" fmla="*/ 457680 w 495300"/>
                  <a:gd name="connsiteY7" fmla="*/ 322566 h 523875"/>
                  <a:gd name="connsiteX8" fmla="*/ 457680 w 495300"/>
                  <a:gd name="connsiteY8" fmla="*/ 324471 h 523875"/>
                  <a:gd name="connsiteX9" fmla="*/ 457680 w 495300"/>
                  <a:gd name="connsiteY9" fmla="*/ 429246 h 523875"/>
                  <a:gd name="connsiteX10" fmla="*/ 476730 w 495300"/>
                  <a:gd name="connsiteY10" fmla="*/ 429246 h 523875"/>
                  <a:gd name="connsiteX11" fmla="*/ 495780 w 495300"/>
                  <a:gd name="connsiteY11" fmla="*/ 448296 h 523875"/>
                  <a:gd name="connsiteX12" fmla="*/ 495780 w 495300"/>
                  <a:gd name="connsiteY12" fmla="*/ 505446 h 523875"/>
                  <a:gd name="connsiteX13" fmla="*/ 476730 w 495300"/>
                  <a:gd name="connsiteY13" fmla="*/ 524496 h 523875"/>
                  <a:gd name="connsiteX14" fmla="*/ 419580 w 495300"/>
                  <a:gd name="connsiteY14" fmla="*/ 524496 h 523875"/>
                  <a:gd name="connsiteX15" fmla="*/ 400530 w 495300"/>
                  <a:gd name="connsiteY15" fmla="*/ 505446 h 523875"/>
                  <a:gd name="connsiteX16" fmla="*/ 400530 w 495300"/>
                  <a:gd name="connsiteY16" fmla="*/ 448296 h 523875"/>
                  <a:gd name="connsiteX17" fmla="*/ 419580 w 495300"/>
                  <a:gd name="connsiteY17" fmla="*/ 429246 h 523875"/>
                  <a:gd name="connsiteX18" fmla="*/ 438630 w 495300"/>
                  <a:gd name="connsiteY18" fmla="*/ 429246 h 523875"/>
                  <a:gd name="connsiteX19" fmla="*/ 438630 w 495300"/>
                  <a:gd name="connsiteY19" fmla="*/ 324471 h 523875"/>
                  <a:gd name="connsiteX20" fmla="*/ 421009 w 495300"/>
                  <a:gd name="connsiteY20" fmla="*/ 305516 h 523875"/>
                  <a:gd name="connsiteX21" fmla="*/ 419580 w 495300"/>
                  <a:gd name="connsiteY21" fmla="*/ 305421 h 523875"/>
                  <a:gd name="connsiteX22" fmla="*/ 257655 w 495300"/>
                  <a:gd name="connsiteY22" fmla="*/ 305421 h 523875"/>
                  <a:gd name="connsiteX23" fmla="*/ 257655 w 495300"/>
                  <a:gd name="connsiteY23" fmla="*/ 429246 h 523875"/>
                  <a:gd name="connsiteX24" fmla="*/ 276705 w 495300"/>
                  <a:gd name="connsiteY24" fmla="*/ 429246 h 523875"/>
                  <a:gd name="connsiteX25" fmla="*/ 295755 w 495300"/>
                  <a:gd name="connsiteY25" fmla="*/ 448296 h 523875"/>
                  <a:gd name="connsiteX26" fmla="*/ 295755 w 495300"/>
                  <a:gd name="connsiteY26" fmla="*/ 505446 h 523875"/>
                  <a:gd name="connsiteX27" fmla="*/ 276705 w 495300"/>
                  <a:gd name="connsiteY27" fmla="*/ 524496 h 523875"/>
                  <a:gd name="connsiteX28" fmla="*/ 219555 w 495300"/>
                  <a:gd name="connsiteY28" fmla="*/ 524496 h 523875"/>
                  <a:gd name="connsiteX29" fmla="*/ 200505 w 495300"/>
                  <a:gd name="connsiteY29" fmla="*/ 505446 h 523875"/>
                  <a:gd name="connsiteX30" fmla="*/ 200505 w 495300"/>
                  <a:gd name="connsiteY30" fmla="*/ 448296 h 523875"/>
                  <a:gd name="connsiteX31" fmla="*/ 219555 w 495300"/>
                  <a:gd name="connsiteY31" fmla="*/ 429246 h 523875"/>
                  <a:gd name="connsiteX32" fmla="*/ 238605 w 495300"/>
                  <a:gd name="connsiteY32" fmla="*/ 429246 h 523875"/>
                  <a:gd name="connsiteX33" fmla="*/ 238605 w 495300"/>
                  <a:gd name="connsiteY33" fmla="*/ 305421 h 523875"/>
                  <a:gd name="connsiteX34" fmla="*/ 76680 w 495300"/>
                  <a:gd name="connsiteY34" fmla="*/ 305421 h 523875"/>
                  <a:gd name="connsiteX35" fmla="*/ 57725 w 495300"/>
                  <a:gd name="connsiteY35" fmla="*/ 323042 h 523875"/>
                  <a:gd name="connsiteX36" fmla="*/ 57630 w 495300"/>
                  <a:gd name="connsiteY36" fmla="*/ 324471 h 523875"/>
                  <a:gd name="connsiteX37" fmla="*/ 57630 w 495300"/>
                  <a:gd name="connsiteY37" fmla="*/ 429246 h 523875"/>
                  <a:gd name="connsiteX38" fmla="*/ 76680 w 495300"/>
                  <a:gd name="connsiteY38" fmla="*/ 429246 h 523875"/>
                  <a:gd name="connsiteX39" fmla="*/ 95730 w 495300"/>
                  <a:gd name="connsiteY39" fmla="*/ 448296 h 523875"/>
                  <a:gd name="connsiteX40" fmla="*/ 95730 w 495300"/>
                  <a:gd name="connsiteY40" fmla="*/ 505446 h 523875"/>
                  <a:gd name="connsiteX41" fmla="*/ 76680 w 495300"/>
                  <a:gd name="connsiteY41" fmla="*/ 524496 h 523875"/>
                  <a:gd name="connsiteX42" fmla="*/ 19530 w 495300"/>
                  <a:gd name="connsiteY42" fmla="*/ 524496 h 523875"/>
                  <a:gd name="connsiteX43" fmla="*/ 480 w 495300"/>
                  <a:gd name="connsiteY43" fmla="*/ 505446 h 523875"/>
                  <a:gd name="connsiteX44" fmla="*/ 480 w 495300"/>
                  <a:gd name="connsiteY44" fmla="*/ 448296 h 523875"/>
                  <a:gd name="connsiteX45" fmla="*/ 19530 w 495300"/>
                  <a:gd name="connsiteY45" fmla="*/ 429246 h 523875"/>
                  <a:gd name="connsiteX46" fmla="*/ 38580 w 495300"/>
                  <a:gd name="connsiteY46" fmla="*/ 429246 h 523875"/>
                  <a:gd name="connsiteX47" fmla="*/ 38580 w 495300"/>
                  <a:gd name="connsiteY47" fmla="*/ 324471 h 523875"/>
                  <a:gd name="connsiteX48" fmla="*/ 74775 w 495300"/>
                  <a:gd name="connsiteY48" fmla="*/ 286371 h 523875"/>
                  <a:gd name="connsiteX49" fmla="*/ 76680 w 495300"/>
                  <a:gd name="connsiteY49" fmla="*/ 286371 h 523875"/>
                  <a:gd name="connsiteX50" fmla="*/ 238605 w 495300"/>
                  <a:gd name="connsiteY50" fmla="*/ 286371 h 523875"/>
                  <a:gd name="connsiteX51" fmla="*/ 238605 w 495300"/>
                  <a:gd name="connsiteY51" fmla="*/ 162546 h 523875"/>
                  <a:gd name="connsiteX52" fmla="*/ 124305 w 495300"/>
                  <a:gd name="connsiteY52" fmla="*/ 162546 h 523875"/>
                  <a:gd name="connsiteX53" fmla="*/ 95730 w 495300"/>
                  <a:gd name="connsiteY53" fmla="*/ 133971 h 523875"/>
                  <a:gd name="connsiteX54" fmla="*/ 95730 w 495300"/>
                  <a:gd name="connsiteY54" fmla="*/ 29196 h 523875"/>
                  <a:gd name="connsiteX55" fmla="*/ 124305 w 495300"/>
                  <a:gd name="connsiteY55" fmla="*/ 621 h 523875"/>
                  <a:gd name="connsiteX56" fmla="*/ 371955 w 495300"/>
                  <a:gd name="connsiteY56" fmla="*/ 621 h 523875"/>
                  <a:gd name="connsiteX57" fmla="*/ 148118 w 495300"/>
                  <a:gd name="connsiteY57" fmla="*/ 95871 h 523875"/>
                  <a:gd name="connsiteX58" fmla="*/ 133830 w 495300"/>
                  <a:gd name="connsiteY58" fmla="*/ 110159 h 523875"/>
                  <a:gd name="connsiteX59" fmla="*/ 148118 w 495300"/>
                  <a:gd name="connsiteY59" fmla="*/ 124446 h 523875"/>
                  <a:gd name="connsiteX60" fmla="*/ 162405 w 495300"/>
                  <a:gd name="connsiteY60" fmla="*/ 110159 h 523875"/>
                  <a:gd name="connsiteX61" fmla="*/ 148118 w 495300"/>
                  <a:gd name="connsiteY61" fmla="*/ 95871 h 523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495300" h="523875">
                    <a:moveTo>
                      <a:pt x="371955" y="621"/>
                    </a:moveTo>
                    <a:cubicBezTo>
                      <a:pt x="387767" y="621"/>
                      <a:pt x="400530" y="13385"/>
                      <a:pt x="400530" y="29196"/>
                    </a:cubicBezTo>
                    <a:lnTo>
                      <a:pt x="400530" y="133971"/>
                    </a:lnTo>
                    <a:cubicBezTo>
                      <a:pt x="400530" y="149782"/>
                      <a:pt x="387767" y="162546"/>
                      <a:pt x="371955" y="162546"/>
                    </a:cubicBezTo>
                    <a:lnTo>
                      <a:pt x="257655" y="162546"/>
                    </a:lnTo>
                    <a:lnTo>
                      <a:pt x="257655" y="286371"/>
                    </a:lnTo>
                    <a:lnTo>
                      <a:pt x="419580" y="286371"/>
                    </a:lnTo>
                    <a:cubicBezTo>
                      <a:pt x="439964" y="286371"/>
                      <a:pt x="456632" y="302373"/>
                      <a:pt x="457680" y="322566"/>
                    </a:cubicBezTo>
                    <a:lnTo>
                      <a:pt x="457680" y="324471"/>
                    </a:lnTo>
                    <a:lnTo>
                      <a:pt x="457680" y="429246"/>
                    </a:lnTo>
                    <a:lnTo>
                      <a:pt x="476730" y="429246"/>
                    </a:lnTo>
                    <a:cubicBezTo>
                      <a:pt x="487208" y="429246"/>
                      <a:pt x="495780" y="437819"/>
                      <a:pt x="495780" y="448296"/>
                    </a:cubicBezTo>
                    <a:lnTo>
                      <a:pt x="495780" y="505446"/>
                    </a:lnTo>
                    <a:cubicBezTo>
                      <a:pt x="495780" y="515923"/>
                      <a:pt x="487208" y="524496"/>
                      <a:pt x="476730" y="524496"/>
                    </a:cubicBezTo>
                    <a:lnTo>
                      <a:pt x="419580" y="524496"/>
                    </a:lnTo>
                    <a:cubicBezTo>
                      <a:pt x="409102" y="524496"/>
                      <a:pt x="400530" y="515923"/>
                      <a:pt x="400530" y="505446"/>
                    </a:cubicBezTo>
                    <a:lnTo>
                      <a:pt x="400530" y="448296"/>
                    </a:lnTo>
                    <a:cubicBezTo>
                      <a:pt x="400530" y="437819"/>
                      <a:pt x="409102" y="429246"/>
                      <a:pt x="419580" y="429246"/>
                    </a:cubicBezTo>
                    <a:lnTo>
                      <a:pt x="438630" y="429246"/>
                    </a:lnTo>
                    <a:lnTo>
                      <a:pt x="438630" y="324471"/>
                    </a:lnTo>
                    <a:cubicBezTo>
                      <a:pt x="438630" y="314470"/>
                      <a:pt x="430819" y="306183"/>
                      <a:pt x="421009" y="305516"/>
                    </a:cubicBezTo>
                    <a:lnTo>
                      <a:pt x="419580" y="305421"/>
                    </a:lnTo>
                    <a:lnTo>
                      <a:pt x="257655" y="305421"/>
                    </a:lnTo>
                    <a:lnTo>
                      <a:pt x="257655" y="429246"/>
                    </a:lnTo>
                    <a:lnTo>
                      <a:pt x="276705" y="429246"/>
                    </a:lnTo>
                    <a:cubicBezTo>
                      <a:pt x="287183" y="429246"/>
                      <a:pt x="295755" y="437819"/>
                      <a:pt x="295755" y="448296"/>
                    </a:cubicBezTo>
                    <a:lnTo>
                      <a:pt x="295755" y="505446"/>
                    </a:lnTo>
                    <a:cubicBezTo>
                      <a:pt x="295755" y="515923"/>
                      <a:pt x="287183" y="524496"/>
                      <a:pt x="276705" y="524496"/>
                    </a:cubicBezTo>
                    <a:lnTo>
                      <a:pt x="219555" y="524496"/>
                    </a:lnTo>
                    <a:cubicBezTo>
                      <a:pt x="209077" y="524496"/>
                      <a:pt x="200505" y="515923"/>
                      <a:pt x="200505" y="505446"/>
                    </a:cubicBezTo>
                    <a:lnTo>
                      <a:pt x="200505" y="448296"/>
                    </a:lnTo>
                    <a:cubicBezTo>
                      <a:pt x="200505" y="437819"/>
                      <a:pt x="209077" y="429246"/>
                      <a:pt x="219555" y="429246"/>
                    </a:cubicBezTo>
                    <a:lnTo>
                      <a:pt x="238605" y="429246"/>
                    </a:lnTo>
                    <a:lnTo>
                      <a:pt x="238605" y="305421"/>
                    </a:lnTo>
                    <a:lnTo>
                      <a:pt x="76680" y="305421"/>
                    </a:lnTo>
                    <a:cubicBezTo>
                      <a:pt x="66679" y="305421"/>
                      <a:pt x="58392" y="313232"/>
                      <a:pt x="57725" y="323042"/>
                    </a:cubicBezTo>
                    <a:lnTo>
                      <a:pt x="57630" y="324471"/>
                    </a:lnTo>
                    <a:lnTo>
                      <a:pt x="57630" y="429246"/>
                    </a:lnTo>
                    <a:lnTo>
                      <a:pt x="76680" y="429246"/>
                    </a:lnTo>
                    <a:cubicBezTo>
                      <a:pt x="87158" y="429246"/>
                      <a:pt x="95730" y="437819"/>
                      <a:pt x="95730" y="448296"/>
                    </a:cubicBezTo>
                    <a:lnTo>
                      <a:pt x="95730" y="505446"/>
                    </a:lnTo>
                    <a:cubicBezTo>
                      <a:pt x="95730" y="515923"/>
                      <a:pt x="87158" y="524496"/>
                      <a:pt x="76680" y="524496"/>
                    </a:cubicBezTo>
                    <a:lnTo>
                      <a:pt x="19530" y="524496"/>
                    </a:lnTo>
                    <a:cubicBezTo>
                      <a:pt x="9052" y="524496"/>
                      <a:pt x="480" y="515923"/>
                      <a:pt x="480" y="505446"/>
                    </a:cubicBezTo>
                    <a:lnTo>
                      <a:pt x="480" y="448296"/>
                    </a:lnTo>
                    <a:cubicBezTo>
                      <a:pt x="480" y="437819"/>
                      <a:pt x="9052" y="429246"/>
                      <a:pt x="19530" y="429246"/>
                    </a:cubicBezTo>
                    <a:lnTo>
                      <a:pt x="38580" y="429246"/>
                    </a:lnTo>
                    <a:lnTo>
                      <a:pt x="38580" y="324471"/>
                    </a:lnTo>
                    <a:cubicBezTo>
                      <a:pt x="38580" y="304087"/>
                      <a:pt x="54582" y="287419"/>
                      <a:pt x="74775" y="286371"/>
                    </a:cubicBezTo>
                    <a:lnTo>
                      <a:pt x="76680" y="286371"/>
                    </a:lnTo>
                    <a:lnTo>
                      <a:pt x="238605" y="286371"/>
                    </a:lnTo>
                    <a:lnTo>
                      <a:pt x="238605" y="162546"/>
                    </a:lnTo>
                    <a:lnTo>
                      <a:pt x="124305" y="162546"/>
                    </a:lnTo>
                    <a:cubicBezTo>
                      <a:pt x="108493" y="162546"/>
                      <a:pt x="95730" y="149782"/>
                      <a:pt x="95730" y="133971"/>
                    </a:cubicBezTo>
                    <a:lnTo>
                      <a:pt x="95730" y="29196"/>
                    </a:lnTo>
                    <a:cubicBezTo>
                      <a:pt x="95730" y="13385"/>
                      <a:pt x="108493" y="621"/>
                      <a:pt x="124305" y="621"/>
                    </a:cubicBezTo>
                    <a:lnTo>
                      <a:pt x="371955" y="621"/>
                    </a:lnTo>
                    <a:close/>
                    <a:moveTo>
                      <a:pt x="148118" y="95871"/>
                    </a:moveTo>
                    <a:cubicBezTo>
                      <a:pt x="140212" y="95871"/>
                      <a:pt x="133830" y="102253"/>
                      <a:pt x="133830" y="110159"/>
                    </a:cubicBezTo>
                    <a:cubicBezTo>
                      <a:pt x="133830" y="118064"/>
                      <a:pt x="140212" y="124446"/>
                      <a:pt x="148118" y="124446"/>
                    </a:cubicBezTo>
                    <a:cubicBezTo>
                      <a:pt x="156023" y="124446"/>
                      <a:pt x="162405" y="118064"/>
                      <a:pt x="162405" y="110159"/>
                    </a:cubicBezTo>
                    <a:cubicBezTo>
                      <a:pt x="162405" y="102253"/>
                      <a:pt x="156023" y="95871"/>
                      <a:pt x="148118" y="9587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</a:p>
            </p:txBody>
          </p:sp>
        </p:grpSp>
      </p:grp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5a12860-57d0-435d-97c1-4c6d2d8d7d77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FFFFFF"/>
                </a:solidFill>
                <a:ea typeface="微软雅黑" panose="020B0503020204020204" charset="-122"/>
              </a:rPr>
              <a:t>能力认知模糊</a:t>
            </a:r>
            <a:endParaRPr lang="en-US" sz="2800" b="1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grpSp>
        <p:nvGrpSpPr>
          <p:cNvPr id="3" name="5625ae69-3a3f-477a-b0d9-060d4518cb75.source.4.zh-Hans.pptx" descr="73f6fe47-f7bf-482e-9783-a93b136c095e"/>
          <p:cNvGrpSpPr/>
          <p:nvPr/>
        </p:nvGrpSpPr>
        <p:grpSpPr>
          <a:xfrm>
            <a:off x="0" y="1130300"/>
            <a:ext cx="12192000" cy="5727700"/>
            <a:chOff x="0" y="1130300"/>
            <a:chExt cx="12192000" cy="5727700"/>
          </a:xfrm>
        </p:grpSpPr>
        <p:sp>
          <p:nvSpPr>
            <p:cNvPr id="4" name="任意多边形: 形状 2" descr="05d89681-200a-4b81-9db7-51c52d83b593"/>
            <p:cNvSpPr>
              <a:spLocks noChangeAspect="1"/>
            </p:cNvSpPr>
            <p:nvPr/>
          </p:nvSpPr>
          <p:spPr>
            <a:xfrm>
              <a:off x="0" y="5623857"/>
              <a:ext cx="12192000" cy="1234143"/>
            </a:xfrm>
            <a:custGeom>
              <a:avLst/>
              <a:gdLst>
                <a:gd name="connsiteX0" fmla="*/ 0 w 12192000"/>
                <a:gd name="connsiteY0" fmla="*/ 0 h 1888459"/>
                <a:gd name="connsiteX1" fmla="*/ 281981 w 12192000"/>
                <a:gd name="connsiteY1" fmla="*/ 80588 h 1888459"/>
                <a:gd name="connsiteX2" fmla="*/ 6717610 w 12192000"/>
                <a:gd name="connsiteY2" fmla="*/ 890543 h 1888459"/>
                <a:gd name="connsiteX3" fmla="*/ 11973012 w 12192000"/>
                <a:gd name="connsiteY3" fmla="*/ 363176 h 1888459"/>
                <a:gd name="connsiteX4" fmla="*/ 12192000 w 12192000"/>
                <a:gd name="connsiteY4" fmla="*/ 313968 h 1888459"/>
                <a:gd name="connsiteX5" fmla="*/ 12192000 w 12192000"/>
                <a:gd name="connsiteY5" fmla="*/ 1888459 h 1888459"/>
                <a:gd name="connsiteX6" fmla="*/ 0 w 12192000"/>
                <a:gd name="connsiteY6" fmla="*/ 1888459 h 1888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1888459">
                  <a:moveTo>
                    <a:pt x="0" y="0"/>
                  </a:moveTo>
                  <a:lnTo>
                    <a:pt x="281981" y="80588"/>
                  </a:lnTo>
                  <a:cubicBezTo>
                    <a:pt x="2195056" y="597133"/>
                    <a:pt x="4387395" y="890543"/>
                    <a:pt x="6717610" y="890543"/>
                  </a:cubicBezTo>
                  <a:cubicBezTo>
                    <a:pt x="8581781" y="890543"/>
                    <a:pt x="10357712" y="702761"/>
                    <a:pt x="11973012" y="363176"/>
                  </a:cubicBezTo>
                  <a:lnTo>
                    <a:pt x="12192000" y="313968"/>
                  </a:lnTo>
                  <a:lnTo>
                    <a:pt x="12192000" y="1888459"/>
                  </a:lnTo>
                  <a:lnTo>
                    <a:pt x="0" y="1888459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  <a:ln w="12700">
              <a:noFill/>
            </a:ln>
            <a:effectLst>
              <a:outerShdw blurRad="1270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0">
              <a:noAutofit/>
            </a:bodyPr>
            <a:lstStyle/>
            <a:p>
              <a:pPr algn="ctr"/>
            </a:p>
          </p:txBody>
        </p:sp>
        <p:sp>
          <p:nvSpPr>
            <p:cNvPr id="5" name="任意多边形: 形状 3" descr="e3ec907e-0cc6-442e-8ea4-21b8c2d56205"/>
            <p:cNvSpPr>
              <a:spLocks noChangeAspect="1"/>
            </p:cNvSpPr>
            <p:nvPr/>
          </p:nvSpPr>
          <p:spPr>
            <a:xfrm>
              <a:off x="0" y="5797786"/>
              <a:ext cx="12192000" cy="1060214"/>
            </a:xfrm>
            <a:custGeom>
              <a:avLst/>
              <a:gdLst>
                <a:gd name="connsiteX0" fmla="*/ 0 w 12192000"/>
                <a:gd name="connsiteY0" fmla="*/ 0 h 1888459"/>
                <a:gd name="connsiteX1" fmla="*/ 281981 w 12192000"/>
                <a:gd name="connsiteY1" fmla="*/ 80588 h 1888459"/>
                <a:gd name="connsiteX2" fmla="*/ 6717610 w 12192000"/>
                <a:gd name="connsiteY2" fmla="*/ 890543 h 1888459"/>
                <a:gd name="connsiteX3" fmla="*/ 11973012 w 12192000"/>
                <a:gd name="connsiteY3" fmla="*/ 363176 h 1888459"/>
                <a:gd name="connsiteX4" fmla="*/ 12192000 w 12192000"/>
                <a:gd name="connsiteY4" fmla="*/ 313968 h 1888459"/>
                <a:gd name="connsiteX5" fmla="*/ 12192000 w 12192000"/>
                <a:gd name="connsiteY5" fmla="*/ 1888459 h 1888459"/>
                <a:gd name="connsiteX6" fmla="*/ 0 w 12192000"/>
                <a:gd name="connsiteY6" fmla="*/ 1888459 h 1888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1888459">
                  <a:moveTo>
                    <a:pt x="0" y="0"/>
                  </a:moveTo>
                  <a:lnTo>
                    <a:pt x="281981" y="80588"/>
                  </a:lnTo>
                  <a:cubicBezTo>
                    <a:pt x="2195056" y="597133"/>
                    <a:pt x="4387395" y="890543"/>
                    <a:pt x="6717610" y="890543"/>
                  </a:cubicBezTo>
                  <a:cubicBezTo>
                    <a:pt x="8581781" y="890543"/>
                    <a:pt x="10357712" y="702761"/>
                    <a:pt x="11973012" y="363176"/>
                  </a:cubicBezTo>
                  <a:lnTo>
                    <a:pt x="12192000" y="313968"/>
                  </a:lnTo>
                  <a:lnTo>
                    <a:pt x="12192000" y="1888459"/>
                  </a:lnTo>
                  <a:lnTo>
                    <a:pt x="0" y="1888459"/>
                  </a:lnTo>
                  <a:close/>
                </a:path>
              </a:pathLst>
            </a:custGeom>
            <a:gradFill flip="none" rotWithShape="1">
              <a:gsLst>
                <a:gs pos="42000">
                  <a:schemeClr val="accent1"/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0" scaled="0"/>
              <a:tileRect/>
            </a:gradFill>
            <a:ln w="12700">
              <a:noFill/>
            </a:ln>
            <a:effectLst>
              <a:outerShdw blurRad="1270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0">
              <a:noAutofit/>
            </a:bodyPr>
            <a:lstStyle/>
            <a:p>
              <a:pPr algn="ctr"/>
            </a:p>
          </p:txBody>
        </p:sp>
        <p:sp>
          <p:nvSpPr>
            <p:cNvPr id="6" name="Title" descr="1c3bf5b3-a203-46f1-bb74-13b87624b199"/>
            <p:cNvSpPr>
              <a:spLocks noChangeAspect="1"/>
            </p:cNvSpPr>
            <p:nvPr/>
          </p:nvSpPr>
          <p:spPr>
            <a:xfrm>
              <a:off x="660400" y="1130300"/>
              <a:ext cx="10858500" cy="79530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FFFFFF"/>
                  </a:solidFill>
                  <a:ea typeface="微软雅黑" panose="020B0503020204020204" charset="-122"/>
                </a:rPr>
                <a:t>清晰界定AI的能力边界</a:t>
              </a:r>
              <a:endParaRPr lang="en-US" sz="2400" b="1" i="0" u="none">
                <a:solidFill>
                  <a:srgbClr val="FFFFFF"/>
                </a:solidFill>
                <a:ea typeface="微软雅黑" panose="020B0503020204020204" charset="-122"/>
              </a:endParaRPr>
            </a:p>
          </p:txBody>
        </p:sp>
        <p:grpSp>
          <p:nvGrpSpPr>
            <p:cNvPr id="9" name="组合 8" descr="02296a2b-0f6a-4174-90cf-30db26365157"/>
            <p:cNvGrpSpPr/>
            <p:nvPr/>
          </p:nvGrpSpPr>
          <p:grpSpPr>
            <a:xfrm>
              <a:off x="799300" y="1785257"/>
              <a:ext cx="2390307" cy="3831226"/>
              <a:chOff x="706886" y="991650"/>
              <a:chExt cx="2668108" cy="4276490"/>
            </a:xfrm>
          </p:grpSpPr>
          <p:grpSp>
            <p:nvGrpSpPr>
              <p:cNvPr id="40" name="组合 39" descr="0ca2d1ab-0d72-41f1-9b88-df1f1903b1af"/>
              <p:cNvGrpSpPr/>
              <p:nvPr/>
            </p:nvGrpSpPr>
            <p:grpSpPr>
              <a:xfrm>
                <a:off x="706886" y="1720702"/>
                <a:ext cx="2668108" cy="3547438"/>
                <a:chOff x="798271" y="1337175"/>
                <a:chExt cx="2211850" cy="3547438"/>
              </a:xfrm>
            </p:grpSpPr>
            <p:sp>
              <p:nvSpPr>
                <p:cNvPr id="45" name="ComponentBackground1" descr="5b338b60-dbc7-45ae-bd07-f9c3a76d72fb"/>
                <p:cNvSpPr/>
                <p:nvPr/>
              </p:nvSpPr>
              <p:spPr>
                <a:xfrm>
                  <a:off x="798271" y="1337175"/>
                  <a:ext cx="2211850" cy="3547438"/>
                </a:xfrm>
                <a:prstGeom prst="roundRect">
                  <a:avLst>
                    <a:gd name="adj" fmla="val 5843"/>
                  </a:avLst>
                </a:prstGeom>
                <a:gradFill flip="none" rotWithShape="1">
                  <a:gsLst>
                    <a:gs pos="0">
                      <a:schemeClr val="accent1">
                        <a:alpha val="20000"/>
                      </a:schemeClr>
                    </a:gs>
                    <a:gs pos="88000">
                      <a:schemeClr val="bg1">
                        <a:alpha val="0"/>
                      </a:schemeClr>
                    </a:gs>
                  </a:gsLst>
                  <a:lin ang="5400000" scaled="1"/>
                  <a:tileRect/>
                </a:gradFill>
                <a:ln w="12700">
                  <a:gradFill flip="none" rotWithShape="1"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5400000" scaled="0"/>
                    <a:tileRect/>
                  </a:gra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anchorCtr="0"/>
                <a:lstStyle/>
                <a:p>
                  <a:pPr algn="ctr"/>
                </a:p>
              </p:txBody>
            </p:sp>
            <p:grpSp>
              <p:nvGrpSpPr>
                <p:cNvPr id="46" name="组合 45" descr="85e64761-efe0-4596-a3bf-fd3f76764093"/>
                <p:cNvGrpSpPr/>
                <p:nvPr/>
              </p:nvGrpSpPr>
              <p:grpSpPr>
                <a:xfrm>
                  <a:off x="923356" y="2172969"/>
                  <a:ext cx="1961680" cy="1633617"/>
                  <a:chOff x="897975" y="1798613"/>
                  <a:chExt cx="2522030" cy="1633617"/>
                </a:xfrm>
              </p:grpSpPr>
              <p:sp>
                <p:nvSpPr>
                  <p:cNvPr id="47" name="Text1" descr="218801ff-7e3d-4d35-a9e3-2aa72b839f84"/>
                  <p:cNvSpPr/>
                  <p:nvPr/>
                </p:nvSpPr>
                <p:spPr bwMode="auto">
                  <a:xfrm>
                    <a:off x="897975" y="2514075"/>
                    <a:ext cx="2522030" cy="91815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 lIns="90000" tIns="46800" rIns="90000" bIns="46800" anchor="t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pPr algn="l">
                      <a:lnSpc>
                        <a:spcPct val="120000"/>
                      </a:lnSpc>
                      <a:spcBef>
                        <a:spcPct val="0"/>
                      </a:spcBef>
                    </a:pPr>
                    <a:r>
                      <a:rPr lang="en-US" sz="1200" b="0" i="0" u="none">
                        <a:solidFill>
                          <a:srgbClr val="FFFFFF"/>
                        </a:solidFill>
                        <a:latin typeface="Arial" panose="020B0604020202020204"/>
                      </a:rPr>
                      <a:t>AI擅长模式识别、代码开发、自动化测试。</a:t>
                    </a:r>
                    <a:endParaRPr lang="en-US" sz="1200" b="0" i="0" u="none">
                      <a:solidFill>
                        <a:srgbClr val="FFFFFF"/>
                      </a:solidFill>
                      <a:latin typeface="Arial" panose="020B0604020202020204"/>
                    </a:endParaRPr>
                  </a:p>
                </p:txBody>
              </p:sp>
              <p:sp>
                <p:nvSpPr>
                  <p:cNvPr id="48" name="Bullet1" descr="edfafec3-f6c8-4f67-8a0c-ba54e43d5b2c"/>
                  <p:cNvSpPr txBox="1"/>
                  <p:nvPr/>
                </p:nvSpPr>
                <p:spPr bwMode="auto">
                  <a:xfrm>
                    <a:off x="897975" y="1798613"/>
                    <a:ext cx="2522030" cy="643077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square" lIns="91440" tIns="45720" rIns="91440" bIns="45720" anchor="b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pPr algn="l">
                      <a:spcBef>
                        <a:spcPct val="0"/>
                      </a:spcBef>
                    </a:pPr>
                    <a:r>
                      <a:rPr lang="en-US" sz="1800" b="1" i="0" u="none">
                        <a:solidFill>
                          <a:srgbClr val="FFFFFF"/>
                        </a:solidFill>
                        <a:ea typeface="微软雅黑" panose="020B0503020204020204" charset="-122"/>
                      </a:rPr>
                      <a:t>擅长领域</a:t>
                    </a:r>
                    <a:endParaRPr lang="en-US" sz="1800" b="1" i="0" u="none">
                      <a:solidFill>
                        <a:srgbClr val="FFFFFF"/>
                      </a:solidFill>
                      <a:ea typeface="微软雅黑" panose="020B0503020204020204" charset="-122"/>
                    </a:endParaRPr>
                  </a:p>
                </p:txBody>
              </p:sp>
            </p:grpSp>
          </p:grpSp>
          <p:grpSp>
            <p:nvGrpSpPr>
              <p:cNvPr id="41" name="组合 40" descr="d776a930-aab6-46a7-abab-1c11a7d0ad0f"/>
              <p:cNvGrpSpPr/>
              <p:nvPr/>
            </p:nvGrpSpPr>
            <p:grpSpPr>
              <a:xfrm>
                <a:off x="1703642" y="4424210"/>
                <a:ext cx="674596" cy="674596"/>
                <a:chOff x="1432470" y="5477475"/>
                <a:chExt cx="540000" cy="540000"/>
              </a:xfrm>
            </p:grpSpPr>
            <p:sp>
              <p:nvSpPr>
                <p:cNvPr id="43" name="IconBackground1" descr="b5a1ebd2-45dc-489c-8187-98a6a0743272"/>
                <p:cNvSpPr txBox="1">
                  <a:spLocks noChangeAspect="1"/>
                </p:cNvSpPr>
                <p:nvPr/>
              </p:nvSpPr>
              <p:spPr>
                <a:xfrm>
                  <a:off x="1432470" y="5477475"/>
                  <a:ext cx="540000" cy="540000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anchorCtr="0">
                  <a:normAutofit/>
                </a:bodyPr>
                <a:lstStyle>
                  <a:defPPr>
                    <a:defRPr lang="en-US"/>
                  </a:defPPr>
                  <a:lvl1pPr algn="ctr">
                    <a:defRPr b="1">
                      <a:solidFill>
                        <a:srgbClr val="FFFFFF"/>
                      </a:solidFill>
                      <a:cs typeface="+mn-ea"/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</a:p>
              </p:txBody>
            </p:sp>
            <p:sp>
              <p:nvSpPr>
                <p:cNvPr id="44" name="Icon1" descr="e787b9cd-3b77-407d-8408-130d636e18ec"/>
                <p:cNvSpPr>
                  <a:spLocks noChangeAspect="1"/>
                </p:cNvSpPr>
                <p:nvPr/>
              </p:nvSpPr>
              <p:spPr bwMode="auto">
                <a:xfrm>
                  <a:off x="1566987" y="5607922"/>
                  <a:ext cx="270966" cy="279106"/>
                </a:xfrm>
                <a:custGeom>
                  <a:avLst/>
                  <a:gdLst>
                    <a:gd name="connsiteX0" fmla="*/ 266700 w 533400"/>
                    <a:gd name="connsiteY0" fmla="*/ 285750 h 533400"/>
                    <a:gd name="connsiteX1" fmla="*/ 409575 w 533400"/>
                    <a:gd name="connsiteY1" fmla="*/ 142875 h 533400"/>
                    <a:gd name="connsiteX2" fmla="*/ 266700 w 533400"/>
                    <a:gd name="connsiteY2" fmla="*/ 0 h 533400"/>
                    <a:gd name="connsiteX3" fmla="*/ 123825 w 533400"/>
                    <a:gd name="connsiteY3" fmla="*/ 142875 h 533400"/>
                    <a:gd name="connsiteX4" fmla="*/ 266700 w 533400"/>
                    <a:gd name="connsiteY4" fmla="*/ 285750 h 533400"/>
                    <a:gd name="connsiteX5" fmla="*/ 266700 w 533400"/>
                    <a:gd name="connsiteY5" fmla="*/ 19050 h 533400"/>
                    <a:gd name="connsiteX6" fmla="*/ 390525 w 533400"/>
                    <a:gd name="connsiteY6" fmla="*/ 142875 h 533400"/>
                    <a:gd name="connsiteX7" fmla="*/ 266700 w 533400"/>
                    <a:gd name="connsiteY7" fmla="*/ 266700 h 533400"/>
                    <a:gd name="connsiteX8" fmla="*/ 142875 w 533400"/>
                    <a:gd name="connsiteY8" fmla="*/ 142875 h 533400"/>
                    <a:gd name="connsiteX9" fmla="*/ 266700 w 533400"/>
                    <a:gd name="connsiteY9" fmla="*/ 19050 h 533400"/>
                    <a:gd name="connsiteX10" fmla="*/ 419100 w 533400"/>
                    <a:gd name="connsiteY10" fmla="*/ 333375 h 533400"/>
                    <a:gd name="connsiteX11" fmla="*/ 114300 w 533400"/>
                    <a:gd name="connsiteY11" fmla="*/ 333375 h 533400"/>
                    <a:gd name="connsiteX12" fmla="*/ 0 w 533400"/>
                    <a:gd name="connsiteY12" fmla="*/ 447675 h 533400"/>
                    <a:gd name="connsiteX13" fmla="*/ 0 w 533400"/>
                    <a:gd name="connsiteY13" fmla="*/ 533400 h 533400"/>
                    <a:gd name="connsiteX14" fmla="*/ 19050 w 533400"/>
                    <a:gd name="connsiteY14" fmla="*/ 533400 h 533400"/>
                    <a:gd name="connsiteX15" fmla="*/ 19050 w 533400"/>
                    <a:gd name="connsiteY15" fmla="*/ 447675 h 533400"/>
                    <a:gd name="connsiteX16" fmla="*/ 114300 w 533400"/>
                    <a:gd name="connsiteY16" fmla="*/ 352425 h 533400"/>
                    <a:gd name="connsiteX17" fmla="*/ 419100 w 533400"/>
                    <a:gd name="connsiteY17" fmla="*/ 352425 h 533400"/>
                    <a:gd name="connsiteX18" fmla="*/ 514350 w 533400"/>
                    <a:gd name="connsiteY18" fmla="*/ 447675 h 533400"/>
                    <a:gd name="connsiteX19" fmla="*/ 514350 w 533400"/>
                    <a:gd name="connsiteY19" fmla="*/ 533400 h 533400"/>
                    <a:gd name="connsiteX20" fmla="*/ 533400 w 533400"/>
                    <a:gd name="connsiteY20" fmla="*/ 533400 h 533400"/>
                    <a:gd name="connsiteX21" fmla="*/ 533400 w 533400"/>
                    <a:gd name="connsiteY21" fmla="*/ 447675 h 533400"/>
                    <a:gd name="connsiteX22" fmla="*/ 419100 w 533400"/>
                    <a:gd name="connsiteY22" fmla="*/ 333375 h 533400"/>
                    <a:gd name="connsiteX23" fmla="*/ 342900 w 533400"/>
                    <a:gd name="connsiteY23" fmla="*/ 466725 h 533400"/>
                    <a:gd name="connsiteX24" fmla="*/ 457200 w 533400"/>
                    <a:gd name="connsiteY24" fmla="*/ 466725 h 533400"/>
                    <a:gd name="connsiteX25" fmla="*/ 457200 w 533400"/>
                    <a:gd name="connsiteY25" fmla="*/ 447675 h 533400"/>
                    <a:gd name="connsiteX26" fmla="*/ 342900 w 533400"/>
                    <a:gd name="connsiteY26" fmla="*/ 447675 h 533400"/>
                    <a:gd name="connsiteX27" fmla="*/ 342900 w 533400"/>
                    <a:gd name="connsiteY27" fmla="*/ 466725 h 533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533400" h="533400">
                      <a:moveTo>
                        <a:pt x="266700" y="285750"/>
                      </a:moveTo>
                      <a:cubicBezTo>
                        <a:pt x="345758" y="285750"/>
                        <a:pt x="409575" y="221933"/>
                        <a:pt x="409575" y="142875"/>
                      </a:cubicBezTo>
                      <a:cubicBezTo>
                        <a:pt x="409575" y="63818"/>
                        <a:pt x="345758" y="0"/>
                        <a:pt x="266700" y="0"/>
                      </a:cubicBezTo>
                      <a:cubicBezTo>
                        <a:pt x="187643" y="0"/>
                        <a:pt x="123825" y="63818"/>
                        <a:pt x="123825" y="142875"/>
                      </a:cubicBezTo>
                      <a:cubicBezTo>
                        <a:pt x="123825" y="221933"/>
                        <a:pt x="187643" y="285750"/>
                        <a:pt x="266700" y="285750"/>
                      </a:cubicBezTo>
                      <a:close/>
                      <a:moveTo>
                        <a:pt x="266700" y="19050"/>
                      </a:moveTo>
                      <a:cubicBezTo>
                        <a:pt x="335280" y="19050"/>
                        <a:pt x="390525" y="74295"/>
                        <a:pt x="390525" y="142875"/>
                      </a:cubicBezTo>
                      <a:cubicBezTo>
                        <a:pt x="390525" y="211455"/>
                        <a:pt x="335280" y="266700"/>
                        <a:pt x="266700" y="266700"/>
                      </a:cubicBezTo>
                      <a:cubicBezTo>
                        <a:pt x="198120" y="266700"/>
                        <a:pt x="142875" y="211455"/>
                        <a:pt x="142875" y="142875"/>
                      </a:cubicBezTo>
                      <a:cubicBezTo>
                        <a:pt x="142875" y="74295"/>
                        <a:pt x="198120" y="19050"/>
                        <a:pt x="266700" y="19050"/>
                      </a:cubicBezTo>
                      <a:close/>
                      <a:moveTo>
                        <a:pt x="419100" y="333375"/>
                      </a:moveTo>
                      <a:lnTo>
                        <a:pt x="114300" y="333375"/>
                      </a:lnTo>
                      <a:cubicBezTo>
                        <a:pt x="51435" y="333375"/>
                        <a:pt x="0" y="384810"/>
                        <a:pt x="0" y="447675"/>
                      </a:cubicBezTo>
                      <a:lnTo>
                        <a:pt x="0" y="533400"/>
                      </a:lnTo>
                      <a:lnTo>
                        <a:pt x="19050" y="533400"/>
                      </a:lnTo>
                      <a:lnTo>
                        <a:pt x="19050" y="447675"/>
                      </a:lnTo>
                      <a:cubicBezTo>
                        <a:pt x="19050" y="395288"/>
                        <a:pt x="61913" y="352425"/>
                        <a:pt x="114300" y="352425"/>
                      </a:cubicBezTo>
                      <a:lnTo>
                        <a:pt x="419100" y="352425"/>
                      </a:lnTo>
                      <a:cubicBezTo>
                        <a:pt x="471488" y="352425"/>
                        <a:pt x="514350" y="395288"/>
                        <a:pt x="514350" y="447675"/>
                      </a:cubicBezTo>
                      <a:lnTo>
                        <a:pt x="514350" y="533400"/>
                      </a:lnTo>
                      <a:lnTo>
                        <a:pt x="533400" y="533400"/>
                      </a:lnTo>
                      <a:lnTo>
                        <a:pt x="533400" y="447675"/>
                      </a:lnTo>
                      <a:cubicBezTo>
                        <a:pt x="533400" y="384810"/>
                        <a:pt x="481965" y="333375"/>
                        <a:pt x="419100" y="333375"/>
                      </a:cubicBezTo>
                      <a:close/>
                      <a:moveTo>
                        <a:pt x="342900" y="466725"/>
                      </a:moveTo>
                      <a:lnTo>
                        <a:pt x="457200" y="466725"/>
                      </a:lnTo>
                      <a:lnTo>
                        <a:pt x="457200" y="447675"/>
                      </a:lnTo>
                      <a:lnTo>
                        <a:pt x="342900" y="447675"/>
                      </a:lnTo>
                      <a:lnTo>
                        <a:pt x="342900" y="46672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/>
                <a:lstStyle/>
                <a:p>
                  <a:pPr algn="l"/>
                </a:p>
              </p:txBody>
            </p:sp>
          </p:grpSp>
          <p:sp>
            <p:nvSpPr>
              <p:cNvPr id="42" name="Number1" descr="c3e6aea9-34f2-42ea-9afd-f438a10f10b7"/>
              <p:cNvSpPr txBox="1"/>
              <p:nvPr/>
            </p:nvSpPr>
            <p:spPr>
              <a:xfrm>
                <a:off x="1350514" y="991650"/>
                <a:ext cx="1380853" cy="173159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rtlCol="0" anchor="b" anchorCtr="0">
                <a:normAutofit lnSpcReduction="10000"/>
              </a:bodyPr>
              <a:lstStyle/>
              <a:p>
                <a:pPr algn="ctr"/>
                <a:r>
                  <a:rPr lang="en-US" sz="9600" b="1" i="0" u="none">
                    <a:latin typeface="Arial" panose="020B0604020202020204"/>
                  </a:rPr>
                  <a:t>P</a:t>
                </a:r>
                <a:endParaRPr lang="en-US" sz="9600" b="1" i="0" u="none">
                  <a:latin typeface="Arial" panose="020B0604020202020204"/>
                </a:endParaRPr>
              </a:p>
            </p:txBody>
          </p:sp>
        </p:grpSp>
        <p:grpSp>
          <p:nvGrpSpPr>
            <p:cNvPr id="10" name="组合 9" descr="812f00f7-9434-4481-96b6-b1b1f763381f"/>
            <p:cNvGrpSpPr/>
            <p:nvPr/>
          </p:nvGrpSpPr>
          <p:grpSpPr>
            <a:xfrm>
              <a:off x="3529431" y="1785257"/>
              <a:ext cx="2390307" cy="3831227"/>
              <a:chOff x="3544085" y="991650"/>
              <a:chExt cx="2668108" cy="4276491"/>
            </a:xfrm>
          </p:grpSpPr>
          <p:grpSp>
            <p:nvGrpSpPr>
              <p:cNvPr id="31" name="组合 30" descr="4e3446ad-349b-4ebc-9aee-932034add86a"/>
              <p:cNvGrpSpPr/>
              <p:nvPr/>
            </p:nvGrpSpPr>
            <p:grpSpPr>
              <a:xfrm>
                <a:off x="3544085" y="1720702"/>
                <a:ext cx="2668108" cy="3547439"/>
                <a:chOff x="798271" y="1045475"/>
                <a:chExt cx="2211850" cy="4975073"/>
              </a:xfrm>
            </p:grpSpPr>
            <p:sp>
              <p:nvSpPr>
                <p:cNvPr id="36" name="ComponentBackground2" descr="6d59c5ca-551a-437d-b515-877646e95f15"/>
                <p:cNvSpPr/>
                <p:nvPr/>
              </p:nvSpPr>
              <p:spPr>
                <a:xfrm>
                  <a:off x="798271" y="1045475"/>
                  <a:ext cx="2211850" cy="4975073"/>
                </a:xfrm>
                <a:prstGeom prst="roundRect">
                  <a:avLst>
                    <a:gd name="adj" fmla="val 5843"/>
                  </a:avLst>
                </a:prstGeom>
                <a:gradFill flip="none" rotWithShape="1">
                  <a:gsLst>
                    <a:gs pos="0">
                      <a:schemeClr val="accent2">
                        <a:alpha val="20000"/>
                      </a:schemeClr>
                    </a:gs>
                    <a:gs pos="88000">
                      <a:schemeClr val="bg1">
                        <a:alpha val="0"/>
                      </a:schemeClr>
                    </a:gs>
                  </a:gsLst>
                  <a:lin ang="5400000" scaled="0"/>
                  <a:tileRect/>
                </a:gradFill>
                <a:ln w="12700">
                  <a:gradFill flip="none" rotWithShape="1">
                    <a:gsLst>
                      <a:gs pos="0">
                        <a:schemeClr val="accent2">
                          <a:alpha val="0"/>
                        </a:schemeClr>
                      </a:gs>
                      <a:gs pos="100000">
                        <a:schemeClr val="accent2"/>
                      </a:gs>
                    </a:gsLst>
                    <a:lin ang="5400000" scaled="0"/>
                    <a:tileRect/>
                  </a:gra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anchorCtr="0"/>
                <a:lstStyle/>
                <a:p>
                  <a:pPr algn="r"/>
                </a:p>
              </p:txBody>
            </p:sp>
            <p:grpSp>
              <p:nvGrpSpPr>
                <p:cNvPr id="37" name="组合 36" descr="f353b5ff-527d-4292-bb7a-3ffa97381771"/>
                <p:cNvGrpSpPr/>
                <p:nvPr/>
              </p:nvGrpSpPr>
              <p:grpSpPr>
                <a:xfrm>
                  <a:off x="923356" y="2172969"/>
                  <a:ext cx="1961680" cy="2189530"/>
                  <a:chOff x="897975" y="1798613"/>
                  <a:chExt cx="2522030" cy="2189530"/>
                </a:xfrm>
              </p:grpSpPr>
              <p:sp>
                <p:nvSpPr>
                  <p:cNvPr id="38" name="Text2" descr="2c281319-cd7b-4958-9183-92b70f9e9d34"/>
                  <p:cNvSpPr/>
                  <p:nvPr/>
                </p:nvSpPr>
                <p:spPr bwMode="auto">
                  <a:xfrm>
                    <a:off x="897975" y="2700485"/>
                    <a:ext cx="2522030" cy="128765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 lIns="90000" tIns="46800" rIns="90000" bIns="46800" anchor="t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pPr algn="l">
                      <a:lnSpc>
                        <a:spcPct val="120000"/>
                      </a:lnSpc>
                      <a:spcBef>
                        <a:spcPct val="0"/>
                      </a:spcBef>
                    </a:pPr>
                    <a:r>
                      <a:rPr lang="en-US" sz="1200" b="0" i="0" u="none">
                        <a:solidFill>
                          <a:srgbClr val="FFFFFF"/>
                        </a:solidFill>
                        <a:ea typeface="微软雅黑" panose="020B0503020204020204" charset="-122"/>
                      </a:rPr>
                      <a:t>在业务理解、方案设计、需求验收上仍需人类把关。</a:t>
                    </a:r>
                    <a:endParaRPr lang="en-US" sz="1200" b="0" i="0" u="none">
                      <a:solidFill>
                        <a:srgbClr val="FFFFFF"/>
                      </a:solidFill>
                      <a:ea typeface="微软雅黑" panose="020B0503020204020204" charset="-122"/>
                    </a:endParaRPr>
                  </a:p>
                </p:txBody>
              </p:sp>
              <p:sp>
                <p:nvSpPr>
                  <p:cNvPr id="39" name="Bullet2" descr="85017ef4-0303-44e3-8f51-6e425276dcd4"/>
                  <p:cNvSpPr txBox="1"/>
                  <p:nvPr/>
                </p:nvSpPr>
                <p:spPr bwMode="auto">
                  <a:xfrm>
                    <a:off x="897975" y="1798613"/>
                    <a:ext cx="2522030" cy="901877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square" lIns="91440" tIns="45720" rIns="91440" bIns="45720" anchor="b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pPr algn="l">
                      <a:spcBef>
                        <a:spcPct val="0"/>
                      </a:spcBef>
                    </a:pPr>
                    <a:r>
                      <a:rPr lang="en-US" sz="1800" b="1" i="0" u="none">
                        <a:solidFill>
                          <a:srgbClr val="FFFFFF"/>
                        </a:solidFill>
                        <a:ea typeface="微软雅黑" panose="020B0503020204020204" charset="-122"/>
                      </a:rPr>
                      <a:t>不擅长领域</a:t>
                    </a:r>
                    <a:endParaRPr lang="en-US" sz="1800" b="1" i="0" u="none">
                      <a:solidFill>
                        <a:srgbClr val="FFFFFF"/>
                      </a:solidFill>
                      <a:ea typeface="微软雅黑" panose="020B0503020204020204" charset="-122"/>
                    </a:endParaRPr>
                  </a:p>
                </p:txBody>
              </p:sp>
            </p:grpSp>
          </p:grpSp>
          <p:grpSp>
            <p:nvGrpSpPr>
              <p:cNvPr id="32" name="组合 31" descr="7c419fb1-8662-439a-8421-5484aa771bce"/>
              <p:cNvGrpSpPr/>
              <p:nvPr/>
            </p:nvGrpSpPr>
            <p:grpSpPr>
              <a:xfrm>
                <a:off x="4540842" y="4424211"/>
                <a:ext cx="674595" cy="674595"/>
                <a:chOff x="560647" y="5477475"/>
                <a:chExt cx="540000" cy="540000"/>
              </a:xfrm>
            </p:grpSpPr>
            <p:sp>
              <p:nvSpPr>
                <p:cNvPr id="34" name="IconBackground2" descr="bcb6b28d-10ed-42f8-9dc1-bcdca9f2645d"/>
                <p:cNvSpPr txBox="1">
                  <a:spLocks noChangeAspect="1"/>
                </p:cNvSpPr>
                <p:nvPr/>
              </p:nvSpPr>
              <p:spPr>
                <a:xfrm>
                  <a:off x="560647" y="5477475"/>
                  <a:ext cx="540000" cy="540000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75000">
                      <a:schemeClr val="accent2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2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anchorCtr="0">
                  <a:normAutofit/>
                </a:bodyPr>
                <a:lstStyle>
                  <a:defPPr>
                    <a:defRPr lang="en-US"/>
                  </a:defPPr>
                  <a:lvl1pPr algn="ctr">
                    <a:defRPr b="1">
                      <a:solidFill>
                        <a:srgbClr val="FFFFFF"/>
                      </a:solidFill>
                      <a:cs typeface="+mn-ea"/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</a:p>
              </p:txBody>
            </p:sp>
            <p:sp>
              <p:nvSpPr>
                <p:cNvPr id="35" name="Icon2" descr="8c0f6aa6-f016-4642-b32d-37e38eb51d0e"/>
                <p:cNvSpPr>
                  <a:spLocks noChangeAspect="1"/>
                </p:cNvSpPr>
                <p:nvPr/>
              </p:nvSpPr>
              <p:spPr bwMode="auto">
                <a:xfrm>
                  <a:off x="729035" y="5607922"/>
                  <a:ext cx="203224" cy="279106"/>
                </a:xfrm>
                <a:custGeom>
                  <a:avLst/>
                  <a:gdLst>
                    <a:gd name="connsiteX0" fmla="*/ 267948 w 400050"/>
                    <a:gd name="connsiteY0" fmla="*/ 621 h 533400"/>
                    <a:gd name="connsiteX1" fmla="*/ 296523 w 400050"/>
                    <a:gd name="connsiteY1" fmla="*/ 27291 h 533400"/>
                    <a:gd name="connsiteX2" fmla="*/ 296523 w 400050"/>
                    <a:gd name="connsiteY2" fmla="*/ 29196 h 533400"/>
                    <a:gd name="connsiteX3" fmla="*/ 296523 w 400050"/>
                    <a:gd name="connsiteY3" fmla="*/ 38721 h 533400"/>
                    <a:gd name="connsiteX4" fmla="*/ 363198 w 400050"/>
                    <a:gd name="connsiteY4" fmla="*/ 38721 h 533400"/>
                    <a:gd name="connsiteX5" fmla="*/ 401298 w 400050"/>
                    <a:gd name="connsiteY5" fmla="*/ 74916 h 533400"/>
                    <a:gd name="connsiteX6" fmla="*/ 401298 w 400050"/>
                    <a:gd name="connsiteY6" fmla="*/ 76821 h 533400"/>
                    <a:gd name="connsiteX7" fmla="*/ 401298 w 400050"/>
                    <a:gd name="connsiteY7" fmla="*/ 495921 h 533400"/>
                    <a:gd name="connsiteX8" fmla="*/ 365103 w 400050"/>
                    <a:gd name="connsiteY8" fmla="*/ 534021 h 533400"/>
                    <a:gd name="connsiteX9" fmla="*/ 363198 w 400050"/>
                    <a:gd name="connsiteY9" fmla="*/ 534021 h 533400"/>
                    <a:gd name="connsiteX10" fmla="*/ 39348 w 400050"/>
                    <a:gd name="connsiteY10" fmla="*/ 534021 h 533400"/>
                    <a:gd name="connsiteX11" fmla="*/ 1248 w 400050"/>
                    <a:gd name="connsiteY11" fmla="*/ 497826 h 533400"/>
                    <a:gd name="connsiteX12" fmla="*/ 1248 w 400050"/>
                    <a:gd name="connsiteY12" fmla="*/ 495921 h 533400"/>
                    <a:gd name="connsiteX13" fmla="*/ 1248 w 400050"/>
                    <a:gd name="connsiteY13" fmla="*/ 76821 h 533400"/>
                    <a:gd name="connsiteX14" fmla="*/ 37443 w 400050"/>
                    <a:gd name="connsiteY14" fmla="*/ 38721 h 533400"/>
                    <a:gd name="connsiteX15" fmla="*/ 39348 w 400050"/>
                    <a:gd name="connsiteY15" fmla="*/ 38721 h 533400"/>
                    <a:gd name="connsiteX16" fmla="*/ 106023 w 400050"/>
                    <a:gd name="connsiteY16" fmla="*/ 38721 h 533400"/>
                    <a:gd name="connsiteX17" fmla="*/ 106023 w 400050"/>
                    <a:gd name="connsiteY17" fmla="*/ 29196 h 533400"/>
                    <a:gd name="connsiteX18" fmla="*/ 132693 w 400050"/>
                    <a:gd name="connsiteY18" fmla="*/ 621 h 533400"/>
                    <a:gd name="connsiteX19" fmla="*/ 134598 w 400050"/>
                    <a:gd name="connsiteY19" fmla="*/ 621 h 533400"/>
                    <a:gd name="connsiteX20" fmla="*/ 267948 w 400050"/>
                    <a:gd name="connsiteY20" fmla="*/ 621 h 533400"/>
                    <a:gd name="connsiteX21" fmla="*/ 106023 w 400050"/>
                    <a:gd name="connsiteY21" fmla="*/ 57771 h 533400"/>
                    <a:gd name="connsiteX22" fmla="*/ 39348 w 400050"/>
                    <a:gd name="connsiteY22" fmla="*/ 57771 h 533400"/>
                    <a:gd name="connsiteX23" fmla="*/ 20298 w 400050"/>
                    <a:gd name="connsiteY23" fmla="*/ 75869 h 533400"/>
                    <a:gd name="connsiteX24" fmla="*/ 20298 w 400050"/>
                    <a:gd name="connsiteY24" fmla="*/ 76821 h 533400"/>
                    <a:gd name="connsiteX25" fmla="*/ 20298 w 400050"/>
                    <a:gd name="connsiteY25" fmla="*/ 495921 h 533400"/>
                    <a:gd name="connsiteX26" fmla="*/ 38395 w 400050"/>
                    <a:gd name="connsiteY26" fmla="*/ 514971 h 533400"/>
                    <a:gd name="connsiteX27" fmla="*/ 39348 w 400050"/>
                    <a:gd name="connsiteY27" fmla="*/ 514971 h 533400"/>
                    <a:gd name="connsiteX28" fmla="*/ 363198 w 400050"/>
                    <a:gd name="connsiteY28" fmla="*/ 514971 h 533400"/>
                    <a:gd name="connsiteX29" fmla="*/ 382248 w 400050"/>
                    <a:gd name="connsiteY29" fmla="*/ 496873 h 533400"/>
                    <a:gd name="connsiteX30" fmla="*/ 382248 w 400050"/>
                    <a:gd name="connsiteY30" fmla="*/ 495921 h 533400"/>
                    <a:gd name="connsiteX31" fmla="*/ 382248 w 400050"/>
                    <a:gd name="connsiteY31" fmla="*/ 76821 h 533400"/>
                    <a:gd name="connsiteX32" fmla="*/ 364151 w 400050"/>
                    <a:gd name="connsiteY32" fmla="*/ 57771 h 533400"/>
                    <a:gd name="connsiteX33" fmla="*/ 363198 w 400050"/>
                    <a:gd name="connsiteY33" fmla="*/ 57771 h 533400"/>
                    <a:gd name="connsiteX34" fmla="*/ 296523 w 400050"/>
                    <a:gd name="connsiteY34" fmla="*/ 57771 h 533400"/>
                    <a:gd name="connsiteX35" fmla="*/ 296523 w 400050"/>
                    <a:gd name="connsiteY35" fmla="*/ 67296 h 533400"/>
                    <a:gd name="connsiteX36" fmla="*/ 269853 w 400050"/>
                    <a:gd name="connsiteY36" fmla="*/ 95871 h 533400"/>
                    <a:gd name="connsiteX37" fmla="*/ 267948 w 400050"/>
                    <a:gd name="connsiteY37" fmla="*/ 95871 h 533400"/>
                    <a:gd name="connsiteX38" fmla="*/ 134598 w 400050"/>
                    <a:gd name="connsiteY38" fmla="*/ 95871 h 533400"/>
                    <a:gd name="connsiteX39" fmla="*/ 106023 w 400050"/>
                    <a:gd name="connsiteY39" fmla="*/ 69201 h 533400"/>
                    <a:gd name="connsiteX40" fmla="*/ 106023 w 400050"/>
                    <a:gd name="connsiteY40" fmla="*/ 67296 h 533400"/>
                    <a:gd name="connsiteX41" fmla="*/ 106023 w 400050"/>
                    <a:gd name="connsiteY41" fmla="*/ 57771 h 533400"/>
                    <a:gd name="connsiteX42" fmla="*/ 201273 w 400050"/>
                    <a:gd name="connsiteY42" fmla="*/ 343521 h 533400"/>
                    <a:gd name="connsiteX43" fmla="*/ 201273 w 400050"/>
                    <a:gd name="connsiteY43" fmla="*/ 362571 h 533400"/>
                    <a:gd name="connsiteX44" fmla="*/ 86973 w 400050"/>
                    <a:gd name="connsiteY44" fmla="*/ 362571 h 533400"/>
                    <a:gd name="connsiteX45" fmla="*/ 86973 w 400050"/>
                    <a:gd name="connsiteY45" fmla="*/ 343521 h 533400"/>
                    <a:gd name="connsiteX46" fmla="*/ 201273 w 400050"/>
                    <a:gd name="connsiteY46" fmla="*/ 343521 h 533400"/>
                    <a:gd name="connsiteX47" fmla="*/ 315573 w 400050"/>
                    <a:gd name="connsiteY47" fmla="*/ 267321 h 533400"/>
                    <a:gd name="connsiteX48" fmla="*/ 315573 w 400050"/>
                    <a:gd name="connsiteY48" fmla="*/ 286371 h 533400"/>
                    <a:gd name="connsiteX49" fmla="*/ 86973 w 400050"/>
                    <a:gd name="connsiteY49" fmla="*/ 286371 h 533400"/>
                    <a:gd name="connsiteX50" fmla="*/ 86973 w 400050"/>
                    <a:gd name="connsiteY50" fmla="*/ 267321 h 533400"/>
                    <a:gd name="connsiteX51" fmla="*/ 315573 w 400050"/>
                    <a:gd name="connsiteY51" fmla="*/ 267321 h 533400"/>
                    <a:gd name="connsiteX52" fmla="*/ 315573 w 400050"/>
                    <a:gd name="connsiteY52" fmla="*/ 191121 h 533400"/>
                    <a:gd name="connsiteX53" fmla="*/ 315573 w 400050"/>
                    <a:gd name="connsiteY53" fmla="*/ 210171 h 533400"/>
                    <a:gd name="connsiteX54" fmla="*/ 86973 w 400050"/>
                    <a:gd name="connsiteY54" fmla="*/ 210171 h 533400"/>
                    <a:gd name="connsiteX55" fmla="*/ 86973 w 400050"/>
                    <a:gd name="connsiteY55" fmla="*/ 191121 h 533400"/>
                    <a:gd name="connsiteX56" fmla="*/ 315573 w 400050"/>
                    <a:gd name="connsiteY56" fmla="*/ 191121 h 533400"/>
                    <a:gd name="connsiteX57" fmla="*/ 267948 w 400050"/>
                    <a:gd name="connsiteY57" fmla="*/ 19671 h 533400"/>
                    <a:gd name="connsiteX58" fmla="*/ 134598 w 400050"/>
                    <a:gd name="connsiteY58" fmla="*/ 19671 h 533400"/>
                    <a:gd name="connsiteX59" fmla="*/ 125073 w 400050"/>
                    <a:gd name="connsiteY59" fmla="*/ 28244 h 533400"/>
                    <a:gd name="connsiteX60" fmla="*/ 125073 w 400050"/>
                    <a:gd name="connsiteY60" fmla="*/ 29196 h 533400"/>
                    <a:gd name="connsiteX61" fmla="*/ 125073 w 400050"/>
                    <a:gd name="connsiteY61" fmla="*/ 67296 h 533400"/>
                    <a:gd name="connsiteX62" fmla="*/ 133645 w 400050"/>
                    <a:gd name="connsiteY62" fmla="*/ 76821 h 533400"/>
                    <a:gd name="connsiteX63" fmla="*/ 134598 w 400050"/>
                    <a:gd name="connsiteY63" fmla="*/ 76821 h 533400"/>
                    <a:gd name="connsiteX64" fmla="*/ 267948 w 400050"/>
                    <a:gd name="connsiteY64" fmla="*/ 76821 h 533400"/>
                    <a:gd name="connsiteX65" fmla="*/ 277473 w 400050"/>
                    <a:gd name="connsiteY65" fmla="*/ 68248 h 533400"/>
                    <a:gd name="connsiteX66" fmla="*/ 277473 w 400050"/>
                    <a:gd name="connsiteY66" fmla="*/ 67296 h 533400"/>
                    <a:gd name="connsiteX67" fmla="*/ 277473 w 400050"/>
                    <a:gd name="connsiteY67" fmla="*/ 29196 h 533400"/>
                    <a:gd name="connsiteX68" fmla="*/ 267948 w 400050"/>
                    <a:gd name="connsiteY68" fmla="*/ 19671 h 533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</a:cxnLst>
                  <a:rect l="l" t="t" r="r" b="b"/>
                  <a:pathLst>
                    <a:path w="400050" h="533400">
                      <a:moveTo>
                        <a:pt x="267948" y="621"/>
                      </a:moveTo>
                      <a:cubicBezTo>
                        <a:pt x="283188" y="621"/>
                        <a:pt x="295570" y="12051"/>
                        <a:pt x="296523" y="27291"/>
                      </a:cubicBezTo>
                      <a:lnTo>
                        <a:pt x="296523" y="29196"/>
                      </a:lnTo>
                      <a:lnTo>
                        <a:pt x="296523" y="38721"/>
                      </a:lnTo>
                      <a:lnTo>
                        <a:pt x="363198" y="38721"/>
                      </a:lnTo>
                      <a:cubicBezTo>
                        <a:pt x="383201" y="38721"/>
                        <a:pt x="400345" y="54914"/>
                        <a:pt x="401298" y="74916"/>
                      </a:cubicBezTo>
                      <a:lnTo>
                        <a:pt x="401298" y="76821"/>
                      </a:lnTo>
                      <a:lnTo>
                        <a:pt x="401298" y="495921"/>
                      </a:lnTo>
                      <a:cubicBezTo>
                        <a:pt x="401298" y="515923"/>
                        <a:pt x="385105" y="533069"/>
                        <a:pt x="365103" y="534021"/>
                      </a:cubicBezTo>
                      <a:lnTo>
                        <a:pt x="363198" y="534021"/>
                      </a:lnTo>
                      <a:lnTo>
                        <a:pt x="39348" y="534021"/>
                      </a:lnTo>
                      <a:cubicBezTo>
                        <a:pt x="19345" y="534021"/>
                        <a:pt x="2201" y="517828"/>
                        <a:pt x="1248" y="497826"/>
                      </a:cubicBezTo>
                      <a:lnTo>
                        <a:pt x="1248" y="495921"/>
                      </a:lnTo>
                      <a:lnTo>
                        <a:pt x="1248" y="76821"/>
                      </a:lnTo>
                      <a:cubicBezTo>
                        <a:pt x="1248" y="56819"/>
                        <a:pt x="17441" y="39673"/>
                        <a:pt x="37443" y="38721"/>
                      </a:cubicBezTo>
                      <a:lnTo>
                        <a:pt x="39348" y="38721"/>
                      </a:lnTo>
                      <a:lnTo>
                        <a:pt x="106023" y="38721"/>
                      </a:lnTo>
                      <a:lnTo>
                        <a:pt x="106023" y="29196"/>
                      </a:lnTo>
                      <a:cubicBezTo>
                        <a:pt x="106023" y="13956"/>
                        <a:pt x="117453" y="1573"/>
                        <a:pt x="132693" y="621"/>
                      </a:cubicBezTo>
                      <a:lnTo>
                        <a:pt x="134598" y="621"/>
                      </a:lnTo>
                      <a:lnTo>
                        <a:pt x="267948" y="621"/>
                      </a:lnTo>
                      <a:close/>
                      <a:moveTo>
                        <a:pt x="106023" y="57771"/>
                      </a:moveTo>
                      <a:lnTo>
                        <a:pt x="39348" y="57771"/>
                      </a:lnTo>
                      <a:cubicBezTo>
                        <a:pt x="28870" y="57771"/>
                        <a:pt x="21251" y="65391"/>
                        <a:pt x="20298" y="75869"/>
                      </a:cubicBezTo>
                      <a:lnTo>
                        <a:pt x="20298" y="76821"/>
                      </a:lnTo>
                      <a:lnTo>
                        <a:pt x="20298" y="495921"/>
                      </a:lnTo>
                      <a:cubicBezTo>
                        <a:pt x="20298" y="506398"/>
                        <a:pt x="27918" y="514019"/>
                        <a:pt x="38395" y="514971"/>
                      </a:cubicBezTo>
                      <a:lnTo>
                        <a:pt x="39348" y="514971"/>
                      </a:lnTo>
                      <a:lnTo>
                        <a:pt x="363198" y="514971"/>
                      </a:lnTo>
                      <a:cubicBezTo>
                        <a:pt x="373676" y="514971"/>
                        <a:pt x="381295" y="507351"/>
                        <a:pt x="382248" y="496873"/>
                      </a:cubicBezTo>
                      <a:lnTo>
                        <a:pt x="382248" y="495921"/>
                      </a:lnTo>
                      <a:lnTo>
                        <a:pt x="382248" y="76821"/>
                      </a:lnTo>
                      <a:cubicBezTo>
                        <a:pt x="382248" y="66344"/>
                        <a:pt x="374628" y="58723"/>
                        <a:pt x="364151" y="57771"/>
                      </a:cubicBezTo>
                      <a:lnTo>
                        <a:pt x="363198" y="57771"/>
                      </a:lnTo>
                      <a:lnTo>
                        <a:pt x="296523" y="57771"/>
                      </a:lnTo>
                      <a:lnTo>
                        <a:pt x="296523" y="67296"/>
                      </a:lnTo>
                      <a:cubicBezTo>
                        <a:pt x="296523" y="82536"/>
                        <a:pt x="285093" y="94919"/>
                        <a:pt x="269853" y="95871"/>
                      </a:cubicBezTo>
                      <a:lnTo>
                        <a:pt x="267948" y="95871"/>
                      </a:lnTo>
                      <a:lnTo>
                        <a:pt x="134598" y="95871"/>
                      </a:lnTo>
                      <a:cubicBezTo>
                        <a:pt x="119358" y="95871"/>
                        <a:pt x="106976" y="84441"/>
                        <a:pt x="106023" y="69201"/>
                      </a:cubicBezTo>
                      <a:lnTo>
                        <a:pt x="106023" y="67296"/>
                      </a:lnTo>
                      <a:lnTo>
                        <a:pt x="106023" y="57771"/>
                      </a:lnTo>
                      <a:close/>
                      <a:moveTo>
                        <a:pt x="201273" y="343521"/>
                      </a:moveTo>
                      <a:lnTo>
                        <a:pt x="201273" y="362571"/>
                      </a:lnTo>
                      <a:lnTo>
                        <a:pt x="86973" y="362571"/>
                      </a:lnTo>
                      <a:lnTo>
                        <a:pt x="86973" y="343521"/>
                      </a:lnTo>
                      <a:lnTo>
                        <a:pt x="201273" y="343521"/>
                      </a:lnTo>
                      <a:close/>
                      <a:moveTo>
                        <a:pt x="315573" y="267321"/>
                      </a:moveTo>
                      <a:lnTo>
                        <a:pt x="315573" y="286371"/>
                      </a:lnTo>
                      <a:lnTo>
                        <a:pt x="86973" y="286371"/>
                      </a:lnTo>
                      <a:lnTo>
                        <a:pt x="86973" y="267321"/>
                      </a:lnTo>
                      <a:lnTo>
                        <a:pt x="315573" y="267321"/>
                      </a:lnTo>
                      <a:close/>
                      <a:moveTo>
                        <a:pt x="315573" y="191121"/>
                      </a:moveTo>
                      <a:lnTo>
                        <a:pt x="315573" y="210171"/>
                      </a:lnTo>
                      <a:lnTo>
                        <a:pt x="86973" y="210171"/>
                      </a:lnTo>
                      <a:lnTo>
                        <a:pt x="86973" y="191121"/>
                      </a:lnTo>
                      <a:lnTo>
                        <a:pt x="315573" y="191121"/>
                      </a:lnTo>
                      <a:close/>
                      <a:moveTo>
                        <a:pt x="267948" y="19671"/>
                      </a:moveTo>
                      <a:lnTo>
                        <a:pt x="134598" y="19671"/>
                      </a:lnTo>
                      <a:cubicBezTo>
                        <a:pt x="129836" y="19671"/>
                        <a:pt x="126026" y="23481"/>
                        <a:pt x="125073" y="28244"/>
                      </a:cubicBezTo>
                      <a:lnTo>
                        <a:pt x="125073" y="29196"/>
                      </a:lnTo>
                      <a:lnTo>
                        <a:pt x="125073" y="67296"/>
                      </a:lnTo>
                      <a:cubicBezTo>
                        <a:pt x="125073" y="72059"/>
                        <a:pt x="128883" y="75869"/>
                        <a:pt x="133645" y="76821"/>
                      </a:cubicBezTo>
                      <a:lnTo>
                        <a:pt x="134598" y="76821"/>
                      </a:lnTo>
                      <a:lnTo>
                        <a:pt x="267948" y="76821"/>
                      </a:lnTo>
                      <a:cubicBezTo>
                        <a:pt x="272711" y="76821"/>
                        <a:pt x="276520" y="73011"/>
                        <a:pt x="277473" y="68248"/>
                      </a:cubicBezTo>
                      <a:lnTo>
                        <a:pt x="277473" y="67296"/>
                      </a:lnTo>
                      <a:lnTo>
                        <a:pt x="277473" y="29196"/>
                      </a:lnTo>
                      <a:cubicBezTo>
                        <a:pt x="277473" y="23481"/>
                        <a:pt x="273663" y="19671"/>
                        <a:pt x="267948" y="1967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/>
                <a:lstStyle/>
                <a:p>
                  <a:pPr algn="l"/>
                </a:p>
              </p:txBody>
            </p:sp>
          </p:grpSp>
          <p:sp>
            <p:nvSpPr>
              <p:cNvPr id="33" name="Number2" descr="221ba52d-a1a2-4c17-831b-13da73a73b97"/>
              <p:cNvSpPr txBox="1"/>
              <p:nvPr/>
            </p:nvSpPr>
            <p:spPr>
              <a:xfrm>
                <a:off x="3946780" y="991650"/>
                <a:ext cx="1862719" cy="173159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 rtlCol="0" anchor="b" anchorCtr="0">
                <a:normAutofit lnSpcReduction="10000"/>
              </a:bodyPr>
              <a:lstStyle/>
              <a:p>
                <a:pPr algn="ctr"/>
                <a:r>
                  <a:rPr lang="en-US" sz="9600" b="1" i="0" u="none">
                    <a:latin typeface="Arial" panose="020B0604020202020204"/>
                  </a:rPr>
                  <a:t>E</a:t>
                </a:r>
                <a:endParaRPr lang="en-US" sz="9600" b="1" i="0" u="none">
                  <a:latin typeface="Arial" panose="020B0604020202020204"/>
                </a:endParaRPr>
              </a:p>
            </p:txBody>
          </p:sp>
        </p:grpSp>
        <p:grpSp>
          <p:nvGrpSpPr>
            <p:cNvPr id="11" name="组合 10" descr="69ee2015-7b07-4351-b66e-39492d9c3241"/>
            <p:cNvGrpSpPr/>
            <p:nvPr/>
          </p:nvGrpSpPr>
          <p:grpSpPr>
            <a:xfrm>
              <a:off x="6259561" y="1785257"/>
              <a:ext cx="2390307" cy="3831226"/>
              <a:chOff x="6322817" y="991650"/>
              <a:chExt cx="2668108" cy="4276490"/>
            </a:xfrm>
          </p:grpSpPr>
          <p:grpSp>
            <p:nvGrpSpPr>
              <p:cNvPr id="22" name="组合 21" descr="da3c056f-97b0-4166-92ce-f68b5150d489"/>
              <p:cNvGrpSpPr/>
              <p:nvPr/>
            </p:nvGrpSpPr>
            <p:grpSpPr>
              <a:xfrm flipH="1">
                <a:off x="6322817" y="1720702"/>
                <a:ext cx="2668108" cy="3547438"/>
                <a:chOff x="798272" y="1337175"/>
                <a:chExt cx="2211850" cy="3547438"/>
              </a:xfrm>
            </p:grpSpPr>
            <p:sp>
              <p:nvSpPr>
                <p:cNvPr id="27" name="ComponentBackground3" descr="03e856b4-a291-4dae-8dd6-648020f72615"/>
                <p:cNvSpPr/>
                <p:nvPr/>
              </p:nvSpPr>
              <p:spPr>
                <a:xfrm>
                  <a:off x="798272" y="1337175"/>
                  <a:ext cx="2211850" cy="3547438"/>
                </a:xfrm>
                <a:prstGeom prst="roundRect">
                  <a:avLst>
                    <a:gd name="adj" fmla="val 5843"/>
                  </a:avLst>
                </a:prstGeom>
                <a:gradFill flip="none" rotWithShape="1">
                  <a:gsLst>
                    <a:gs pos="0">
                      <a:schemeClr val="accent3">
                        <a:alpha val="20000"/>
                      </a:schemeClr>
                    </a:gs>
                    <a:gs pos="88000">
                      <a:schemeClr val="bg1">
                        <a:alpha val="0"/>
                      </a:schemeClr>
                    </a:gs>
                  </a:gsLst>
                  <a:lin ang="5400000" scaled="1"/>
                  <a:tileRect/>
                </a:gradFill>
                <a:ln w="12700">
                  <a:gradFill flip="none" rotWithShape="1">
                    <a:gsLst>
                      <a:gs pos="0">
                        <a:schemeClr val="accent3">
                          <a:alpha val="0"/>
                        </a:schemeClr>
                      </a:gs>
                      <a:gs pos="100000">
                        <a:schemeClr val="accent3"/>
                      </a:gs>
                    </a:gsLst>
                    <a:lin ang="5400000" scaled="0"/>
                    <a:tileRect/>
                  </a:gra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anchorCtr="0"/>
                <a:lstStyle/>
                <a:p>
                  <a:pPr algn="r"/>
                </a:p>
              </p:txBody>
            </p:sp>
            <p:grpSp>
              <p:nvGrpSpPr>
                <p:cNvPr id="28" name="组合 27" descr="8c5d87ee-e65c-4fae-aebc-17d3b5f70b0f"/>
                <p:cNvGrpSpPr/>
                <p:nvPr/>
              </p:nvGrpSpPr>
              <p:grpSpPr>
                <a:xfrm>
                  <a:off x="923356" y="2172969"/>
                  <a:ext cx="1961682" cy="1633617"/>
                  <a:chOff x="897974" y="1798613"/>
                  <a:chExt cx="2522032" cy="1633617"/>
                </a:xfrm>
              </p:grpSpPr>
              <p:sp>
                <p:nvSpPr>
                  <p:cNvPr id="29" name="Text3" descr="b08e1315-0d5b-48da-b07f-734d2631baf3"/>
                  <p:cNvSpPr/>
                  <p:nvPr/>
                </p:nvSpPr>
                <p:spPr bwMode="auto">
                  <a:xfrm>
                    <a:off x="897976" y="2514075"/>
                    <a:ext cx="2522030" cy="91815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 lIns="90000" tIns="46800" rIns="90000" bIns="46800" anchor="t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pPr algn="l">
                      <a:lnSpc>
                        <a:spcPct val="120000"/>
                      </a:lnSpc>
                      <a:spcBef>
                        <a:spcPct val="0"/>
                      </a:spcBef>
                    </a:pPr>
                    <a:r>
                      <a:rPr lang="en-US" sz="1200" b="0" i="0" u="none">
                        <a:solidFill>
                          <a:srgbClr val="FFFFFF"/>
                        </a:solidFill>
                        <a:ea typeface="微软雅黑" panose="020B0503020204020204" charset="-122"/>
                      </a:rPr>
                      <a:t>不了解AI边界，容易在错误的地方使用AI。</a:t>
                    </a:r>
                    <a:endParaRPr lang="en-US" sz="1200" b="0" i="0" u="none">
                      <a:solidFill>
                        <a:srgbClr val="FFFFFF"/>
                      </a:solidFill>
                      <a:ea typeface="微软雅黑" panose="020B0503020204020204" charset="-122"/>
                    </a:endParaRPr>
                  </a:p>
                </p:txBody>
              </p:sp>
              <p:sp>
                <p:nvSpPr>
                  <p:cNvPr id="30" name="Bullet3" descr="0c3023ee-d4a3-4b13-89b7-6c8c2124b608"/>
                  <p:cNvSpPr txBox="1"/>
                  <p:nvPr/>
                </p:nvSpPr>
                <p:spPr bwMode="auto">
                  <a:xfrm>
                    <a:off x="897974" y="1798613"/>
                    <a:ext cx="2522030" cy="643077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square" lIns="91440" tIns="45720" rIns="91440" bIns="45720" anchor="b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pPr algn="l">
                      <a:spcBef>
                        <a:spcPct val="0"/>
                      </a:spcBef>
                    </a:pPr>
                    <a:r>
                      <a:rPr lang="en-US" sz="1800" b="1" i="0" u="none">
                        <a:solidFill>
                          <a:srgbClr val="FFFFFF"/>
                        </a:solidFill>
                        <a:ea typeface="微软雅黑" panose="020B0503020204020204" charset="-122"/>
                      </a:rPr>
                      <a:t>使用误区</a:t>
                    </a:r>
                    <a:endParaRPr lang="en-US" sz="1800" b="1" i="0" u="none">
                      <a:solidFill>
                        <a:srgbClr val="FFFFFF"/>
                      </a:solidFill>
                      <a:ea typeface="微软雅黑" panose="020B0503020204020204" charset="-122"/>
                    </a:endParaRPr>
                  </a:p>
                </p:txBody>
              </p:sp>
            </p:grpSp>
          </p:grpSp>
          <p:grpSp>
            <p:nvGrpSpPr>
              <p:cNvPr id="23" name="组合 22" descr="bebe7565-6577-4fbf-8f77-e6f5c883b68b"/>
              <p:cNvGrpSpPr/>
              <p:nvPr/>
            </p:nvGrpSpPr>
            <p:grpSpPr>
              <a:xfrm>
                <a:off x="7319574" y="4424210"/>
                <a:ext cx="674596" cy="674596"/>
                <a:chOff x="2304293" y="5477475"/>
                <a:chExt cx="540000" cy="540000"/>
              </a:xfrm>
            </p:grpSpPr>
            <p:sp>
              <p:nvSpPr>
                <p:cNvPr id="25" name="IconBackground3" descr="a486c766-760a-4077-b2d4-0d70b808ba82"/>
                <p:cNvSpPr txBox="1">
                  <a:spLocks noChangeAspect="1"/>
                </p:cNvSpPr>
                <p:nvPr/>
              </p:nvSpPr>
              <p:spPr>
                <a:xfrm>
                  <a:off x="2304293" y="5477475"/>
                  <a:ext cx="540000" cy="540000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75000">
                      <a:schemeClr val="accent3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3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anchorCtr="0">
                  <a:normAutofit/>
                </a:bodyPr>
                <a:lstStyle>
                  <a:defPPr>
                    <a:defRPr lang="en-US"/>
                  </a:defPPr>
                  <a:lvl1pPr algn="ctr">
                    <a:defRPr b="1">
                      <a:solidFill>
                        <a:srgbClr val="FFFFFF"/>
                      </a:solidFill>
                      <a:cs typeface="+mn-ea"/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</a:p>
              </p:txBody>
            </p:sp>
            <p:sp>
              <p:nvSpPr>
                <p:cNvPr id="26" name="Icon3" descr="031e8df1-7fc7-4d72-ba8f-646dfa00bb81"/>
                <p:cNvSpPr>
                  <a:spLocks noChangeAspect="1"/>
                </p:cNvSpPr>
                <p:nvPr/>
              </p:nvSpPr>
              <p:spPr bwMode="auto">
                <a:xfrm>
                  <a:off x="2448488" y="5607922"/>
                  <a:ext cx="251611" cy="279106"/>
                </a:xfrm>
                <a:custGeom>
                  <a:avLst/>
                  <a:gdLst>
                    <a:gd name="connsiteX0" fmla="*/ 362430 w 495300"/>
                    <a:gd name="connsiteY0" fmla="*/ 621 h 533400"/>
                    <a:gd name="connsiteX1" fmla="*/ 400530 w 495300"/>
                    <a:gd name="connsiteY1" fmla="*/ 38721 h 533400"/>
                    <a:gd name="connsiteX2" fmla="*/ 400530 w 495300"/>
                    <a:gd name="connsiteY2" fmla="*/ 38721 h 533400"/>
                    <a:gd name="connsiteX3" fmla="*/ 400530 w 495300"/>
                    <a:gd name="connsiteY3" fmla="*/ 124446 h 533400"/>
                    <a:gd name="connsiteX4" fmla="*/ 362430 w 495300"/>
                    <a:gd name="connsiteY4" fmla="*/ 162546 h 533400"/>
                    <a:gd name="connsiteX5" fmla="*/ 362430 w 495300"/>
                    <a:gd name="connsiteY5" fmla="*/ 162546 h 533400"/>
                    <a:gd name="connsiteX6" fmla="*/ 257655 w 495300"/>
                    <a:gd name="connsiteY6" fmla="*/ 162546 h 533400"/>
                    <a:gd name="connsiteX7" fmla="*/ 257655 w 495300"/>
                    <a:gd name="connsiteY7" fmla="*/ 295896 h 533400"/>
                    <a:gd name="connsiteX8" fmla="*/ 419580 w 495300"/>
                    <a:gd name="connsiteY8" fmla="*/ 295896 h 533400"/>
                    <a:gd name="connsiteX9" fmla="*/ 457680 w 495300"/>
                    <a:gd name="connsiteY9" fmla="*/ 332091 h 533400"/>
                    <a:gd name="connsiteX10" fmla="*/ 457680 w 495300"/>
                    <a:gd name="connsiteY10" fmla="*/ 333996 h 533400"/>
                    <a:gd name="connsiteX11" fmla="*/ 457680 w 495300"/>
                    <a:gd name="connsiteY11" fmla="*/ 438771 h 533400"/>
                    <a:gd name="connsiteX12" fmla="*/ 467205 w 495300"/>
                    <a:gd name="connsiteY12" fmla="*/ 438771 h 533400"/>
                    <a:gd name="connsiteX13" fmla="*/ 495780 w 495300"/>
                    <a:gd name="connsiteY13" fmla="*/ 465441 h 533400"/>
                    <a:gd name="connsiteX14" fmla="*/ 495780 w 495300"/>
                    <a:gd name="connsiteY14" fmla="*/ 467346 h 533400"/>
                    <a:gd name="connsiteX15" fmla="*/ 495780 w 495300"/>
                    <a:gd name="connsiteY15" fmla="*/ 505446 h 533400"/>
                    <a:gd name="connsiteX16" fmla="*/ 467205 w 495300"/>
                    <a:gd name="connsiteY16" fmla="*/ 534021 h 533400"/>
                    <a:gd name="connsiteX17" fmla="*/ 467205 w 495300"/>
                    <a:gd name="connsiteY17" fmla="*/ 534021 h 533400"/>
                    <a:gd name="connsiteX18" fmla="*/ 429105 w 495300"/>
                    <a:gd name="connsiteY18" fmla="*/ 534021 h 533400"/>
                    <a:gd name="connsiteX19" fmla="*/ 400530 w 495300"/>
                    <a:gd name="connsiteY19" fmla="*/ 505446 h 533400"/>
                    <a:gd name="connsiteX20" fmla="*/ 400530 w 495300"/>
                    <a:gd name="connsiteY20" fmla="*/ 505446 h 533400"/>
                    <a:gd name="connsiteX21" fmla="*/ 400530 w 495300"/>
                    <a:gd name="connsiteY21" fmla="*/ 467346 h 533400"/>
                    <a:gd name="connsiteX22" fmla="*/ 429105 w 495300"/>
                    <a:gd name="connsiteY22" fmla="*/ 438771 h 533400"/>
                    <a:gd name="connsiteX23" fmla="*/ 429105 w 495300"/>
                    <a:gd name="connsiteY23" fmla="*/ 438771 h 533400"/>
                    <a:gd name="connsiteX24" fmla="*/ 438630 w 495300"/>
                    <a:gd name="connsiteY24" fmla="*/ 438771 h 533400"/>
                    <a:gd name="connsiteX25" fmla="*/ 438630 w 495300"/>
                    <a:gd name="connsiteY25" fmla="*/ 333996 h 533400"/>
                    <a:gd name="connsiteX26" fmla="*/ 420533 w 495300"/>
                    <a:gd name="connsiteY26" fmla="*/ 314946 h 533400"/>
                    <a:gd name="connsiteX27" fmla="*/ 419580 w 495300"/>
                    <a:gd name="connsiteY27" fmla="*/ 314946 h 533400"/>
                    <a:gd name="connsiteX28" fmla="*/ 257655 w 495300"/>
                    <a:gd name="connsiteY28" fmla="*/ 314946 h 533400"/>
                    <a:gd name="connsiteX29" fmla="*/ 257655 w 495300"/>
                    <a:gd name="connsiteY29" fmla="*/ 438771 h 533400"/>
                    <a:gd name="connsiteX30" fmla="*/ 267180 w 495300"/>
                    <a:gd name="connsiteY30" fmla="*/ 438771 h 533400"/>
                    <a:gd name="connsiteX31" fmla="*/ 295755 w 495300"/>
                    <a:gd name="connsiteY31" fmla="*/ 465441 h 533400"/>
                    <a:gd name="connsiteX32" fmla="*/ 295755 w 495300"/>
                    <a:gd name="connsiteY32" fmla="*/ 467346 h 533400"/>
                    <a:gd name="connsiteX33" fmla="*/ 295755 w 495300"/>
                    <a:gd name="connsiteY33" fmla="*/ 505446 h 533400"/>
                    <a:gd name="connsiteX34" fmla="*/ 267180 w 495300"/>
                    <a:gd name="connsiteY34" fmla="*/ 534021 h 533400"/>
                    <a:gd name="connsiteX35" fmla="*/ 267180 w 495300"/>
                    <a:gd name="connsiteY35" fmla="*/ 534021 h 533400"/>
                    <a:gd name="connsiteX36" fmla="*/ 229080 w 495300"/>
                    <a:gd name="connsiteY36" fmla="*/ 534021 h 533400"/>
                    <a:gd name="connsiteX37" fmla="*/ 200505 w 495300"/>
                    <a:gd name="connsiteY37" fmla="*/ 505446 h 533400"/>
                    <a:gd name="connsiteX38" fmla="*/ 200505 w 495300"/>
                    <a:gd name="connsiteY38" fmla="*/ 505446 h 533400"/>
                    <a:gd name="connsiteX39" fmla="*/ 200505 w 495300"/>
                    <a:gd name="connsiteY39" fmla="*/ 467346 h 533400"/>
                    <a:gd name="connsiteX40" fmla="*/ 229080 w 495300"/>
                    <a:gd name="connsiteY40" fmla="*/ 438771 h 533400"/>
                    <a:gd name="connsiteX41" fmla="*/ 229080 w 495300"/>
                    <a:gd name="connsiteY41" fmla="*/ 438771 h 533400"/>
                    <a:gd name="connsiteX42" fmla="*/ 238605 w 495300"/>
                    <a:gd name="connsiteY42" fmla="*/ 438771 h 533400"/>
                    <a:gd name="connsiteX43" fmla="*/ 238605 w 495300"/>
                    <a:gd name="connsiteY43" fmla="*/ 314946 h 533400"/>
                    <a:gd name="connsiteX44" fmla="*/ 76680 w 495300"/>
                    <a:gd name="connsiteY44" fmla="*/ 314946 h 533400"/>
                    <a:gd name="connsiteX45" fmla="*/ 57630 w 495300"/>
                    <a:gd name="connsiteY45" fmla="*/ 333044 h 533400"/>
                    <a:gd name="connsiteX46" fmla="*/ 57630 w 495300"/>
                    <a:gd name="connsiteY46" fmla="*/ 333996 h 533400"/>
                    <a:gd name="connsiteX47" fmla="*/ 57630 w 495300"/>
                    <a:gd name="connsiteY47" fmla="*/ 438771 h 533400"/>
                    <a:gd name="connsiteX48" fmla="*/ 67155 w 495300"/>
                    <a:gd name="connsiteY48" fmla="*/ 438771 h 533400"/>
                    <a:gd name="connsiteX49" fmla="*/ 95730 w 495300"/>
                    <a:gd name="connsiteY49" fmla="*/ 465441 h 533400"/>
                    <a:gd name="connsiteX50" fmla="*/ 95730 w 495300"/>
                    <a:gd name="connsiteY50" fmla="*/ 467346 h 533400"/>
                    <a:gd name="connsiteX51" fmla="*/ 95730 w 495300"/>
                    <a:gd name="connsiteY51" fmla="*/ 505446 h 533400"/>
                    <a:gd name="connsiteX52" fmla="*/ 67155 w 495300"/>
                    <a:gd name="connsiteY52" fmla="*/ 534021 h 533400"/>
                    <a:gd name="connsiteX53" fmla="*/ 67155 w 495300"/>
                    <a:gd name="connsiteY53" fmla="*/ 534021 h 533400"/>
                    <a:gd name="connsiteX54" fmla="*/ 29055 w 495300"/>
                    <a:gd name="connsiteY54" fmla="*/ 534021 h 533400"/>
                    <a:gd name="connsiteX55" fmla="*/ 480 w 495300"/>
                    <a:gd name="connsiteY55" fmla="*/ 505446 h 533400"/>
                    <a:gd name="connsiteX56" fmla="*/ 480 w 495300"/>
                    <a:gd name="connsiteY56" fmla="*/ 505446 h 533400"/>
                    <a:gd name="connsiteX57" fmla="*/ 480 w 495300"/>
                    <a:gd name="connsiteY57" fmla="*/ 467346 h 533400"/>
                    <a:gd name="connsiteX58" fmla="*/ 29055 w 495300"/>
                    <a:gd name="connsiteY58" fmla="*/ 438771 h 533400"/>
                    <a:gd name="connsiteX59" fmla="*/ 29055 w 495300"/>
                    <a:gd name="connsiteY59" fmla="*/ 438771 h 533400"/>
                    <a:gd name="connsiteX60" fmla="*/ 38580 w 495300"/>
                    <a:gd name="connsiteY60" fmla="*/ 438771 h 533400"/>
                    <a:gd name="connsiteX61" fmla="*/ 38580 w 495300"/>
                    <a:gd name="connsiteY61" fmla="*/ 333996 h 533400"/>
                    <a:gd name="connsiteX62" fmla="*/ 74775 w 495300"/>
                    <a:gd name="connsiteY62" fmla="*/ 295896 h 533400"/>
                    <a:gd name="connsiteX63" fmla="*/ 76680 w 495300"/>
                    <a:gd name="connsiteY63" fmla="*/ 295896 h 533400"/>
                    <a:gd name="connsiteX64" fmla="*/ 238605 w 495300"/>
                    <a:gd name="connsiteY64" fmla="*/ 295896 h 533400"/>
                    <a:gd name="connsiteX65" fmla="*/ 238605 w 495300"/>
                    <a:gd name="connsiteY65" fmla="*/ 162546 h 533400"/>
                    <a:gd name="connsiteX66" fmla="*/ 133830 w 495300"/>
                    <a:gd name="connsiteY66" fmla="*/ 162546 h 533400"/>
                    <a:gd name="connsiteX67" fmla="*/ 95730 w 495300"/>
                    <a:gd name="connsiteY67" fmla="*/ 126351 h 533400"/>
                    <a:gd name="connsiteX68" fmla="*/ 95730 w 495300"/>
                    <a:gd name="connsiteY68" fmla="*/ 124446 h 533400"/>
                    <a:gd name="connsiteX69" fmla="*/ 95730 w 495300"/>
                    <a:gd name="connsiteY69" fmla="*/ 38721 h 533400"/>
                    <a:gd name="connsiteX70" fmla="*/ 133830 w 495300"/>
                    <a:gd name="connsiteY70" fmla="*/ 621 h 533400"/>
                    <a:gd name="connsiteX71" fmla="*/ 133830 w 495300"/>
                    <a:gd name="connsiteY71" fmla="*/ 621 h 533400"/>
                    <a:gd name="connsiteX72" fmla="*/ 362430 w 495300"/>
                    <a:gd name="connsiteY72" fmla="*/ 621 h 533400"/>
                    <a:gd name="connsiteX73" fmla="*/ 67155 w 495300"/>
                    <a:gd name="connsiteY73" fmla="*/ 457821 h 533400"/>
                    <a:gd name="connsiteX74" fmla="*/ 29055 w 495300"/>
                    <a:gd name="connsiteY74" fmla="*/ 457821 h 533400"/>
                    <a:gd name="connsiteX75" fmla="*/ 19530 w 495300"/>
                    <a:gd name="connsiteY75" fmla="*/ 467346 h 533400"/>
                    <a:gd name="connsiteX76" fmla="*/ 19530 w 495300"/>
                    <a:gd name="connsiteY76" fmla="*/ 467346 h 533400"/>
                    <a:gd name="connsiteX77" fmla="*/ 19530 w 495300"/>
                    <a:gd name="connsiteY77" fmla="*/ 505446 h 533400"/>
                    <a:gd name="connsiteX78" fmla="*/ 29055 w 495300"/>
                    <a:gd name="connsiteY78" fmla="*/ 514971 h 533400"/>
                    <a:gd name="connsiteX79" fmla="*/ 29055 w 495300"/>
                    <a:gd name="connsiteY79" fmla="*/ 514971 h 533400"/>
                    <a:gd name="connsiteX80" fmla="*/ 67155 w 495300"/>
                    <a:gd name="connsiteY80" fmla="*/ 514971 h 533400"/>
                    <a:gd name="connsiteX81" fmla="*/ 76680 w 495300"/>
                    <a:gd name="connsiteY81" fmla="*/ 505446 h 533400"/>
                    <a:gd name="connsiteX82" fmla="*/ 76680 w 495300"/>
                    <a:gd name="connsiteY82" fmla="*/ 505446 h 533400"/>
                    <a:gd name="connsiteX83" fmla="*/ 76680 w 495300"/>
                    <a:gd name="connsiteY83" fmla="*/ 467346 h 533400"/>
                    <a:gd name="connsiteX84" fmla="*/ 67155 w 495300"/>
                    <a:gd name="connsiteY84" fmla="*/ 457821 h 533400"/>
                    <a:gd name="connsiteX85" fmla="*/ 67155 w 495300"/>
                    <a:gd name="connsiteY85" fmla="*/ 457821 h 533400"/>
                    <a:gd name="connsiteX86" fmla="*/ 267180 w 495300"/>
                    <a:gd name="connsiteY86" fmla="*/ 457821 h 533400"/>
                    <a:gd name="connsiteX87" fmla="*/ 229080 w 495300"/>
                    <a:gd name="connsiteY87" fmla="*/ 457821 h 533400"/>
                    <a:gd name="connsiteX88" fmla="*/ 219555 w 495300"/>
                    <a:gd name="connsiteY88" fmla="*/ 467346 h 533400"/>
                    <a:gd name="connsiteX89" fmla="*/ 219555 w 495300"/>
                    <a:gd name="connsiteY89" fmla="*/ 467346 h 533400"/>
                    <a:gd name="connsiteX90" fmla="*/ 219555 w 495300"/>
                    <a:gd name="connsiteY90" fmla="*/ 505446 h 533400"/>
                    <a:gd name="connsiteX91" fmla="*/ 229080 w 495300"/>
                    <a:gd name="connsiteY91" fmla="*/ 514971 h 533400"/>
                    <a:gd name="connsiteX92" fmla="*/ 229080 w 495300"/>
                    <a:gd name="connsiteY92" fmla="*/ 514971 h 533400"/>
                    <a:gd name="connsiteX93" fmla="*/ 267180 w 495300"/>
                    <a:gd name="connsiteY93" fmla="*/ 514971 h 533400"/>
                    <a:gd name="connsiteX94" fmla="*/ 276705 w 495300"/>
                    <a:gd name="connsiteY94" fmla="*/ 505446 h 533400"/>
                    <a:gd name="connsiteX95" fmla="*/ 276705 w 495300"/>
                    <a:gd name="connsiteY95" fmla="*/ 505446 h 533400"/>
                    <a:gd name="connsiteX96" fmla="*/ 276705 w 495300"/>
                    <a:gd name="connsiteY96" fmla="*/ 467346 h 533400"/>
                    <a:gd name="connsiteX97" fmla="*/ 267180 w 495300"/>
                    <a:gd name="connsiteY97" fmla="*/ 457821 h 533400"/>
                    <a:gd name="connsiteX98" fmla="*/ 267180 w 495300"/>
                    <a:gd name="connsiteY98" fmla="*/ 457821 h 533400"/>
                    <a:gd name="connsiteX99" fmla="*/ 467205 w 495300"/>
                    <a:gd name="connsiteY99" fmla="*/ 457821 h 533400"/>
                    <a:gd name="connsiteX100" fmla="*/ 429105 w 495300"/>
                    <a:gd name="connsiteY100" fmla="*/ 457821 h 533400"/>
                    <a:gd name="connsiteX101" fmla="*/ 419580 w 495300"/>
                    <a:gd name="connsiteY101" fmla="*/ 467346 h 533400"/>
                    <a:gd name="connsiteX102" fmla="*/ 419580 w 495300"/>
                    <a:gd name="connsiteY102" fmla="*/ 467346 h 533400"/>
                    <a:gd name="connsiteX103" fmla="*/ 419580 w 495300"/>
                    <a:gd name="connsiteY103" fmla="*/ 505446 h 533400"/>
                    <a:gd name="connsiteX104" fmla="*/ 429105 w 495300"/>
                    <a:gd name="connsiteY104" fmla="*/ 514971 h 533400"/>
                    <a:gd name="connsiteX105" fmla="*/ 429105 w 495300"/>
                    <a:gd name="connsiteY105" fmla="*/ 514971 h 533400"/>
                    <a:gd name="connsiteX106" fmla="*/ 467205 w 495300"/>
                    <a:gd name="connsiteY106" fmla="*/ 514971 h 533400"/>
                    <a:gd name="connsiteX107" fmla="*/ 476730 w 495300"/>
                    <a:gd name="connsiteY107" fmla="*/ 505446 h 533400"/>
                    <a:gd name="connsiteX108" fmla="*/ 476730 w 495300"/>
                    <a:gd name="connsiteY108" fmla="*/ 505446 h 533400"/>
                    <a:gd name="connsiteX109" fmla="*/ 476730 w 495300"/>
                    <a:gd name="connsiteY109" fmla="*/ 467346 h 533400"/>
                    <a:gd name="connsiteX110" fmla="*/ 467205 w 495300"/>
                    <a:gd name="connsiteY110" fmla="*/ 457821 h 533400"/>
                    <a:gd name="connsiteX111" fmla="*/ 467205 w 495300"/>
                    <a:gd name="connsiteY111" fmla="*/ 457821 h 533400"/>
                    <a:gd name="connsiteX112" fmla="*/ 362430 w 495300"/>
                    <a:gd name="connsiteY112" fmla="*/ 19671 h 533400"/>
                    <a:gd name="connsiteX113" fmla="*/ 133830 w 495300"/>
                    <a:gd name="connsiteY113" fmla="*/ 19671 h 533400"/>
                    <a:gd name="connsiteX114" fmla="*/ 114780 w 495300"/>
                    <a:gd name="connsiteY114" fmla="*/ 38721 h 533400"/>
                    <a:gd name="connsiteX115" fmla="*/ 114780 w 495300"/>
                    <a:gd name="connsiteY115" fmla="*/ 38721 h 533400"/>
                    <a:gd name="connsiteX116" fmla="*/ 114780 w 495300"/>
                    <a:gd name="connsiteY116" fmla="*/ 124446 h 533400"/>
                    <a:gd name="connsiteX117" fmla="*/ 133830 w 495300"/>
                    <a:gd name="connsiteY117" fmla="*/ 143496 h 533400"/>
                    <a:gd name="connsiteX118" fmla="*/ 133830 w 495300"/>
                    <a:gd name="connsiteY118" fmla="*/ 143496 h 533400"/>
                    <a:gd name="connsiteX119" fmla="*/ 362430 w 495300"/>
                    <a:gd name="connsiteY119" fmla="*/ 143496 h 533400"/>
                    <a:gd name="connsiteX120" fmla="*/ 381480 w 495300"/>
                    <a:gd name="connsiteY120" fmla="*/ 124446 h 533400"/>
                    <a:gd name="connsiteX121" fmla="*/ 381480 w 495300"/>
                    <a:gd name="connsiteY121" fmla="*/ 124446 h 533400"/>
                    <a:gd name="connsiteX122" fmla="*/ 381480 w 495300"/>
                    <a:gd name="connsiteY122" fmla="*/ 38721 h 533400"/>
                    <a:gd name="connsiteX123" fmla="*/ 362430 w 495300"/>
                    <a:gd name="connsiteY123" fmla="*/ 19671 h 533400"/>
                    <a:gd name="connsiteX124" fmla="*/ 362430 w 495300"/>
                    <a:gd name="connsiteY124" fmla="*/ 19671 h 533400"/>
                    <a:gd name="connsiteX125" fmla="*/ 157643 w 495300"/>
                    <a:gd name="connsiteY125" fmla="*/ 86346 h 533400"/>
                    <a:gd name="connsiteX126" fmla="*/ 171930 w 495300"/>
                    <a:gd name="connsiteY126" fmla="*/ 100634 h 533400"/>
                    <a:gd name="connsiteX127" fmla="*/ 157643 w 495300"/>
                    <a:gd name="connsiteY127" fmla="*/ 114921 h 533400"/>
                    <a:gd name="connsiteX128" fmla="*/ 143355 w 495300"/>
                    <a:gd name="connsiteY128" fmla="*/ 100634 h 533400"/>
                    <a:gd name="connsiteX129" fmla="*/ 157643 w 495300"/>
                    <a:gd name="connsiteY129" fmla="*/ 86346 h 533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</a:cxnLst>
                  <a:rect l="l" t="t" r="r" b="b"/>
                  <a:pathLst>
                    <a:path w="495300" h="533400">
                      <a:moveTo>
                        <a:pt x="362430" y="621"/>
                      </a:moveTo>
                      <a:cubicBezTo>
                        <a:pt x="383385" y="621"/>
                        <a:pt x="400530" y="17766"/>
                        <a:pt x="400530" y="38721"/>
                      </a:cubicBezTo>
                      <a:lnTo>
                        <a:pt x="400530" y="38721"/>
                      </a:lnTo>
                      <a:lnTo>
                        <a:pt x="400530" y="124446"/>
                      </a:lnTo>
                      <a:cubicBezTo>
                        <a:pt x="400530" y="145401"/>
                        <a:pt x="383385" y="162546"/>
                        <a:pt x="362430" y="162546"/>
                      </a:cubicBezTo>
                      <a:lnTo>
                        <a:pt x="362430" y="162546"/>
                      </a:lnTo>
                      <a:lnTo>
                        <a:pt x="257655" y="162546"/>
                      </a:lnTo>
                      <a:lnTo>
                        <a:pt x="257655" y="295896"/>
                      </a:lnTo>
                      <a:lnTo>
                        <a:pt x="419580" y="295896"/>
                      </a:lnTo>
                      <a:cubicBezTo>
                        <a:pt x="439583" y="295896"/>
                        <a:pt x="456727" y="312089"/>
                        <a:pt x="457680" y="332091"/>
                      </a:cubicBezTo>
                      <a:lnTo>
                        <a:pt x="457680" y="333996"/>
                      </a:lnTo>
                      <a:lnTo>
                        <a:pt x="457680" y="438771"/>
                      </a:lnTo>
                      <a:lnTo>
                        <a:pt x="467205" y="438771"/>
                      </a:lnTo>
                      <a:cubicBezTo>
                        <a:pt x="482445" y="438771"/>
                        <a:pt x="494827" y="450201"/>
                        <a:pt x="495780" y="465441"/>
                      </a:cubicBezTo>
                      <a:lnTo>
                        <a:pt x="495780" y="467346"/>
                      </a:lnTo>
                      <a:lnTo>
                        <a:pt x="495780" y="505446"/>
                      </a:lnTo>
                      <a:cubicBezTo>
                        <a:pt x="495780" y="521639"/>
                        <a:pt x="483398" y="534021"/>
                        <a:pt x="467205" y="534021"/>
                      </a:cubicBezTo>
                      <a:lnTo>
                        <a:pt x="467205" y="534021"/>
                      </a:lnTo>
                      <a:lnTo>
                        <a:pt x="429105" y="534021"/>
                      </a:lnTo>
                      <a:cubicBezTo>
                        <a:pt x="412912" y="534021"/>
                        <a:pt x="400530" y="521639"/>
                        <a:pt x="400530" y="505446"/>
                      </a:cubicBezTo>
                      <a:lnTo>
                        <a:pt x="400530" y="505446"/>
                      </a:lnTo>
                      <a:lnTo>
                        <a:pt x="400530" y="467346"/>
                      </a:lnTo>
                      <a:cubicBezTo>
                        <a:pt x="400530" y="451153"/>
                        <a:pt x="412912" y="438771"/>
                        <a:pt x="429105" y="438771"/>
                      </a:cubicBezTo>
                      <a:lnTo>
                        <a:pt x="429105" y="438771"/>
                      </a:lnTo>
                      <a:lnTo>
                        <a:pt x="438630" y="438771"/>
                      </a:lnTo>
                      <a:lnTo>
                        <a:pt x="438630" y="333996"/>
                      </a:lnTo>
                      <a:cubicBezTo>
                        <a:pt x="438630" y="323519"/>
                        <a:pt x="431010" y="315898"/>
                        <a:pt x="420533" y="314946"/>
                      </a:cubicBezTo>
                      <a:lnTo>
                        <a:pt x="419580" y="314946"/>
                      </a:lnTo>
                      <a:lnTo>
                        <a:pt x="257655" y="314946"/>
                      </a:lnTo>
                      <a:lnTo>
                        <a:pt x="257655" y="438771"/>
                      </a:lnTo>
                      <a:lnTo>
                        <a:pt x="267180" y="438771"/>
                      </a:lnTo>
                      <a:cubicBezTo>
                        <a:pt x="282420" y="438771"/>
                        <a:pt x="294802" y="450201"/>
                        <a:pt x="295755" y="465441"/>
                      </a:cubicBezTo>
                      <a:lnTo>
                        <a:pt x="295755" y="467346"/>
                      </a:lnTo>
                      <a:lnTo>
                        <a:pt x="295755" y="505446"/>
                      </a:lnTo>
                      <a:cubicBezTo>
                        <a:pt x="295755" y="521639"/>
                        <a:pt x="283373" y="534021"/>
                        <a:pt x="267180" y="534021"/>
                      </a:cubicBezTo>
                      <a:lnTo>
                        <a:pt x="267180" y="534021"/>
                      </a:lnTo>
                      <a:lnTo>
                        <a:pt x="229080" y="534021"/>
                      </a:lnTo>
                      <a:cubicBezTo>
                        <a:pt x="212887" y="534021"/>
                        <a:pt x="200505" y="521639"/>
                        <a:pt x="200505" y="505446"/>
                      </a:cubicBezTo>
                      <a:lnTo>
                        <a:pt x="200505" y="505446"/>
                      </a:lnTo>
                      <a:lnTo>
                        <a:pt x="200505" y="467346"/>
                      </a:lnTo>
                      <a:cubicBezTo>
                        <a:pt x="200505" y="451153"/>
                        <a:pt x="212887" y="438771"/>
                        <a:pt x="229080" y="438771"/>
                      </a:cubicBezTo>
                      <a:lnTo>
                        <a:pt x="229080" y="438771"/>
                      </a:lnTo>
                      <a:lnTo>
                        <a:pt x="238605" y="438771"/>
                      </a:lnTo>
                      <a:lnTo>
                        <a:pt x="238605" y="314946"/>
                      </a:lnTo>
                      <a:lnTo>
                        <a:pt x="76680" y="314946"/>
                      </a:lnTo>
                      <a:cubicBezTo>
                        <a:pt x="66202" y="314946"/>
                        <a:pt x="58583" y="322566"/>
                        <a:pt x="57630" y="333044"/>
                      </a:cubicBezTo>
                      <a:lnTo>
                        <a:pt x="57630" y="333996"/>
                      </a:lnTo>
                      <a:lnTo>
                        <a:pt x="57630" y="438771"/>
                      </a:lnTo>
                      <a:lnTo>
                        <a:pt x="67155" y="438771"/>
                      </a:lnTo>
                      <a:cubicBezTo>
                        <a:pt x="82395" y="438771"/>
                        <a:pt x="94777" y="450201"/>
                        <a:pt x="95730" y="465441"/>
                      </a:cubicBezTo>
                      <a:lnTo>
                        <a:pt x="95730" y="467346"/>
                      </a:lnTo>
                      <a:lnTo>
                        <a:pt x="95730" y="505446"/>
                      </a:lnTo>
                      <a:cubicBezTo>
                        <a:pt x="95730" y="521639"/>
                        <a:pt x="83348" y="534021"/>
                        <a:pt x="67155" y="534021"/>
                      </a:cubicBezTo>
                      <a:lnTo>
                        <a:pt x="67155" y="534021"/>
                      </a:lnTo>
                      <a:lnTo>
                        <a:pt x="29055" y="534021"/>
                      </a:lnTo>
                      <a:cubicBezTo>
                        <a:pt x="12862" y="534021"/>
                        <a:pt x="480" y="521639"/>
                        <a:pt x="480" y="505446"/>
                      </a:cubicBezTo>
                      <a:lnTo>
                        <a:pt x="480" y="505446"/>
                      </a:lnTo>
                      <a:lnTo>
                        <a:pt x="480" y="467346"/>
                      </a:lnTo>
                      <a:cubicBezTo>
                        <a:pt x="480" y="451153"/>
                        <a:pt x="12862" y="438771"/>
                        <a:pt x="29055" y="438771"/>
                      </a:cubicBezTo>
                      <a:lnTo>
                        <a:pt x="29055" y="438771"/>
                      </a:lnTo>
                      <a:lnTo>
                        <a:pt x="38580" y="438771"/>
                      </a:lnTo>
                      <a:lnTo>
                        <a:pt x="38580" y="333996"/>
                      </a:lnTo>
                      <a:cubicBezTo>
                        <a:pt x="38580" y="313994"/>
                        <a:pt x="54773" y="296848"/>
                        <a:pt x="74775" y="295896"/>
                      </a:cubicBezTo>
                      <a:lnTo>
                        <a:pt x="76680" y="295896"/>
                      </a:lnTo>
                      <a:lnTo>
                        <a:pt x="238605" y="295896"/>
                      </a:lnTo>
                      <a:lnTo>
                        <a:pt x="238605" y="162546"/>
                      </a:lnTo>
                      <a:lnTo>
                        <a:pt x="133830" y="162546"/>
                      </a:lnTo>
                      <a:cubicBezTo>
                        <a:pt x="113827" y="162546"/>
                        <a:pt x="96683" y="146353"/>
                        <a:pt x="95730" y="126351"/>
                      </a:cubicBezTo>
                      <a:lnTo>
                        <a:pt x="95730" y="124446"/>
                      </a:lnTo>
                      <a:lnTo>
                        <a:pt x="95730" y="38721"/>
                      </a:lnTo>
                      <a:cubicBezTo>
                        <a:pt x="95730" y="17766"/>
                        <a:pt x="112875" y="621"/>
                        <a:pt x="133830" y="621"/>
                      </a:cubicBezTo>
                      <a:lnTo>
                        <a:pt x="133830" y="621"/>
                      </a:lnTo>
                      <a:lnTo>
                        <a:pt x="362430" y="621"/>
                      </a:lnTo>
                      <a:close/>
                      <a:moveTo>
                        <a:pt x="67155" y="457821"/>
                      </a:moveTo>
                      <a:lnTo>
                        <a:pt x="29055" y="457821"/>
                      </a:lnTo>
                      <a:cubicBezTo>
                        <a:pt x="23340" y="457821"/>
                        <a:pt x="19530" y="461631"/>
                        <a:pt x="19530" y="467346"/>
                      </a:cubicBezTo>
                      <a:lnTo>
                        <a:pt x="19530" y="467346"/>
                      </a:lnTo>
                      <a:lnTo>
                        <a:pt x="19530" y="505446"/>
                      </a:lnTo>
                      <a:cubicBezTo>
                        <a:pt x="19530" y="511161"/>
                        <a:pt x="23340" y="514971"/>
                        <a:pt x="29055" y="514971"/>
                      </a:cubicBezTo>
                      <a:lnTo>
                        <a:pt x="29055" y="514971"/>
                      </a:lnTo>
                      <a:lnTo>
                        <a:pt x="67155" y="514971"/>
                      </a:lnTo>
                      <a:cubicBezTo>
                        <a:pt x="72870" y="514971"/>
                        <a:pt x="76680" y="511161"/>
                        <a:pt x="76680" y="505446"/>
                      </a:cubicBezTo>
                      <a:lnTo>
                        <a:pt x="76680" y="505446"/>
                      </a:lnTo>
                      <a:lnTo>
                        <a:pt x="76680" y="467346"/>
                      </a:lnTo>
                      <a:cubicBezTo>
                        <a:pt x="76680" y="461631"/>
                        <a:pt x="72870" y="457821"/>
                        <a:pt x="67155" y="457821"/>
                      </a:cubicBezTo>
                      <a:lnTo>
                        <a:pt x="67155" y="457821"/>
                      </a:lnTo>
                      <a:close/>
                      <a:moveTo>
                        <a:pt x="267180" y="457821"/>
                      </a:moveTo>
                      <a:lnTo>
                        <a:pt x="229080" y="457821"/>
                      </a:lnTo>
                      <a:cubicBezTo>
                        <a:pt x="223365" y="457821"/>
                        <a:pt x="219555" y="461631"/>
                        <a:pt x="219555" y="467346"/>
                      </a:cubicBezTo>
                      <a:lnTo>
                        <a:pt x="219555" y="467346"/>
                      </a:lnTo>
                      <a:lnTo>
                        <a:pt x="219555" y="505446"/>
                      </a:lnTo>
                      <a:cubicBezTo>
                        <a:pt x="219555" y="511161"/>
                        <a:pt x="223365" y="514971"/>
                        <a:pt x="229080" y="514971"/>
                      </a:cubicBezTo>
                      <a:lnTo>
                        <a:pt x="229080" y="514971"/>
                      </a:lnTo>
                      <a:lnTo>
                        <a:pt x="267180" y="514971"/>
                      </a:lnTo>
                      <a:cubicBezTo>
                        <a:pt x="272895" y="514971"/>
                        <a:pt x="276705" y="511161"/>
                        <a:pt x="276705" y="505446"/>
                      </a:cubicBezTo>
                      <a:lnTo>
                        <a:pt x="276705" y="505446"/>
                      </a:lnTo>
                      <a:lnTo>
                        <a:pt x="276705" y="467346"/>
                      </a:lnTo>
                      <a:cubicBezTo>
                        <a:pt x="276705" y="461631"/>
                        <a:pt x="272895" y="457821"/>
                        <a:pt x="267180" y="457821"/>
                      </a:cubicBezTo>
                      <a:lnTo>
                        <a:pt x="267180" y="457821"/>
                      </a:lnTo>
                      <a:close/>
                      <a:moveTo>
                        <a:pt x="467205" y="457821"/>
                      </a:moveTo>
                      <a:lnTo>
                        <a:pt x="429105" y="457821"/>
                      </a:lnTo>
                      <a:cubicBezTo>
                        <a:pt x="423390" y="457821"/>
                        <a:pt x="419580" y="461631"/>
                        <a:pt x="419580" y="467346"/>
                      </a:cubicBezTo>
                      <a:lnTo>
                        <a:pt x="419580" y="467346"/>
                      </a:lnTo>
                      <a:lnTo>
                        <a:pt x="419580" y="505446"/>
                      </a:lnTo>
                      <a:cubicBezTo>
                        <a:pt x="419580" y="511161"/>
                        <a:pt x="423390" y="514971"/>
                        <a:pt x="429105" y="514971"/>
                      </a:cubicBezTo>
                      <a:lnTo>
                        <a:pt x="429105" y="514971"/>
                      </a:lnTo>
                      <a:lnTo>
                        <a:pt x="467205" y="514971"/>
                      </a:lnTo>
                      <a:cubicBezTo>
                        <a:pt x="472920" y="514971"/>
                        <a:pt x="476730" y="511161"/>
                        <a:pt x="476730" y="505446"/>
                      </a:cubicBezTo>
                      <a:lnTo>
                        <a:pt x="476730" y="505446"/>
                      </a:lnTo>
                      <a:lnTo>
                        <a:pt x="476730" y="467346"/>
                      </a:lnTo>
                      <a:cubicBezTo>
                        <a:pt x="476730" y="461631"/>
                        <a:pt x="472920" y="457821"/>
                        <a:pt x="467205" y="457821"/>
                      </a:cubicBezTo>
                      <a:lnTo>
                        <a:pt x="467205" y="457821"/>
                      </a:lnTo>
                      <a:close/>
                      <a:moveTo>
                        <a:pt x="362430" y="19671"/>
                      </a:moveTo>
                      <a:lnTo>
                        <a:pt x="133830" y="19671"/>
                      </a:lnTo>
                      <a:cubicBezTo>
                        <a:pt x="123352" y="19671"/>
                        <a:pt x="114780" y="28244"/>
                        <a:pt x="114780" y="38721"/>
                      </a:cubicBezTo>
                      <a:lnTo>
                        <a:pt x="114780" y="38721"/>
                      </a:lnTo>
                      <a:lnTo>
                        <a:pt x="114780" y="124446"/>
                      </a:lnTo>
                      <a:cubicBezTo>
                        <a:pt x="114780" y="134923"/>
                        <a:pt x="123352" y="143496"/>
                        <a:pt x="133830" y="143496"/>
                      </a:cubicBezTo>
                      <a:lnTo>
                        <a:pt x="133830" y="143496"/>
                      </a:lnTo>
                      <a:lnTo>
                        <a:pt x="362430" y="143496"/>
                      </a:lnTo>
                      <a:cubicBezTo>
                        <a:pt x="372908" y="143496"/>
                        <a:pt x="381480" y="134923"/>
                        <a:pt x="381480" y="124446"/>
                      </a:cubicBezTo>
                      <a:lnTo>
                        <a:pt x="381480" y="124446"/>
                      </a:lnTo>
                      <a:lnTo>
                        <a:pt x="381480" y="38721"/>
                      </a:lnTo>
                      <a:cubicBezTo>
                        <a:pt x="381480" y="28244"/>
                        <a:pt x="372908" y="19671"/>
                        <a:pt x="362430" y="19671"/>
                      </a:cubicBezTo>
                      <a:lnTo>
                        <a:pt x="362430" y="19671"/>
                      </a:lnTo>
                      <a:close/>
                      <a:moveTo>
                        <a:pt x="157643" y="86346"/>
                      </a:moveTo>
                      <a:cubicBezTo>
                        <a:pt x="165262" y="86346"/>
                        <a:pt x="171930" y="93014"/>
                        <a:pt x="171930" y="100634"/>
                      </a:cubicBezTo>
                      <a:cubicBezTo>
                        <a:pt x="171930" y="108253"/>
                        <a:pt x="165262" y="114921"/>
                        <a:pt x="157643" y="114921"/>
                      </a:cubicBezTo>
                      <a:cubicBezTo>
                        <a:pt x="150023" y="114921"/>
                        <a:pt x="143355" y="108253"/>
                        <a:pt x="143355" y="100634"/>
                      </a:cubicBezTo>
                      <a:cubicBezTo>
                        <a:pt x="143355" y="93014"/>
                        <a:pt x="150023" y="86346"/>
                        <a:pt x="157643" y="8634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700">
                  <a:noFill/>
                </a:ln>
                <a:effectLst>
                  <a:outerShdw blurRad="127000" dist="50800" dir="540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anchorCtr="0"/>
                <a:lstStyle/>
                <a:p>
                  <a:pPr algn="ctr"/>
                </a:p>
              </p:txBody>
            </p:sp>
          </p:grpSp>
          <p:sp>
            <p:nvSpPr>
              <p:cNvPr id="24" name="Number3" descr="42c11bf9-181b-4ec5-9a72-8ef2d5bf2149"/>
              <p:cNvSpPr txBox="1"/>
              <p:nvPr/>
            </p:nvSpPr>
            <p:spPr>
              <a:xfrm>
                <a:off x="6876037" y="991650"/>
                <a:ext cx="1561672" cy="173159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rtlCol="0" anchor="b" anchorCtr="0">
                <a:normAutofit lnSpcReduction="10000"/>
              </a:bodyPr>
              <a:lstStyle/>
              <a:p>
                <a:pPr algn="ctr"/>
                <a:r>
                  <a:rPr lang="en-US" sz="9600" b="1" i="0" u="none">
                    <a:latin typeface="Arial" panose="020B0604020202020204"/>
                  </a:rPr>
                  <a:t>S</a:t>
                </a:r>
                <a:endParaRPr lang="en-US" sz="9600" b="1" i="0" u="none">
                  <a:latin typeface="Arial" panose="020B0604020202020204"/>
                </a:endParaRPr>
              </a:p>
            </p:txBody>
          </p:sp>
        </p:grpSp>
        <p:grpSp>
          <p:nvGrpSpPr>
            <p:cNvPr id="12" name="组合 11" descr="debf1e94-f5f6-462d-ac2c-0ec574b54aee"/>
            <p:cNvGrpSpPr/>
            <p:nvPr/>
          </p:nvGrpSpPr>
          <p:grpSpPr>
            <a:xfrm>
              <a:off x="8989691" y="1785257"/>
              <a:ext cx="2390307" cy="3831226"/>
              <a:chOff x="8850791" y="991650"/>
              <a:chExt cx="2668108" cy="4276490"/>
            </a:xfrm>
          </p:grpSpPr>
          <p:grpSp>
            <p:nvGrpSpPr>
              <p:cNvPr id="13" name="组合 12" descr="33cd2080-c580-4613-b724-9801b339afac"/>
              <p:cNvGrpSpPr/>
              <p:nvPr/>
            </p:nvGrpSpPr>
            <p:grpSpPr>
              <a:xfrm>
                <a:off x="8850791" y="1720702"/>
                <a:ext cx="2668108" cy="3547438"/>
                <a:chOff x="9253244" y="1720702"/>
                <a:chExt cx="1863202" cy="3547438"/>
              </a:xfrm>
            </p:grpSpPr>
            <p:sp>
              <p:nvSpPr>
                <p:cNvPr id="18" name="ComponentBackground4" descr="d72b6c69-e165-4e63-a8ca-8a6d15d086b4"/>
                <p:cNvSpPr/>
                <p:nvPr/>
              </p:nvSpPr>
              <p:spPr>
                <a:xfrm flipH="1">
                  <a:off x="9253244" y="1720702"/>
                  <a:ext cx="1863202" cy="3547438"/>
                </a:xfrm>
                <a:prstGeom prst="roundRect">
                  <a:avLst>
                    <a:gd name="adj" fmla="val 5843"/>
                  </a:avLst>
                </a:prstGeom>
                <a:gradFill flip="none" rotWithShape="1">
                  <a:gsLst>
                    <a:gs pos="0">
                      <a:schemeClr val="accent4">
                        <a:alpha val="20000"/>
                      </a:schemeClr>
                    </a:gs>
                    <a:gs pos="88000">
                      <a:schemeClr val="bg1">
                        <a:alpha val="0"/>
                      </a:schemeClr>
                    </a:gs>
                  </a:gsLst>
                  <a:lin ang="5400000" scaled="1"/>
                  <a:tileRect/>
                </a:gradFill>
                <a:ln w="12700">
                  <a:gradFill flip="none" rotWithShape="1">
                    <a:gsLst>
                      <a:gs pos="0">
                        <a:schemeClr val="accent4"/>
                      </a:gs>
                      <a:gs pos="100000">
                        <a:schemeClr val="accent4">
                          <a:alpha val="0"/>
                        </a:schemeClr>
                      </a:gs>
                    </a:gsLst>
                    <a:lin ang="16200000" scaled="1"/>
                    <a:tileRect/>
                  </a:gra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anchorCtr="0"/>
                <a:lstStyle/>
                <a:p>
                  <a:pPr algn="ctr"/>
                </a:p>
              </p:txBody>
            </p:sp>
            <p:grpSp>
              <p:nvGrpSpPr>
                <p:cNvPr id="19" name="组合 18" descr="76a2e406-e819-4b9b-ab9e-9fd631e59b3d"/>
                <p:cNvGrpSpPr/>
                <p:nvPr/>
              </p:nvGrpSpPr>
              <p:grpSpPr>
                <a:xfrm flipH="1">
                  <a:off x="9358612" y="2556496"/>
                  <a:ext cx="1652467" cy="1633617"/>
                  <a:chOff x="897975" y="1798613"/>
                  <a:chExt cx="2522031" cy="1633617"/>
                </a:xfrm>
              </p:grpSpPr>
              <p:sp>
                <p:nvSpPr>
                  <p:cNvPr id="20" name="Text4" descr="f810eb07-06f4-49fd-832c-22e505f07d27"/>
                  <p:cNvSpPr/>
                  <p:nvPr/>
                </p:nvSpPr>
                <p:spPr bwMode="auto">
                  <a:xfrm>
                    <a:off x="897976" y="2514075"/>
                    <a:ext cx="2522030" cy="91815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 lIns="90000" tIns="46800" rIns="90000" bIns="46800" anchor="t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pPr algn="l">
                      <a:lnSpc>
                        <a:spcPct val="120000"/>
                      </a:lnSpc>
                      <a:spcBef>
                        <a:spcPct val="0"/>
                      </a:spcBef>
                    </a:pPr>
                    <a:r>
                      <a:rPr lang="en-US" sz="1200" b="0" i="0" u="none">
                        <a:solidFill>
                          <a:srgbClr val="FFFFFF"/>
                        </a:solidFill>
                        <a:ea typeface="微软雅黑" panose="020B0503020204020204" charset="-122"/>
                      </a:rPr>
                      <a:t>在合适的地方没有使用AI，可能导致效率不升反降。</a:t>
                    </a:r>
                    <a:endParaRPr lang="en-US" sz="1200" b="0" i="0" u="none">
                      <a:solidFill>
                        <a:srgbClr val="FFFFFF"/>
                      </a:solidFill>
                      <a:ea typeface="微软雅黑" panose="020B0503020204020204" charset="-122"/>
                    </a:endParaRPr>
                  </a:p>
                </p:txBody>
              </p:sp>
              <p:sp>
                <p:nvSpPr>
                  <p:cNvPr id="21" name="Bullet4" descr="61245174-dca8-4720-b061-7fd81c1b326f"/>
                  <p:cNvSpPr txBox="1"/>
                  <p:nvPr/>
                </p:nvSpPr>
                <p:spPr bwMode="auto">
                  <a:xfrm>
                    <a:off x="897975" y="1798613"/>
                    <a:ext cx="2522030" cy="643077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square" lIns="91440" tIns="45720" rIns="91440" bIns="45720" anchor="b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pPr algn="l">
                      <a:spcBef>
                        <a:spcPct val="0"/>
                      </a:spcBef>
                    </a:pPr>
                    <a:r>
                      <a:rPr lang="en-US" sz="1800" b="1" i="0" u="none">
                        <a:solidFill>
                          <a:srgbClr val="FFFFFF"/>
                        </a:solidFill>
                        <a:ea typeface="微软雅黑" panose="020B0503020204020204" charset="-122"/>
                      </a:rPr>
                      <a:t>效率下降</a:t>
                    </a:r>
                    <a:endParaRPr lang="en-US" sz="1800" b="1" i="0" u="none">
                      <a:solidFill>
                        <a:srgbClr val="FFFFFF"/>
                      </a:solidFill>
                      <a:ea typeface="微软雅黑" panose="020B0503020204020204" charset="-122"/>
                    </a:endParaRPr>
                  </a:p>
                </p:txBody>
              </p:sp>
            </p:grpSp>
          </p:grpSp>
          <p:grpSp>
            <p:nvGrpSpPr>
              <p:cNvPr id="14" name="组合 13" descr="19fd5878-007a-4113-859c-43668a83a181"/>
              <p:cNvGrpSpPr/>
              <p:nvPr/>
            </p:nvGrpSpPr>
            <p:grpSpPr>
              <a:xfrm>
                <a:off x="9847548" y="4424210"/>
                <a:ext cx="674596" cy="674596"/>
                <a:chOff x="4047939" y="5477475"/>
                <a:chExt cx="540000" cy="540000"/>
              </a:xfrm>
            </p:grpSpPr>
            <p:sp>
              <p:nvSpPr>
                <p:cNvPr id="16" name="IconBackground4" descr="7a9b584e-d7d5-4a6d-9158-056ef98b25f5"/>
                <p:cNvSpPr txBox="1">
                  <a:spLocks noChangeAspect="1"/>
                </p:cNvSpPr>
                <p:nvPr/>
              </p:nvSpPr>
              <p:spPr>
                <a:xfrm>
                  <a:off x="4047939" y="5477475"/>
                  <a:ext cx="540000" cy="540000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4">
                        <a:lumMod val="60000"/>
                        <a:lumOff val="40000"/>
                      </a:schemeClr>
                    </a:gs>
                    <a:gs pos="75000">
                      <a:schemeClr val="accent4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4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anchorCtr="0">
                  <a:normAutofit/>
                </a:bodyPr>
                <a:lstStyle>
                  <a:defPPr>
                    <a:defRPr lang="en-US"/>
                  </a:defPPr>
                  <a:lvl1pPr algn="ctr">
                    <a:defRPr b="1">
                      <a:solidFill>
                        <a:srgbClr val="FFFFFF"/>
                      </a:solidFill>
                      <a:cs typeface="+mn-ea"/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</a:p>
              </p:txBody>
            </p:sp>
            <p:sp>
              <p:nvSpPr>
                <p:cNvPr id="17" name="Icon4" descr="7c916cef-7c6e-44e4-b25d-61f80138364c"/>
                <p:cNvSpPr>
                  <a:spLocks noChangeAspect="1"/>
                </p:cNvSpPr>
                <p:nvPr/>
              </p:nvSpPr>
              <p:spPr bwMode="auto">
                <a:xfrm>
                  <a:off x="4193969" y="5607922"/>
                  <a:ext cx="247941" cy="279106"/>
                </a:xfrm>
                <a:custGeom>
                  <a:avLst/>
                  <a:gdLst>
                    <a:gd name="connsiteX0" fmla="*/ 368431 w 488073"/>
                    <a:gd name="connsiteY0" fmla="*/ 621 h 533400"/>
                    <a:gd name="connsiteX1" fmla="*/ 368431 w 488073"/>
                    <a:gd name="connsiteY1" fmla="*/ 19671 h 533400"/>
                    <a:gd name="connsiteX2" fmla="*/ 339856 w 488073"/>
                    <a:gd name="connsiteY2" fmla="*/ 19671 h 533400"/>
                    <a:gd name="connsiteX3" fmla="*/ 339856 w 488073"/>
                    <a:gd name="connsiteY3" fmla="*/ 135876 h 533400"/>
                    <a:gd name="connsiteX4" fmla="*/ 341761 w 488073"/>
                    <a:gd name="connsiteY4" fmla="*/ 145401 h 533400"/>
                    <a:gd name="connsiteX5" fmla="*/ 342713 w 488073"/>
                    <a:gd name="connsiteY5" fmla="*/ 147306 h 533400"/>
                    <a:gd name="connsiteX6" fmla="*/ 483683 w 488073"/>
                    <a:gd name="connsiteY6" fmla="*/ 464489 h 533400"/>
                    <a:gd name="connsiteX7" fmla="*/ 484636 w 488073"/>
                    <a:gd name="connsiteY7" fmla="*/ 509256 h 533400"/>
                    <a:gd name="connsiteX8" fmla="*/ 448441 w 488073"/>
                    <a:gd name="connsiteY8" fmla="*/ 534021 h 533400"/>
                    <a:gd name="connsiteX9" fmla="*/ 448441 w 488073"/>
                    <a:gd name="connsiteY9" fmla="*/ 534021 h 533400"/>
                    <a:gd name="connsiteX10" fmla="*/ 40771 w 488073"/>
                    <a:gd name="connsiteY10" fmla="*/ 534021 h 533400"/>
                    <a:gd name="connsiteX11" fmla="*/ 4576 w 488073"/>
                    <a:gd name="connsiteY11" fmla="*/ 509256 h 533400"/>
                    <a:gd name="connsiteX12" fmla="*/ 5528 w 488073"/>
                    <a:gd name="connsiteY12" fmla="*/ 464489 h 533400"/>
                    <a:gd name="connsiteX13" fmla="*/ 5528 w 488073"/>
                    <a:gd name="connsiteY13" fmla="*/ 464489 h 533400"/>
                    <a:gd name="connsiteX14" fmla="*/ 146498 w 488073"/>
                    <a:gd name="connsiteY14" fmla="*/ 147306 h 533400"/>
                    <a:gd name="connsiteX15" fmla="*/ 149356 w 488073"/>
                    <a:gd name="connsiteY15" fmla="*/ 135876 h 533400"/>
                    <a:gd name="connsiteX16" fmla="*/ 149356 w 488073"/>
                    <a:gd name="connsiteY16" fmla="*/ 135876 h 533400"/>
                    <a:gd name="connsiteX17" fmla="*/ 149356 w 488073"/>
                    <a:gd name="connsiteY17" fmla="*/ 19671 h 533400"/>
                    <a:gd name="connsiteX18" fmla="*/ 120781 w 488073"/>
                    <a:gd name="connsiteY18" fmla="*/ 19671 h 533400"/>
                    <a:gd name="connsiteX19" fmla="*/ 120781 w 488073"/>
                    <a:gd name="connsiteY19" fmla="*/ 621 h 533400"/>
                    <a:gd name="connsiteX20" fmla="*/ 368431 w 488073"/>
                    <a:gd name="connsiteY20" fmla="*/ 621 h 533400"/>
                    <a:gd name="connsiteX21" fmla="*/ 253178 w 488073"/>
                    <a:gd name="connsiteY21" fmla="*/ 415911 h 533400"/>
                    <a:gd name="connsiteX22" fmla="*/ 250321 w 488073"/>
                    <a:gd name="connsiteY22" fmla="*/ 417816 h 533400"/>
                    <a:gd name="connsiteX23" fmla="*/ 51248 w 488073"/>
                    <a:gd name="connsiteY23" fmla="*/ 409244 h 533400"/>
                    <a:gd name="connsiteX24" fmla="*/ 23626 w 488073"/>
                    <a:gd name="connsiteY24" fmla="*/ 471156 h 533400"/>
                    <a:gd name="connsiteX25" fmla="*/ 22673 w 488073"/>
                    <a:gd name="connsiteY25" fmla="*/ 501636 h 533400"/>
                    <a:gd name="connsiteX26" fmla="*/ 40771 w 488073"/>
                    <a:gd name="connsiteY26" fmla="*/ 514971 h 533400"/>
                    <a:gd name="connsiteX27" fmla="*/ 40771 w 488073"/>
                    <a:gd name="connsiteY27" fmla="*/ 514971 h 533400"/>
                    <a:gd name="connsiteX28" fmla="*/ 447488 w 488073"/>
                    <a:gd name="connsiteY28" fmla="*/ 514971 h 533400"/>
                    <a:gd name="connsiteX29" fmla="*/ 465586 w 488073"/>
                    <a:gd name="connsiteY29" fmla="*/ 502589 h 533400"/>
                    <a:gd name="connsiteX30" fmla="*/ 464633 w 488073"/>
                    <a:gd name="connsiteY30" fmla="*/ 472109 h 533400"/>
                    <a:gd name="connsiteX31" fmla="*/ 464633 w 488073"/>
                    <a:gd name="connsiteY31" fmla="*/ 472109 h 533400"/>
                    <a:gd name="connsiteX32" fmla="*/ 436058 w 488073"/>
                    <a:gd name="connsiteY32" fmla="*/ 408291 h 533400"/>
                    <a:gd name="connsiteX33" fmla="*/ 435106 w 488073"/>
                    <a:gd name="connsiteY33" fmla="*/ 408291 h 533400"/>
                    <a:gd name="connsiteX34" fmla="*/ 253178 w 488073"/>
                    <a:gd name="connsiteY34" fmla="*/ 415911 h 533400"/>
                    <a:gd name="connsiteX35" fmla="*/ 320806 w 488073"/>
                    <a:gd name="connsiteY35" fmla="*/ 19671 h 533400"/>
                    <a:gd name="connsiteX36" fmla="*/ 168406 w 488073"/>
                    <a:gd name="connsiteY36" fmla="*/ 19671 h 533400"/>
                    <a:gd name="connsiteX37" fmla="*/ 168406 w 488073"/>
                    <a:gd name="connsiteY37" fmla="*/ 135876 h 533400"/>
                    <a:gd name="connsiteX38" fmla="*/ 165548 w 488073"/>
                    <a:gd name="connsiteY38" fmla="*/ 153021 h 533400"/>
                    <a:gd name="connsiteX39" fmla="*/ 165548 w 488073"/>
                    <a:gd name="connsiteY39" fmla="*/ 153021 h 533400"/>
                    <a:gd name="connsiteX40" fmla="*/ 164596 w 488073"/>
                    <a:gd name="connsiteY40" fmla="*/ 155878 h 533400"/>
                    <a:gd name="connsiteX41" fmla="*/ 58868 w 488073"/>
                    <a:gd name="connsiteY41" fmla="*/ 392098 h 533400"/>
                    <a:gd name="connsiteX42" fmla="*/ 236033 w 488073"/>
                    <a:gd name="connsiteY42" fmla="*/ 404481 h 533400"/>
                    <a:gd name="connsiteX43" fmla="*/ 238891 w 488073"/>
                    <a:gd name="connsiteY43" fmla="*/ 402576 h 533400"/>
                    <a:gd name="connsiteX44" fmla="*/ 425581 w 488073"/>
                    <a:gd name="connsiteY44" fmla="*/ 382573 h 533400"/>
                    <a:gd name="connsiteX45" fmla="*/ 324616 w 488073"/>
                    <a:gd name="connsiteY45" fmla="*/ 154926 h 533400"/>
                    <a:gd name="connsiteX46" fmla="*/ 320806 w 488073"/>
                    <a:gd name="connsiteY46" fmla="*/ 135876 h 533400"/>
                    <a:gd name="connsiteX47" fmla="*/ 320806 w 488073"/>
                    <a:gd name="connsiteY47" fmla="*/ 135876 h 533400"/>
                    <a:gd name="connsiteX48" fmla="*/ 320806 w 488073"/>
                    <a:gd name="connsiteY48" fmla="*/ 19671 h 533400"/>
                    <a:gd name="connsiteX49" fmla="*/ 306518 w 488073"/>
                    <a:gd name="connsiteY49" fmla="*/ 248271 h 533400"/>
                    <a:gd name="connsiteX50" fmla="*/ 349381 w 488073"/>
                    <a:gd name="connsiteY50" fmla="*/ 291134 h 533400"/>
                    <a:gd name="connsiteX51" fmla="*/ 306518 w 488073"/>
                    <a:gd name="connsiteY51" fmla="*/ 333996 h 533400"/>
                    <a:gd name="connsiteX52" fmla="*/ 263656 w 488073"/>
                    <a:gd name="connsiteY52" fmla="*/ 291134 h 533400"/>
                    <a:gd name="connsiteX53" fmla="*/ 306518 w 488073"/>
                    <a:gd name="connsiteY53" fmla="*/ 248271 h 533400"/>
                    <a:gd name="connsiteX54" fmla="*/ 306518 w 488073"/>
                    <a:gd name="connsiteY54" fmla="*/ 267321 h 533400"/>
                    <a:gd name="connsiteX55" fmla="*/ 282706 w 488073"/>
                    <a:gd name="connsiteY55" fmla="*/ 291134 h 533400"/>
                    <a:gd name="connsiteX56" fmla="*/ 306518 w 488073"/>
                    <a:gd name="connsiteY56" fmla="*/ 314946 h 533400"/>
                    <a:gd name="connsiteX57" fmla="*/ 330331 w 488073"/>
                    <a:gd name="connsiteY57" fmla="*/ 291134 h 533400"/>
                    <a:gd name="connsiteX58" fmla="*/ 306518 w 488073"/>
                    <a:gd name="connsiteY58" fmla="*/ 267321 h 533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</a:cxnLst>
                  <a:rect l="l" t="t" r="r" b="b"/>
                  <a:pathLst>
                    <a:path w="488073" h="533400">
                      <a:moveTo>
                        <a:pt x="368431" y="621"/>
                      </a:moveTo>
                      <a:lnTo>
                        <a:pt x="368431" y="19671"/>
                      </a:lnTo>
                      <a:lnTo>
                        <a:pt x="339856" y="19671"/>
                      </a:lnTo>
                      <a:lnTo>
                        <a:pt x="339856" y="135876"/>
                      </a:lnTo>
                      <a:cubicBezTo>
                        <a:pt x="339856" y="138734"/>
                        <a:pt x="340808" y="142544"/>
                        <a:pt x="341761" y="145401"/>
                      </a:cubicBezTo>
                      <a:lnTo>
                        <a:pt x="342713" y="147306"/>
                      </a:lnTo>
                      <a:lnTo>
                        <a:pt x="483683" y="464489"/>
                      </a:lnTo>
                      <a:cubicBezTo>
                        <a:pt x="490351" y="478776"/>
                        <a:pt x="490351" y="494969"/>
                        <a:pt x="484636" y="509256"/>
                      </a:cubicBezTo>
                      <a:cubicBezTo>
                        <a:pt x="478921" y="524496"/>
                        <a:pt x="464633" y="534021"/>
                        <a:pt x="448441" y="534021"/>
                      </a:cubicBezTo>
                      <a:lnTo>
                        <a:pt x="448441" y="534021"/>
                      </a:lnTo>
                      <a:lnTo>
                        <a:pt x="40771" y="534021"/>
                      </a:lnTo>
                      <a:cubicBezTo>
                        <a:pt x="24578" y="534021"/>
                        <a:pt x="10291" y="524496"/>
                        <a:pt x="4576" y="509256"/>
                      </a:cubicBezTo>
                      <a:cubicBezTo>
                        <a:pt x="-1139" y="494969"/>
                        <a:pt x="-187" y="478776"/>
                        <a:pt x="5528" y="464489"/>
                      </a:cubicBezTo>
                      <a:lnTo>
                        <a:pt x="5528" y="464489"/>
                      </a:lnTo>
                      <a:lnTo>
                        <a:pt x="146498" y="147306"/>
                      </a:lnTo>
                      <a:cubicBezTo>
                        <a:pt x="148403" y="143496"/>
                        <a:pt x="149356" y="139686"/>
                        <a:pt x="149356" y="135876"/>
                      </a:cubicBezTo>
                      <a:lnTo>
                        <a:pt x="149356" y="135876"/>
                      </a:lnTo>
                      <a:lnTo>
                        <a:pt x="149356" y="19671"/>
                      </a:lnTo>
                      <a:lnTo>
                        <a:pt x="120781" y="19671"/>
                      </a:lnTo>
                      <a:lnTo>
                        <a:pt x="120781" y="621"/>
                      </a:lnTo>
                      <a:lnTo>
                        <a:pt x="368431" y="621"/>
                      </a:lnTo>
                      <a:close/>
                      <a:moveTo>
                        <a:pt x="253178" y="415911"/>
                      </a:moveTo>
                      <a:lnTo>
                        <a:pt x="250321" y="417816"/>
                      </a:lnTo>
                      <a:cubicBezTo>
                        <a:pt x="195076" y="456869"/>
                        <a:pt x="119828" y="453059"/>
                        <a:pt x="51248" y="409244"/>
                      </a:cubicBezTo>
                      <a:lnTo>
                        <a:pt x="23626" y="471156"/>
                      </a:lnTo>
                      <a:cubicBezTo>
                        <a:pt x="19816" y="480681"/>
                        <a:pt x="18863" y="491159"/>
                        <a:pt x="22673" y="501636"/>
                      </a:cubicBezTo>
                      <a:cubicBezTo>
                        <a:pt x="25531" y="510209"/>
                        <a:pt x="33151" y="514971"/>
                        <a:pt x="40771" y="514971"/>
                      </a:cubicBezTo>
                      <a:lnTo>
                        <a:pt x="40771" y="514971"/>
                      </a:lnTo>
                      <a:lnTo>
                        <a:pt x="447488" y="514971"/>
                      </a:lnTo>
                      <a:cubicBezTo>
                        <a:pt x="456061" y="514971"/>
                        <a:pt x="462728" y="510209"/>
                        <a:pt x="465586" y="502589"/>
                      </a:cubicBezTo>
                      <a:cubicBezTo>
                        <a:pt x="469396" y="493064"/>
                        <a:pt x="469396" y="481634"/>
                        <a:pt x="464633" y="472109"/>
                      </a:cubicBezTo>
                      <a:lnTo>
                        <a:pt x="464633" y="472109"/>
                      </a:lnTo>
                      <a:lnTo>
                        <a:pt x="436058" y="408291"/>
                      </a:lnTo>
                      <a:lnTo>
                        <a:pt x="435106" y="408291"/>
                      </a:lnTo>
                      <a:cubicBezTo>
                        <a:pt x="375098" y="378764"/>
                        <a:pt x="302708" y="382573"/>
                        <a:pt x="253178" y="415911"/>
                      </a:cubicBezTo>
                      <a:close/>
                      <a:moveTo>
                        <a:pt x="320806" y="19671"/>
                      </a:moveTo>
                      <a:lnTo>
                        <a:pt x="168406" y="19671"/>
                      </a:lnTo>
                      <a:lnTo>
                        <a:pt x="168406" y="135876"/>
                      </a:lnTo>
                      <a:cubicBezTo>
                        <a:pt x="168406" y="141591"/>
                        <a:pt x="167453" y="147306"/>
                        <a:pt x="165548" y="153021"/>
                      </a:cubicBezTo>
                      <a:lnTo>
                        <a:pt x="165548" y="153021"/>
                      </a:lnTo>
                      <a:lnTo>
                        <a:pt x="164596" y="155878"/>
                      </a:lnTo>
                      <a:lnTo>
                        <a:pt x="58868" y="392098"/>
                      </a:lnTo>
                      <a:cubicBezTo>
                        <a:pt x="120781" y="432103"/>
                        <a:pt x="187456" y="436866"/>
                        <a:pt x="236033" y="404481"/>
                      </a:cubicBezTo>
                      <a:lnTo>
                        <a:pt x="238891" y="402576"/>
                      </a:lnTo>
                      <a:cubicBezTo>
                        <a:pt x="290326" y="366381"/>
                        <a:pt x="361763" y="359714"/>
                        <a:pt x="425581" y="382573"/>
                      </a:cubicBezTo>
                      <a:lnTo>
                        <a:pt x="324616" y="154926"/>
                      </a:lnTo>
                      <a:cubicBezTo>
                        <a:pt x="321758" y="149211"/>
                        <a:pt x="320806" y="142544"/>
                        <a:pt x="320806" y="135876"/>
                      </a:cubicBezTo>
                      <a:lnTo>
                        <a:pt x="320806" y="135876"/>
                      </a:lnTo>
                      <a:lnTo>
                        <a:pt x="320806" y="19671"/>
                      </a:lnTo>
                      <a:close/>
                      <a:moveTo>
                        <a:pt x="306518" y="248271"/>
                      </a:moveTo>
                      <a:cubicBezTo>
                        <a:pt x="330331" y="248271"/>
                        <a:pt x="349381" y="267321"/>
                        <a:pt x="349381" y="291134"/>
                      </a:cubicBezTo>
                      <a:cubicBezTo>
                        <a:pt x="349381" y="314946"/>
                        <a:pt x="330331" y="333996"/>
                        <a:pt x="306518" y="333996"/>
                      </a:cubicBezTo>
                      <a:cubicBezTo>
                        <a:pt x="282706" y="333996"/>
                        <a:pt x="263656" y="314946"/>
                        <a:pt x="263656" y="291134"/>
                      </a:cubicBezTo>
                      <a:cubicBezTo>
                        <a:pt x="263656" y="267321"/>
                        <a:pt x="282706" y="248271"/>
                        <a:pt x="306518" y="248271"/>
                      </a:cubicBezTo>
                      <a:close/>
                      <a:moveTo>
                        <a:pt x="306518" y="267321"/>
                      </a:moveTo>
                      <a:cubicBezTo>
                        <a:pt x="293183" y="267321"/>
                        <a:pt x="282706" y="277798"/>
                        <a:pt x="282706" y="291134"/>
                      </a:cubicBezTo>
                      <a:cubicBezTo>
                        <a:pt x="282706" y="304469"/>
                        <a:pt x="293183" y="314946"/>
                        <a:pt x="306518" y="314946"/>
                      </a:cubicBezTo>
                      <a:cubicBezTo>
                        <a:pt x="319853" y="314946"/>
                        <a:pt x="330331" y="304469"/>
                        <a:pt x="330331" y="291134"/>
                      </a:cubicBezTo>
                      <a:cubicBezTo>
                        <a:pt x="330331" y="277798"/>
                        <a:pt x="319853" y="267321"/>
                        <a:pt x="306518" y="26732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anchorCtr="0"/>
                <a:lstStyle/>
                <a:p>
                  <a:pPr algn="l"/>
                </a:p>
              </p:txBody>
            </p:sp>
          </p:grpSp>
          <p:sp>
            <p:nvSpPr>
              <p:cNvPr id="15" name="Number4" descr="36e5089b-38d6-4705-b08d-e5ef52fc4287"/>
              <p:cNvSpPr txBox="1"/>
              <p:nvPr/>
            </p:nvSpPr>
            <p:spPr>
              <a:xfrm>
                <a:off x="9540262" y="991650"/>
                <a:ext cx="1289171" cy="173159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rtlCol="0" anchor="b" anchorCtr="0">
                <a:normAutofit lnSpcReduction="10000"/>
              </a:bodyPr>
              <a:lstStyle/>
              <a:p>
                <a:pPr algn="ctr"/>
                <a:r>
                  <a:rPr lang="en-US" sz="9600" b="1" i="0" u="none">
                    <a:latin typeface="Arial" panose="020B0604020202020204"/>
                  </a:rPr>
                  <a:t>T</a:t>
                </a:r>
                <a:endParaRPr lang="en-US" sz="9600" b="1" i="0" u="none">
                  <a:latin typeface="Arial" panose="020B0604020202020204"/>
                </a:endParaRPr>
              </a:p>
            </p:txBody>
          </p:sp>
        </p:grpSp>
      </p:grp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5a12860-57d0-435d-97c1-4c6d2d8d7d77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FFFFFF"/>
                </a:solidFill>
                <a:ea typeface="微软雅黑" panose="020B0503020204020204" charset="-122"/>
              </a:rPr>
              <a:t>被动等待或盲目追新</a:t>
            </a:r>
            <a:endParaRPr lang="en-US" sz="2800" b="1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grpSp>
        <p:nvGrpSpPr>
          <p:cNvPr id="80" name="ab7708ce-529d-4da1-8c58-f7dbd521ccf4.source.4.zh-Hans.pptx" descr="67505d40-5125-404a-be89-c760c89a60e4"/>
          <p:cNvGrpSpPr/>
          <p:nvPr/>
        </p:nvGrpSpPr>
        <p:grpSpPr>
          <a:xfrm>
            <a:off x="673100" y="1130300"/>
            <a:ext cx="10845800" cy="4749078"/>
            <a:chOff x="673100" y="1130300"/>
            <a:chExt cx="10845800" cy="4749078"/>
          </a:xfrm>
        </p:grpSpPr>
        <p:grpSp>
          <p:nvGrpSpPr>
            <p:cNvPr id="79" name="组合 78" descr="ef4e526d-cad2-4a5f-afd2-b997fc673d80"/>
            <p:cNvGrpSpPr/>
            <p:nvPr/>
          </p:nvGrpSpPr>
          <p:grpSpPr>
            <a:xfrm>
              <a:off x="5010508" y="2818903"/>
              <a:ext cx="2170984" cy="2585358"/>
              <a:chOff x="5010508" y="2818903"/>
              <a:chExt cx="2170984" cy="2585358"/>
            </a:xfrm>
          </p:grpSpPr>
          <p:sp>
            <p:nvSpPr>
              <p:cNvPr id="60" name="isļîḑê" descr="a5304de9-2655-4cd7-a64d-9d01ac9fea80"/>
              <p:cNvSpPr/>
              <p:nvPr/>
            </p:nvSpPr>
            <p:spPr>
              <a:xfrm>
                <a:off x="5343742" y="4869890"/>
                <a:ext cx="1489874" cy="534371"/>
              </a:xfrm>
              <a:custGeom>
                <a:avLst/>
                <a:gdLst>
                  <a:gd name="connsiteX0" fmla="*/ 266549 w 1012454"/>
                  <a:gd name="connsiteY0" fmla="*/ 0 h 363135"/>
                  <a:gd name="connsiteX1" fmla="*/ 330942 w 1012454"/>
                  <a:gd name="connsiteY1" fmla="*/ 0 h 363135"/>
                  <a:gd name="connsiteX2" fmla="*/ 347950 w 1012454"/>
                  <a:gd name="connsiteY2" fmla="*/ 20614 h 363135"/>
                  <a:gd name="connsiteX3" fmla="*/ 506227 w 1012454"/>
                  <a:gd name="connsiteY3" fmla="*/ 86174 h 363135"/>
                  <a:gd name="connsiteX4" fmla="*/ 664504 w 1012454"/>
                  <a:gd name="connsiteY4" fmla="*/ 20614 h 363135"/>
                  <a:gd name="connsiteX5" fmla="*/ 681512 w 1012454"/>
                  <a:gd name="connsiteY5" fmla="*/ 0 h 363135"/>
                  <a:gd name="connsiteX6" fmla="*/ 745905 w 1012454"/>
                  <a:gd name="connsiteY6" fmla="*/ 0 h 363135"/>
                  <a:gd name="connsiteX7" fmla="*/ 1012454 w 1012454"/>
                  <a:gd name="connsiteY7" fmla="*/ 266549 h 363135"/>
                  <a:gd name="connsiteX8" fmla="*/ 1012454 w 1012454"/>
                  <a:gd name="connsiteY8" fmla="*/ 363135 h 363135"/>
                  <a:gd name="connsiteX9" fmla="*/ 0 w 1012454"/>
                  <a:gd name="connsiteY9" fmla="*/ 363135 h 363135"/>
                  <a:gd name="connsiteX10" fmla="*/ 0 w 1012454"/>
                  <a:gd name="connsiteY10" fmla="*/ 266549 h 363135"/>
                  <a:gd name="connsiteX11" fmla="*/ 266549 w 1012454"/>
                  <a:gd name="connsiteY11" fmla="*/ 0 h 363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12454" h="363135">
                    <a:moveTo>
                      <a:pt x="266549" y="0"/>
                    </a:moveTo>
                    <a:lnTo>
                      <a:pt x="330942" y="0"/>
                    </a:lnTo>
                    <a:lnTo>
                      <a:pt x="347950" y="20614"/>
                    </a:lnTo>
                    <a:cubicBezTo>
                      <a:pt x="388457" y="61120"/>
                      <a:pt x="444416" y="86174"/>
                      <a:pt x="506227" y="86174"/>
                    </a:cubicBezTo>
                    <a:cubicBezTo>
                      <a:pt x="568038" y="86174"/>
                      <a:pt x="623997" y="61120"/>
                      <a:pt x="664504" y="20614"/>
                    </a:cubicBezTo>
                    <a:lnTo>
                      <a:pt x="681512" y="0"/>
                    </a:lnTo>
                    <a:lnTo>
                      <a:pt x="745905" y="0"/>
                    </a:lnTo>
                    <a:cubicBezTo>
                      <a:pt x="893116" y="0"/>
                      <a:pt x="1012454" y="119338"/>
                      <a:pt x="1012454" y="266549"/>
                    </a:cubicBezTo>
                    <a:lnTo>
                      <a:pt x="1012454" y="363135"/>
                    </a:lnTo>
                    <a:lnTo>
                      <a:pt x="0" y="363135"/>
                    </a:lnTo>
                    <a:lnTo>
                      <a:pt x="0" y="266549"/>
                    </a:lnTo>
                    <a:cubicBezTo>
                      <a:pt x="0" y="119338"/>
                      <a:pt x="119338" y="0"/>
                      <a:pt x="266549" y="0"/>
                    </a:cubicBez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/>
              </a:p>
            </p:txBody>
          </p:sp>
          <p:sp>
            <p:nvSpPr>
              <p:cNvPr id="61" name="ïS1îdé" descr="1af1e835-775e-4250-ad80-8e7a261a2edc"/>
              <p:cNvSpPr/>
              <p:nvPr/>
            </p:nvSpPr>
            <p:spPr>
              <a:xfrm>
                <a:off x="5820385" y="4874357"/>
                <a:ext cx="540468" cy="507912"/>
              </a:xfrm>
              <a:custGeom>
                <a:avLst/>
                <a:gdLst>
                  <a:gd name="connsiteX0" fmla="*/ 0 w 367279"/>
                  <a:gd name="connsiteY0" fmla="*/ 0 h 345155"/>
                  <a:gd name="connsiteX1" fmla="*/ 4182 w 367279"/>
                  <a:gd name="connsiteY1" fmla="*/ 0 h 345155"/>
                  <a:gd name="connsiteX2" fmla="*/ 19701 w 367279"/>
                  <a:gd name="connsiteY2" fmla="*/ 18809 h 345155"/>
                  <a:gd name="connsiteX3" fmla="*/ 177978 w 367279"/>
                  <a:gd name="connsiteY3" fmla="*/ 84369 h 345155"/>
                  <a:gd name="connsiteX4" fmla="*/ 336255 w 367279"/>
                  <a:gd name="connsiteY4" fmla="*/ 18809 h 345155"/>
                  <a:gd name="connsiteX5" fmla="*/ 351774 w 367279"/>
                  <a:gd name="connsiteY5" fmla="*/ 0 h 345155"/>
                  <a:gd name="connsiteX6" fmla="*/ 367279 w 367279"/>
                  <a:gd name="connsiteY6" fmla="*/ 0 h 345155"/>
                  <a:gd name="connsiteX7" fmla="*/ 183640 w 367279"/>
                  <a:gd name="connsiteY7" fmla="*/ 345155 h 345155"/>
                  <a:gd name="connsiteX8" fmla="*/ 0 w 367279"/>
                  <a:gd name="connsiteY8" fmla="*/ 0 h 345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67279" h="345155">
                    <a:moveTo>
                      <a:pt x="0" y="0"/>
                    </a:moveTo>
                    <a:lnTo>
                      <a:pt x="4182" y="0"/>
                    </a:lnTo>
                    <a:lnTo>
                      <a:pt x="19701" y="18809"/>
                    </a:lnTo>
                    <a:cubicBezTo>
                      <a:pt x="60208" y="59315"/>
                      <a:pt x="116167" y="84369"/>
                      <a:pt x="177978" y="84369"/>
                    </a:cubicBezTo>
                    <a:cubicBezTo>
                      <a:pt x="239789" y="84369"/>
                      <a:pt x="295748" y="59315"/>
                      <a:pt x="336255" y="18809"/>
                    </a:cubicBezTo>
                    <a:lnTo>
                      <a:pt x="351774" y="0"/>
                    </a:lnTo>
                    <a:lnTo>
                      <a:pt x="367279" y="0"/>
                    </a:lnTo>
                    <a:lnTo>
                      <a:pt x="183640" y="34515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/>
              </a:p>
            </p:txBody>
          </p:sp>
          <p:sp>
            <p:nvSpPr>
              <p:cNvPr id="62" name="ïŝḷiḍé" descr="df973440-8155-4889-9832-61489fc2e421"/>
              <p:cNvSpPr/>
              <p:nvPr/>
            </p:nvSpPr>
            <p:spPr>
              <a:xfrm flipH="1" flipV="1">
                <a:off x="5953291" y="4998508"/>
                <a:ext cx="264793" cy="131418"/>
              </a:xfrm>
              <a:prstGeom prst="triangl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 anchorCtr="0">
                <a:normAutofit fontScale="25000" lnSpcReduction="20000"/>
              </a:bodyPr>
              <a:lstStyle/>
              <a:p>
                <a:pPr algn="ctr"/>
              </a:p>
            </p:txBody>
          </p:sp>
          <p:sp>
            <p:nvSpPr>
              <p:cNvPr id="63" name="íṧļïďè" descr="13f53975-4d73-4c56-b321-541ab9900bf7"/>
              <p:cNvSpPr/>
              <p:nvPr/>
            </p:nvSpPr>
            <p:spPr>
              <a:xfrm>
                <a:off x="5821765" y="4874357"/>
                <a:ext cx="262403" cy="244570"/>
              </a:xfrm>
              <a:custGeom>
                <a:avLst/>
                <a:gdLst>
                  <a:gd name="connsiteX0" fmla="*/ 0 w 178318"/>
                  <a:gd name="connsiteY0" fmla="*/ 0 h 166199"/>
                  <a:gd name="connsiteX1" fmla="*/ 4182 w 178318"/>
                  <a:gd name="connsiteY1" fmla="*/ 0 h 166199"/>
                  <a:gd name="connsiteX2" fmla="*/ 19701 w 178318"/>
                  <a:gd name="connsiteY2" fmla="*/ 18809 h 166199"/>
                  <a:gd name="connsiteX3" fmla="*/ 177978 w 178318"/>
                  <a:gd name="connsiteY3" fmla="*/ 84369 h 166199"/>
                  <a:gd name="connsiteX4" fmla="*/ 178318 w 178318"/>
                  <a:gd name="connsiteY4" fmla="*/ 84335 h 166199"/>
                  <a:gd name="connsiteX5" fmla="*/ 88427 w 178318"/>
                  <a:gd name="connsiteY5" fmla="*/ 166199 h 166199"/>
                  <a:gd name="connsiteX6" fmla="*/ 0 w 178318"/>
                  <a:gd name="connsiteY6" fmla="*/ 0 h 166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8318" h="166199">
                    <a:moveTo>
                      <a:pt x="0" y="0"/>
                    </a:moveTo>
                    <a:lnTo>
                      <a:pt x="4182" y="0"/>
                    </a:lnTo>
                    <a:lnTo>
                      <a:pt x="19701" y="18809"/>
                    </a:lnTo>
                    <a:cubicBezTo>
                      <a:pt x="60208" y="59315"/>
                      <a:pt x="116167" y="84369"/>
                      <a:pt x="177978" y="84369"/>
                    </a:cubicBezTo>
                    <a:lnTo>
                      <a:pt x="178318" y="84335"/>
                    </a:lnTo>
                    <a:lnTo>
                      <a:pt x="88427" y="16619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AEAE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 anchorCtr="0">
                <a:normAutofit fontScale="62500" lnSpcReduction="20000"/>
              </a:bodyPr>
              <a:lstStyle/>
              <a:p>
                <a:pPr algn="ctr"/>
              </a:p>
            </p:txBody>
          </p:sp>
          <p:sp>
            <p:nvSpPr>
              <p:cNvPr id="64" name="íṩḷïdê" descr="3aa97606-6954-420c-9247-6c9a840516d8"/>
              <p:cNvSpPr/>
              <p:nvPr/>
            </p:nvSpPr>
            <p:spPr>
              <a:xfrm>
                <a:off x="6081272" y="4874357"/>
                <a:ext cx="280489" cy="255570"/>
              </a:xfrm>
              <a:custGeom>
                <a:avLst/>
                <a:gdLst>
                  <a:gd name="connsiteX0" fmla="*/ 175103 w 190608"/>
                  <a:gd name="connsiteY0" fmla="*/ 0 h 173674"/>
                  <a:gd name="connsiteX1" fmla="*/ 190608 w 190608"/>
                  <a:gd name="connsiteY1" fmla="*/ 0 h 173674"/>
                  <a:gd name="connsiteX2" fmla="*/ 98206 w 190608"/>
                  <a:gd name="connsiteY2" fmla="*/ 173674 h 173674"/>
                  <a:gd name="connsiteX3" fmla="*/ 0 w 190608"/>
                  <a:gd name="connsiteY3" fmla="*/ 84237 h 173674"/>
                  <a:gd name="connsiteX4" fmla="*/ 1307 w 190608"/>
                  <a:gd name="connsiteY4" fmla="*/ 84369 h 173674"/>
                  <a:gd name="connsiteX5" fmla="*/ 159584 w 190608"/>
                  <a:gd name="connsiteY5" fmla="*/ 18809 h 173674"/>
                  <a:gd name="connsiteX6" fmla="*/ 175103 w 190608"/>
                  <a:gd name="connsiteY6" fmla="*/ 0 h 173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0608" h="173674">
                    <a:moveTo>
                      <a:pt x="175103" y="0"/>
                    </a:moveTo>
                    <a:lnTo>
                      <a:pt x="190608" y="0"/>
                    </a:lnTo>
                    <a:lnTo>
                      <a:pt x="98206" y="173674"/>
                    </a:lnTo>
                    <a:lnTo>
                      <a:pt x="0" y="84237"/>
                    </a:lnTo>
                    <a:lnTo>
                      <a:pt x="1307" y="84369"/>
                    </a:lnTo>
                    <a:cubicBezTo>
                      <a:pt x="63118" y="84369"/>
                      <a:pt x="119077" y="59315"/>
                      <a:pt x="159584" y="18809"/>
                    </a:cubicBezTo>
                    <a:lnTo>
                      <a:pt x="175103" y="0"/>
                    </a:lnTo>
                    <a:close/>
                  </a:path>
                </a:pathLst>
              </a:custGeom>
              <a:solidFill>
                <a:srgbClr val="EAEAE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 anchorCtr="0">
                <a:normAutofit fontScale="70000" lnSpcReduction="20000"/>
              </a:bodyPr>
              <a:lstStyle/>
              <a:p>
                <a:pPr algn="ctr"/>
              </a:p>
            </p:txBody>
          </p:sp>
          <p:sp>
            <p:nvSpPr>
              <p:cNvPr id="65" name="ïṥḷíde" descr="2dfa4134-b839-41ed-a315-da4d8af3c74f"/>
              <p:cNvSpPr/>
              <p:nvPr/>
            </p:nvSpPr>
            <p:spPr>
              <a:xfrm flipH="1" flipV="1">
                <a:off x="5705635" y="4869889"/>
                <a:ext cx="393022" cy="534371"/>
              </a:xfrm>
              <a:custGeom>
                <a:avLst/>
                <a:gdLst>
                  <a:gd name="connsiteX0" fmla="*/ 251492 w 267081"/>
                  <a:gd name="connsiteY0" fmla="*/ 363135 h 363135"/>
                  <a:gd name="connsiteX1" fmla="*/ 183089 w 267081"/>
                  <a:gd name="connsiteY1" fmla="*/ 363135 h 363135"/>
                  <a:gd name="connsiteX2" fmla="*/ 142607 w 267081"/>
                  <a:gd name="connsiteY2" fmla="*/ 278499 h 363135"/>
                  <a:gd name="connsiteX3" fmla="*/ 143429 w 267081"/>
                  <a:gd name="connsiteY3" fmla="*/ 279048 h 363135"/>
                  <a:gd name="connsiteX4" fmla="*/ 0 w 267081"/>
                  <a:gd name="connsiteY4" fmla="*/ 0 h 363135"/>
                  <a:gd name="connsiteX5" fmla="*/ 24423 w 267081"/>
                  <a:gd name="connsiteY5" fmla="*/ 0 h 363135"/>
                  <a:gd name="connsiteX6" fmla="*/ 221045 w 267081"/>
                  <a:gd name="connsiteY6" fmla="*/ 208107 h 363135"/>
                  <a:gd name="connsiteX7" fmla="*/ 152270 w 267081"/>
                  <a:gd name="connsiteY7" fmla="*/ 284947 h 363135"/>
                  <a:gd name="connsiteX8" fmla="*/ 267081 w 267081"/>
                  <a:gd name="connsiteY8" fmla="*/ 361564 h 363135"/>
                  <a:gd name="connsiteX9" fmla="*/ 251492 w 267081"/>
                  <a:gd name="connsiteY9" fmla="*/ 363135 h 363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67081" h="363135">
                    <a:moveTo>
                      <a:pt x="251492" y="363135"/>
                    </a:moveTo>
                    <a:lnTo>
                      <a:pt x="183089" y="363135"/>
                    </a:lnTo>
                    <a:lnTo>
                      <a:pt x="142607" y="278499"/>
                    </a:lnTo>
                    <a:lnTo>
                      <a:pt x="143429" y="279048"/>
                    </a:lnTo>
                    <a:lnTo>
                      <a:pt x="0" y="0"/>
                    </a:lnTo>
                    <a:lnTo>
                      <a:pt x="24423" y="0"/>
                    </a:lnTo>
                    <a:lnTo>
                      <a:pt x="221045" y="208107"/>
                    </a:lnTo>
                    <a:lnTo>
                      <a:pt x="152270" y="284947"/>
                    </a:lnTo>
                    <a:lnTo>
                      <a:pt x="267081" y="361564"/>
                    </a:lnTo>
                    <a:lnTo>
                      <a:pt x="251492" y="363135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/>
              </a:p>
            </p:txBody>
          </p:sp>
          <p:sp>
            <p:nvSpPr>
              <p:cNvPr id="66" name="íślîḓe" descr="07e29e59-d808-4c71-b1ff-9f0a91a6a85c"/>
              <p:cNvSpPr/>
              <p:nvPr/>
            </p:nvSpPr>
            <p:spPr>
              <a:xfrm flipV="1">
                <a:off x="6079672" y="4869889"/>
                <a:ext cx="391923" cy="534371"/>
              </a:xfrm>
              <a:custGeom>
                <a:avLst/>
                <a:gdLst>
                  <a:gd name="connsiteX0" fmla="*/ 183089 w 266334"/>
                  <a:gd name="connsiteY0" fmla="*/ 363135 h 363135"/>
                  <a:gd name="connsiteX1" fmla="*/ 245799 w 266334"/>
                  <a:gd name="connsiteY1" fmla="*/ 363135 h 363135"/>
                  <a:gd name="connsiteX2" fmla="*/ 266334 w 266334"/>
                  <a:gd name="connsiteY2" fmla="*/ 361065 h 363135"/>
                  <a:gd name="connsiteX3" fmla="*/ 152270 w 266334"/>
                  <a:gd name="connsiteY3" fmla="*/ 284947 h 363135"/>
                  <a:gd name="connsiteX4" fmla="*/ 221045 w 266334"/>
                  <a:gd name="connsiteY4" fmla="*/ 208107 h 363135"/>
                  <a:gd name="connsiteX5" fmla="*/ 24423 w 266334"/>
                  <a:gd name="connsiteY5" fmla="*/ 0 h 363135"/>
                  <a:gd name="connsiteX6" fmla="*/ 0 w 266334"/>
                  <a:gd name="connsiteY6" fmla="*/ 0 h 363135"/>
                  <a:gd name="connsiteX7" fmla="*/ 143429 w 266334"/>
                  <a:gd name="connsiteY7" fmla="*/ 279048 h 363135"/>
                  <a:gd name="connsiteX8" fmla="*/ 142607 w 266334"/>
                  <a:gd name="connsiteY8" fmla="*/ 278499 h 363135"/>
                  <a:gd name="connsiteX9" fmla="*/ 183089 w 266334"/>
                  <a:gd name="connsiteY9" fmla="*/ 363135 h 363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66334" h="363135">
                    <a:moveTo>
                      <a:pt x="183089" y="363135"/>
                    </a:moveTo>
                    <a:lnTo>
                      <a:pt x="245799" y="363135"/>
                    </a:lnTo>
                    <a:lnTo>
                      <a:pt x="266334" y="361065"/>
                    </a:lnTo>
                    <a:lnTo>
                      <a:pt x="152270" y="284947"/>
                    </a:lnTo>
                    <a:lnTo>
                      <a:pt x="221045" y="208107"/>
                    </a:lnTo>
                    <a:lnTo>
                      <a:pt x="24423" y="0"/>
                    </a:lnTo>
                    <a:lnTo>
                      <a:pt x="0" y="0"/>
                    </a:lnTo>
                    <a:lnTo>
                      <a:pt x="143429" y="279048"/>
                    </a:lnTo>
                    <a:lnTo>
                      <a:pt x="142607" y="278499"/>
                    </a:lnTo>
                    <a:lnTo>
                      <a:pt x="183089" y="363135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/>
              </a:p>
            </p:txBody>
          </p:sp>
          <p:sp>
            <p:nvSpPr>
              <p:cNvPr id="67" name="íṣḻiḍé" descr="bb6dc57c-a709-47ce-a361-886779cf4a10"/>
              <p:cNvSpPr/>
              <p:nvPr/>
            </p:nvSpPr>
            <p:spPr>
              <a:xfrm>
                <a:off x="6034079" y="5069712"/>
                <a:ext cx="103350" cy="312557"/>
              </a:xfrm>
              <a:custGeom>
                <a:avLst/>
                <a:gdLst>
                  <a:gd name="connsiteX0" fmla="*/ 28535 w 70232"/>
                  <a:gd name="connsiteY0" fmla="*/ 0 h 212400"/>
                  <a:gd name="connsiteX1" fmla="*/ 41408 w 70232"/>
                  <a:gd name="connsiteY1" fmla="*/ 0 h 212400"/>
                  <a:gd name="connsiteX2" fmla="*/ 70232 w 70232"/>
                  <a:gd name="connsiteY2" fmla="*/ 147136 h 212400"/>
                  <a:gd name="connsiteX3" fmla="*/ 35508 w 70232"/>
                  <a:gd name="connsiteY3" fmla="*/ 212400 h 212400"/>
                  <a:gd name="connsiteX4" fmla="*/ 0 w 70232"/>
                  <a:gd name="connsiteY4" fmla="*/ 145662 h 212400"/>
                  <a:gd name="connsiteX5" fmla="*/ 28535 w 70232"/>
                  <a:gd name="connsiteY5" fmla="*/ 0 h 21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0232" h="212400">
                    <a:moveTo>
                      <a:pt x="28535" y="0"/>
                    </a:moveTo>
                    <a:lnTo>
                      <a:pt x="41408" y="0"/>
                    </a:lnTo>
                    <a:lnTo>
                      <a:pt x="70232" y="147136"/>
                    </a:lnTo>
                    <a:lnTo>
                      <a:pt x="35508" y="212400"/>
                    </a:lnTo>
                    <a:lnTo>
                      <a:pt x="0" y="145662"/>
                    </a:lnTo>
                    <a:lnTo>
                      <a:pt x="28535" y="0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 anchorCtr="0">
                <a:normAutofit fontScale="92500" lnSpcReduction="20000"/>
              </a:bodyPr>
              <a:lstStyle/>
              <a:p>
                <a:pPr algn="ctr"/>
              </a:p>
            </p:txBody>
          </p:sp>
          <p:sp>
            <p:nvSpPr>
              <p:cNvPr id="68" name="isḻíḋè" descr="67305b98-0e91-4967-9a3c-53adb4ed0b1c"/>
              <p:cNvSpPr/>
              <p:nvPr/>
            </p:nvSpPr>
            <p:spPr>
              <a:xfrm>
                <a:off x="5010508" y="2818903"/>
                <a:ext cx="2170984" cy="2170985"/>
              </a:xfrm>
              <a:prstGeom prst="ellipse">
                <a:avLst/>
              </a:prstGeom>
              <a:solidFill>
                <a:schemeClr val="tx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/>
              </a:p>
            </p:txBody>
          </p:sp>
          <p:sp>
            <p:nvSpPr>
              <p:cNvPr id="69" name="isḻîďe" descr="1e5d3f21-0814-4d5a-9bfe-29ae2ca8b43b"/>
              <p:cNvSpPr/>
              <p:nvPr/>
            </p:nvSpPr>
            <p:spPr>
              <a:xfrm>
                <a:off x="5203990" y="3012385"/>
                <a:ext cx="1784019" cy="178402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/>
              </a:p>
            </p:txBody>
          </p:sp>
          <p:sp>
            <p:nvSpPr>
              <p:cNvPr id="70" name="íṥ1îďè" descr="8bdb3795-bba0-410b-9417-032853ae0d93"/>
              <p:cNvSpPr/>
              <p:nvPr/>
            </p:nvSpPr>
            <p:spPr>
              <a:xfrm>
                <a:off x="5399450" y="3207845"/>
                <a:ext cx="1393099" cy="1393100"/>
              </a:xfrm>
              <a:prstGeom prst="ellipse">
                <a:avLst/>
              </a:prstGeom>
              <a:solidFill>
                <a:schemeClr val="tx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/>
              </a:p>
            </p:txBody>
          </p:sp>
          <p:sp>
            <p:nvSpPr>
              <p:cNvPr id="71" name="íşḷiḓê" descr="fa84a2dc-8ba5-421a-9053-d3e982a338a5"/>
              <p:cNvSpPr/>
              <p:nvPr/>
            </p:nvSpPr>
            <p:spPr>
              <a:xfrm>
                <a:off x="5562996" y="3378713"/>
                <a:ext cx="1051363" cy="1051363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/>
              </a:p>
            </p:txBody>
          </p:sp>
          <p:sp>
            <p:nvSpPr>
              <p:cNvPr id="72" name="íṩļiḋê" descr="dac10f94-4566-4be4-b95a-b74dbd510d0f"/>
              <p:cNvSpPr/>
              <p:nvPr/>
            </p:nvSpPr>
            <p:spPr>
              <a:xfrm>
                <a:off x="5706796" y="3522513"/>
                <a:ext cx="763762" cy="763763"/>
              </a:xfrm>
              <a:prstGeom prst="ellipse">
                <a:avLst/>
              </a:prstGeom>
              <a:solidFill>
                <a:schemeClr val="tx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/>
              </a:p>
            </p:txBody>
          </p:sp>
          <p:sp>
            <p:nvSpPr>
              <p:cNvPr id="73" name="îṡ1îďè" descr="f3f3159e-aa8b-4a48-940b-34f70b3cb88b"/>
              <p:cNvSpPr/>
              <p:nvPr/>
            </p:nvSpPr>
            <p:spPr>
              <a:xfrm>
                <a:off x="5830891" y="3646608"/>
                <a:ext cx="515574" cy="51557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 anchorCtr="0">
                <a:normAutofit lnSpcReduction="10000"/>
              </a:bodyPr>
              <a:lstStyle/>
              <a:p>
                <a:pPr algn="ctr"/>
              </a:p>
            </p:txBody>
          </p:sp>
          <p:sp>
            <p:nvSpPr>
              <p:cNvPr id="74" name="îsļíďé" descr="7ab97993-2729-4e06-897b-a36ddf019a07"/>
              <p:cNvSpPr/>
              <p:nvPr/>
            </p:nvSpPr>
            <p:spPr>
              <a:xfrm>
                <a:off x="5958133" y="3773851"/>
                <a:ext cx="261088" cy="26108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 anchorCtr="0">
                <a:normAutofit fontScale="40000" lnSpcReduction="20000"/>
              </a:bodyPr>
              <a:lstStyle/>
              <a:p>
                <a:pPr algn="ctr"/>
              </a:p>
            </p:txBody>
          </p:sp>
        </p:grpSp>
        <p:sp>
          <p:nvSpPr>
            <p:cNvPr id="35" name="Title" descr="9445993d-7df7-41da-be40-54458cee4261"/>
            <p:cNvSpPr txBox="1"/>
            <p:nvPr/>
          </p:nvSpPr>
          <p:spPr>
            <a:xfrm>
              <a:off x="673100" y="1130300"/>
              <a:ext cx="10845800" cy="1040685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FFFFFF"/>
                  </a:solidFill>
                  <a:ea typeface="微软雅黑" panose="020B0503020204020204" charset="-122"/>
                </a:rPr>
                <a:t>合理对待AI工具的发展</a:t>
              </a:r>
              <a:endParaRPr lang="en-US" sz="2400" b="1" i="0" u="none">
                <a:solidFill>
                  <a:srgbClr val="FFFFFF"/>
                </a:solidFill>
                <a:ea typeface="微软雅黑" panose="020B0503020204020204" charset="-122"/>
              </a:endParaRPr>
            </a:p>
          </p:txBody>
        </p:sp>
        <p:grpSp>
          <p:nvGrpSpPr>
            <p:cNvPr id="75" name="组合 74" descr="30af5112-2348-405a-a425-2628defda7a2"/>
            <p:cNvGrpSpPr/>
            <p:nvPr/>
          </p:nvGrpSpPr>
          <p:grpSpPr>
            <a:xfrm>
              <a:off x="673101" y="2226887"/>
              <a:ext cx="3487345" cy="1169212"/>
              <a:chOff x="673101" y="2226887"/>
              <a:chExt cx="3487345" cy="1169212"/>
            </a:xfrm>
          </p:grpSpPr>
          <p:sp>
            <p:nvSpPr>
              <p:cNvPr id="57" name="Icon1" descr="4fa369ad-d0c0-4f61-ad90-e903714905cb"/>
              <p:cNvSpPr/>
              <p:nvPr/>
            </p:nvSpPr>
            <p:spPr>
              <a:xfrm>
                <a:off x="3766634" y="2689390"/>
                <a:ext cx="393812" cy="390716"/>
              </a:xfrm>
              <a:custGeom>
                <a:avLst/>
                <a:gdLst>
                  <a:gd name="connsiteX0" fmla="*/ 224529 w 607933"/>
                  <a:gd name="connsiteY0" fmla="*/ 240179 h 603155"/>
                  <a:gd name="connsiteX1" fmla="*/ 347740 w 607933"/>
                  <a:gd name="connsiteY1" fmla="*/ 364146 h 603155"/>
                  <a:gd name="connsiteX2" fmla="*/ 307001 w 607933"/>
                  <a:gd name="connsiteY2" fmla="*/ 455386 h 603155"/>
                  <a:gd name="connsiteX3" fmla="*/ 384504 w 607933"/>
                  <a:gd name="connsiteY3" fmla="*/ 491089 h 603155"/>
                  <a:gd name="connsiteX4" fmla="*/ 420275 w 607933"/>
                  <a:gd name="connsiteY4" fmla="*/ 580345 h 603155"/>
                  <a:gd name="connsiteX5" fmla="*/ 419282 w 607933"/>
                  <a:gd name="connsiteY5" fmla="*/ 603155 h 603155"/>
                  <a:gd name="connsiteX6" fmla="*/ 213599 w 607933"/>
                  <a:gd name="connsiteY6" fmla="*/ 603155 h 603155"/>
                  <a:gd name="connsiteX7" fmla="*/ 25802 w 607933"/>
                  <a:gd name="connsiteY7" fmla="*/ 603155 h 603155"/>
                  <a:gd name="connsiteX8" fmla="*/ 26796 w 607933"/>
                  <a:gd name="connsiteY8" fmla="*/ 578362 h 603155"/>
                  <a:gd name="connsiteX9" fmla="*/ 142057 w 607933"/>
                  <a:gd name="connsiteY9" fmla="*/ 455386 h 603155"/>
                  <a:gd name="connsiteX10" fmla="*/ 101318 w 607933"/>
                  <a:gd name="connsiteY10" fmla="*/ 364146 h 603155"/>
                  <a:gd name="connsiteX11" fmla="*/ 224529 w 607933"/>
                  <a:gd name="connsiteY11" fmla="*/ 240179 h 603155"/>
                  <a:gd name="connsiteX12" fmla="*/ 412248 w 607933"/>
                  <a:gd name="connsiteY12" fmla="*/ 100181 h 603155"/>
                  <a:gd name="connsiteX13" fmla="*/ 535420 w 607933"/>
                  <a:gd name="connsiteY13" fmla="*/ 223197 h 603155"/>
                  <a:gd name="connsiteX14" fmla="*/ 494694 w 607933"/>
                  <a:gd name="connsiteY14" fmla="*/ 314466 h 603155"/>
                  <a:gd name="connsiteX15" fmla="*/ 571180 w 607933"/>
                  <a:gd name="connsiteY15" fmla="*/ 351172 h 603155"/>
                  <a:gd name="connsiteX16" fmla="*/ 607933 w 607933"/>
                  <a:gd name="connsiteY16" fmla="*/ 439465 h 603155"/>
                  <a:gd name="connsiteX17" fmla="*/ 606940 w 607933"/>
                  <a:gd name="connsiteY17" fmla="*/ 603155 h 603155"/>
                  <a:gd name="connsiteX18" fmla="*/ 458934 w 607933"/>
                  <a:gd name="connsiteY18" fmla="*/ 603155 h 603155"/>
                  <a:gd name="connsiteX19" fmla="*/ 459927 w 607933"/>
                  <a:gd name="connsiteY19" fmla="*/ 582322 h 603155"/>
                  <a:gd name="connsiteX20" fmla="*/ 459927 w 607933"/>
                  <a:gd name="connsiteY20" fmla="*/ 581330 h 603155"/>
                  <a:gd name="connsiteX21" fmla="*/ 459927 w 607933"/>
                  <a:gd name="connsiteY21" fmla="*/ 580338 h 603155"/>
                  <a:gd name="connsiteX22" fmla="*/ 412248 w 607933"/>
                  <a:gd name="connsiteY22" fmla="*/ 463275 h 603155"/>
                  <a:gd name="connsiteX23" fmla="*/ 371521 w 607933"/>
                  <a:gd name="connsiteY23" fmla="*/ 433513 h 603155"/>
                  <a:gd name="connsiteX24" fmla="*/ 387414 w 607933"/>
                  <a:gd name="connsiteY24" fmla="*/ 364069 h 603155"/>
                  <a:gd name="connsiteX25" fmla="*/ 289075 w 607933"/>
                  <a:gd name="connsiteY25" fmla="*/ 214268 h 603155"/>
                  <a:gd name="connsiteX26" fmla="*/ 412248 w 607933"/>
                  <a:gd name="connsiteY26" fmla="*/ 100181 h 603155"/>
                  <a:gd name="connsiteX27" fmla="*/ 114276 w 607933"/>
                  <a:gd name="connsiteY27" fmla="*/ 0 h 603155"/>
                  <a:gd name="connsiteX28" fmla="*/ 148062 w 607933"/>
                  <a:gd name="connsiteY28" fmla="*/ 34732 h 603155"/>
                  <a:gd name="connsiteX29" fmla="*/ 148062 w 607933"/>
                  <a:gd name="connsiteY29" fmla="*/ 79386 h 603155"/>
                  <a:gd name="connsiteX30" fmla="*/ 193772 w 607933"/>
                  <a:gd name="connsiteY30" fmla="*/ 79386 h 603155"/>
                  <a:gd name="connsiteX31" fmla="*/ 228552 w 607933"/>
                  <a:gd name="connsiteY31" fmla="*/ 114117 h 603155"/>
                  <a:gd name="connsiteX32" fmla="*/ 193772 w 607933"/>
                  <a:gd name="connsiteY32" fmla="*/ 148849 h 603155"/>
                  <a:gd name="connsiteX33" fmla="*/ 148062 w 607933"/>
                  <a:gd name="connsiteY33" fmla="*/ 148849 h 603155"/>
                  <a:gd name="connsiteX34" fmla="*/ 148062 w 607933"/>
                  <a:gd name="connsiteY34" fmla="*/ 194495 h 603155"/>
                  <a:gd name="connsiteX35" fmla="*/ 114276 w 607933"/>
                  <a:gd name="connsiteY35" fmla="*/ 228234 h 603155"/>
                  <a:gd name="connsiteX36" fmla="*/ 79496 w 607933"/>
                  <a:gd name="connsiteY36" fmla="*/ 194495 h 603155"/>
                  <a:gd name="connsiteX37" fmla="*/ 79496 w 607933"/>
                  <a:gd name="connsiteY37" fmla="*/ 148849 h 603155"/>
                  <a:gd name="connsiteX38" fmla="*/ 34780 w 607933"/>
                  <a:gd name="connsiteY38" fmla="*/ 148849 h 603155"/>
                  <a:gd name="connsiteX39" fmla="*/ 0 w 607933"/>
                  <a:gd name="connsiteY39" fmla="*/ 114117 h 603155"/>
                  <a:gd name="connsiteX40" fmla="*/ 34780 w 607933"/>
                  <a:gd name="connsiteY40" fmla="*/ 79386 h 603155"/>
                  <a:gd name="connsiteX41" fmla="*/ 79496 w 607933"/>
                  <a:gd name="connsiteY41" fmla="*/ 79386 h 603155"/>
                  <a:gd name="connsiteX42" fmla="*/ 79496 w 607933"/>
                  <a:gd name="connsiteY42" fmla="*/ 34732 h 603155"/>
                  <a:gd name="connsiteX43" fmla="*/ 114276 w 607933"/>
                  <a:gd name="connsiteY43" fmla="*/ 0 h 603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607933" h="603155">
                    <a:moveTo>
                      <a:pt x="224529" y="240179"/>
                    </a:moveTo>
                    <a:cubicBezTo>
                      <a:pt x="293090" y="240179"/>
                      <a:pt x="347740" y="295717"/>
                      <a:pt x="347740" y="364146"/>
                    </a:cubicBezTo>
                    <a:cubicBezTo>
                      <a:pt x="347740" y="399849"/>
                      <a:pt x="331842" y="432576"/>
                      <a:pt x="307001" y="455386"/>
                    </a:cubicBezTo>
                    <a:cubicBezTo>
                      <a:pt x="335816" y="457370"/>
                      <a:pt x="363638" y="470262"/>
                      <a:pt x="384504" y="491089"/>
                    </a:cubicBezTo>
                    <a:cubicBezTo>
                      <a:pt x="407358" y="514891"/>
                      <a:pt x="421269" y="546626"/>
                      <a:pt x="420275" y="580345"/>
                    </a:cubicBezTo>
                    <a:lnTo>
                      <a:pt x="419282" y="603155"/>
                    </a:lnTo>
                    <a:lnTo>
                      <a:pt x="213599" y="603155"/>
                    </a:lnTo>
                    <a:lnTo>
                      <a:pt x="25802" y="603155"/>
                    </a:lnTo>
                    <a:lnTo>
                      <a:pt x="26796" y="578362"/>
                    </a:lnTo>
                    <a:cubicBezTo>
                      <a:pt x="27789" y="512907"/>
                      <a:pt x="78465" y="460345"/>
                      <a:pt x="142057" y="455386"/>
                    </a:cubicBezTo>
                    <a:cubicBezTo>
                      <a:pt x="117216" y="432576"/>
                      <a:pt x="101318" y="399849"/>
                      <a:pt x="101318" y="364146"/>
                    </a:cubicBezTo>
                    <a:cubicBezTo>
                      <a:pt x="101318" y="295717"/>
                      <a:pt x="156962" y="240179"/>
                      <a:pt x="224529" y="240179"/>
                    </a:cubicBezTo>
                    <a:close/>
                    <a:moveTo>
                      <a:pt x="412248" y="100181"/>
                    </a:moveTo>
                    <a:cubicBezTo>
                      <a:pt x="479794" y="100181"/>
                      <a:pt x="535420" y="154745"/>
                      <a:pt x="535420" y="223197"/>
                    </a:cubicBezTo>
                    <a:cubicBezTo>
                      <a:pt x="535420" y="259903"/>
                      <a:pt x="519527" y="291649"/>
                      <a:pt x="494694" y="314466"/>
                    </a:cubicBezTo>
                    <a:cubicBezTo>
                      <a:pt x="523500" y="317442"/>
                      <a:pt x="551313" y="330339"/>
                      <a:pt x="571180" y="351172"/>
                    </a:cubicBezTo>
                    <a:cubicBezTo>
                      <a:pt x="595020" y="374982"/>
                      <a:pt x="607933" y="406728"/>
                      <a:pt x="607933" y="439465"/>
                    </a:cubicBezTo>
                    <a:lnTo>
                      <a:pt x="606940" y="603155"/>
                    </a:lnTo>
                    <a:lnTo>
                      <a:pt x="458934" y="603155"/>
                    </a:lnTo>
                    <a:lnTo>
                      <a:pt x="459927" y="582322"/>
                    </a:lnTo>
                    <a:lnTo>
                      <a:pt x="459927" y="581330"/>
                    </a:lnTo>
                    <a:lnTo>
                      <a:pt x="459927" y="580338"/>
                    </a:lnTo>
                    <a:cubicBezTo>
                      <a:pt x="460921" y="536687"/>
                      <a:pt x="443041" y="494029"/>
                      <a:pt x="412248" y="463275"/>
                    </a:cubicBezTo>
                    <a:cubicBezTo>
                      <a:pt x="400328" y="451370"/>
                      <a:pt x="386421" y="441450"/>
                      <a:pt x="371521" y="433513"/>
                    </a:cubicBezTo>
                    <a:cubicBezTo>
                      <a:pt x="382448" y="411688"/>
                      <a:pt x="387414" y="387878"/>
                      <a:pt x="387414" y="364069"/>
                    </a:cubicBezTo>
                    <a:cubicBezTo>
                      <a:pt x="387414" y="296609"/>
                      <a:pt x="346688" y="239070"/>
                      <a:pt x="289075" y="214268"/>
                    </a:cubicBezTo>
                    <a:cubicBezTo>
                      <a:pt x="294042" y="150776"/>
                      <a:pt x="346688" y="100181"/>
                      <a:pt x="412248" y="100181"/>
                    </a:cubicBezTo>
                    <a:close/>
                    <a:moveTo>
                      <a:pt x="114276" y="0"/>
                    </a:moveTo>
                    <a:cubicBezTo>
                      <a:pt x="133156" y="0"/>
                      <a:pt x="148062" y="15877"/>
                      <a:pt x="148062" y="34732"/>
                    </a:cubicBezTo>
                    <a:lnTo>
                      <a:pt x="148062" y="79386"/>
                    </a:lnTo>
                    <a:lnTo>
                      <a:pt x="193772" y="79386"/>
                    </a:lnTo>
                    <a:cubicBezTo>
                      <a:pt x="212653" y="79386"/>
                      <a:pt x="228552" y="95263"/>
                      <a:pt x="228552" y="114117"/>
                    </a:cubicBezTo>
                    <a:cubicBezTo>
                      <a:pt x="228552" y="132971"/>
                      <a:pt x="212653" y="148849"/>
                      <a:pt x="193772" y="148849"/>
                    </a:cubicBezTo>
                    <a:lnTo>
                      <a:pt x="148062" y="148849"/>
                    </a:lnTo>
                    <a:lnTo>
                      <a:pt x="148062" y="194495"/>
                    </a:lnTo>
                    <a:cubicBezTo>
                      <a:pt x="148062" y="213349"/>
                      <a:pt x="133156" y="228234"/>
                      <a:pt x="114276" y="228234"/>
                    </a:cubicBezTo>
                    <a:cubicBezTo>
                      <a:pt x="95396" y="228234"/>
                      <a:pt x="79496" y="213349"/>
                      <a:pt x="79496" y="194495"/>
                    </a:cubicBezTo>
                    <a:lnTo>
                      <a:pt x="79496" y="148849"/>
                    </a:lnTo>
                    <a:lnTo>
                      <a:pt x="34780" y="148849"/>
                    </a:lnTo>
                    <a:cubicBezTo>
                      <a:pt x="14906" y="148849"/>
                      <a:pt x="0" y="132971"/>
                      <a:pt x="0" y="114117"/>
                    </a:cubicBezTo>
                    <a:cubicBezTo>
                      <a:pt x="0" y="95263"/>
                      <a:pt x="14906" y="79386"/>
                      <a:pt x="34780" y="79386"/>
                    </a:cubicBezTo>
                    <a:lnTo>
                      <a:pt x="79496" y="79386"/>
                    </a:lnTo>
                    <a:lnTo>
                      <a:pt x="79496" y="34732"/>
                    </a:lnTo>
                    <a:cubicBezTo>
                      <a:pt x="79496" y="15877"/>
                      <a:pt x="95396" y="0"/>
                      <a:pt x="114276" y="0"/>
                    </a:cubicBez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58" name="Text1" descr="aa240f4e-23fb-40b5-9843-00f7d2b412c6"/>
              <p:cNvSpPr/>
              <p:nvPr/>
            </p:nvSpPr>
            <p:spPr bwMode="auto">
              <a:xfrm>
                <a:off x="673101" y="2621061"/>
                <a:ext cx="2961054" cy="7750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总在等待完美的模型或工具出现，观望不前。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59" name="Bullet1" descr="4aa4e7d7-84e4-4663-9b2c-60ed358ba450"/>
              <p:cNvSpPr txBox="1"/>
              <p:nvPr/>
            </p:nvSpPr>
            <p:spPr bwMode="auto">
              <a:xfrm>
                <a:off x="673101" y="2226887"/>
                <a:ext cx="2961054" cy="394173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被动等待完美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76" name="组合 75" descr="3b278128-3cf1-4066-b7bf-94265ed8bd93"/>
            <p:cNvGrpSpPr/>
            <p:nvPr/>
          </p:nvGrpSpPr>
          <p:grpSpPr>
            <a:xfrm>
              <a:off x="7940113" y="2297225"/>
              <a:ext cx="3578787" cy="1169212"/>
              <a:chOff x="7940113" y="2297225"/>
              <a:chExt cx="3578787" cy="1169212"/>
            </a:xfrm>
          </p:grpSpPr>
          <p:sp>
            <p:nvSpPr>
              <p:cNvPr id="54" name="Icon2" descr="4814eac3-236c-48bd-827e-1aa21782a9c1"/>
              <p:cNvSpPr/>
              <p:nvPr/>
            </p:nvSpPr>
            <p:spPr>
              <a:xfrm>
                <a:off x="7940113" y="2710416"/>
                <a:ext cx="393812" cy="348663"/>
              </a:xfrm>
              <a:custGeom>
                <a:avLst/>
                <a:gdLst>
                  <a:gd name="connsiteX0" fmla="*/ 65178 w 606964"/>
                  <a:gd name="connsiteY0" fmla="*/ 207316 h 537378"/>
                  <a:gd name="connsiteX1" fmla="*/ 87478 w 606964"/>
                  <a:gd name="connsiteY1" fmla="*/ 475661 h 537378"/>
                  <a:gd name="connsiteX2" fmla="*/ 104118 w 606964"/>
                  <a:gd name="connsiteY2" fmla="*/ 475661 h 537378"/>
                  <a:gd name="connsiteX3" fmla="*/ 189583 w 606964"/>
                  <a:gd name="connsiteY3" fmla="*/ 207316 h 537378"/>
                  <a:gd name="connsiteX4" fmla="*/ 22615 w 606964"/>
                  <a:gd name="connsiteY4" fmla="*/ 145599 h 537378"/>
                  <a:gd name="connsiteX5" fmla="*/ 584307 w 606964"/>
                  <a:gd name="connsiteY5" fmla="*/ 145599 h 537378"/>
                  <a:gd name="connsiteX6" fmla="*/ 602646 w 606964"/>
                  <a:gd name="connsiteY6" fmla="*/ 154868 h 537378"/>
                  <a:gd name="connsiteX7" fmla="*/ 605928 w 606964"/>
                  <a:gd name="connsiteY7" fmla="*/ 174988 h 537378"/>
                  <a:gd name="connsiteX8" fmla="*/ 495447 w 606964"/>
                  <a:gd name="connsiteY8" fmla="*/ 521666 h 537378"/>
                  <a:gd name="connsiteX9" fmla="*/ 473826 w 606964"/>
                  <a:gd name="connsiteY9" fmla="*/ 537378 h 537378"/>
                  <a:gd name="connsiteX10" fmla="*/ 51255 w 606964"/>
                  <a:gd name="connsiteY10" fmla="*/ 537378 h 537378"/>
                  <a:gd name="connsiteX11" fmla="*/ 28728 w 606964"/>
                  <a:gd name="connsiteY11" fmla="*/ 516693 h 537378"/>
                  <a:gd name="connsiteX12" fmla="*/ 89 w 606964"/>
                  <a:gd name="connsiteY12" fmla="*/ 170015 h 537378"/>
                  <a:gd name="connsiteX13" fmla="*/ 5975 w 606964"/>
                  <a:gd name="connsiteY13" fmla="*/ 152833 h 537378"/>
                  <a:gd name="connsiteX14" fmla="*/ 22615 w 606964"/>
                  <a:gd name="connsiteY14" fmla="*/ 145599 h 537378"/>
                  <a:gd name="connsiteX15" fmla="*/ 325526 w 606964"/>
                  <a:gd name="connsiteY15" fmla="*/ 814 h 537378"/>
                  <a:gd name="connsiteX16" fmla="*/ 333451 w 606964"/>
                  <a:gd name="connsiteY16" fmla="*/ 1831 h 537378"/>
                  <a:gd name="connsiteX17" fmla="*/ 335376 w 606964"/>
                  <a:gd name="connsiteY17" fmla="*/ 9629 h 537378"/>
                  <a:gd name="connsiteX18" fmla="*/ 321337 w 606964"/>
                  <a:gd name="connsiteY18" fmla="*/ 44887 h 537378"/>
                  <a:gd name="connsiteX19" fmla="*/ 389039 w 606964"/>
                  <a:gd name="connsiteY19" fmla="*/ 44887 h 537378"/>
                  <a:gd name="connsiteX20" fmla="*/ 394133 w 606964"/>
                  <a:gd name="connsiteY20" fmla="*/ 47034 h 537378"/>
                  <a:gd name="connsiteX21" fmla="*/ 396171 w 606964"/>
                  <a:gd name="connsiteY21" fmla="*/ 52006 h 537378"/>
                  <a:gd name="connsiteX22" fmla="*/ 396171 w 606964"/>
                  <a:gd name="connsiteY22" fmla="*/ 72234 h 537378"/>
                  <a:gd name="connsiteX23" fmla="*/ 389039 w 606964"/>
                  <a:gd name="connsiteY23" fmla="*/ 79241 h 537378"/>
                  <a:gd name="connsiteX24" fmla="*/ 321337 w 606964"/>
                  <a:gd name="connsiteY24" fmla="*/ 79241 h 537378"/>
                  <a:gd name="connsiteX25" fmla="*/ 335376 w 606964"/>
                  <a:gd name="connsiteY25" fmla="*/ 114499 h 537378"/>
                  <a:gd name="connsiteX26" fmla="*/ 333451 w 606964"/>
                  <a:gd name="connsiteY26" fmla="*/ 122296 h 537378"/>
                  <a:gd name="connsiteX27" fmla="*/ 325526 w 606964"/>
                  <a:gd name="connsiteY27" fmla="*/ 123426 h 537378"/>
                  <a:gd name="connsiteX28" fmla="*/ 218879 w 606964"/>
                  <a:gd name="connsiteY28" fmla="*/ 68392 h 537378"/>
                  <a:gd name="connsiteX29" fmla="*/ 215030 w 606964"/>
                  <a:gd name="connsiteY29" fmla="*/ 62064 h 537378"/>
                  <a:gd name="connsiteX30" fmla="*/ 218879 w 606964"/>
                  <a:gd name="connsiteY30" fmla="*/ 55848 h 5373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606964" h="537378">
                    <a:moveTo>
                      <a:pt x="65178" y="207316"/>
                    </a:moveTo>
                    <a:lnTo>
                      <a:pt x="87478" y="475661"/>
                    </a:lnTo>
                    <a:lnTo>
                      <a:pt x="104118" y="475661"/>
                    </a:lnTo>
                    <a:lnTo>
                      <a:pt x="189583" y="207316"/>
                    </a:lnTo>
                    <a:close/>
                    <a:moveTo>
                      <a:pt x="22615" y="145599"/>
                    </a:moveTo>
                    <a:lnTo>
                      <a:pt x="584307" y="145599"/>
                    </a:lnTo>
                    <a:cubicBezTo>
                      <a:pt x="591552" y="145599"/>
                      <a:pt x="598344" y="148990"/>
                      <a:pt x="602646" y="154868"/>
                    </a:cubicBezTo>
                    <a:cubicBezTo>
                      <a:pt x="606834" y="160633"/>
                      <a:pt x="608079" y="168206"/>
                      <a:pt x="605928" y="174988"/>
                    </a:cubicBezTo>
                    <a:lnTo>
                      <a:pt x="495447" y="521666"/>
                    </a:lnTo>
                    <a:cubicBezTo>
                      <a:pt x="492503" y="531048"/>
                      <a:pt x="483674" y="537378"/>
                      <a:pt x="473826" y="537378"/>
                    </a:cubicBezTo>
                    <a:lnTo>
                      <a:pt x="51255" y="537378"/>
                    </a:lnTo>
                    <a:cubicBezTo>
                      <a:pt x="39482" y="537378"/>
                      <a:pt x="29747" y="528448"/>
                      <a:pt x="28728" y="516693"/>
                    </a:cubicBezTo>
                    <a:lnTo>
                      <a:pt x="89" y="170015"/>
                    </a:lnTo>
                    <a:cubicBezTo>
                      <a:pt x="-477" y="163798"/>
                      <a:pt x="1674" y="157468"/>
                      <a:pt x="5975" y="152833"/>
                    </a:cubicBezTo>
                    <a:cubicBezTo>
                      <a:pt x="10277" y="148199"/>
                      <a:pt x="16276" y="145599"/>
                      <a:pt x="22615" y="145599"/>
                    </a:cubicBezTo>
                    <a:close/>
                    <a:moveTo>
                      <a:pt x="325526" y="814"/>
                    </a:moveTo>
                    <a:cubicBezTo>
                      <a:pt x="328130" y="-542"/>
                      <a:pt x="331300" y="-203"/>
                      <a:pt x="333451" y="1831"/>
                    </a:cubicBezTo>
                    <a:cubicBezTo>
                      <a:pt x="335715" y="3752"/>
                      <a:pt x="336395" y="6917"/>
                      <a:pt x="335376" y="9629"/>
                    </a:cubicBezTo>
                    <a:lnTo>
                      <a:pt x="321337" y="44887"/>
                    </a:lnTo>
                    <a:lnTo>
                      <a:pt x="389039" y="44887"/>
                    </a:lnTo>
                    <a:cubicBezTo>
                      <a:pt x="390963" y="44887"/>
                      <a:pt x="392775" y="45678"/>
                      <a:pt x="394133" y="47034"/>
                    </a:cubicBezTo>
                    <a:cubicBezTo>
                      <a:pt x="395379" y="48277"/>
                      <a:pt x="396171" y="50085"/>
                      <a:pt x="396171" y="52006"/>
                    </a:cubicBezTo>
                    <a:lnTo>
                      <a:pt x="396171" y="72234"/>
                    </a:lnTo>
                    <a:cubicBezTo>
                      <a:pt x="396171" y="76077"/>
                      <a:pt x="393001" y="79241"/>
                      <a:pt x="389039" y="79241"/>
                    </a:cubicBezTo>
                    <a:lnTo>
                      <a:pt x="321337" y="79241"/>
                    </a:lnTo>
                    <a:lnTo>
                      <a:pt x="335376" y="114499"/>
                    </a:lnTo>
                    <a:cubicBezTo>
                      <a:pt x="336395" y="117211"/>
                      <a:pt x="335715" y="120375"/>
                      <a:pt x="333451" y="122296"/>
                    </a:cubicBezTo>
                    <a:cubicBezTo>
                      <a:pt x="331300" y="124330"/>
                      <a:pt x="328130" y="124782"/>
                      <a:pt x="325526" y="123426"/>
                    </a:cubicBezTo>
                    <a:lnTo>
                      <a:pt x="218879" y="68392"/>
                    </a:lnTo>
                    <a:cubicBezTo>
                      <a:pt x="216502" y="67149"/>
                      <a:pt x="215030" y="64663"/>
                      <a:pt x="215030" y="62064"/>
                    </a:cubicBezTo>
                    <a:cubicBezTo>
                      <a:pt x="215030" y="59465"/>
                      <a:pt x="216502" y="56978"/>
                      <a:pt x="218879" y="5584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55" name="Text2" descr="bdb7e8bd-3213-4368-9d13-6180e3e71d28"/>
              <p:cNvSpPr/>
              <p:nvPr/>
            </p:nvSpPr>
            <p:spPr bwMode="auto">
              <a:xfrm>
                <a:off x="8557846" y="2691399"/>
                <a:ext cx="2961054" cy="7750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认为现在的工具不够好而观望，会错失当下的应用机会。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56" name="Bullet2" descr="d6a29619-5764-4685-b45d-832750a4f6b2"/>
              <p:cNvSpPr txBox="1"/>
              <p:nvPr/>
            </p:nvSpPr>
            <p:spPr bwMode="auto">
              <a:xfrm>
                <a:off x="8557846" y="2297225"/>
                <a:ext cx="2961054" cy="394173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错失当下机会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77" name="组合 76" descr="27403a52-9d9e-4518-b080-9fa6583a5733"/>
            <p:cNvGrpSpPr/>
            <p:nvPr/>
          </p:nvGrpSpPr>
          <p:grpSpPr>
            <a:xfrm>
              <a:off x="673101" y="4710166"/>
              <a:ext cx="3480069" cy="1169212"/>
              <a:chOff x="673101" y="4710166"/>
              <a:chExt cx="3480069" cy="1169212"/>
            </a:xfrm>
          </p:grpSpPr>
          <p:sp>
            <p:nvSpPr>
              <p:cNvPr id="51" name="Icon3" descr="ee3c752a-3445-46cc-82a8-9f81614483d1"/>
              <p:cNvSpPr/>
              <p:nvPr/>
            </p:nvSpPr>
            <p:spPr>
              <a:xfrm>
                <a:off x="3759358" y="5031527"/>
                <a:ext cx="393812" cy="384071"/>
              </a:xfrm>
              <a:custGeom>
                <a:avLst/>
                <a:gdLst>
                  <a:gd name="connsiteX0" fmla="*/ 554919 w 607639"/>
                  <a:gd name="connsiteY0" fmla="*/ 410990 h 592609"/>
                  <a:gd name="connsiteX1" fmla="*/ 559725 w 607639"/>
                  <a:gd name="connsiteY1" fmla="*/ 417586 h 592609"/>
                  <a:gd name="connsiteX2" fmla="*/ 559725 w 607639"/>
                  <a:gd name="connsiteY2" fmla="*/ 571997 h 592609"/>
                  <a:gd name="connsiteX3" fmla="*/ 538989 w 607639"/>
                  <a:gd name="connsiteY3" fmla="*/ 592609 h 592609"/>
                  <a:gd name="connsiteX4" fmla="*/ 300565 w 607639"/>
                  <a:gd name="connsiteY4" fmla="*/ 592609 h 592609"/>
                  <a:gd name="connsiteX5" fmla="*/ 293623 w 607639"/>
                  <a:gd name="connsiteY5" fmla="*/ 585768 h 592609"/>
                  <a:gd name="connsiteX6" fmla="*/ 293623 w 607639"/>
                  <a:gd name="connsiteY6" fmla="*/ 450103 h 592609"/>
                  <a:gd name="connsiteX7" fmla="*/ 305994 w 607639"/>
                  <a:gd name="connsiteY7" fmla="*/ 445928 h 592609"/>
                  <a:gd name="connsiteX8" fmla="*/ 380573 w 607639"/>
                  <a:gd name="connsiteY8" fmla="*/ 529352 h 592609"/>
                  <a:gd name="connsiteX9" fmla="*/ 448389 w 607639"/>
                  <a:gd name="connsiteY9" fmla="*/ 530063 h 592609"/>
                  <a:gd name="connsiteX10" fmla="*/ 547176 w 607639"/>
                  <a:gd name="connsiteY10" fmla="*/ 413588 h 592609"/>
                  <a:gd name="connsiteX11" fmla="*/ 554919 w 607639"/>
                  <a:gd name="connsiteY11" fmla="*/ 410990 h 592609"/>
                  <a:gd name="connsiteX12" fmla="*/ 6942 w 607639"/>
                  <a:gd name="connsiteY12" fmla="*/ 390509 h 592609"/>
                  <a:gd name="connsiteX13" fmla="*/ 259179 w 607639"/>
                  <a:gd name="connsiteY13" fmla="*/ 390509 h 592609"/>
                  <a:gd name="connsiteX14" fmla="*/ 266032 w 607639"/>
                  <a:gd name="connsiteY14" fmla="*/ 397352 h 592609"/>
                  <a:gd name="connsiteX15" fmla="*/ 266032 w 607639"/>
                  <a:gd name="connsiteY15" fmla="*/ 585766 h 592609"/>
                  <a:gd name="connsiteX16" fmla="*/ 259179 w 607639"/>
                  <a:gd name="connsiteY16" fmla="*/ 592609 h 592609"/>
                  <a:gd name="connsiteX17" fmla="*/ 20738 w 607639"/>
                  <a:gd name="connsiteY17" fmla="*/ 592609 h 592609"/>
                  <a:gd name="connsiteX18" fmla="*/ 0 w 607639"/>
                  <a:gd name="connsiteY18" fmla="*/ 571990 h 592609"/>
                  <a:gd name="connsiteX19" fmla="*/ 0 w 607639"/>
                  <a:gd name="connsiteY19" fmla="*/ 397352 h 592609"/>
                  <a:gd name="connsiteX20" fmla="*/ 6942 w 607639"/>
                  <a:gd name="connsiteY20" fmla="*/ 390509 h 592609"/>
                  <a:gd name="connsiteX21" fmla="*/ 20736 w 607639"/>
                  <a:gd name="connsiteY21" fmla="*/ 160819 h 592609"/>
                  <a:gd name="connsiteX22" fmla="*/ 188941 w 607639"/>
                  <a:gd name="connsiteY22" fmla="*/ 160819 h 592609"/>
                  <a:gd name="connsiteX23" fmla="*/ 194904 w 607639"/>
                  <a:gd name="connsiteY23" fmla="*/ 178238 h 592609"/>
                  <a:gd name="connsiteX24" fmla="*/ 243763 w 607639"/>
                  <a:gd name="connsiteY24" fmla="*/ 352698 h 592609"/>
                  <a:gd name="connsiteX25" fmla="*/ 237800 w 607639"/>
                  <a:gd name="connsiteY25" fmla="*/ 362919 h 592609"/>
                  <a:gd name="connsiteX26" fmla="*/ 6942 w 607639"/>
                  <a:gd name="connsiteY26" fmla="*/ 362919 h 592609"/>
                  <a:gd name="connsiteX27" fmla="*/ 0 w 607639"/>
                  <a:gd name="connsiteY27" fmla="*/ 356076 h 592609"/>
                  <a:gd name="connsiteX28" fmla="*/ 0 w 607639"/>
                  <a:gd name="connsiteY28" fmla="*/ 181438 h 592609"/>
                  <a:gd name="connsiteX29" fmla="*/ 20736 w 607639"/>
                  <a:gd name="connsiteY29" fmla="*/ 160819 h 592609"/>
                  <a:gd name="connsiteX30" fmla="*/ 414843 w 607639"/>
                  <a:gd name="connsiteY30" fmla="*/ 84796 h 592609"/>
                  <a:gd name="connsiteX31" fmla="*/ 306963 w 607639"/>
                  <a:gd name="connsiteY31" fmla="*/ 192525 h 592609"/>
                  <a:gd name="connsiteX32" fmla="*/ 414843 w 607639"/>
                  <a:gd name="connsiteY32" fmla="*/ 300253 h 592609"/>
                  <a:gd name="connsiteX33" fmla="*/ 522724 w 607639"/>
                  <a:gd name="connsiteY33" fmla="*/ 192525 h 592609"/>
                  <a:gd name="connsiteX34" fmla="*/ 414843 w 607639"/>
                  <a:gd name="connsiteY34" fmla="*/ 84796 h 592609"/>
                  <a:gd name="connsiteX35" fmla="*/ 414843 w 607639"/>
                  <a:gd name="connsiteY35" fmla="*/ 0 h 592609"/>
                  <a:gd name="connsiteX36" fmla="*/ 607639 w 607639"/>
                  <a:gd name="connsiteY36" fmla="*/ 192525 h 592609"/>
                  <a:gd name="connsiteX37" fmla="*/ 429263 w 607639"/>
                  <a:gd name="connsiteY37" fmla="*/ 510288 h 592609"/>
                  <a:gd name="connsiteX38" fmla="*/ 400424 w 607639"/>
                  <a:gd name="connsiteY38" fmla="*/ 510288 h 592609"/>
                  <a:gd name="connsiteX39" fmla="*/ 222493 w 607639"/>
                  <a:gd name="connsiteY39" fmla="*/ 180081 h 592609"/>
                  <a:gd name="connsiteX40" fmla="*/ 414843 w 607639"/>
                  <a:gd name="connsiteY40" fmla="*/ 0 h 5926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607639" h="592609">
                    <a:moveTo>
                      <a:pt x="554919" y="410990"/>
                    </a:moveTo>
                    <a:cubicBezTo>
                      <a:pt x="557567" y="411834"/>
                      <a:pt x="559725" y="414210"/>
                      <a:pt x="559725" y="417586"/>
                    </a:cubicBezTo>
                    <a:lnTo>
                      <a:pt x="559725" y="571997"/>
                    </a:lnTo>
                    <a:cubicBezTo>
                      <a:pt x="559725" y="583369"/>
                      <a:pt x="550469" y="592609"/>
                      <a:pt x="538989" y="592609"/>
                    </a:cubicBezTo>
                    <a:lnTo>
                      <a:pt x="300565" y="592609"/>
                    </a:lnTo>
                    <a:cubicBezTo>
                      <a:pt x="296738" y="592609"/>
                      <a:pt x="293623" y="589588"/>
                      <a:pt x="293623" y="585768"/>
                    </a:cubicBezTo>
                    <a:lnTo>
                      <a:pt x="293623" y="450103"/>
                    </a:lnTo>
                    <a:cubicBezTo>
                      <a:pt x="293623" y="443529"/>
                      <a:pt x="301989" y="440686"/>
                      <a:pt x="305994" y="445928"/>
                    </a:cubicBezTo>
                    <a:cubicBezTo>
                      <a:pt x="337232" y="485907"/>
                      <a:pt x="365978" y="515315"/>
                      <a:pt x="380573" y="529352"/>
                    </a:cubicBezTo>
                    <a:cubicBezTo>
                      <a:pt x="400420" y="548720"/>
                      <a:pt x="430056" y="547832"/>
                      <a:pt x="448389" y="530063"/>
                    </a:cubicBezTo>
                    <a:cubicBezTo>
                      <a:pt x="450970" y="527575"/>
                      <a:pt x="500097" y="479777"/>
                      <a:pt x="547176" y="413588"/>
                    </a:cubicBezTo>
                    <a:cubicBezTo>
                      <a:pt x="549134" y="410834"/>
                      <a:pt x="552271" y="410145"/>
                      <a:pt x="554919" y="410990"/>
                    </a:cubicBezTo>
                    <a:close/>
                    <a:moveTo>
                      <a:pt x="6942" y="390509"/>
                    </a:moveTo>
                    <a:lnTo>
                      <a:pt x="259179" y="390509"/>
                    </a:lnTo>
                    <a:cubicBezTo>
                      <a:pt x="263006" y="390509"/>
                      <a:pt x="266032" y="393531"/>
                      <a:pt x="266032" y="397352"/>
                    </a:cubicBezTo>
                    <a:lnTo>
                      <a:pt x="266032" y="585766"/>
                    </a:lnTo>
                    <a:cubicBezTo>
                      <a:pt x="266032" y="589587"/>
                      <a:pt x="263006" y="592609"/>
                      <a:pt x="259179" y="592609"/>
                    </a:cubicBezTo>
                    <a:lnTo>
                      <a:pt x="20738" y="592609"/>
                    </a:lnTo>
                    <a:cubicBezTo>
                      <a:pt x="9256" y="592609"/>
                      <a:pt x="0" y="583366"/>
                      <a:pt x="0" y="571990"/>
                    </a:cubicBezTo>
                    <a:lnTo>
                      <a:pt x="0" y="397352"/>
                    </a:lnTo>
                    <a:cubicBezTo>
                      <a:pt x="0" y="393531"/>
                      <a:pt x="3115" y="390509"/>
                      <a:pt x="6942" y="390509"/>
                    </a:cubicBezTo>
                    <a:close/>
                    <a:moveTo>
                      <a:pt x="20736" y="160819"/>
                    </a:moveTo>
                    <a:lnTo>
                      <a:pt x="188941" y="160819"/>
                    </a:lnTo>
                    <a:cubicBezTo>
                      <a:pt x="197930" y="160819"/>
                      <a:pt x="195438" y="170329"/>
                      <a:pt x="194904" y="178238"/>
                    </a:cubicBezTo>
                    <a:cubicBezTo>
                      <a:pt x="191522" y="229430"/>
                      <a:pt x="207897" y="288087"/>
                      <a:pt x="243763" y="352698"/>
                    </a:cubicBezTo>
                    <a:cubicBezTo>
                      <a:pt x="246344" y="357320"/>
                      <a:pt x="243051" y="362919"/>
                      <a:pt x="237800" y="362919"/>
                    </a:cubicBezTo>
                    <a:lnTo>
                      <a:pt x="6942" y="362919"/>
                    </a:lnTo>
                    <a:cubicBezTo>
                      <a:pt x="3115" y="362919"/>
                      <a:pt x="0" y="359897"/>
                      <a:pt x="0" y="356076"/>
                    </a:cubicBezTo>
                    <a:lnTo>
                      <a:pt x="0" y="181438"/>
                    </a:lnTo>
                    <a:cubicBezTo>
                      <a:pt x="0" y="170062"/>
                      <a:pt x="9256" y="160819"/>
                      <a:pt x="20736" y="160819"/>
                    </a:cubicBezTo>
                    <a:close/>
                    <a:moveTo>
                      <a:pt x="414843" y="84796"/>
                    </a:moveTo>
                    <a:cubicBezTo>
                      <a:pt x="355296" y="84796"/>
                      <a:pt x="306963" y="133150"/>
                      <a:pt x="306963" y="192525"/>
                    </a:cubicBezTo>
                    <a:cubicBezTo>
                      <a:pt x="306963" y="251989"/>
                      <a:pt x="355296" y="300253"/>
                      <a:pt x="414843" y="300253"/>
                    </a:cubicBezTo>
                    <a:cubicBezTo>
                      <a:pt x="474302" y="300253"/>
                      <a:pt x="522724" y="251989"/>
                      <a:pt x="522724" y="192525"/>
                    </a:cubicBezTo>
                    <a:cubicBezTo>
                      <a:pt x="522724" y="133150"/>
                      <a:pt x="474302" y="84796"/>
                      <a:pt x="414843" y="84796"/>
                    </a:cubicBezTo>
                    <a:close/>
                    <a:moveTo>
                      <a:pt x="414843" y="0"/>
                    </a:moveTo>
                    <a:cubicBezTo>
                      <a:pt x="521121" y="0"/>
                      <a:pt x="607639" y="86396"/>
                      <a:pt x="607639" y="192525"/>
                    </a:cubicBezTo>
                    <a:cubicBezTo>
                      <a:pt x="607639" y="300609"/>
                      <a:pt x="506079" y="436069"/>
                      <a:pt x="429263" y="510288"/>
                    </a:cubicBezTo>
                    <a:cubicBezTo>
                      <a:pt x="421163" y="518021"/>
                      <a:pt x="408435" y="518021"/>
                      <a:pt x="400424" y="510288"/>
                    </a:cubicBezTo>
                    <a:cubicBezTo>
                      <a:pt x="330640" y="442824"/>
                      <a:pt x="214660" y="297409"/>
                      <a:pt x="222493" y="180081"/>
                    </a:cubicBezTo>
                    <a:cubicBezTo>
                      <a:pt x="228902" y="79108"/>
                      <a:pt x="313372" y="0"/>
                      <a:pt x="414843" y="0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52" name="Text3" descr="355751a8-2ccd-451e-bd5c-bd377bfb43ba"/>
              <p:cNvSpPr/>
              <p:nvPr/>
            </p:nvSpPr>
            <p:spPr bwMode="auto">
              <a:xfrm>
                <a:off x="673101" y="5104340"/>
                <a:ext cx="2961054" cy="7750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热衷追新，将大量时间花在切换模型和工具上。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53" name="Bullet3" descr="b7cbd0e5-3ff0-4976-a2bb-bb85ea2944c2"/>
              <p:cNvSpPr txBox="1"/>
              <p:nvPr/>
            </p:nvSpPr>
            <p:spPr bwMode="auto">
              <a:xfrm>
                <a:off x="673101" y="4710166"/>
                <a:ext cx="2961054" cy="394173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盲目追新工具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78" name="组合 77" descr="fcebde3a-b984-4bd4-a8e8-752bdb551857"/>
            <p:cNvGrpSpPr/>
            <p:nvPr/>
          </p:nvGrpSpPr>
          <p:grpSpPr>
            <a:xfrm>
              <a:off x="7947392" y="4648177"/>
              <a:ext cx="3571508" cy="1169212"/>
              <a:chOff x="7947392" y="4648177"/>
              <a:chExt cx="3571508" cy="1169212"/>
            </a:xfrm>
          </p:grpSpPr>
          <p:sp>
            <p:nvSpPr>
              <p:cNvPr id="48" name="Icon4" descr="35cc923d-aa09-4f43-89f5-91b289b44b64"/>
              <p:cNvSpPr/>
              <p:nvPr/>
            </p:nvSpPr>
            <p:spPr>
              <a:xfrm>
                <a:off x="7947392" y="5031527"/>
                <a:ext cx="393812" cy="328005"/>
              </a:xfrm>
              <a:custGeom>
                <a:avLst/>
                <a:gdLst>
                  <a:gd name="connsiteX0" fmla="*/ 179650 w 596555"/>
                  <a:gd name="connsiteY0" fmla="*/ 445905 h 496870"/>
                  <a:gd name="connsiteX1" fmla="*/ 333527 w 596555"/>
                  <a:gd name="connsiteY1" fmla="*/ 445905 h 496870"/>
                  <a:gd name="connsiteX2" fmla="*/ 385178 w 596555"/>
                  <a:gd name="connsiteY2" fmla="*/ 496870 h 496870"/>
                  <a:gd name="connsiteX3" fmla="*/ 128537 w 596555"/>
                  <a:gd name="connsiteY3" fmla="*/ 496870 h 496870"/>
                  <a:gd name="connsiteX4" fmla="*/ 405082 w 596555"/>
                  <a:gd name="connsiteY4" fmla="*/ 45696 h 496870"/>
                  <a:gd name="connsiteX5" fmla="*/ 462102 w 596555"/>
                  <a:gd name="connsiteY5" fmla="*/ 102627 h 496870"/>
                  <a:gd name="connsiteX6" fmla="*/ 519121 w 596555"/>
                  <a:gd name="connsiteY6" fmla="*/ 45696 h 496870"/>
                  <a:gd name="connsiteX7" fmla="*/ 550859 w 596555"/>
                  <a:gd name="connsiteY7" fmla="*/ 77921 h 496870"/>
                  <a:gd name="connsiteX8" fmla="*/ 493839 w 596555"/>
                  <a:gd name="connsiteY8" fmla="*/ 134315 h 496870"/>
                  <a:gd name="connsiteX9" fmla="*/ 550859 w 596555"/>
                  <a:gd name="connsiteY9" fmla="*/ 191245 h 496870"/>
                  <a:gd name="connsiteX10" fmla="*/ 519121 w 596555"/>
                  <a:gd name="connsiteY10" fmla="*/ 223470 h 496870"/>
                  <a:gd name="connsiteX11" fmla="*/ 462102 w 596555"/>
                  <a:gd name="connsiteY11" fmla="*/ 166540 h 496870"/>
                  <a:gd name="connsiteX12" fmla="*/ 405082 w 596555"/>
                  <a:gd name="connsiteY12" fmla="*/ 223470 h 496870"/>
                  <a:gd name="connsiteX13" fmla="*/ 373344 w 596555"/>
                  <a:gd name="connsiteY13" fmla="*/ 191245 h 496870"/>
                  <a:gd name="connsiteX14" fmla="*/ 430364 w 596555"/>
                  <a:gd name="connsiteY14" fmla="*/ 134315 h 496870"/>
                  <a:gd name="connsiteX15" fmla="*/ 373344 w 596555"/>
                  <a:gd name="connsiteY15" fmla="*/ 77921 h 496870"/>
                  <a:gd name="connsiteX16" fmla="*/ 462075 w 596555"/>
                  <a:gd name="connsiteY16" fmla="*/ 12894 h 496870"/>
                  <a:gd name="connsiteX17" fmla="*/ 339966 w 596555"/>
                  <a:gd name="connsiteY17" fmla="*/ 134311 h 496870"/>
                  <a:gd name="connsiteX18" fmla="*/ 462075 w 596555"/>
                  <a:gd name="connsiteY18" fmla="*/ 256264 h 496870"/>
                  <a:gd name="connsiteX19" fmla="*/ 584183 w 596555"/>
                  <a:gd name="connsiteY19" fmla="*/ 134311 h 496870"/>
                  <a:gd name="connsiteX20" fmla="*/ 462075 w 596555"/>
                  <a:gd name="connsiteY20" fmla="*/ 12894 h 496870"/>
                  <a:gd name="connsiteX21" fmla="*/ 462075 w 596555"/>
                  <a:gd name="connsiteY21" fmla="*/ 0 h 496870"/>
                  <a:gd name="connsiteX22" fmla="*/ 596555 w 596555"/>
                  <a:gd name="connsiteY22" fmla="*/ 134311 h 496870"/>
                  <a:gd name="connsiteX23" fmla="*/ 513177 w 596555"/>
                  <a:gd name="connsiteY23" fmla="*/ 258951 h 496870"/>
                  <a:gd name="connsiteX24" fmla="*/ 513177 w 596555"/>
                  <a:gd name="connsiteY24" fmla="*/ 416362 h 496870"/>
                  <a:gd name="connsiteX25" fmla="*/ 0 w 596555"/>
                  <a:gd name="connsiteY25" fmla="*/ 416362 h 496870"/>
                  <a:gd name="connsiteX26" fmla="*/ 0 w 596555"/>
                  <a:gd name="connsiteY26" fmla="*/ 83273 h 496870"/>
                  <a:gd name="connsiteX27" fmla="*/ 337277 w 596555"/>
                  <a:gd name="connsiteY27" fmla="*/ 83273 h 496870"/>
                  <a:gd name="connsiteX28" fmla="*/ 462075 w 596555"/>
                  <a:gd name="connsiteY28" fmla="*/ 0 h 496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596555" h="496870">
                    <a:moveTo>
                      <a:pt x="179650" y="445905"/>
                    </a:moveTo>
                    <a:lnTo>
                      <a:pt x="333527" y="445905"/>
                    </a:lnTo>
                    <a:lnTo>
                      <a:pt x="385178" y="496870"/>
                    </a:lnTo>
                    <a:lnTo>
                      <a:pt x="128537" y="496870"/>
                    </a:lnTo>
                    <a:close/>
                    <a:moveTo>
                      <a:pt x="405082" y="45696"/>
                    </a:moveTo>
                    <a:lnTo>
                      <a:pt x="462102" y="102627"/>
                    </a:lnTo>
                    <a:lnTo>
                      <a:pt x="519121" y="45696"/>
                    </a:lnTo>
                    <a:lnTo>
                      <a:pt x="550859" y="77921"/>
                    </a:lnTo>
                    <a:lnTo>
                      <a:pt x="493839" y="134315"/>
                    </a:lnTo>
                    <a:lnTo>
                      <a:pt x="550859" y="191245"/>
                    </a:lnTo>
                    <a:lnTo>
                      <a:pt x="519121" y="223470"/>
                    </a:lnTo>
                    <a:lnTo>
                      <a:pt x="462102" y="166540"/>
                    </a:lnTo>
                    <a:lnTo>
                      <a:pt x="405082" y="223470"/>
                    </a:lnTo>
                    <a:lnTo>
                      <a:pt x="373344" y="191245"/>
                    </a:lnTo>
                    <a:lnTo>
                      <a:pt x="430364" y="134315"/>
                    </a:lnTo>
                    <a:lnTo>
                      <a:pt x="373344" y="77921"/>
                    </a:lnTo>
                    <a:close/>
                    <a:moveTo>
                      <a:pt x="462075" y="12894"/>
                    </a:moveTo>
                    <a:cubicBezTo>
                      <a:pt x="394834" y="12894"/>
                      <a:pt x="339966" y="67155"/>
                      <a:pt x="339966" y="134311"/>
                    </a:cubicBezTo>
                    <a:cubicBezTo>
                      <a:pt x="339966" y="201466"/>
                      <a:pt x="394834" y="256264"/>
                      <a:pt x="462075" y="256264"/>
                    </a:cubicBezTo>
                    <a:cubicBezTo>
                      <a:pt x="529315" y="256264"/>
                      <a:pt x="584183" y="201466"/>
                      <a:pt x="584183" y="134311"/>
                    </a:cubicBezTo>
                    <a:cubicBezTo>
                      <a:pt x="584183" y="67155"/>
                      <a:pt x="529315" y="12894"/>
                      <a:pt x="462075" y="12894"/>
                    </a:cubicBezTo>
                    <a:close/>
                    <a:moveTo>
                      <a:pt x="462075" y="0"/>
                    </a:moveTo>
                    <a:cubicBezTo>
                      <a:pt x="536308" y="0"/>
                      <a:pt x="596555" y="60171"/>
                      <a:pt x="596555" y="134311"/>
                    </a:cubicBezTo>
                    <a:cubicBezTo>
                      <a:pt x="596555" y="190721"/>
                      <a:pt x="562128" y="238535"/>
                      <a:pt x="513177" y="258951"/>
                    </a:cubicBezTo>
                    <a:lnTo>
                      <a:pt x="513177" y="416362"/>
                    </a:lnTo>
                    <a:lnTo>
                      <a:pt x="0" y="416362"/>
                    </a:lnTo>
                    <a:lnTo>
                      <a:pt x="0" y="83273"/>
                    </a:lnTo>
                    <a:lnTo>
                      <a:pt x="337277" y="83273"/>
                    </a:lnTo>
                    <a:cubicBezTo>
                      <a:pt x="357718" y="34383"/>
                      <a:pt x="406131" y="0"/>
                      <a:pt x="462075" y="0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92500"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49" name="Text4" descr="b4820959-82ba-466b-bb92-cf994662d265"/>
              <p:cNvSpPr/>
              <p:nvPr/>
            </p:nvSpPr>
            <p:spPr bwMode="auto">
              <a:xfrm>
                <a:off x="8557846" y="5042351"/>
                <a:ext cx="2961054" cy="7750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从未深入掌握任何一个工具，被工具表层牵着走。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50" name="Bullet4" descr="c0d5e913-d331-4764-b4c9-0780d98d28f8"/>
              <p:cNvSpPr txBox="1"/>
              <p:nvPr/>
            </p:nvSpPr>
            <p:spPr bwMode="auto">
              <a:xfrm>
                <a:off x="8557846" y="4648177"/>
                <a:ext cx="2961054" cy="394173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未掌握工具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</p:grp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5a12860-57d0-435d-97c1-4c6d2d8d7d77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FFFFFF"/>
                </a:solidFill>
                <a:ea typeface="微软雅黑" panose="020B0503020204020204" charset="-122"/>
              </a:rPr>
              <a:t>正确态度</a:t>
            </a:r>
            <a:endParaRPr lang="en-US" sz="2800" b="1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grpSp>
        <p:nvGrpSpPr>
          <p:cNvPr id="224" name="ffbb72a8-5dff-466b-9c6a-8e58da746473.source.3.zh-Hans.pptx" descr="d7ab1320-78e4-4d90-ad8d-55859751ba10"/>
          <p:cNvGrpSpPr/>
          <p:nvPr/>
        </p:nvGrpSpPr>
        <p:grpSpPr>
          <a:xfrm>
            <a:off x="615059" y="1566920"/>
            <a:ext cx="10905431" cy="4576705"/>
            <a:chOff x="615059" y="1566920"/>
            <a:chExt cx="10905431" cy="4576705"/>
          </a:xfrm>
        </p:grpSpPr>
        <p:cxnSp>
          <p:nvCxnSpPr>
            <p:cNvPr id="5" name="iṡlîďe" descr="041487dc-8725-4860-99c0-8e8ee8cd1e97"/>
            <p:cNvCxnSpPr/>
            <p:nvPr/>
          </p:nvCxnSpPr>
          <p:spPr>
            <a:xfrm>
              <a:off x="615059" y="4198363"/>
              <a:ext cx="10905431" cy="0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îšľîḋè" descr="441a4b4e-3cc5-4b91-9c81-44fd9fa52fe7"/>
            <p:cNvCxnSpPr/>
            <p:nvPr/>
          </p:nvCxnSpPr>
          <p:spPr>
            <a:xfrm>
              <a:off x="4041407" y="4904145"/>
              <a:ext cx="0" cy="1239480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iṥļîḍé" descr="fbf2fe39-1d9d-4d76-b097-7bc1fe9a2917"/>
            <p:cNvCxnSpPr/>
            <p:nvPr/>
          </p:nvCxnSpPr>
          <p:spPr>
            <a:xfrm>
              <a:off x="8128777" y="4904145"/>
              <a:ext cx="0" cy="1239480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2" name="组合 221" descr="4b63b62a-e090-4cca-9cbe-36f659545993"/>
            <p:cNvGrpSpPr/>
            <p:nvPr/>
          </p:nvGrpSpPr>
          <p:grpSpPr>
            <a:xfrm>
              <a:off x="7621546" y="1566920"/>
              <a:ext cx="3473835" cy="2079626"/>
              <a:chOff x="7621546" y="1566920"/>
              <a:chExt cx="3473835" cy="2079626"/>
            </a:xfrm>
          </p:grpSpPr>
          <p:sp>
            <p:nvSpPr>
              <p:cNvPr id="14" name="işḷïḋê" descr="9f49492f-f465-49d0-899f-b89afffccf70"/>
              <p:cNvSpPr/>
              <p:nvPr/>
            </p:nvSpPr>
            <p:spPr bwMode="auto">
              <a:xfrm>
                <a:off x="8054716" y="2427676"/>
                <a:ext cx="170844" cy="195045"/>
              </a:xfrm>
              <a:custGeom>
                <a:avLst/>
                <a:gdLst>
                  <a:gd name="T0" fmla="*/ 288 w 447"/>
                  <a:gd name="T1" fmla="*/ 344 h 483"/>
                  <a:gd name="T2" fmla="*/ 231 w 447"/>
                  <a:gd name="T3" fmla="*/ 343 h 483"/>
                  <a:gd name="T4" fmla="*/ 155 w 447"/>
                  <a:gd name="T5" fmla="*/ 347 h 483"/>
                  <a:gd name="T6" fmla="*/ 120 w 447"/>
                  <a:gd name="T7" fmla="*/ 304 h 483"/>
                  <a:gd name="T8" fmla="*/ 125 w 447"/>
                  <a:gd name="T9" fmla="*/ 219 h 483"/>
                  <a:gd name="T10" fmla="*/ 203 w 447"/>
                  <a:gd name="T11" fmla="*/ 138 h 483"/>
                  <a:gd name="T12" fmla="*/ 306 w 447"/>
                  <a:gd name="T13" fmla="*/ 128 h 483"/>
                  <a:gd name="T14" fmla="*/ 307 w 447"/>
                  <a:gd name="T15" fmla="*/ 246 h 483"/>
                  <a:gd name="T16" fmla="*/ 306 w 447"/>
                  <a:gd name="T17" fmla="*/ 305 h 483"/>
                  <a:gd name="T18" fmla="*/ 334 w 447"/>
                  <a:gd name="T19" fmla="*/ 318 h 483"/>
                  <a:gd name="T20" fmla="*/ 384 w 447"/>
                  <a:gd name="T21" fmla="*/ 286 h 483"/>
                  <a:gd name="T22" fmla="*/ 406 w 447"/>
                  <a:gd name="T23" fmla="*/ 203 h 483"/>
                  <a:gd name="T24" fmla="*/ 356 w 447"/>
                  <a:gd name="T25" fmla="*/ 79 h 483"/>
                  <a:gd name="T26" fmla="*/ 234 w 447"/>
                  <a:gd name="T27" fmla="*/ 37 h 483"/>
                  <a:gd name="T28" fmla="*/ 97 w 447"/>
                  <a:gd name="T29" fmla="*/ 95 h 483"/>
                  <a:gd name="T30" fmla="*/ 41 w 447"/>
                  <a:gd name="T31" fmla="*/ 238 h 483"/>
                  <a:gd name="T32" fmla="*/ 101 w 447"/>
                  <a:gd name="T33" fmla="*/ 392 h 483"/>
                  <a:gd name="T34" fmla="*/ 246 w 447"/>
                  <a:gd name="T35" fmla="*/ 445 h 483"/>
                  <a:gd name="T36" fmla="*/ 387 w 447"/>
                  <a:gd name="T37" fmla="*/ 410 h 483"/>
                  <a:gd name="T38" fmla="*/ 405 w 447"/>
                  <a:gd name="T39" fmla="*/ 415 h 483"/>
                  <a:gd name="T40" fmla="*/ 340 w 447"/>
                  <a:gd name="T41" fmla="*/ 470 h 483"/>
                  <a:gd name="T42" fmla="*/ 179 w 447"/>
                  <a:gd name="T43" fmla="*/ 475 h 483"/>
                  <a:gd name="T44" fmla="*/ 70 w 447"/>
                  <a:gd name="T45" fmla="*/ 418 h 483"/>
                  <a:gd name="T46" fmla="*/ 8 w 447"/>
                  <a:gd name="T47" fmla="*/ 310 h 483"/>
                  <a:gd name="T48" fmla="*/ 8 w 447"/>
                  <a:gd name="T49" fmla="*/ 175 h 483"/>
                  <a:gd name="T50" fmla="*/ 67 w 447"/>
                  <a:gd name="T51" fmla="*/ 70 h 483"/>
                  <a:gd name="T52" fmla="*/ 171 w 447"/>
                  <a:gd name="T53" fmla="*/ 8 h 483"/>
                  <a:gd name="T54" fmla="*/ 288 w 447"/>
                  <a:gd name="T55" fmla="*/ 6 h 483"/>
                  <a:gd name="T56" fmla="*/ 382 w 447"/>
                  <a:gd name="T57" fmla="*/ 53 h 483"/>
                  <a:gd name="T58" fmla="*/ 439 w 447"/>
                  <a:gd name="T59" fmla="*/ 143 h 483"/>
                  <a:gd name="T60" fmla="*/ 438 w 447"/>
                  <a:gd name="T61" fmla="*/ 263 h 483"/>
                  <a:gd name="T62" fmla="*/ 374 w 447"/>
                  <a:gd name="T63" fmla="*/ 343 h 483"/>
                  <a:gd name="T64" fmla="*/ 198 w 447"/>
                  <a:gd name="T65" fmla="*/ 316 h 483"/>
                  <a:gd name="T66" fmla="*/ 234 w 447"/>
                  <a:gd name="T67" fmla="*/ 303 h 483"/>
                  <a:gd name="T68" fmla="*/ 262 w 447"/>
                  <a:gd name="T69" fmla="*/ 252 h 483"/>
                  <a:gd name="T70" fmla="*/ 260 w 447"/>
                  <a:gd name="T71" fmla="*/ 161 h 483"/>
                  <a:gd name="T72" fmla="*/ 188 w 447"/>
                  <a:gd name="T73" fmla="*/ 195 h 483"/>
                  <a:gd name="T74" fmla="*/ 160 w 447"/>
                  <a:gd name="T75" fmla="*/ 270 h 483"/>
                  <a:gd name="T76" fmla="*/ 198 w 447"/>
                  <a:gd name="T77" fmla="*/ 316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447" h="483">
                    <a:moveTo>
                      <a:pt x="326" y="355"/>
                    </a:moveTo>
                    <a:cubicBezTo>
                      <a:pt x="311" y="355"/>
                      <a:pt x="298" y="351"/>
                      <a:pt x="288" y="344"/>
                    </a:cubicBezTo>
                    <a:cubicBezTo>
                      <a:pt x="278" y="336"/>
                      <a:pt x="272" y="325"/>
                      <a:pt x="269" y="309"/>
                    </a:cubicBezTo>
                    <a:cubicBezTo>
                      <a:pt x="257" y="325"/>
                      <a:pt x="245" y="336"/>
                      <a:pt x="231" y="343"/>
                    </a:cubicBezTo>
                    <a:cubicBezTo>
                      <a:pt x="217" y="350"/>
                      <a:pt x="203" y="354"/>
                      <a:pt x="187" y="354"/>
                    </a:cubicBezTo>
                    <a:cubicBezTo>
                      <a:pt x="175" y="354"/>
                      <a:pt x="164" y="352"/>
                      <a:pt x="155" y="347"/>
                    </a:cubicBezTo>
                    <a:cubicBezTo>
                      <a:pt x="146" y="343"/>
                      <a:pt x="139" y="337"/>
                      <a:pt x="133" y="330"/>
                    </a:cubicBezTo>
                    <a:cubicBezTo>
                      <a:pt x="127" y="323"/>
                      <a:pt x="123" y="314"/>
                      <a:pt x="120" y="304"/>
                    </a:cubicBezTo>
                    <a:cubicBezTo>
                      <a:pt x="117" y="294"/>
                      <a:pt x="115" y="283"/>
                      <a:pt x="115" y="271"/>
                    </a:cubicBezTo>
                    <a:cubicBezTo>
                      <a:pt x="115" y="254"/>
                      <a:pt x="119" y="237"/>
                      <a:pt x="125" y="219"/>
                    </a:cubicBezTo>
                    <a:cubicBezTo>
                      <a:pt x="132" y="202"/>
                      <a:pt x="141" y="186"/>
                      <a:pt x="154" y="172"/>
                    </a:cubicBezTo>
                    <a:cubicBezTo>
                      <a:pt x="167" y="158"/>
                      <a:pt x="183" y="147"/>
                      <a:pt x="203" y="138"/>
                    </a:cubicBezTo>
                    <a:cubicBezTo>
                      <a:pt x="222" y="129"/>
                      <a:pt x="244" y="125"/>
                      <a:pt x="269" y="125"/>
                    </a:cubicBezTo>
                    <a:cubicBezTo>
                      <a:pt x="283" y="125"/>
                      <a:pt x="295" y="126"/>
                      <a:pt x="306" y="128"/>
                    </a:cubicBezTo>
                    <a:cubicBezTo>
                      <a:pt x="316" y="130"/>
                      <a:pt x="326" y="133"/>
                      <a:pt x="335" y="137"/>
                    </a:cubicBezTo>
                    <a:cubicBezTo>
                      <a:pt x="307" y="246"/>
                      <a:pt x="307" y="246"/>
                      <a:pt x="307" y="246"/>
                    </a:cubicBezTo>
                    <a:cubicBezTo>
                      <a:pt x="303" y="261"/>
                      <a:pt x="301" y="273"/>
                      <a:pt x="301" y="283"/>
                    </a:cubicBezTo>
                    <a:cubicBezTo>
                      <a:pt x="301" y="292"/>
                      <a:pt x="303" y="299"/>
                      <a:pt x="306" y="305"/>
                    </a:cubicBezTo>
                    <a:cubicBezTo>
                      <a:pt x="308" y="310"/>
                      <a:pt x="312" y="313"/>
                      <a:pt x="317" y="315"/>
                    </a:cubicBezTo>
                    <a:cubicBezTo>
                      <a:pt x="323" y="317"/>
                      <a:pt x="328" y="318"/>
                      <a:pt x="334" y="318"/>
                    </a:cubicBezTo>
                    <a:cubicBezTo>
                      <a:pt x="344" y="318"/>
                      <a:pt x="353" y="315"/>
                      <a:pt x="362" y="310"/>
                    </a:cubicBezTo>
                    <a:cubicBezTo>
                      <a:pt x="370" y="304"/>
                      <a:pt x="378" y="296"/>
                      <a:pt x="384" y="286"/>
                    </a:cubicBezTo>
                    <a:cubicBezTo>
                      <a:pt x="391" y="276"/>
                      <a:pt x="396" y="264"/>
                      <a:pt x="400" y="250"/>
                    </a:cubicBezTo>
                    <a:cubicBezTo>
                      <a:pt x="404" y="236"/>
                      <a:pt x="406" y="220"/>
                      <a:pt x="406" y="203"/>
                    </a:cubicBezTo>
                    <a:cubicBezTo>
                      <a:pt x="406" y="175"/>
                      <a:pt x="401" y="151"/>
                      <a:pt x="392" y="130"/>
                    </a:cubicBezTo>
                    <a:cubicBezTo>
                      <a:pt x="384" y="110"/>
                      <a:pt x="372" y="93"/>
                      <a:pt x="356" y="79"/>
                    </a:cubicBezTo>
                    <a:cubicBezTo>
                      <a:pt x="341" y="65"/>
                      <a:pt x="323" y="55"/>
                      <a:pt x="302" y="48"/>
                    </a:cubicBezTo>
                    <a:cubicBezTo>
                      <a:pt x="281" y="41"/>
                      <a:pt x="258" y="37"/>
                      <a:pt x="234" y="37"/>
                    </a:cubicBezTo>
                    <a:cubicBezTo>
                      <a:pt x="207" y="37"/>
                      <a:pt x="182" y="42"/>
                      <a:pt x="158" y="53"/>
                    </a:cubicBezTo>
                    <a:cubicBezTo>
                      <a:pt x="135" y="63"/>
                      <a:pt x="115" y="77"/>
                      <a:pt x="97" y="95"/>
                    </a:cubicBezTo>
                    <a:cubicBezTo>
                      <a:pt x="80" y="113"/>
                      <a:pt x="66" y="134"/>
                      <a:pt x="56" y="158"/>
                    </a:cubicBezTo>
                    <a:cubicBezTo>
                      <a:pt x="46" y="183"/>
                      <a:pt x="41" y="210"/>
                      <a:pt x="41" y="238"/>
                    </a:cubicBezTo>
                    <a:cubicBezTo>
                      <a:pt x="41" y="272"/>
                      <a:pt x="47" y="302"/>
                      <a:pt x="57" y="328"/>
                    </a:cubicBezTo>
                    <a:cubicBezTo>
                      <a:pt x="68" y="354"/>
                      <a:pt x="83" y="375"/>
                      <a:pt x="101" y="392"/>
                    </a:cubicBezTo>
                    <a:cubicBezTo>
                      <a:pt x="119" y="410"/>
                      <a:pt x="141" y="423"/>
                      <a:pt x="166" y="432"/>
                    </a:cubicBezTo>
                    <a:cubicBezTo>
                      <a:pt x="191" y="440"/>
                      <a:pt x="218" y="445"/>
                      <a:pt x="246" y="445"/>
                    </a:cubicBezTo>
                    <a:cubicBezTo>
                      <a:pt x="277" y="445"/>
                      <a:pt x="304" y="441"/>
                      <a:pt x="327" y="435"/>
                    </a:cubicBezTo>
                    <a:cubicBezTo>
                      <a:pt x="351" y="428"/>
                      <a:pt x="371" y="420"/>
                      <a:pt x="387" y="410"/>
                    </a:cubicBezTo>
                    <a:cubicBezTo>
                      <a:pt x="391" y="408"/>
                      <a:pt x="395" y="407"/>
                      <a:pt x="398" y="408"/>
                    </a:cubicBezTo>
                    <a:cubicBezTo>
                      <a:pt x="401" y="409"/>
                      <a:pt x="404" y="411"/>
                      <a:pt x="405" y="415"/>
                    </a:cubicBezTo>
                    <a:cubicBezTo>
                      <a:pt x="413" y="436"/>
                      <a:pt x="413" y="436"/>
                      <a:pt x="413" y="436"/>
                    </a:cubicBezTo>
                    <a:cubicBezTo>
                      <a:pt x="392" y="450"/>
                      <a:pt x="367" y="462"/>
                      <a:pt x="340" y="470"/>
                    </a:cubicBezTo>
                    <a:cubicBezTo>
                      <a:pt x="312" y="478"/>
                      <a:pt x="281" y="483"/>
                      <a:pt x="246" y="483"/>
                    </a:cubicBezTo>
                    <a:cubicBezTo>
                      <a:pt x="223" y="483"/>
                      <a:pt x="201" y="480"/>
                      <a:pt x="179" y="475"/>
                    </a:cubicBezTo>
                    <a:cubicBezTo>
                      <a:pt x="158" y="470"/>
                      <a:pt x="138" y="463"/>
                      <a:pt x="120" y="453"/>
                    </a:cubicBezTo>
                    <a:cubicBezTo>
                      <a:pt x="102" y="444"/>
                      <a:pt x="85" y="432"/>
                      <a:pt x="70" y="418"/>
                    </a:cubicBezTo>
                    <a:cubicBezTo>
                      <a:pt x="55" y="404"/>
                      <a:pt x="43" y="388"/>
                      <a:pt x="32" y="370"/>
                    </a:cubicBezTo>
                    <a:cubicBezTo>
                      <a:pt x="22" y="352"/>
                      <a:pt x="14" y="332"/>
                      <a:pt x="8" y="310"/>
                    </a:cubicBezTo>
                    <a:cubicBezTo>
                      <a:pt x="2" y="288"/>
                      <a:pt x="0" y="264"/>
                      <a:pt x="0" y="238"/>
                    </a:cubicBezTo>
                    <a:cubicBezTo>
                      <a:pt x="0" y="217"/>
                      <a:pt x="2" y="196"/>
                      <a:pt x="8" y="175"/>
                    </a:cubicBezTo>
                    <a:cubicBezTo>
                      <a:pt x="13" y="155"/>
                      <a:pt x="21" y="136"/>
                      <a:pt x="31" y="118"/>
                    </a:cubicBezTo>
                    <a:cubicBezTo>
                      <a:pt x="41" y="101"/>
                      <a:pt x="53" y="85"/>
                      <a:pt x="67" y="70"/>
                    </a:cubicBezTo>
                    <a:cubicBezTo>
                      <a:pt x="82" y="56"/>
                      <a:pt x="97" y="43"/>
                      <a:pt x="115" y="33"/>
                    </a:cubicBezTo>
                    <a:cubicBezTo>
                      <a:pt x="132" y="22"/>
                      <a:pt x="151" y="14"/>
                      <a:pt x="171" y="8"/>
                    </a:cubicBezTo>
                    <a:cubicBezTo>
                      <a:pt x="191" y="3"/>
                      <a:pt x="212" y="0"/>
                      <a:pt x="234" y="0"/>
                    </a:cubicBezTo>
                    <a:cubicBezTo>
                      <a:pt x="252" y="0"/>
                      <a:pt x="270" y="2"/>
                      <a:pt x="288" y="6"/>
                    </a:cubicBezTo>
                    <a:cubicBezTo>
                      <a:pt x="306" y="10"/>
                      <a:pt x="323" y="16"/>
                      <a:pt x="338" y="24"/>
                    </a:cubicBezTo>
                    <a:cubicBezTo>
                      <a:pt x="354" y="32"/>
                      <a:pt x="369" y="41"/>
                      <a:pt x="382" y="53"/>
                    </a:cubicBezTo>
                    <a:cubicBezTo>
                      <a:pt x="395" y="65"/>
                      <a:pt x="407" y="78"/>
                      <a:pt x="416" y="93"/>
                    </a:cubicBezTo>
                    <a:cubicBezTo>
                      <a:pt x="426" y="108"/>
                      <a:pt x="434" y="125"/>
                      <a:pt x="439" y="143"/>
                    </a:cubicBezTo>
                    <a:cubicBezTo>
                      <a:pt x="444" y="161"/>
                      <a:pt x="447" y="181"/>
                      <a:pt x="447" y="203"/>
                    </a:cubicBezTo>
                    <a:cubicBezTo>
                      <a:pt x="447" y="225"/>
                      <a:pt x="444" y="245"/>
                      <a:pt x="438" y="263"/>
                    </a:cubicBezTo>
                    <a:cubicBezTo>
                      <a:pt x="431" y="282"/>
                      <a:pt x="423" y="298"/>
                      <a:pt x="412" y="311"/>
                    </a:cubicBezTo>
                    <a:cubicBezTo>
                      <a:pt x="401" y="325"/>
                      <a:pt x="389" y="336"/>
                      <a:pt x="374" y="343"/>
                    </a:cubicBezTo>
                    <a:cubicBezTo>
                      <a:pt x="359" y="351"/>
                      <a:pt x="343" y="355"/>
                      <a:pt x="326" y="355"/>
                    </a:cubicBezTo>
                    <a:close/>
                    <a:moveTo>
                      <a:pt x="198" y="316"/>
                    </a:moveTo>
                    <a:cubicBezTo>
                      <a:pt x="204" y="316"/>
                      <a:pt x="210" y="315"/>
                      <a:pt x="217" y="313"/>
                    </a:cubicBezTo>
                    <a:cubicBezTo>
                      <a:pt x="223" y="311"/>
                      <a:pt x="229" y="308"/>
                      <a:pt x="234" y="303"/>
                    </a:cubicBezTo>
                    <a:cubicBezTo>
                      <a:pt x="240" y="298"/>
                      <a:pt x="245" y="291"/>
                      <a:pt x="250" y="283"/>
                    </a:cubicBezTo>
                    <a:cubicBezTo>
                      <a:pt x="255" y="275"/>
                      <a:pt x="259" y="265"/>
                      <a:pt x="262" y="252"/>
                    </a:cubicBezTo>
                    <a:cubicBezTo>
                      <a:pt x="285" y="164"/>
                      <a:pt x="285" y="164"/>
                      <a:pt x="285" y="164"/>
                    </a:cubicBezTo>
                    <a:cubicBezTo>
                      <a:pt x="277" y="162"/>
                      <a:pt x="269" y="161"/>
                      <a:pt x="260" y="161"/>
                    </a:cubicBezTo>
                    <a:cubicBezTo>
                      <a:pt x="246" y="161"/>
                      <a:pt x="232" y="164"/>
                      <a:pt x="220" y="170"/>
                    </a:cubicBezTo>
                    <a:cubicBezTo>
                      <a:pt x="208" y="177"/>
                      <a:pt x="197" y="185"/>
                      <a:pt x="188" y="195"/>
                    </a:cubicBezTo>
                    <a:cubicBezTo>
                      <a:pt x="180" y="205"/>
                      <a:pt x="173" y="217"/>
                      <a:pt x="168" y="230"/>
                    </a:cubicBezTo>
                    <a:cubicBezTo>
                      <a:pt x="163" y="243"/>
                      <a:pt x="160" y="256"/>
                      <a:pt x="160" y="270"/>
                    </a:cubicBezTo>
                    <a:cubicBezTo>
                      <a:pt x="160" y="284"/>
                      <a:pt x="163" y="295"/>
                      <a:pt x="170" y="303"/>
                    </a:cubicBezTo>
                    <a:cubicBezTo>
                      <a:pt x="176" y="312"/>
                      <a:pt x="186" y="316"/>
                      <a:pt x="198" y="316"/>
                    </a:cubicBezTo>
                    <a:close/>
                  </a:path>
                </a:pathLst>
              </a:cu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5" name="ísļïďe" descr="d53b2541-316f-4008-858d-8b303407a638"/>
              <p:cNvSpPr/>
              <p:nvPr/>
            </p:nvSpPr>
            <p:spPr bwMode="auto">
              <a:xfrm>
                <a:off x="10693108" y="2000495"/>
                <a:ext cx="101174" cy="106795"/>
              </a:xfrm>
              <a:custGeom>
                <a:avLst/>
                <a:gdLst>
                  <a:gd name="T0" fmla="*/ 132 w 264"/>
                  <a:gd name="T1" fmla="*/ 246 h 265"/>
                  <a:gd name="T2" fmla="*/ 132 w 264"/>
                  <a:gd name="T3" fmla="*/ 227 h 265"/>
                  <a:gd name="T4" fmla="*/ 65 w 264"/>
                  <a:gd name="T5" fmla="*/ 200 h 265"/>
                  <a:gd name="T6" fmla="*/ 37 w 264"/>
                  <a:gd name="T7" fmla="*/ 133 h 265"/>
                  <a:gd name="T8" fmla="*/ 65 w 264"/>
                  <a:gd name="T9" fmla="*/ 66 h 265"/>
                  <a:gd name="T10" fmla="*/ 132 w 264"/>
                  <a:gd name="T11" fmla="*/ 38 h 265"/>
                  <a:gd name="T12" fmla="*/ 199 w 264"/>
                  <a:gd name="T13" fmla="*/ 66 h 265"/>
                  <a:gd name="T14" fmla="*/ 227 w 264"/>
                  <a:gd name="T15" fmla="*/ 133 h 265"/>
                  <a:gd name="T16" fmla="*/ 199 w 264"/>
                  <a:gd name="T17" fmla="*/ 200 h 265"/>
                  <a:gd name="T18" fmla="*/ 132 w 264"/>
                  <a:gd name="T19" fmla="*/ 227 h 265"/>
                  <a:gd name="T20" fmla="*/ 132 w 264"/>
                  <a:gd name="T21" fmla="*/ 246 h 265"/>
                  <a:gd name="T22" fmla="*/ 132 w 264"/>
                  <a:gd name="T23" fmla="*/ 265 h 265"/>
                  <a:gd name="T24" fmla="*/ 226 w 264"/>
                  <a:gd name="T25" fmla="*/ 226 h 265"/>
                  <a:gd name="T26" fmla="*/ 264 w 264"/>
                  <a:gd name="T27" fmla="*/ 133 h 265"/>
                  <a:gd name="T28" fmla="*/ 226 w 264"/>
                  <a:gd name="T29" fmla="*/ 39 h 265"/>
                  <a:gd name="T30" fmla="*/ 132 w 264"/>
                  <a:gd name="T31" fmla="*/ 0 h 265"/>
                  <a:gd name="T32" fmla="*/ 39 w 264"/>
                  <a:gd name="T33" fmla="*/ 39 h 265"/>
                  <a:gd name="T34" fmla="*/ 0 w 264"/>
                  <a:gd name="T35" fmla="*/ 133 h 265"/>
                  <a:gd name="T36" fmla="*/ 39 w 264"/>
                  <a:gd name="T37" fmla="*/ 226 h 265"/>
                  <a:gd name="T38" fmla="*/ 132 w 264"/>
                  <a:gd name="T39" fmla="*/ 265 h 265"/>
                  <a:gd name="T40" fmla="*/ 132 w 264"/>
                  <a:gd name="T41" fmla="*/ 246 h 2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4" h="265">
                    <a:moveTo>
                      <a:pt x="132" y="246"/>
                    </a:moveTo>
                    <a:cubicBezTo>
                      <a:pt x="132" y="227"/>
                      <a:pt x="132" y="227"/>
                      <a:pt x="132" y="227"/>
                    </a:cubicBezTo>
                    <a:cubicBezTo>
                      <a:pt x="106" y="227"/>
                      <a:pt x="82" y="217"/>
                      <a:pt x="65" y="200"/>
                    </a:cubicBezTo>
                    <a:cubicBezTo>
                      <a:pt x="48" y="182"/>
                      <a:pt x="37" y="159"/>
                      <a:pt x="37" y="133"/>
                    </a:cubicBezTo>
                    <a:cubicBezTo>
                      <a:pt x="37" y="107"/>
                      <a:pt x="48" y="83"/>
                      <a:pt x="65" y="66"/>
                    </a:cubicBezTo>
                    <a:cubicBezTo>
                      <a:pt x="82" y="49"/>
                      <a:pt x="106" y="38"/>
                      <a:pt x="132" y="38"/>
                    </a:cubicBezTo>
                    <a:cubicBezTo>
                      <a:pt x="158" y="38"/>
                      <a:pt x="182" y="49"/>
                      <a:pt x="199" y="66"/>
                    </a:cubicBezTo>
                    <a:cubicBezTo>
                      <a:pt x="216" y="83"/>
                      <a:pt x="227" y="107"/>
                      <a:pt x="227" y="133"/>
                    </a:cubicBezTo>
                    <a:cubicBezTo>
                      <a:pt x="227" y="159"/>
                      <a:pt x="216" y="182"/>
                      <a:pt x="199" y="200"/>
                    </a:cubicBezTo>
                    <a:cubicBezTo>
                      <a:pt x="182" y="217"/>
                      <a:pt x="158" y="227"/>
                      <a:pt x="132" y="227"/>
                    </a:cubicBezTo>
                    <a:cubicBezTo>
                      <a:pt x="132" y="246"/>
                      <a:pt x="132" y="246"/>
                      <a:pt x="132" y="246"/>
                    </a:cubicBezTo>
                    <a:cubicBezTo>
                      <a:pt x="132" y="265"/>
                      <a:pt x="132" y="265"/>
                      <a:pt x="132" y="265"/>
                    </a:cubicBezTo>
                    <a:cubicBezTo>
                      <a:pt x="169" y="265"/>
                      <a:pt x="202" y="250"/>
                      <a:pt x="226" y="226"/>
                    </a:cubicBezTo>
                    <a:cubicBezTo>
                      <a:pt x="250" y="202"/>
                      <a:pt x="264" y="169"/>
                      <a:pt x="264" y="133"/>
                    </a:cubicBezTo>
                    <a:cubicBezTo>
                      <a:pt x="264" y="96"/>
                      <a:pt x="250" y="63"/>
                      <a:pt x="226" y="39"/>
                    </a:cubicBezTo>
                    <a:cubicBezTo>
                      <a:pt x="202" y="15"/>
                      <a:pt x="169" y="0"/>
                      <a:pt x="132" y="0"/>
                    </a:cubicBezTo>
                    <a:cubicBezTo>
                      <a:pt x="96" y="0"/>
                      <a:pt x="62" y="15"/>
                      <a:pt x="39" y="39"/>
                    </a:cubicBezTo>
                    <a:cubicBezTo>
                      <a:pt x="15" y="63"/>
                      <a:pt x="0" y="96"/>
                      <a:pt x="0" y="133"/>
                    </a:cubicBezTo>
                    <a:cubicBezTo>
                      <a:pt x="0" y="169"/>
                      <a:pt x="15" y="202"/>
                      <a:pt x="39" y="226"/>
                    </a:cubicBezTo>
                    <a:cubicBezTo>
                      <a:pt x="62" y="250"/>
                      <a:pt x="96" y="265"/>
                      <a:pt x="132" y="265"/>
                    </a:cubicBezTo>
                    <a:lnTo>
                      <a:pt x="132" y="246"/>
                    </a:lnTo>
                    <a:close/>
                  </a:path>
                </a:pathLst>
              </a:cu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6" name="ïšľiďê" descr="39a242b5-eed6-4b3b-b7d3-3dabf87e263e"/>
              <p:cNvSpPr/>
              <p:nvPr/>
            </p:nvSpPr>
            <p:spPr bwMode="auto">
              <a:xfrm>
                <a:off x="8348543" y="2801778"/>
                <a:ext cx="1958651" cy="250681"/>
              </a:xfrm>
              <a:custGeom>
                <a:avLst/>
                <a:gdLst>
                  <a:gd name="T0" fmla="*/ 0 w 5126"/>
                  <a:gd name="T1" fmla="*/ 368 h 622"/>
                  <a:gd name="T2" fmla="*/ 254 w 5126"/>
                  <a:gd name="T3" fmla="*/ 622 h 622"/>
                  <a:gd name="T4" fmla="*/ 4872 w 5126"/>
                  <a:gd name="T5" fmla="*/ 622 h 622"/>
                  <a:gd name="T6" fmla="*/ 5126 w 5126"/>
                  <a:gd name="T7" fmla="*/ 368 h 622"/>
                  <a:gd name="T8" fmla="*/ 5126 w 5126"/>
                  <a:gd name="T9" fmla="*/ 0 h 622"/>
                  <a:gd name="T10" fmla="*/ 0 w 5126"/>
                  <a:gd name="T11" fmla="*/ 0 h 622"/>
                  <a:gd name="T12" fmla="*/ 0 w 5126"/>
                  <a:gd name="T13" fmla="*/ 368 h 6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126" h="622">
                    <a:moveTo>
                      <a:pt x="0" y="368"/>
                    </a:moveTo>
                    <a:cubicBezTo>
                      <a:pt x="0" y="508"/>
                      <a:pt x="113" y="622"/>
                      <a:pt x="254" y="622"/>
                    </a:cubicBezTo>
                    <a:cubicBezTo>
                      <a:pt x="4872" y="622"/>
                      <a:pt x="4872" y="622"/>
                      <a:pt x="4872" y="622"/>
                    </a:cubicBezTo>
                    <a:cubicBezTo>
                      <a:pt x="5012" y="622"/>
                      <a:pt x="5126" y="508"/>
                      <a:pt x="5126" y="368"/>
                    </a:cubicBezTo>
                    <a:cubicBezTo>
                      <a:pt x="5126" y="0"/>
                      <a:pt x="5126" y="0"/>
                      <a:pt x="512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68"/>
                      <a:pt x="0" y="368"/>
                      <a:pt x="0" y="36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7" name="ïsľïḓê" descr="ac192826-6440-48f1-8026-7c271d8316bb"/>
              <p:cNvSpPr/>
              <p:nvPr/>
            </p:nvSpPr>
            <p:spPr bwMode="auto">
              <a:xfrm>
                <a:off x="8337638" y="2790267"/>
                <a:ext cx="1980462" cy="273703"/>
              </a:xfrm>
              <a:custGeom>
                <a:avLst/>
                <a:gdLst>
                  <a:gd name="T0" fmla="*/ 29 w 5183"/>
                  <a:gd name="T1" fmla="*/ 396 h 678"/>
                  <a:gd name="T2" fmla="*/ 0 w 5183"/>
                  <a:gd name="T3" fmla="*/ 396 h 678"/>
                  <a:gd name="T4" fmla="*/ 23 w 5183"/>
                  <a:gd name="T5" fmla="*/ 506 h 678"/>
                  <a:gd name="T6" fmla="*/ 125 w 5183"/>
                  <a:gd name="T7" fmla="*/ 630 h 678"/>
                  <a:gd name="T8" fmla="*/ 283 w 5183"/>
                  <a:gd name="T9" fmla="*/ 678 h 678"/>
                  <a:gd name="T10" fmla="*/ 4901 w 5183"/>
                  <a:gd name="T11" fmla="*/ 678 h 678"/>
                  <a:gd name="T12" fmla="*/ 5010 w 5183"/>
                  <a:gd name="T13" fmla="*/ 656 h 678"/>
                  <a:gd name="T14" fmla="*/ 5135 w 5183"/>
                  <a:gd name="T15" fmla="*/ 554 h 678"/>
                  <a:gd name="T16" fmla="*/ 5183 w 5183"/>
                  <a:gd name="T17" fmla="*/ 396 h 678"/>
                  <a:gd name="T18" fmla="*/ 5183 w 5183"/>
                  <a:gd name="T19" fmla="*/ 28 h 678"/>
                  <a:gd name="T20" fmla="*/ 5155 w 5183"/>
                  <a:gd name="T21" fmla="*/ 0 h 678"/>
                  <a:gd name="T22" fmla="*/ 29 w 5183"/>
                  <a:gd name="T23" fmla="*/ 0 h 678"/>
                  <a:gd name="T24" fmla="*/ 0 w 5183"/>
                  <a:gd name="T25" fmla="*/ 28 h 678"/>
                  <a:gd name="T26" fmla="*/ 0 w 5183"/>
                  <a:gd name="T27" fmla="*/ 396 h 678"/>
                  <a:gd name="T28" fmla="*/ 29 w 5183"/>
                  <a:gd name="T29" fmla="*/ 396 h 678"/>
                  <a:gd name="T30" fmla="*/ 57 w 5183"/>
                  <a:gd name="T31" fmla="*/ 396 h 678"/>
                  <a:gd name="T32" fmla="*/ 57 w 5183"/>
                  <a:gd name="T33" fmla="*/ 57 h 678"/>
                  <a:gd name="T34" fmla="*/ 5126 w 5183"/>
                  <a:gd name="T35" fmla="*/ 57 h 678"/>
                  <a:gd name="T36" fmla="*/ 5126 w 5183"/>
                  <a:gd name="T37" fmla="*/ 396 h 678"/>
                  <a:gd name="T38" fmla="*/ 5109 w 5183"/>
                  <a:gd name="T39" fmla="*/ 484 h 678"/>
                  <a:gd name="T40" fmla="*/ 5027 w 5183"/>
                  <a:gd name="T41" fmla="*/ 583 h 678"/>
                  <a:gd name="T42" fmla="*/ 4901 w 5183"/>
                  <a:gd name="T43" fmla="*/ 621 h 678"/>
                  <a:gd name="T44" fmla="*/ 283 w 5183"/>
                  <a:gd name="T45" fmla="*/ 621 h 678"/>
                  <a:gd name="T46" fmla="*/ 195 w 5183"/>
                  <a:gd name="T47" fmla="*/ 604 h 678"/>
                  <a:gd name="T48" fmla="*/ 95 w 5183"/>
                  <a:gd name="T49" fmla="*/ 522 h 678"/>
                  <a:gd name="T50" fmla="*/ 57 w 5183"/>
                  <a:gd name="T51" fmla="*/ 396 h 678"/>
                  <a:gd name="T52" fmla="*/ 29 w 5183"/>
                  <a:gd name="T53" fmla="*/ 396 h 6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5183" h="678">
                    <a:moveTo>
                      <a:pt x="29" y="396"/>
                    </a:moveTo>
                    <a:cubicBezTo>
                      <a:pt x="0" y="396"/>
                      <a:pt x="0" y="396"/>
                      <a:pt x="0" y="396"/>
                    </a:cubicBezTo>
                    <a:cubicBezTo>
                      <a:pt x="0" y="435"/>
                      <a:pt x="8" y="472"/>
                      <a:pt x="23" y="506"/>
                    </a:cubicBezTo>
                    <a:cubicBezTo>
                      <a:pt x="44" y="556"/>
                      <a:pt x="80" y="599"/>
                      <a:pt x="125" y="630"/>
                    </a:cubicBezTo>
                    <a:cubicBezTo>
                      <a:pt x="170" y="660"/>
                      <a:pt x="224" y="678"/>
                      <a:pt x="283" y="678"/>
                    </a:cubicBezTo>
                    <a:cubicBezTo>
                      <a:pt x="4901" y="678"/>
                      <a:pt x="4901" y="678"/>
                      <a:pt x="4901" y="678"/>
                    </a:cubicBezTo>
                    <a:cubicBezTo>
                      <a:pt x="4939" y="678"/>
                      <a:pt x="4977" y="670"/>
                      <a:pt x="5010" y="656"/>
                    </a:cubicBezTo>
                    <a:cubicBezTo>
                      <a:pt x="5061" y="634"/>
                      <a:pt x="5104" y="599"/>
                      <a:pt x="5135" y="554"/>
                    </a:cubicBezTo>
                    <a:cubicBezTo>
                      <a:pt x="5165" y="509"/>
                      <a:pt x="5183" y="454"/>
                      <a:pt x="5183" y="396"/>
                    </a:cubicBezTo>
                    <a:cubicBezTo>
                      <a:pt x="5183" y="28"/>
                      <a:pt x="5183" y="28"/>
                      <a:pt x="5183" y="28"/>
                    </a:cubicBezTo>
                    <a:cubicBezTo>
                      <a:pt x="5155" y="0"/>
                      <a:pt x="5155" y="0"/>
                      <a:pt x="5155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396"/>
                      <a:pt x="0" y="396"/>
                      <a:pt x="0" y="396"/>
                    </a:cubicBezTo>
                    <a:cubicBezTo>
                      <a:pt x="29" y="396"/>
                      <a:pt x="29" y="396"/>
                      <a:pt x="29" y="396"/>
                    </a:cubicBezTo>
                    <a:cubicBezTo>
                      <a:pt x="57" y="396"/>
                      <a:pt x="57" y="396"/>
                      <a:pt x="57" y="396"/>
                    </a:cubicBezTo>
                    <a:cubicBezTo>
                      <a:pt x="57" y="57"/>
                      <a:pt x="57" y="57"/>
                      <a:pt x="57" y="57"/>
                    </a:cubicBezTo>
                    <a:cubicBezTo>
                      <a:pt x="5126" y="57"/>
                      <a:pt x="5126" y="57"/>
                      <a:pt x="5126" y="57"/>
                    </a:cubicBezTo>
                    <a:cubicBezTo>
                      <a:pt x="5126" y="396"/>
                      <a:pt x="5126" y="396"/>
                      <a:pt x="5126" y="396"/>
                    </a:cubicBezTo>
                    <a:cubicBezTo>
                      <a:pt x="5126" y="427"/>
                      <a:pt x="5120" y="457"/>
                      <a:pt x="5109" y="484"/>
                    </a:cubicBezTo>
                    <a:cubicBezTo>
                      <a:pt x="5091" y="524"/>
                      <a:pt x="5063" y="559"/>
                      <a:pt x="5027" y="583"/>
                    </a:cubicBezTo>
                    <a:cubicBezTo>
                      <a:pt x="4991" y="607"/>
                      <a:pt x="4947" y="621"/>
                      <a:pt x="4901" y="621"/>
                    </a:cubicBezTo>
                    <a:cubicBezTo>
                      <a:pt x="283" y="621"/>
                      <a:pt x="283" y="621"/>
                      <a:pt x="283" y="621"/>
                    </a:cubicBezTo>
                    <a:cubicBezTo>
                      <a:pt x="251" y="621"/>
                      <a:pt x="222" y="615"/>
                      <a:pt x="195" y="604"/>
                    </a:cubicBezTo>
                    <a:cubicBezTo>
                      <a:pt x="154" y="587"/>
                      <a:pt x="120" y="558"/>
                      <a:pt x="95" y="522"/>
                    </a:cubicBezTo>
                    <a:cubicBezTo>
                      <a:pt x="71" y="486"/>
                      <a:pt x="57" y="443"/>
                      <a:pt x="57" y="396"/>
                    </a:cubicBezTo>
                    <a:cubicBezTo>
                      <a:pt x="29" y="396"/>
                      <a:pt x="29" y="396"/>
                      <a:pt x="29" y="396"/>
                    </a:cubicBezTo>
                  </a:path>
                </a:pathLst>
              </a:cu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8" name="ïṣ1iḍe" descr="de0b54fc-0103-4f64-9c61-dbf9c7c054a3"/>
              <p:cNvSpPr/>
              <p:nvPr/>
            </p:nvSpPr>
            <p:spPr bwMode="auto">
              <a:xfrm>
                <a:off x="8348543" y="1578430"/>
                <a:ext cx="1958651" cy="1229102"/>
              </a:xfrm>
              <a:custGeom>
                <a:avLst/>
                <a:gdLst>
                  <a:gd name="T0" fmla="*/ 4872 w 5126"/>
                  <a:gd name="T1" fmla="*/ 0 h 3048"/>
                  <a:gd name="T2" fmla="*/ 254 w 5126"/>
                  <a:gd name="T3" fmla="*/ 0 h 3048"/>
                  <a:gd name="T4" fmla="*/ 0 w 5126"/>
                  <a:gd name="T5" fmla="*/ 254 h 3048"/>
                  <a:gd name="T6" fmla="*/ 0 w 5126"/>
                  <a:gd name="T7" fmla="*/ 3048 h 3048"/>
                  <a:gd name="T8" fmla="*/ 5126 w 5126"/>
                  <a:gd name="T9" fmla="*/ 3048 h 3048"/>
                  <a:gd name="T10" fmla="*/ 5126 w 5126"/>
                  <a:gd name="T11" fmla="*/ 254 h 3048"/>
                  <a:gd name="T12" fmla="*/ 4872 w 5126"/>
                  <a:gd name="T13" fmla="*/ 0 h 30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126" h="3048">
                    <a:moveTo>
                      <a:pt x="4872" y="0"/>
                    </a:moveTo>
                    <a:cubicBezTo>
                      <a:pt x="254" y="0"/>
                      <a:pt x="254" y="0"/>
                      <a:pt x="254" y="0"/>
                    </a:cubicBezTo>
                    <a:cubicBezTo>
                      <a:pt x="113" y="0"/>
                      <a:pt x="0" y="114"/>
                      <a:pt x="0" y="254"/>
                    </a:cubicBezTo>
                    <a:cubicBezTo>
                      <a:pt x="0" y="3048"/>
                      <a:pt x="0" y="3048"/>
                      <a:pt x="0" y="3048"/>
                    </a:cubicBezTo>
                    <a:cubicBezTo>
                      <a:pt x="5126" y="3048"/>
                      <a:pt x="5126" y="3048"/>
                      <a:pt x="5126" y="3048"/>
                    </a:cubicBezTo>
                    <a:cubicBezTo>
                      <a:pt x="5126" y="254"/>
                      <a:pt x="5126" y="254"/>
                      <a:pt x="5126" y="254"/>
                    </a:cubicBezTo>
                    <a:cubicBezTo>
                      <a:pt x="5126" y="114"/>
                      <a:pt x="5012" y="0"/>
                      <a:pt x="4872" y="0"/>
                    </a:cubicBezTo>
                  </a:path>
                </a:pathLst>
              </a:custGeom>
              <a:solidFill>
                <a:srgbClr val="D8D8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9" name="iŝlîḑe" descr="15aaeb88-06cd-4f48-9ca4-a0a461e795db"/>
              <p:cNvSpPr/>
              <p:nvPr/>
            </p:nvSpPr>
            <p:spPr bwMode="auto">
              <a:xfrm>
                <a:off x="8337638" y="1566920"/>
                <a:ext cx="1980462" cy="1252124"/>
              </a:xfrm>
              <a:custGeom>
                <a:avLst/>
                <a:gdLst>
                  <a:gd name="T0" fmla="*/ 4901 w 5183"/>
                  <a:gd name="T1" fmla="*/ 28 h 3104"/>
                  <a:gd name="T2" fmla="*/ 4901 w 5183"/>
                  <a:gd name="T3" fmla="*/ 0 h 3104"/>
                  <a:gd name="T4" fmla="*/ 283 w 5183"/>
                  <a:gd name="T5" fmla="*/ 0 h 3104"/>
                  <a:gd name="T6" fmla="*/ 173 w 5183"/>
                  <a:gd name="T7" fmla="*/ 22 h 3104"/>
                  <a:gd name="T8" fmla="*/ 49 w 5183"/>
                  <a:gd name="T9" fmla="*/ 124 h 3104"/>
                  <a:gd name="T10" fmla="*/ 0 w 5183"/>
                  <a:gd name="T11" fmla="*/ 282 h 3104"/>
                  <a:gd name="T12" fmla="*/ 0 w 5183"/>
                  <a:gd name="T13" fmla="*/ 3076 h 3104"/>
                  <a:gd name="T14" fmla="*/ 29 w 5183"/>
                  <a:gd name="T15" fmla="*/ 3104 h 3104"/>
                  <a:gd name="T16" fmla="*/ 5155 w 5183"/>
                  <a:gd name="T17" fmla="*/ 3104 h 3104"/>
                  <a:gd name="T18" fmla="*/ 5183 w 5183"/>
                  <a:gd name="T19" fmla="*/ 3076 h 3104"/>
                  <a:gd name="T20" fmla="*/ 5183 w 5183"/>
                  <a:gd name="T21" fmla="*/ 282 h 3104"/>
                  <a:gd name="T22" fmla="*/ 5161 w 5183"/>
                  <a:gd name="T23" fmla="*/ 172 h 3104"/>
                  <a:gd name="T24" fmla="*/ 5058 w 5183"/>
                  <a:gd name="T25" fmla="*/ 48 h 3104"/>
                  <a:gd name="T26" fmla="*/ 4901 w 5183"/>
                  <a:gd name="T27" fmla="*/ 0 h 3104"/>
                  <a:gd name="T28" fmla="*/ 4901 w 5183"/>
                  <a:gd name="T29" fmla="*/ 28 h 3104"/>
                  <a:gd name="T30" fmla="*/ 4901 w 5183"/>
                  <a:gd name="T31" fmla="*/ 57 h 3104"/>
                  <a:gd name="T32" fmla="*/ 4988 w 5183"/>
                  <a:gd name="T33" fmla="*/ 74 h 3104"/>
                  <a:gd name="T34" fmla="*/ 5088 w 5183"/>
                  <a:gd name="T35" fmla="*/ 156 h 3104"/>
                  <a:gd name="T36" fmla="*/ 5126 w 5183"/>
                  <a:gd name="T37" fmla="*/ 282 h 3104"/>
                  <a:gd name="T38" fmla="*/ 5126 w 5183"/>
                  <a:gd name="T39" fmla="*/ 3047 h 3104"/>
                  <a:gd name="T40" fmla="*/ 57 w 5183"/>
                  <a:gd name="T41" fmla="*/ 3047 h 3104"/>
                  <a:gd name="T42" fmla="*/ 57 w 5183"/>
                  <a:gd name="T43" fmla="*/ 282 h 3104"/>
                  <a:gd name="T44" fmla="*/ 75 w 5183"/>
                  <a:gd name="T45" fmla="*/ 194 h 3104"/>
                  <a:gd name="T46" fmla="*/ 156 w 5183"/>
                  <a:gd name="T47" fmla="*/ 95 h 3104"/>
                  <a:gd name="T48" fmla="*/ 283 w 5183"/>
                  <a:gd name="T49" fmla="*/ 57 h 3104"/>
                  <a:gd name="T50" fmla="*/ 4901 w 5183"/>
                  <a:gd name="T51" fmla="*/ 57 h 3104"/>
                  <a:gd name="T52" fmla="*/ 4901 w 5183"/>
                  <a:gd name="T53" fmla="*/ 28 h 3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5183" h="3104">
                    <a:moveTo>
                      <a:pt x="4901" y="28"/>
                    </a:moveTo>
                    <a:cubicBezTo>
                      <a:pt x="4901" y="0"/>
                      <a:pt x="4901" y="0"/>
                      <a:pt x="4901" y="0"/>
                    </a:cubicBezTo>
                    <a:cubicBezTo>
                      <a:pt x="283" y="0"/>
                      <a:pt x="283" y="0"/>
                      <a:pt x="283" y="0"/>
                    </a:cubicBezTo>
                    <a:cubicBezTo>
                      <a:pt x="244" y="0"/>
                      <a:pt x="207" y="8"/>
                      <a:pt x="173" y="22"/>
                    </a:cubicBezTo>
                    <a:cubicBezTo>
                      <a:pt x="122" y="44"/>
                      <a:pt x="79" y="79"/>
                      <a:pt x="49" y="124"/>
                    </a:cubicBezTo>
                    <a:cubicBezTo>
                      <a:pt x="18" y="169"/>
                      <a:pt x="0" y="224"/>
                      <a:pt x="0" y="282"/>
                    </a:cubicBezTo>
                    <a:cubicBezTo>
                      <a:pt x="0" y="3076"/>
                      <a:pt x="0" y="3076"/>
                      <a:pt x="0" y="3076"/>
                    </a:cubicBezTo>
                    <a:cubicBezTo>
                      <a:pt x="29" y="3104"/>
                      <a:pt x="29" y="3104"/>
                      <a:pt x="29" y="3104"/>
                    </a:cubicBezTo>
                    <a:cubicBezTo>
                      <a:pt x="5155" y="3104"/>
                      <a:pt x="5155" y="3104"/>
                      <a:pt x="5155" y="3104"/>
                    </a:cubicBezTo>
                    <a:cubicBezTo>
                      <a:pt x="5183" y="3076"/>
                      <a:pt x="5183" y="3076"/>
                      <a:pt x="5183" y="3076"/>
                    </a:cubicBezTo>
                    <a:cubicBezTo>
                      <a:pt x="5183" y="282"/>
                      <a:pt x="5183" y="282"/>
                      <a:pt x="5183" y="282"/>
                    </a:cubicBezTo>
                    <a:cubicBezTo>
                      <a:pt x="5183" y="243"/>
                      <a:pt x="5175" y="206"/>
                      <a:pt x="5161" y="172"/>
                    </a:cubicBezTo>
                    <a:cubicBezTo>
                      <a:pt x="5139" y="122"/>
                      <a:pt x="5103" y="79"/>
                      <a:pt x="5058" y="48"/>
                    </a:cubicBezTo>
                    <a:cubicBezTo>
                      <a:pt x="5013" y="18"/>
                      <a:pt x="4959" y="0"/>
                      <a:pt x="4901" y="0"/>
                    </a:cubicBezTo>
                    <a:cubicBezTo>
                      <a:pt x="4901" y="28"/>
                      <a:pt x="4901" y="28"/>
                      <a:pt x="4901" y="28"/>
                    </a:cubicBezTo>
                    <a:cubicBezTo>
                      <a:pt x="4901" y="57"/>
                      <a:pt x="4901" y="57"/>
                      <a:pt x="4901" y="57"/>
                    </a:cubicBezTo>
                    <a:cubicBezTo>
                      <a:pt x="4932" y="57"/>
                      <a:pt x="4961" y="63"/>
                      <a:pt x="4988" y="74"/>
                    </a:cubicBezTo>
                    <a:cubicBezTo>
                      <a:pt x="5029" y="91"/>
                      <a:pt x="5063" y="120"/>
                      <a:pt x="5088" y="156"/>
                    </a:cubicBezTo>
                    <a:cubicBezTo>
                      <a:pt x="5112" y="192"/>
                      <a:pt x="5126" y="235"/>
                      <a:pt x="5126" y="282"/>
                    </a:cubicBezTo>
                    <a:cubicBezTo>
                      <a:pt x="5126" y="3047"/>
                      <a:pt x="5126" y="3047"/>
                      <a:pt x="5126" y="3047"/>
                    </a:cubicBezTo>
                    <a:cubicBezTo>
                      <a:pt x="57" y="3047"/>
                      <a:pt x="57" y="3047"/>
                      <a:pt x="57" y="3047"/>
                    </a:cubicBezTo>
                    <a:cubicBezTo>
                      <a:pt x="57" y="282"/>
                      <a:pt x="57" y="282"/>
                      <a:pt x="57" y="282"/>
                    </a:cubicBezTo>
                    <a:cubicBezTo>
                      <a:pt x="57" y="251"/>
                      <a:pt x="63" y="221"/>
                      <a:pt x="75" y="194"/>
                    </a:cubicBezTo>
                    <a:cubicBezTo>
                      <a:pt x="92" y="154"/>
                      <a:pt x="120" y="119"/>
                      <a:pt x="156" y="95"/>
                    </a:cubicBezTo>
                    <a:cubicBezTo>
                      <a:pt x="192" y="71"/>
                      <a:pt x="236" y="57"/>
                      <a:pt x="283" y="57"/>
                    </a:cubicBezTo>
                    <a:cubicBezTo>
                      <a:pt x="4901" y="57"/>
                      <a:pt x="4901" y="57"/>
                      <a:pt x="4901" y="57"/>
                    </a:cubicBezTo>
                    <a:cubicBezTo>
                      <a:pt x="4901" y="28"/>
                      <a:pt x="4901" y="28"/>
                      <a:pt x="4901" y="28"/>
                    </a:cubicBezTo>
                  </a:path>
                </a:pathLst>
              </a:cu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20" name="îṡľiḓe" descr="f10e3370-2049-4d99-b6fe-9290438c851f"/>
              <p:cNvSpPr/>
              <p:nvPr/>
            </p:nvSpPr>
            <p:spPr bwMode="auto">
              <a:xfrm>
                <a:off x="9236086" y="2915607"/>
                <a:ext cx="204165" cy="23022"/>
              </a:xfrm>
              <a:custGeom>
                <a:avLst/>
                <a:gdLst>
                  <a:gd name="T0" fmla="*/ 28 w 534"/>
                  <a:gd name="T1" fmla="*/ 56 h 56"/>
                  <a:gd name="T2" fmla="*/ 506 w 534"/>
                  <a:gd name="T3" fmla="*/ 56 h 56"/>
                  <a:gd name="T4" fmla="*/ 534 w 534"/>
                  <a:gd name="T5" fmla="*/ 28 h 56"/>
                  <a:gd name="T6" fmla="*/ 506 w 534"/>
                  <a:gd name="T7" fmla="*/ 0 h 56"/>
                  <a:gd name="T8" fmla="*/ 28 w 534"/>
                  <a:gd name="T9" fmla="*/ 0 h 56"/>
                  <a:gd name="T10" fmla="*/ 0 w 534"/>
                  <a:gd name="T11" fmla="*/ 28 h 56"/>
                  <a:gd name="T12" fmla="*/ 28 w 534"/>
                  <a:gd name="T13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34" h="56">
                    <a:moveTo>
                      <a:pt x="28" y="56"/>
                    </a:moveTo>
                    <a:cubicBezTo>
                      <a:pt x="506" y="56"/>
                      <a:pt x="506" y="56"/>
                      <a:pt x="506" y="56"/>
                    </a:cubicBezTo>
                    <a:cubicBezTo>
                      <a:pt x="522" y="56"/>
                      <a:pt x="534" y="44"/>
                      <a:pt x="534" y="28"/>
                    </a:cubicBezTo>
                    <a:cubicBezTo>
                      <a:pt x="534" y="13"/>
                      <a:pt x="522" y="0"/>
                      <a:pt x="506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12" y="0"/>
                      <a:pt x="0" y="13"/>
                      <a:pt x="0" y="28"/>
                    </a:cubicBezTo>
                    <a:cubicBezTo>
                      <a:pt x="0" y="44"/>
                      <a:pt x="12" y="56"/>
                      <a:pt x="28" y="56"/>
                    </a:cubicBezTo>
                  </a:path>
                </a:pathLst>
              </a:cu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21" name="iṧ1iḑè" descr="cdfd0be4-77d6-4d17-ab49-ee528be78b67"/>
              <p:cNvSpPr/>
              <p:nvPr/>
            </p:nvSpPr>
            <p:spPr bwMode="auto">
              <a:xfrm>
                <a:off x="9074329" y="3052458"/>
                <a:ext cx="513745" cy="214870"/>
              </a:xfrm>
              <a:custGeom>
                <a:avLst/>
                <a:gdLst>
                  <a:gd name="T0" fmla="*/ 848 w 848"/>
                  <a:gd name="T1" fmla="*/ 336 h 336"/>
                  <a:gd name="T2" fmla="*/ 0 w 848"/>
                  <a:gd name="T3" fmla="*/ 336 h 336"/>
                  <a:gd name="T4" fmla="*/ 95 w 848"/>
                  <a:gd name="T5" fmla="*/ 0 h 336"/>
                  <a:gd name="T6" fmla="*/ 753 w 848"/>
                  <a:gd name="T7" fmla="*/ 0 h 336"/>
                  <a:gd name="T8" fmla="*/ 848 w 848"/>
                  <a:gd name="T9" fmla="*/ 336 h 3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48" h="336">
                    <a:moveTo>
                      <a:pt x="848" y="336"/>
                    </a:moveTo>
                    <a:lnTo>
                      <a:pt x="0" y="336"/>
                    </a:lnTo>
                    <a:lnTo>
                      <a:pt x="95" y="0"/>
                    </a:lnTo>
                    <a:lnTo>
                      <a:pt x="753" y="0"/>
                    </a:lnTo>
                    <a:lnTo>
                      <a:pt x="848" y="336"/>
                    </a:lnTo>
                    <a:close/>
                  </a:path>
                </a:pathLst>
              </a:custGeom>
              <a:solidFill>
                <a:srgbClr val="ECEC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22" name="íṩľiḑé" descr="c2d4d13e-4163-4887-9d1f-096b49cbd5b7"/>
              <p:cNvSpPr/>
              <p:nvPr/>
            </p:nvSpPr>
            <p:spPr bwMode="auto">
              <a:xfrm>
                <a:off x="9074329" y="3052458"/>
                <a:ext cx="513745" cy="214870"/>
              </a:xfrm>
              <a:custGeom>
                <a:avLst/>
                <a:gdLst>
                  <a:gd name="T0" fmla="*/ 848 w 848"/>
                  <a:gd name="T1" fmla="*/ 336 h 336"/>
                  <a:gd name="T2" fmla="*/ 0 w 848"/>
                  <a:gd name="T3" fmla="*/ 336 h 336"/>
                  <a:gd name="T4" fmla="*/ 95 w 848"/>
                  <a:gd name="T5" fmla="*/ 0 h 336"/>
                  <a:gd name="T6" fmla="*/ 753 w 848"/>
                  <a:gd name="T7" fmla="*/ 0 h 336"/>
                  <a:gd name="T8" fmla="*/ 848 w 848"/>
                  <a:gd name="T9" fmla="*/ 336 h 3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48" h="336">
                    <a:moveTo>
                      <a:pt x="848" y="336"/>
                    </a:moveTo>
                    <a:lnTo>
                      <a:pt x="0" y="336"/>
                    </a:lnTo>
                    <a:lnTo>
                      <a:pt x="95" y="0"/>
                    </a:lnTo>
                    <a:lnTo>
                      <a:pt x="753" y="0"/>
                    </a:lnTo>
                    <a:lnTo>
                      <a:pt x="848" y="336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23" name="îślîḑé" descr="47ff471d-e053-461f-99d1-7e341f1cd08c"/>
              <p:cNvSpPr/>
              <p:nvPr/>
            </p:nvSpPr>
            <p:spPr bwMode="auto">
              <a:xfrm>
                <a:off x="9064030" y="3040948"/>
                <a:ext cx="534343" cy="237252"/>
              </a:xfrm>
              <a:custGeom>
                <a:avLst/>
                <a:gdLst>
                  <a:gd name="T0" fmla="*/ 865 w 882"/>
                  <a:gd name="T1" fmla="*/ 354 h 371"/>
                  <a:gd name="T2" fmla="*/ 865 w 882"/>
                  <a:gd name="T3" fmla="*/ 336 h 371"/>
                  <a:gd name="T4" fmla="*/ 40 w 882"/>
                  <a:gd name="T5" fmla="*/ 336 h 371"/>
                  <a:gd name="T6" fmla="*/ 125 w 882"/>
                  <a:gd name="T7" fmla="*/ 36 h 371"/>
                  <a:gd name="T8" fmla="*/ 757 w 882"/>
                  <a:gd name="T9" fmla="*/ 36 h 371"/>
                  <a:gd name="T10" fmla="*/ 848 w 882"/>
                  <a:gd name="T11" fmla="*/ 358 h 371"/>
                  <a:gd name="T12" fmla="*/ 865 w 882"/>
                  <a:gd name="T13" fmla="*/ 354 h 371"/>
                  <a:gd name="T14" fmla="*/ 865 w 882"/>
                  <a:gd name="T15" fmla="*/ 336 h 371"/>
                  <a:gd name="T16" fmla="*/ 865 w 882"/>
                  <a:gd name="T17" fmla="*/ 354 h 371"/>
                  <a:gd name="T18" fmla="*/ 882 w 882"/>
                  <a:gd name="T19" fmla="*/ 349 h 371"/>
                  <a:gd name="T20" fmla="*/ 787 w 882"/>
                  <a:gd name="T21" fmla="*/ 13 h 371"/>
                  <a:gd name="T22" fmla="*/ 770 w 882"/>
                  <a:gd name="T23" fmla="*/ 0 h 371"/>
                  <a:gd name="T24" fmla="*/ 112 w 882"/>
                  <a:gd name="T25" fmla="*/ 0 h 371"/>
                  <a:gd name="T26" fmla="*/ 95 w 882"/>
                  <a:gd name="T27" fmla="*/ 13 h 371"/>
                  <a:gd name="T28" fmla="*/ 0 w 882"/>
                  <a:gd name="T29" fmla="*/ 349 h 371"/>
                  <a:gd name="T30" fmla="*/ 17 w 882"/>
                  <a:gd name="T31" fmla="*/ 371 h 371"/>
                  <a:gd name="T32" fmla="*/ 865 w 882"/>
                  <a:gd name="T33" fmla="*/ 371 h 371"/>
                  <a:gd name="T34" fmla="*/ 882 w 882"/>
                  <a:gd name="T35" fmla="*/ 349 h 371"/>
                  <a:gd name="T36" fmla="*/ 865 w 882"/>
                  <a:gd name="T37" fmla="*/ 354 h 3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882" h="371">
                    <a:moveTo>
                      <a:pt x="865" y="354"/>
                    </a:moveTo>
                    <a:lnTo>
                      <a:pt x="865" y="336"/>
                    </a:lnTo>
                    <a:lnTo>
                      <a:pt x="40" y="336"/>
                    </a:lnTo>
                    <a:lnTo>
                      <a:pt x="125" y="36"/>
                    </a:lnTo>
                    <a:lnTo>
                      <a:pt x="757" y="36"/>
                    </a:lnTo>
                    <a:lnTo>
                      <a:pt x="848" y="358"/>
                    </a:lnTo>
                    <a:lnTo>
                      <a:pt x="865" y="354"/>
                    </a:lnTo>
                    <a:lnTo>
                      <a:pt x="865" y="336"/>
                    </a:lnTo>
                    <a:lnTo>
                      <a:pt x="865" y="354"/>
                    </a:lnTo>
                    <a:lnTo>
                      <a:pt x="882" y="349"/>
                    </a:lnTo>
                    <a:lnTo>
                      <a:pt x="787" y="13"/>
                    </a:lnTo>
                    <a:lnTo>
                      <a:pt x="770" y="0"/>
                    </a:lnTo>
                    <a:lnTo>
                      <a:pt x="112" y="0"/>
                    </a:lnTo>
                    <a:lnTo>
                      <a:pt x="95" y="13"/>
                    </a:lnTo>
                    <a:lnTo>
                      <a:pt x="0" y="349"/>
                    </a:lnTo>
                    <a:lnTo>
                      <a:pt x="17" y="371"/>
                    </a:lnTo>
                    <a:lnTo>
                      <a:pt x="865" y="371"/>
                    </a:lnTo>
                    <a:lnTo>
                      <a:pt x="882" y="349"/>
                    </a:lnTo>
                    <a:lnTo>
                      <a:pt x="865" y="354"/>
                    </a:lnTo>
                    <a:close/>
                  </a:path>
                </a:pathLst>
              </a:cu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24" name="îśľídè" descr="11ddb759-a372-4d2d-9971-ef17699a0cfb"/>
              <p:cNvSpPr/>
              <p:nvPr/>
            </p:nvSpPr>
            <p:spPr bwMode="auto">
              <a:xfrm>
                <a:off x="9064030" y="3040948"/>
                <a:ext cx="534343" cy="237252"/>
              </a:xfrm>
              <a:custGeom>
                <a:avLst/>
                <a:gdLst>
                  <a:gd name="T0" fmla="*/ 865 w 882"/>
                  <a:gd name="T1" fmla="*/ 354 h 371"/>
                  <a:gd name="T2" fmla="*/ 865 w 882"/>
                  <a:gd name="T3" fmla="*/ 336 h 371"/>
                  <a:gd name="T4" fmla="*/ 40 w 882"/>
                  <a:gd name="T5" fmla="*/ 336 h 371"/>
                  <a:gd name="T6" fmla="*/ 125 w 882"/>
                  <a:gd name="T7" fmla="*/ 36 h 371"/>
                  <a:gd name="T8" fmla="*/ 757 w 882"/>
                  <a:gd name="T9" fmla="*/ 36 h 371"/>
                  <a:gd name="T10" fmla="*/ 848 w 882"/>
                  <a:gd name="T11" fmla="*/ 358 h 371"/>
                  <a:gd name="T12" fmla="*/ 865 w 882"/>
                  <a:gd name="T13" fmla="*/ 354 h 371"/>
                  <a:gd name="T14" fmla="*/ 865 w 882"/>
                  <a:gd name="T15" fmla="*/ 336 h 371"/>
                  <a:gd name="T16" fmla="*/ 865 w 882"/>
                  <a:gd name="T17" fmla="*/ 354 h 371"/>
                  <a:gd name="T18" fmla="*/ 882 w 882"/>
                  <a:gd name="T19" fmla="*/ 349 h 371"/>
                  <a:gd name="T20" fmla="*/ 787 w 882"/>
                  <a:gd name="T21" fmla="*/ 13 h 371"/>
                  <a:gd name="T22" fmla="*/ 770 w 882"/>
                  <a:gd name="T23" fmla="*/ 0 h 371"/>
                  <a:gd name="T24" fmla="*/ 112 w 882"/>
                  <a:gd name="T25" fmla="*/ 0 h 371"/>
                  <a:gd name="T26" fmla="*/ 95 w 882"/>
                  <a:gd name="T27" fmla="*/ 13 h 371"/>
                  <a:gd name="T28" fmla="*/ 0 w 882"/>
                  <a:gd name="T29" fmla="*/ 349 h 371"/>
                  <a:gd name="T30" fmla="*/ 17 w 882"/>
                  <a:gd name="T31" fmla="*/ 371 h 371"/>
                  <a:gd name="T32" fmla="*/ 865 w 882"/>
                  <a:gd name="T33" fmla="*/ 371 h 371"/>
                  <a:gd name="T34" fmla="*/ 882 w 882"/>
                  <a:gd name="T35" fmla="*/ 349 h 371"/>
                  <a:gd name="T36" fmla="*/ 865 w 882"/>
                  <a:gd name="T37" fmla="*/ 354 h 3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882" h="371">
                    <a:moveTo>
                      <a:pt x="865" y="354"/>
                    </a:moveTo>
                    <a:lnTo>
                      <a:pt x="865" y="336"/>
                    </a:lnTo>
                    <a:lnTo>
                      <a:pt x="40" y="336"/>
                    </a:lnTo>
                    <a:lnTo>
                      <a:pt x="125" y="36"/>
                    </a:lnTo>
                    <a:lnTo>
                      <a:pt x="757" y="36"/>
                    </a:lnTo>
                    <a:lnTo>
                      <a:pt x="848" y="358"/>
                    </a:lnTo>
                    <a:lnTo>
                      <a:pt x="865" y="354"/>
                    </a:lnTo>
                    <a:lnTo>
                      <a:pt x="865" y="336"/>
                    </a:lnTo>
                    <a:lnTo>
                      <a:pt x="865" y="354"/>
                    </a:lnTo>
                    <a:lnTo>
                      <a:pt x="882" y="349"/>
                    </a:lnTo>
                    <a:lnTo>
                      <a:pt x="787" y="13"/>
                    </a:lnTo>
                    <a:lnTo>
                      <a:pt x="770" y="0"/>
                    </a:lnTo>
                    <a:lnTo>
                      <a:pt x="112" y="0"/>
                    </a:lnTo>
                    <a:lnTo>
                      <a:pt x="95" y="13"/>
                    </a:lnTo>
                    <a:lnTo>
                      <a:pt x="0" y="349"/>
                    </a:lnTo>
                    <a:lnTo>
                      <a:pt x="17" y="371"/>
                    </a:lnTo>
                    <a:lnTo>
                      <a:pt x="865" y="371"/>
                    </a:lnTo>
                    <a:lnTo>
                      <a:pt x="882" y="349"/>
                    </a:lnTo>
                    <a:lnTo>
                      <a:pt x="865" y="354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25" name="iśļïďe" descr="0d8daf78-0321-4ec6-aa44-420fdec0d861"/>
              <p:cNvSpPr/>
              <p:nvPr/>
            </p:nvSpPr>
            <p:spPr bwMode="auto">
              <a:xfrm>
                <a:off x="9116132" y="3063969"/>
                <a:ext cx="431352" cy="95284"/>
              </a:xfrm>
              <a:custGeom>
                <a:avLst/>
                <a:gdLst>
                  <a:gd name="T0" fmla="*/ 1063 w 1129"/>
                  <a:gd name="T1" fmla="*/ 0 h 236"/>
                  <a:gd name="T2" fmla="*/ 62 w 1129"/>
                  <a:gd name="T3" fmla="*/ 0 h 236"/>
                  <a:gd name="T4" fmla="*/ 0 w 1129"/>
                  <a:gd name="T5" fmla="*/ 220 h 236"/>
                  <a:gd name="T6" fmla="*/ 531 w 1129"/>
                  <a:gd name="T7" fmla="*/ 217 h 236"/>
                  <a:gd name="T8" fmla="*/ 1129 w 1129"/>
                  <a:gd name="T9" fmla="*/ 236 h 236"/>
                  <a:gd name="T10" fmla="*/ 1063 w 1129"/>
                  <a:gd name="T11" fmla="*/ 0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29" h="236">
                    <a:moveTo>
                      <a:pt x="1063" y="0"/>
                    </a:moveTo>
                    <a:cubicBezTo>
                      <a:pt x="62" y="0"/>
                      <a:pt x="62" y="0"/>
                      <a:pt x="62" y="0"/>
                    </a:cubicBezTo>
                    <a:cubicBezTo>
                      <a:pt x="0" y="220"/>
                      <a:pt x="0" y="220"/>
                      <a:pt x="0" y="220"/>
                    </a:cubicBezTo>
                    <a:cubicBezTo>
                      <a:pt x="183" y="220"/>
                      <a:pt x="358" y="217"/>
                      <a:pt x="531" y="217"/>
                    </a:cubicBezTo>
                    <a:cubicBezTo>
                      <a:pt x="729" y="217"/>
                      <a:pt x="925" y="221"/>
                      <a:pt x="1129" y="236"/>
                    </a:cubicBezTo>
                    <a:cubicBezTo>
                      <a:pt x="1063" y="0"/>
                      <a:pt x="1063" y="0"/>
                      <a:pt x="1063" y="0"/>
                    </a:cubicBezTo>
                  </a:path>
                </a:pathLst>
              </a:custGeom>
              <a:solidFill>
                <a:srgbClr val="DBDB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26" name="ïŝľíďè" descr="e1612842-6267-4886-9809-4420046eb5d6"/>
              <p:cNvSpPr/>
              <p:nvPr/>
            </p:nvSpPr>
            <p:spPr bwMode="auto">
              <a:xfrm>
                <a:off x="9104620" y="3052458"/>
                <a:ext cx="454373" cy="107435"/>
              </a:xfrm>
              <a:custGeom>
                <a:avLst/>
                <a:gdLst>
                  <a:gd name="T0" fmla="*/ 1114 w 1189"/>
                  <a:gd name="T1" fmla="*/ 0 h 266"/>
                  <a:gd name="T2" fmla="*/ 71 w 1189"/>
                  <a:gd name="T3" fmla="*/ 0 h 266"/>
                  <a:gd name="T4" fmla="*/ 0 w 1189"/>
                  <a:gd name="T5" fmla="*/ 249 h 266"/>
                  <a:gd name="T6" fmla="*/ 30 w 1189"/>
                  <a:gd name="T7" fmla="*/ 248 h 266"/>
                  <a:gd name="T8" fmla="*/ 92 w 1189"/>
                  <a:gd name="T9" fmla="*/ 28 h 266"/>
                  <a:gd name="T10" fmla="*/ 1093 w 1189"/>
                  <a:gd name="T11" fmla="*/ 28 h 266"/>
                  <a:gd name="T12" fmla="*/ 1159 w 1189"/>
                  <a:gd name="T13" fmla="*/ 264 h 266"/>
                  <a:gd name="T14" fmla="*/ 1189 w 1189"/>
                  <a:gd name="T15" fmla="*/ 266 h 266"/>
                  <a:gd name="T16" fmla="*/ 1114 w 1189"/>
                  <a:gd name="T17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89" h="266">
                    <a:moveTo>
                      <a:pt x="1114" y="0"/>
                    </a:moveTo>
                    <a:cubicBezTo>
                      <a:pt x="71" y="0"/>
                      <a:pt x="71" y="0"/>
                      <a:pt x="71" y="0"/>
                    </a:cubicBezTo>
                    <a:cubicBezTo>
                      <a:pt x="0" y="249"/>
                      <a:pt x="0" y="249"/>
                      <a:pt x="0" y="249"/>
                    </a:cubicBezTo>
                    <a:cubicBezTo>
                      <a:pt x="10" y="249"/>
                      <a:pt x="20" y="249"/>
                      <a:pt x="30" y="248"/>
                    </a:cubicBezTo>
                    <a:cubicBezTo>
                      <a:pt x="92" y="28"/>
                      <a:pt x="92" y="28"/>
                      <a:pt x="92" y="28"/>
                    </a:cubicBezTo>
                    <a:cubicBezTo>
                      <a:pt x="1093" y="28"/>
                      <a:pt x="1093" y="28"/>
                      <a:pt x="1093" y="28"/>
                    </a:cubicBezTo>
                    <a:cubicBezTo>
                      <a:pt x="1159" y="264"/>
                      <a:pt x="1159" y="264"/>
                      <a:pt x="1159" y="264"/>
                    </a:cubicBezTo>
                    <a:cubicBezTo>
                      <a:pt x="1169" y="264"/>
                      <a:pt x="1179" y="265"/>
                      <a:pt x="1189" y="266"/>
                    </a:cubicBezTo>
                    <a:cubicBezTo>
                      <a:pt x="1114" y="0"/>
                      <a:pt x="1114" y="0"/>
                      <a:pt x="1114" y="0"/>
                    </a:cubicBezTo>
                  </a:path>
                </a:pathLst>
              </a:custGeom>
              <a:solidFill>
                <a:srgbClr val="66686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27" name="íṩ1îḋê" descr="16f46ca0-a560-4da6-9c57-5cb4f96bf9f7"/>
              <p:cNvSpPr/>
              <p:nvPr/>
            </p:nvSpPr>
            <p:spPr bwMode="auto">
              <a:xfrm>
                <a:off x="10711889" y="2290824"/>
                <a:ext cx="372587" cy="145165"/>
              </a:xfrm>
              <a:prstGeom prst="rect">
                <a:avLst/>
              </a:prstGeom>
              <a:solidFill>
                <a:srgbClr val="F4F4F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28" name="îṥľïde" descr="a9475d50-49f7-47a7-a571-5b0a533d140a"/>
              <p:cNvSpPr/>
              <p:nvPr/>
            </p:nvSpPr>
            <p:spPr bwMode="auto">
              <a:xfrm>
                <a:off x="10700985" y="2279314"/>
                <a:ext cx="394396" cy="167547"/>
              </a:xfrm>
              <a:custGeom>
                <a:avLst/>
                <a:gdLst>
                  <a:gd name="T0" fmla="*/ 633 w 651"/>
                  <a:gd name="T1" fmla="*/ 245 h 262"/>
                  <a:gd name="T2" fmla="*/ 633 w 651"/>
                  <a:gd name="T3" fmla="*/ 227 h 262"/>
                  <a:gd name="T4" fmla="*/ 36 w 651"/>
                  <a:gd name="T5" fmla="*/ 227 h 262"/>
                  <a:gd name="T6" fmla="*/ 36 w 651"/>
                  <a:gd name="T7" fmla="*/ 36 h 262"/>
                  <a:gd name="T8" fmla="*/ 615 w 651"/>
                  <a:gd name="T9" fmla="*/ 36 h 262"/>
                  <a:gd name="T10" fmla="*/ 615 w 651"/>
                  <a:gd name="T11" fmla="*/ 245 h 262"/>
                  <a:gd name="T12" fmla="*/ 633 w 651"/>
                  <a:gd name="T13" fmla="*/ 245 h 262"/>
                  <a:gd name="T14" fmla="*/ 633 w 651"/>
                  <a:gd name="T15" fmla="*/ 227 h 262"/>
                  <a:gd name="T16" fmla="*/ 633 w 651"/>
                  <a:gd name="T17" fmla="*/ 245 h 262"/>
                  <a:gd name="T18" fmla="*/ 651 w 651"/>
                  <a:gd name="T19" fmla="*/ 245 h 262"/>
                  <a:gd name="T20" fmla="*/ 651 w 651"/>
                  <a:gd name="T21" fmla="*/ 18 h 262"/>
                  <a:gd name="T22" fmla="*/ 633 w 651"/>
                  <a:gd name="T23" fmla="*/ 0 h 262"/>
                  <a:gd name="T24" fmla="*/ 18 w 651"/>
                  <a:gd name="T25" fmla="*/ 0 h 262"/>
                  <a:gd name="T26" fmla="*/ 0 w 651"/>
                  <a:gd name="T27" fmla="*/ 18 h 262"/>
                  <a:gd name="T28" fmla="*/ 0 w 651"/>
                  <a:gd name="T29" fmla="*/ 245 h 262"/>
                  <a:gd name="T30" fmla="*/ 18 w 651"/>
                  <a:gd name="T31" fmla="*/ 262 h 262"/>
                  <a:gd name="T32" fmla="*/ 633 w 651"/>
                  <a:gd name="T33" fmla="*/ 262 h 262"/>
                  <a:gd name="T34" fmla="*/ 651 w 651"/>
                  <a:gd name="T35" fmla="*/ 245 h 262"/>
                  <a:gd name="T36" fmla="*/ 633 w 651"/>
                  <a:gd name="T37" fmla="*/ 245 h 2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51" h="262">
                    <a:moveTo>
                      <a:pt x="633" y="245"/>
                    </a:moveTo>
                    <a:lnTo>
                      <a:pt x="633" y="227"/>
                    </a:lnTo>
                    <a:lnTo>
                      <a:pt x="36" y="227"/>
                    </a:lnTo>
                    <a:lnTo>
                      <a:pt x="36" y="36"/>
                    </a:lnTo>
                    <a:lnTo>
                      <a:pt x="615" y="36"/>
                    </a:lnTo>
                    <a:lnTo>
                      <a:pt x="615" y="245"/>
                    </a:lnTo>
                    <a:lnTo>
                      <a:pt x="633" y="245"/>
                    </a:lnTo>
                    <a:lnTo>
                      <a:pt x="633" y="227"/>
                    </a:lnTo>
                    <a:lnTo>
                      <a:pt x="633" y="245"/>
                    </a:lnTo>
                    <a:lnTo>
                      <a:pt x="651" y="245"/>
                    </a:lnTo>
                    <a:lnTo>
                      <a:pt x="651" y="18"/>
                    </a:lnTo>
                    <a:lnTo>
                      <a:pt x="633" y="0"/>
                    </a:lnTo>
                    <a:lnTo>
                      <a:pt x="18" y="0"/>
                    </a:lnTo>
                    <a:lnTo>
                      <a:pt x="0" y="18"/>
                    </a:lnTo>
                    <a:lnTo>
                      <a:pt x="0" y="245"/>
                    </a:lnTo>
                    <a:lnTo>
                      <a:pt x="18" y="262"/>
                    </a:lnTo>
                    <a:lnTo>
                      <a:pt x="633" y="262"/>
                    </a:lnTo>
                    <a:lnTo>
                      <a:pt x="651" y="245"/>
                    </a:lnTo>
                    <a:lnTo>
                      <a:pt x="633" y="245"/>
                    </a:lnTo>
                    <a:close/>
                  </a:path>
                </a:pathLst>
              </a:cu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29" name="íṧ1iḓé" descr="f0b3a571-d949-4267-8f33-771986107307"/>
              <p:cNvSpPr/>
              <p:nvPr/>
            </p:nvSpPr>
            <p:spPr bwMode="auto">
              <a:xfrm>
                <a:off x="7789966" y="2145660"/>
                <a:ext cx="372587" cy="145165"/>
              </a:xfrm>
              <a:prstGeom prst="rect">
                <a:avLst/>
              </a:prstGeom>
              <a:solidFill>
                <a:srgbClr val="F4F4F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30" name="ïšľíḋé" descr="4e0462e6-906e-49e5-be61-6ba6de6f0357"/>
              <p:cNvSpPr/>
              <p:nvPr/>
            </p:nvSpPr>
            <p:spPr bwMode="auto">
              <a:xfrm>
                <a:off x="7779061" y="2134788"/>
                <a:ext cx="393791" cy="167547"/>
              </a:xfrm>
              <a:custGeom>
                <a:avLst/>
                <a:gdLst>
                  <a:gd name="T0" fmla="*/ 633 w 650"/>
                  <a:gd name="T1" fmla="*/ 244 h 262"/>
                  <a:gd name="T2" fmla="*/ 633 w 650"/>
                  <a:gd name="T3" fmla="*/ 226 h 262"/>
                  <a:gd name="T4" fmla="*/ 36 w 650"/>
                  <a:gd name="T5" fmla="*/ 226 h 262"/>
                  <a:gd name="T6" fmla="*/ 36 w 650"/>
                  <a:gd name="T7" fmla="*/ 36 h 262"/>
                  <a:gd name="T8" fmla="*/ 615 w 650"/>
                  <a:gd name="T9" fmla="*/ 36 h 262"/>
                  <a:gd name="T10" fmla="*/ 615 w 650"/>
                  <a:gd name="T11" fmla="*/ 244 h 262"/>
                  <a:gd name="T12" fmla="*/ 633 w 650"/>
                  <a:gd name="T13" fmla="*/ 244 h 262"/>
                  <a:gd name="T14" fmla="*/ 633 w 650"/>
                  <a:gd name="T15" fmla="*/ 226 h 262"/>
                  <a:gd name="T16" fmla="*/ 633 w 650"/>
                  <a:gd name="T17" fmla="*/ 244 h 262"/>
                  <a:gd name="T18" fmla="*/ 650 w 650"/>
                  <a:gd name="T19" fmla="*/ 244 h 262"/>
                  <a:gd name="T20" fmla="*/ 650 w 650"/>
                  <a:gd name="T21" fmla="*/ 17 h 262"/>
                  <a:gd name="T22" fmla="*/ 633 w 650"/>
                  <a:gd name="T23" fmla="*/ 0 h 262"/>
                  <a:gd name="T24" fmla="*/ 18 w 650"/>
                  <a:gd name="T25" fmla="*/ 0 h 262"/>
                  <a:gd name="T26" fmla="*/ 0 w 650"/>
                  <a:gd name="T27" fmla="*/ 17 h 262"/>
                  <a:gd name="T28" fmla="*/ 0 w 650"/>
                  <a:gd name="T29" fmla="*/ 244 h 262"/>
                  <a:gd name="T30" fmla="*/ 18 w 650"/>
                  <a:gd name="T31" fmla="*/ 262 h 262"/>
                  <a:gd name="T32" fmla="*/ 633 w 650"/>
                  <a:gd name="T33" fmla="*/ 262 h 262"/>
                  <a:gd name="T34" fmla="*/ 650 w 650"/>
                  <a:gd name="T35" fmla="*/ 244 h 262"/>
                  <a:gd name="T36" fmla="*/ 633 w 650"/>
                  <a:gd name="T37" fmla="*/ 244 h 2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50" h="262">
                    <a:moveTo>
                      <a:pt x="633" y="244"/>
                    </a:moveTo>
                    <a:lnTo>
                      <a:pt x="633" y="226"/>
                    </a:lnTo>
                    <a:lnTo>
                      <a:pt x="36" y="226"/>
                    </a:lnTo>
                    <a:lnTo>
                      <a:pt x="36" y="36"/>
                    </a:lnTo>
                    <a:lnTo>
                      <a:pt x="615" y="36"/>
                    </a:lnTo>
                    <a:lnTo>
                      <a:pt x="615" y="244"/>
                    </a:lnTo>
                    <a:lnTo>
                      <a:pt x="633" y="244"/>
                    </a:lnTo>
                    <a:lnTo>
                      <a:pt x="633" y="226"/>
                    </a:lnTo>
                    <a:lnTo>
                      <a:pt x="633" y="244"/>
                    </a:lnTo>
                    <a:lnTo>
                      <a:pt x="650" y="244"/>
                    </a:lnTo>
                    <a:lnTo>
                      <a:pt x="650" y="17"/>
                    </a:lnTo>
                    <a:lnTo>
                      <a:pt x="633" y="0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0" y="244"/>
                    </a:lnTo>
                    <a:lnTo>
                      <a:pt x="18" y="262"/>
                    </a:lnTo>
                    <a:lnTo>
                      <a:pt x="633" y="262"/>
                    </a:lnTo>
                    <a:lnTo>
                      <a:pt x="650" y="244"/>
                    </a:lnTo>
                    <a:lnTo>
                      <a:pt x="633" y="244"/>
                    </a:lnTo>
                    <a:close/>
                  </a:path>
                </a:pathLst>
              </a:cu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31" name="íṣḷiḑê" descr="97611a0c-5d4d-47e6-8fc9-3bad46d2323a"/>
              <p:cNvSpPr/>
              <p:nvPr/>
            </p:nvSpPr>
            <p:spPr bwMode="auto">
              <a:xfrm>
                <a:off x="7632451" y="2290824"/>
                <a:ext cx="372587" cy="145165"/>
              </a:xfrm>
              <a:prstGeom prst="rect">
                <a:avLst/>
              </a:prstGeom>
              <a:solidFill>
                <a:srgbClr val="F4F4F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32" name="ísḷiďè" descr="ad857b8e-74de-4ec6-bf46-6fc8fb1a1f8e"/>
              <p:cNvSpPr/>
              <p:nvPr/>
            </p:nvSpPr>
            <p:spPr bwMode="auto">
              <a:xfrm>
                <a:off x="7621546" y="2279314"/>
                <a:ext cx="393791" cy="167547"/>
              </a:xfrm>
              <a:custGeom>
                <a:avLst/>
                <a:gdLst>
                  <a:gd name="T0" fmla="*/ 633 w 650"/>
                  <a:gd name="T1" fmla="*/ 245 h 262"/>
                  <a:gd name="T2" fmla="*/ 633 w 650"/>
                  <a:gd name="T3" fmla="*/ 227 h 262"/>
                  <a:gd name="T4" fmla="*/ 36 w 650"/>
                  <a:gd name="T5" fmla="*/ 227 h 262"/>
                  <a:gd name="T6" fmla="*/ 36 w 650"/>
                  <a:gd name="T7" fmla="*/ 36 h 262"/>
                  <a:gd name="T8" fmla="*/ 615 w 650"/>
                  <a:gd name="T9" fmla="*/ 36 h 262"/>
                  <a:gd name="T10" fmla="*/ 615 w 650"/>
                  <a:gd name="T11" fmla="*/ 245 h 262"/>
                  <a:gd name="T12" fmla="*/ 633 w 650"/>
                  <a:gd name="T13" fmla="*/ 245 h 262"/>
                  <a:gd name="T14" fmla="*/ 633 w 650"/>
                  <a:gd name="T15" fmla="*/ 227 h 262"/>
                  <a:gd name="T16" fmla="*/ 633 w 650"/>
                  <a:gd name="T17" fmla="*/ 245 h 262"/>
                  <a:gd name="T18" fmla="*/ 650 w 650"/>
                  <a:gd name="T19" fmla="*/ 245 h 262"/>
                  <a:gd name="T20" fmla="*/ 650 w 650"/>
                  <a:gd name="T21" fmla="*/ 18 h 262"/>
                  <a:gd name="T22" fmla="*/ 633 w 650"/>
                  <a:gd name="T23" fmla="*/ 0 h 262"/>
                  <a:gd name="T24" fmla="*/ 18 w 650"/>
                  <a:gd name="T25" fmla="*/ 0 h 262"/>
                  <a:gd name="T26" fmla="*/ 0 w 650"/>
                  <a:gd name="T27" fmla="*/ 18 h 262"/>
                  <a:gd name="T28" fmla="*/ 0 w 650"/>
                  <a:gd name="T29" fmla="*/ 245 h 262"/>
                  <a:gd name="T30" fmla="*/ 18 w 650"/>
                  <a:gd name="T31" fmla="*/ 262 h 262"/>
                  <a:gd name="T32" fmla="*/ 633 w 650"/>
                  <a:gd name="T33" fmla="*/ 262 h 262"/>
                  <a:gd name="T34" fmla="*/ 650 w 650"/>
                  <a:gd name="T35" fmla="*/ 245 h 262"/>
                  <a:gd name="T36" fmla="*/ 633 w 650"/>
                  <a:gd name="T37" fmla="*/ 245 h 2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50" h="262">
                    <a:moveTo>
                      <a:pt x="633" y="245"/>
                    </a:moveTo>
                    <a:lnTo>
                      <a:pt x="633" y="227"/>
                    </a:lnTo>
                    <a:lnTo>
                      <a:pt x="36" y="227"/>
                    </a:lnTo>
                    <a:lnTo>
                      <a:pt x="36" y="36"/>
                    </a:lnTo>
                    <a:lnTo>
                      <a:pt x="615" y="36"/>
                    </a:lnTo>
                    <a:lnTo>
                      <a:pt x="615" y="245"/>
                    </a:lnTo>
                    <a:lnTo>
                      <a:pt x="633" y="245"/>
                    </a:lnTo>
                    <a:lnTo>
                      <a:pt x="633" y="227"/>
                    </a:lnTo>
                    <a:lnTo>
                      <a:pt x="633" y="245"/>
                    </a:lnTo>
                    <a:lnTo>
                      <a:pt x="650" y="245"/>
                    </a:lnTo>
                    <a:lnTo>
                      <a:pt x="650" y="18"/>
                    </a:lnTo>
                    <a:lnTo>
                      <a:pt x="633" y="0"/>
                    </a:lnTo>
                    <a:lnTo>
                      <a:pt x="18" y="0"/>
                    </a:lnTo>
                    <a:lnTo>
                      <a:pt x="0" y="18"/>
                    </a:lnTo>
                    <a:lnTo>
                      <a:pt x="0" y="245"/>
                    </a:lnTo>
                    <a:lnTo>
                      <a:pt x="18" y="262"/>
                    </a:lnTo>
                    <a:lnTo>
                      <a:pt x="633" y="262"/>
                    </a:lnTo>
                    <a:lnTo>
                      <a:pt x="650" y="245"/>
                    </a:lnTo>
                    <a:lnTo>
                      <a:pt x="633" y="245"/>
                    </a:lnTo>
                    <a:close/>
                  </a:path>
                </a:pathLst>
              </a:cu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33" name="ï$ḷïḑe" descr="d8e63f24-b0d3-4b56-8bd6-bf8fe245c7f1"/>
              <p:cNvSpPr/>
              <p:nvPr/>
            </p:nvSpPr>
            <p:spPr bwMode="auto">
              <a:xfrm>
                <a:off x="10318100" y="1877713"/>
                <a:ext cx="18174" cy="450203"/>
              </a:xfrm>
              <a:custGeom>
                <a:avLst/>
                <a:gdLst>
                  <a:gd name="T0" fmla="*/ 0 w 48"/>
                  <a:gd name="T1" fmla="*/ 998 h 1116"/>
                  <a:gd name="T2" fmla="*/ 0 w 48"/>
                  <a:gd name="T3" fmla="*/ 1100 h 1116"/>
                  <a:gd name="T4" fmla="*/ 29 w 48"/>
                  <a:gd name="T5" fmla="*/ 1116 h 1116"/>
                  <a:gd name="T6" fmla="*/ 48 w 48"/>
                  <a:gd name="T7" fmla="*/ 1072 h 1116"/>
                  <a:gd name="T8" fmla="*/ 48 w 48"/>
                  <a:gd name="T9" fmla="*/ 1023 h 1116"/>
                  <a:gd name="T10" fmla="*/ 0 w 48"/>
                  <a:gd name="T11" fmla="*/ 998 h 1116"/>
                  <a:gd name="T12" fmla="*/ 0 w 48"/>
                  <a:gd name="T13" fmla="*/ 0 h 1116"/>
                  <a:gd name="T14" fmla="*/ 0 w 48"/>
                  <a:gd name="T15" fmla="*/ 122 h 1116"/>
                  <a:gd name="T16" fmla="*/ 48 w 48"/>
                  <a:gd name="T17" fmla="*/ 74 h 1116"/>
                  <a:gd name="T18" fmla="*/ 48 w 48"/>
                  <a:gd name="T19" fmla="*/ 25 h 1116"/>
                  <a:gd name="T20" fmla="*/ 0 w 48"/>
                  <a:gd name="T21" fmla="*/ 0 h 1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8" h="1116">
                    <a:moveTo>
                      <a:pt x="0" y="998"/>
                    </a:moveTo>
                    <a:cubicBezTo>
                      <a:pt x="0" y="1100"/>
                      <a:pt x="0" y="1100"/>
                      <a:pt x="0" y="1100"/>
                    </a:cubicBezTo>
                    <a:cubicBezTo>
                      <a:pt x="29" y="1116"/>
                      <a:pt x="29" y="1116"/>
                      <a:pt x="29" y="1116"/>
                    </a:cubicBezTo>
                    <a:cubicBezTo>
                      <a:pt x="37" y="1102"/>
                      <a:pt x="42" y="1087"/>
                      <a:pt x="48" y="1072"/>
                    </a:cubicBezTo>
                    <a:cubicBezTo>
                      <a:pt x="48" y="1023"/>
                      <a:pt x="48" y="1023"/>
                      <a:pt x="48" y="1023"/>
                    </a:cubicBezTo>
                    <a:cubicBezTo>
                      <a:pt x="0" y="998"/>
                      <a:pt x="0" y="998"/>
                      <a:pt x="0" y="998"/>
                    </a:cubicBezTo>
                    <a:moveTo>
                      <a:pt x="0" y="0"/>
                    </a:moveTo>
                    <a:cubicBezTo>
                      <a:pt x="0" y="122"/>
                      <a:pt x="0" y="122"/>
                      <a:pt x="0" y="122"/>
                    </a:cubicBezTo>
                    <a:cubicBezTo>
                      <a:pt x="16" y="105"/>
                      <a:pt x="32" y="89"/>
                      <a:pt x="48" y="74"/>
                    </a:cubicBezTo>
                    <a:cubicBezTo>
                      <a:pt x="48" y="25"/>
                      <a:pt x="48" y="25"/>
                      <a:pt x="48" y="25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E9EB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34" name="íšľíḓe" descr="60dfca66-6dc5-4033-b556-a56a1f44470e"/>
              <p:cNvSpPr/>
              <p:nvPr/>
            </p:nvSpPr>
            <p:spPr bwMode="auto">
              <a:xfrm>
                <a:off x="10010943" y="1865562"/>
                <a:ext cx="285347" cy="468108"/>
              </a:xfrm>
              <a:custGeom>
                <a:avLst/>
                <a:gdLst>
                  <a:gd name="T0" fmla="*/ 744 w 746"/>
                  <a:gd name="T1" fmla="*/ 0 h 1160"/>
                  <a:gd name="T2" fmla="*/ 218 w 746"/>
                  <a:gd name="T3" fmla="*/ 515 h 1160"/>
                  <a:gd name="T4" fmla="*/ 218 w 746"/>
                  <a:gd name="T5" fmla="*/ 515 h 1160"/>
                  <a:gd name="T6" fmla="*/ 0 w 746"/>
                  <a:gd name="T7" fmla="*/ 697 h 1160"/>
                  <a:gd name="T8" fmla="*/ 207 w 746"/>
                  <a:gd name="T9" fmla="*/ 809 h 1160"/>
                  <a:gd name="T10" fmla="*/ 177 w 746"/>
                  <a:gd name="T11" fmla="*/ 922 h 1160"/>
                  <a:gd name="T12" fmla="*/ 416 w 746"/>
                  <a:gd name="T13" fmla="*/ 1160 h 1160"/>
                  <a:gd name="T14" fmla="*/ 625 w 746"/>
                  <a:gd name="T15" fmla="*/ 1035 h 1160"/>
                  <a:gd name="T16" fmla="*/ 746 w 746"/>
                  <a:gd name="T17" fmla="*/ 1100 h 1160"/>
                  <a:gd name="T18" fmla="*/ 746 w 746"/>
                  <a:gd name="T19" fmla="*/ 997 h 1160"/>
                  <a:gd name="T20" fmla="*/ 236 w 746"/>
                  <a:gd name="T21" fmla="*/ 722 h 1160"/>
                  <a:gd name="T22" fmla="*/ 250 w 746"/>
                  <a:gd name="T23" fmla="*/ 697 h 1160"/>
                  <a:gd name="T24" fmla="*/ 236 w 746"/>
                  <a:gd name="T25" fmla="*/ 722 h 1160"/>
                  <a:gd name="T26" fmla="*/ 212 w 746"/>
                  <a:gd name="T27" fmla="*/ 709 h 1160"/>
                  <a:gd name="T28" fmla="*/ 225 w 746"/>
                  <a:gd name="T29" fmla="*/ 684 h 1160"/>
                  <a:gd name="T30" fmla="*/ 391 w 746"/>
                  <a:gd name="T31" fmla="*/ 518 h 1160"/>
                  <a:gd name="T32" fmla="*/ 456 w 746"/>
                  <a:gd name="T33" fmla="*/ 489 h 1160"/>
                  <a:gd name="T34" fmla="*/ 465 w 746"/>
                  <a:gd name="T35" fmla="*/ 482 h 1160"/>
                  <a:gd name="T36" fmla="*/ 498 w 746"/>
                  <a:gd name="T37" fmla="*/ 451 h 1160"/>
                  <a:gd name="T38" fmla="*/ 606 w 746"/>
                  <a:gd name="T39" fmla="*/ 347 h 1160"/>
                  <a:gd name="T40" fmla="*/ 746 w 746"/>
                  <a:gd name="T41" fmla="*/ 208 h 1160"/>
                  <a:gd name="T42" fmla="*/ 746 w 746"/>
                  <a:gd name="T43" fmla="*/ 1 h 1160"/>
                  <a:gd name="T44" fmla="*/ 744 w 746"/>
                  <a:gd name="T45" fmla="*/ 0 h 11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746" h="1160">
                    <a:moveTo>
                      <a:pt x="744" y="0"/>
                    </a:moveTo>
                    <a:cubicBezTo>
                      <a:pt x="744" y="0"/>
                      <a:pt x="237" y="511"/>
                      <a:pt x="218" y="515"/>
                    </a:cubicBezTo>
                    <a:cubicBezTo>
                      <a:pt x="218" y="515"/>
                      <a:pt x="218" y="515"/>
                      <a:pt x="218" y="515"/>
                    </a:cubicBezTo>
                    <a:cubicBezTo>
                      <a:pt x="126" y="547"/>
                      <a:pt x="47" y="609"/>
                      <a:pt x="0" y="697"/>
                    </a:cubicBezTo>
                    <a:cubicBezTo>
                      <a:pt x="207" y="809"/>
                      <a:pt x="207" y="809"/>
                      <a:pt x="207" y="809"/>
                    </a:cubicBezTo>
                    <a:cubicBezTo>
                      <a:pt x="189" y="843"/>
                      <a:pt x="177" y="881"/>
                      <a:pt x="177" y="922"/>
                    </a:cubicBezTo>
                    <a:cubicBezTo>
                      <a:pt x="177" y="1054"/>
                      <a:pt x="284" y="1160"/>
                      <a:pt x="416" y="1160"/>
                    </a:cubicBezTo>
                    <a:cubicBezTo>
                      <a:pt x="507" y="1160"/>
                      <a:pt x="585" y="1109"/>
                      <a:pt x="625" y="1035"/>
                    </a:cubicBezTo>
                    <a:cubicBezTo>
                      <a:pt x="746" y="1100"/>
                      <a:pt x="746" y="1100"/>
                      <a:pt x="746" y="1100"/>
                    </a:cubicBezTo>
                    <a:cubicBezTo>
                      <a:pt x="746" y="997"/>
                      <a:pt x="746" y="997"/>
                      <a:pt x="746" y="997"/>
                    </a:cubicBezTo>
                    <a:cubicBezTo>
                      <a:pt x="236" y="722"/>
                      <a:pt x="236" y="722"/>
                      <a:pt x="236" y="722"/>
                    </a:cubicBezTo>
                    <a:cubicBezTo>
                      <a:pt x="250" y="697"/>
                      <a:pt x="250" y="697"/>
                      <a:pt x="250" y="697"/>
                    </a:cubicBezTo>
                    <a:cubicBezTo>
                      <a:pt x="236" y="722"/>
                      <a:pt x="236" y="722"/>
                      <a:pt x="236" y="722"/>
                    </a:cubicBezTo>
                    <a:cubicBezTo>
                      <a:pt x="212" y="709"/>
                      <a:pt x="212" y="709"/>
                      <a:pt x="212" y="709"/>
                    </a:cubicBezTo>
                    <a:cubicBezTo>
                      <a:pt x="225" y="684"/>
                      <a:pt x="225" y="684"/>
                      <a:pt x="225" y="684"/>
                    </a:cubicBezTo>
                    <a:cubicBezTo>
                      <a:pt x="264" y="612"/>
                      <a:pt x="322" y="556"/>
                      <a:pt x="391" y="518"/>
                    </a:cubicBezTo>
                    <a:cubicBezTo>
                      <a:pt x="412" y="507"/>
                      <a:pt x="433" y="497"/>
                      <a:pt x="456" y="489"/>
                    </a:cubicBezTo>
                    <a:cubicBezTo>
                      <a:pt x="458" y="488"/>
                      <a:pt x="461" y="485"/>
                      <a:pt x="465" y="482"/>
                    </a:cubicBezTo>
                    <a:cubicBezTo>
                      <a:pt x="473" y="474"/>
                      <a:pt x="484" y="464"/>
                      <a:pt x="498" y="451"/>
                    </a:cubicBezTo>
                    <a:cubicBezTo>
                      <a:pt x="526" y="425"/>
                      <a:pt x="564" y="388"/>
                      <a:pt x="606" y="347"/>
                    </a:cubicBezTo>
                    <a:cubicBezTo>
                      <a:pt x="650" y="303"/>
                      <a:pt x="699" y="255"/>
                      <a:pt x="746" y="208"/>
                    </a:cubicBezTo>
                    <a:cubicBezTo>
                      <a:pt x="746" y="1"/>
                      <a:pt x="746" y="1"/>
                      <a:pt x="746" y="1"/>
                    </a:cubicBezTo>
                    <a:cubicBezTo>
                      <a:pt x="744" y="0"/>
                      <a:pt x="744" y="0"/>
                      <a:pt x="744" y="0"/>
                    </a:cubicBezTo>
                  </a:path>
                </a:pathLst>
              </a:custGeom>
              <a:solidFill>
                <a:srgbClr val="CACAC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35" name="íşḻïdé" descr="b2ab9157-3ac1-4949-9de9-4c1b9105d721"/>
              <p:cNvSpPr/>
              <p:nvPr/>
            </p:nvSpPr>
            <p:spPr bwMode="auto">
              <a:xfrm>
                <a:off x="10296289" y="1866202"/>
                <a:ext cx="21809" cy="455319"/>
              </a:xfrm>
              <a:custGeom>
                <a:avLst/>
                <a:gdLst>
                  <a:gd name="T0" fmla="*/ 0 w 57"/>
                  <a:gd name="T1" fmla="*/ 996 h 1129"/>
                  <a:gd name="T2" fmla="*/ 0 w 57"/>
                  <a:gd name="T3" fmla="*/ 1099 h 1129"/>
                  <a:gd name="T4" fmla="*/ 57 w 57"/>
                  <a:gd name="T5" fmla="*/ 1129 h 1129"/>
                  <a:gd name="T6" fmla="*/ 57 w 57"/>
                  <a:gd name="T7" fmla="*/ 1027 h 1129"/>
                  <a:gd name="T8" fmla="*/ 0 w 57"/>
                  <a:gd name="T9" fmla="*/ 996 h 1129"/>
                  <a:gd name="T10" fmla="*/ 0 w 57"/>
                  <a:gd name="T11" fmla="*/ 0 h 1129"/>
                  <a:gd name="T12" fmla="*/ 0 w 57"/>
                  <a:gd name="T13" fmla="*/ 207 h 1129"/>
                  <a:gd name="T14" fmla="*/ 57 w 57"/>
                  <a:gd name="T15" fmla="*/ 151 h 1129"/>
                  <a:gd name="T16" fmla="*/ 57 w 57"/>
                  <a:gd name="T17" fmla="*/ 29 h 1129"/>
                  <a:gd name="T18" fmla="*/ 0 w 57"/>
                  <a:gd name="T19" fmla="*/ 0 h 1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7" h="1129">
                    <a:moveTo>
                      <a:pt x="0" y="996"/>
                    </a:moveTo>
                    <a:cubicBezTo>
                      <a:pt x="0" y="1099"/>
                      <a:pt x="0" y="1099"/>
                      <a:pt x="0" y="1099"/>
                    </a:cubicBezTo>
                    <a:cubicBezTo>
                      <a:pt x="57" y="1129"/>
                      <a:pt x="57" y="1129"/>
                      <a:pt x="57" y="1129"/>
                    </a:cubicBezTo>
                    <a:cubicBezTo>
                      <a:pt x="57" y="1027"/>
                      <a:pt x="57" y="1027"/>
                      <a:pt x="57" y="1027"/>
                    </a:cubicBezTo>
                    <a:cubicBezTo>
                      <a:pt x="0" y="996"/>
                      <a:pt x="0" y="996"/>
                      <a:pt x="0" y="996"/>
                    </a:cubicBezTo>
                    <a:moveTo>
                      <a:pt x="0" y="0"/>
                    </a:moveTo>
                    <a:cubicBezTo>
                      <a:pt x="0" y="207"/>
                      <a:pt x="0" y="207"/>
                      <a:pt x="0" y="207"/>
                    </a:cubicBezTo>
                    <a:cubicBezTo>
                      <a:pt x="20" y="188"/>
                      <a:pt x="38" y="169"/>
                      <a:pt x="57" y="151"/>
                    </a:cubicBezTo>
                    <a:cubicBezTo>
                      <a:pt x="57" y="29"/>
                      <a:pt x="57" y="29"/>
                      <a:pt x="57" y="29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66686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36" name="îsḷíḑé" descr="e140288c-9806-4d69-8060-62c3e84dfb1f"/>
              <p:cNvSpPr/>
              <p:nvPr/>
            </p:nvSpPr>
            <p:spPr bwMode="auto">
              <a:xfrm>
                <a:off x="10465316" y="2865087"/>
                <a:ext cx="102992" cy="74821"/>
              </a:xfrm>
              <a:prstGeom prst="rect">
                <a:avLst/>
              </a:prstGeom>
              <a:solidFill>
                <a:srgbClr val="E9EB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37" name="ï$ľîḓe" descr="3951c783-6634-4de9-b587-4b293a8a08a2"/>
              <p:cNvSpPr/>
              <p:nvPr/>
            </p:nvSpPr>
            <p:spPr bwMode="auto">
              <a:xfrm>
                <a:off x="10465316" y="2865087"/>
                <a:ext cx="102992" cy="748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38" name="îṡļíḋe" descr="da8f1741-fcca-481c-b238-bfe64e767af4"/>
              <p:cNvSpPr/>
              <p:nvPr/>
            </p:nvSpPr>
            <p:spPr bwMode="auto">
              <a:xfrm>
                <a:off x="10362326" y="2865087"/>
                <a:ext cx="102992" cy="74821"/>
              </a:xfrm>
              <a:prstGeom prst="rect">
                <a:avLst/>
              </a:prstGeom>
              <a:solidFill>
                <a:srgbClr val="E9EB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39" name="íṣḻidè" descr="86764811-2b49-45f7-b718-53960c58ef63"/>
              <p:cNvSpPr/>
              <p:nvPr/>
            </p:nvSpPr>
            <p:spPr bwMode="auto">
              <a:xfrm>
                <a:off x="10362326" y="2865087"/>
                <a:ext cx="102992" cy="748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40" name="íšḷïḋé" descr="43985aff-33a4-48bb-9b51-0e07f6a2cf71"/>
              <p:cNvSpPr/>
              <p:nvPr/>
            </p:nvSpPr>
            <p:spPr bwMode="auto">
              <a:xfrm>
                <a:off x="10351420" y="2730154"/>
                <a:ext cx="227793" cy="562752"/>
              </a:xfrm>
              <a:custGeom>
                <a:avLst/>
                <a:gdLst>
                  <a:gd name="T0" fmla="*/ 358 w 376"/>
                  <a:gd name="T1" fmla="*/ 862 h 880"/>
                  <a:gd name="T2" fmla="*/ 358 w 376"/>
                  <a:gd name="T3" fmla="*/ 844 h 880"/>
                  <a:gd name="T4" fmla="*/ 36 w 376"/>
                  <a:gd name="T5" fmla="*/ 844 h 880"/>
                  <a:gd name="T6" fmla="*/ 36 w 376"/>
                  <a:gd name="T7" fmla="*/ 36 h 880"/>
                  <a:gd name="T8" fmla="*/ 188 w 376"/>
                  <a:gd name="T9" fmla="*/ 36 h 880"/>
                  <a:gd name="T10" fmla="*/ 340 w 376"/>
                  <a:gd name="T11" fmla="*/ 36 h 880"/>
                  <a:gd name="T12" fmla="*/ 340 w 376"/>
                  <a:gd name="T13" fmla="*/ 862 h 880"/>
                  <a:gd name="T14" fmla="*/ 358 w 376"/>
                  <a:gd name="T15" fmla="*/ 862 h 880"/>
                  <a:gd name="T16" fmla="*/ 358 w 376"/>
                  <a:gd name="T17" fmla="*/ 844 h 880"/>
                  <a:gd name="T18" fmla="*/ 358 w 376"/>
                  <a:gd name="T19" fmla="*/ 862 h 880"/>
                  <a:gd name="T20" fmla="*/ 376 w 376"/>
                  <a:gd name="T21" fmla="*/ 862 h 880"/>
                  <a:gd name="T22" fmla="*/ 376 w 376"/>
                  <a:gd name="T23" fmla="*/ 0 h 880"/>
                  <a:gd name="T24" fmla="*/ 188 w 376"/>
                  <a:gd name="T25" fmla="*/ 0 h 880"/>
                  <a:gd name="T26" fmla="*/ 0 w 376"/>
                  <a:gd name="T27" fmla="*/ 0 h 880"/>
                  <a:gd name="T28" fmla="*/ 0 w 376"/>
                  <a:gd name="T29" fmla="*/ 880 h 880"/>
                  <a:gd name="T30" fmla="*/ 376 w 376"/>
                  <a:gd name="T31" fmla="*/ 880 h 880"/>
                  <a:gd name="T32" fmla="*/ 376 w 376"/>
                  <a:gd name="T33" fmla="*/ 862 h 880"/>
                  <a:gd name="T34" fmla="*/ 358 w 376"/>
                  <a:gd name="T35" fmla="*/ 862 h 8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76" h="880">
                    <a:moveTo>
                      <a:pt x="358" y="862"/>
                    </a:moveTo>
                    <a:lnTo>
                      <a:pt x="358" y="844"/>
                    </a:lnTo>
                    <a:lnTo>
                      <a:pt x="36" y="844"/>
                    </a:lnTo>
                    <a:lnTo>
                      <a:pt x="36" y="36"/>
                    </a:lnTo>
                    <a:lnTo>
                      <a:pt x="188" y="36"/>
                    </a:lnTo>
                    <a:lnTo>
                      <a:pt x="340" y="36"/>
                    </a:lnTo>
                    <a:lnTo>
                      <a:pt x="340" y="862"/>
                    </a:lnTo>
                    <a:lnTo>
                      <a:pt x="358" y="862"/>
                    </a:lnTo>
                    <a:lnTo>
                      <a:pt x="358" y="844"/>
                    </a:lnTo>
                    <a:lnTo>
                      <a:pt x="358" y="862"/>
                    </a:lnTo>
                    <a:lnTo>
                      <a:pt x="376" y="862"/>
                    </a:lnTo>
                    <a:lnTo>
                      <a:pt x="376" y="0"/>
                    </a:lnTo>
                    <a:lnTo>
                      <a:pt x="188" y="0"/>
                    </a:lnTo>
                    <a:lnTo>
                      <a:pt x="0" y="0"/>
                    </a:lnTo>
                    <a:lnTo>
                      <a:pt x="0" y="880"/>
                    </a:lnTo>
                    <a:lnTo>
                      <a:pt x="376" y="880"/>
                    </a:lnTo>
                    <a:lnTo>
                      <a:pt x="376" y="862"/>
                    </a:lnTo>
                    <a:lnTo>
                      <a:pt x="358" y="862"/>
                    </a:lnTo>
                    <a:close/>
                  </a:path>
                </a:pathLst>
              </a:cu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41" name="iṣḻiḓè" descr="1f5e8d39-daca-4ca2-9a20-59851baf37c0"/>
              <p:cNvSpPr/>
              <p:nvPr/>
            </p:nvSpPr>
            <p:spPr bwMode="auto">
              <a:xfrm>
                <a:off x="10454412" y="2730154"/>
                <a:ext cx="21809" cy="562752"/>
              </a:xfrm>
              <a:custGeom>
                <a:avLst/>
                <a:gdLst>
                  <a:gd name="T0" fmla="*/ 57 w 57"/>
                  <a:gd name="T1" fmla="*/ 1366 h 1395"/>
                  <a:gd name="T2" fmla="*/ 57 w 57"/>
                  <a:gd name="T3" fmla="*/ 28 h 1395"/>
                  <a:gd name="T4" fmla="*/ 29 w 57"/>
                  <a:gd name="T5" fmla="*/ 0 h 1395"/>
                  <a:gd name="T6" fmla="*/ 0 w 57"/>
                  <a:gd name="T7" fmla="*/ 28 h 1395"/>
                  <a:gd name="T8" fmla="*/ 0 w 57"/>
                  <a:gd name="T9" fmla="*/ 1366 h 1395"/>
                  <a:gd name="T10" fmla="*/ 29 w 57"/>
                  <a:gd name="T11" fmla="*/ 1395 h 1395"/>
                  <a:gd name="T12" fmla="*/ 57 w 57"/>
                  <a:gd name="T13" fmla="*/ 1366 h 13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7" h="1395">
                    <a:moveTo>
                      <a:pt x="57" y="1366"/>
                    </a:moveTo>
                    <a:cubicBezTo>
                      <a:pt x="57" y="28"/>
                      <a:pt x="57" y="28"/>
                      <a:pt x="57" y="28"/>
                    </a:cubicBezTo>
                    <a:cubicBezTo>
                      <a:pt x="57" y="13"/>
                      <a:pt x="44" y="0"/>
                      <a:pt x="29" y="0"/>
                    </a:cubicBezTo>
                    <a:cubicBezTo>
                      <a:pt x="13" y="0"/>
                      <a:pt x="0" y="13"/>
                      <a:pt x="0" y="28"/>
                    </a:cubicBezTo>
                    <a:cubicBezTo>
                      <a:pt x="0" y="1366"/>
                      <a:pt x="0" y="1366"/>
                      <a:pt x="0" y="1366"/>
                    </a:cubicBezTo>
                    <a:cubicBezTo>
                      <a:pt x="0" y="1382"/>
                      <a:pt x="13" y="1395"/>
                      <a:pt x="29" y="1395"/>
                    </a:cubicBezTo>
                    <a:cubicBezTo>
                      <a:pt x="44" y="1395"/>
                      <a:pt x="57" y="1382"/>
                      <a:pt x="57" y="1366"/>
                    </a:cubicBezTo>
                  </a:path>
                </a:pathLst>
              </a:cu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42" name="îşḻíḋê" descr="6b7fcb39-2069-4912-a61e-a725dc93c69d"/>
              <p:cNvSpPr/>
              <p:nvPr/>
            </p:nvSpPr>
            <p:spPr bwMode="auto">
              <a:xfrm>
                <a:off x="10355055" y="2863808"/>
                <a:ext cx="117532" cy="14709"/>
              </a:xfrm>
              <a:custGeom>
                <a:avLst/>
                <a:gdLst>
                  <a:gd name="T0" fmla="*/ 19 w 307"/>
                  <a:gd name="T1" fmla="*/ 37 h 37"/>
                  <a:gd name="T2" fmla="*/ 289 w 307"/>
                  <a:gd name="T3" fmla="*/ 37 h 37"/>
                  <a:gd name="T4" fmla="*/ 307 w 307"/>
                  <a:gd name="T5" fmla="*/ 19 h 37"/>
                  <a:gd name="T6" fmla="*/ 289 w 307"/>
                  <a:gd name="T7" fmla="*/ 0 h 37"/>
                  <a:gd name="T8" fmla="*/ 19 w 307"/>
                  <a:gd name="T9" fmla="*/ 0 h 37"/>
                  <a:gd name="T10" fmla="*/ 0 w 307"/>
                  <a:gd name="T11" fmla="*/ 19 h 37"/>
                  <a:gd name="T12" fmla="*/ 19 w 307"/>
                  <a:gd name="T13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7" h="37">
                    <a:moveTo>
                      <a:pt x="19" y="37"/>
                    </a:moveTo>
                    <a:cubicBezTo>
                      <a:pt x="289" y="37"/>
                      <a:pt x="289" y="37"/>
                      <a:pt x="289" y="37"/>
                    </a:cubicBezTo>
                    <a:cubicBezTo>
                      <a:pt x="299" y="37"/>
                      <a:pt x="307" y="29"/>
                      <a:pt x="307" y="19"/>
                    </a:cubicBezTo>
                    <a:cubicBezTo>
                      <a:pt x="307" y="8"/>
                      <a:pt x="299" y="0"/>
                      <a:pt x="289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8" y="0"/>
                      <a:pt x="0" y="8"/>
                      <a:pt x="0" y="19"/>
                    </a:cubicBezTo>
                    <a:cubicBezTo>
                      <a:pt x="0" y="29"/>
                      <a:pt x="8" y="37"/>
                      <a:pt x="19" y="37"/>
                    </a:cubicBezTo>
                  </a:path>
                </a:pathLst>
              </a:cu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43" name="iṣļïdé" descr="b2740b41-3a19-4021-92a8-5a42a5db611d"/>
              <p:cNvSpPr/>
              <p:nvPr/>
            </p:nvSpPr>
            <p:spPr bwMode="auto">
              <a:xfrm>
                <a:off x="10355055" y="2938629"/>
                <a:ext cx="117532" cy="14709"/>
              </a:xfrm>
              <a:custGeom>
                <a:avLst/>
                <a:gdLst>
                  <a:gd name="T0" fmla="*/ 19 w 307"/>
                  <a:gd name="T1" fmla="*/ 37 h 37"/>
                  <a:gd name="T2" fmla="*/ 289 w 307"/>
                  <a:gd name="T3" fmla="*/ 37 h 37"/>
                  <a:gd name="T4" fmla="*/ 307 w 307"/>
                  <a:gd name="T5" fmla="*/ 18 h 37"/>
                  <a:gd name="T6" fmla="*/ 289 w 307"/>
                  <a:gd name="T7" fmla="*/ 0 h 37"/>
                  <a:gd name="T8" fmla="*/ 19 w 307"/>
                  <a:gd name="T9" fmla="*/ 0 h 37"/>
                  <a:gd name="T10" fmla="*/ 0 w 307"/>
                  <a:gd name="T11" fmla="*/ 18 h 37"/>
                  <a:gd name="T12" fmla="*/ 19 w 307"/>
                  <a:gd name="T13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7" h="37">
                    <a:moveTo>
                      <a:pt x="19" y="37"/>
                    </a:moveTo>
                    <a:cubicBezTo>
                      <a:pt x="289" y="37"/>
                      <a:pt x="289" y="37"/>
                      <a:pt x="289" y="37"/>
                    </a:cubicBezTo>
                    <a:cubicBezTo>
                      <a:pt x="299" y="37"/>
                      <a:pt x="307" y="29"/>
                      <a:pt x="307" y="18"/>
                    </a:cubicBezTo>
                    <a:cubicBezTo>
                      <a:pt x="307" y="8"/>
                      <a:pt x="299" y="0"/>
                      <a:pt x="289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8" y="0"/>
                      <a:pt x="0" y="8"/>
                      <a:pt x="0" y="18"/>
                    </a:cubicBezTo>
                    <a:cubicBezTo>
                      <a:pt x="0" y="29"/>
                      <a:pt x="8" y="37"/>
                      <a:pt x="19" y="37"/>
                    </a:cubicBezTo>
                  </a:path>
                </a:pathLst>
              </a:cu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44" name="ïşľïďe" descr="146dba3d-8e62-4679-8c32-60ed3dfe5c91"/>
              <p:cNvSpPr/>
              <p:nvPr/>
            </p:nvSpPr>
            <p:spPr bwMode="auto">
              <a:xfrm>
                <a:off x="10391405" y="2987869"/>
                <a:ext cx="43015" cy="7673"/>
              </a:xfrm>
              <a:prstGeom prst="rect">
                <a:avLst/>
              </a:pr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45" name="iśliḑè" descr="eb37cc37-9066-41d7-88a2-8b1f4cc67d39"/>
              <p:cNvSpPr/>
              <p:nvPr/>
            </p:nvSpPr>
            <p:spPr bwMode="auto">
              <a:xfrm>
                <a:off x="10391405" y="2987869"/>
                <a:ext cx="43015" cy="7673"/>
              </a:xfrm>
              <a:custGeom>
                <a:avLst/>
                <a:gdLst>
                  <a:gd name="T0" fmla="*/ 0 w 71"/>
                  <a:gd name="T1" fmla="*/ 12 h 12"/>
                  <a:gd name="T2" fmla="*/ 71 w 71"/>
                  <a:gd name="T3" fmla="*/ 12 h 12"/>
                  <a:gd name="T4" fmla="*/ 71 w 71"/>
                  <a:gd name="T5" fmla="*/ 0 h 12"/>
                  <a:gd name="T6" fmla="*/ 0 w 71"/>
                  <a:gd name="T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1" h="12">
                    <a:moveTo>
                      <a:pt x="0" y="12"/>
                    </a:moveTo>
                    <a:lnTo>
                      <a:pt x="71" y="12"/>
                    </a:lnTo>
                    <a:lnTo>
                      <a:pt x="71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46" name="iṧļíḑê" descr="48c8fde1-1730-4901-8acf-dc0275efc1eb"/>
              <p:cNvSpPr/>
              <p:nvPr/>
            </p:nvSpPr>
            <p:spPr bwMode="auto">
              <a:xfrm>
                <a:off x="10391405" y="2813288"/>
                <a:ext cx="43015" cy="14709"/>
              </a:xfrm>
              <a:prstGeom prst="rect">
                <a:avLst/>
              </a:pr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47" name="îşľîďe" descr="b2c57510-0df8-4ffa-9dfd-501906ecf58b"/>
              <p:cNvSpPr/>
              <p:nvPr/>
            </p:nvSpPr>
            <p:spPr bwMode="auto">
              <a:xfrm>
                <a:off x="10391405" y="2813288"/>
                <a:ext cx="43015" cy="14709"/>
              </a:xfrm>
              <a:custGeom>
                <a:avLst/>
                <a:gdLst>
                  <a:gd name="T0" fmla="*/ 0 w 71"/>
                  <a:gd name="T1" fmla="*/ 23 h 23"/>
                  <a:gd name="T2" fmla="*/ 71 w 71"/>
                  <a:gd name="T3" fmla="*/ 23 h 23"/>
                  <a:gd name="T4" fmla="*/ 71 w 71"/>
                  <a:gd name="T5" fmla="*/ 0 h 23"/>
                  <a:gd name="T6" fmla="*/ 0 w 71"/>
                  <a:gd name="T7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1" h="23">
                    <a:moveTo>
                      <a:pt x="0" y="23"/>
                    </a:moveTo>
                    <a:lnTo>
                      <a:pt x="71" y="23"/>
                    </a:lnTo>
                    <a:lnTo>
                      <a:pt x="71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48" name="íṩḻídê" descr="758ba082-ed09-4ed9-a781-b46c12c5568d"/>
              <p:cNvSpPr/>
              <p:nvPr/>
            </p:nvSpPr>
            <p:spPr bwMode="auto">
              <a:xfrm>
                <a:off x="10391405" y="3030076"/>
                <a:ext cx="43015" cy="7673"/>
              </a:xfrm>
              <a:prstGeom prst="rect">
                <a:avLst/>
              </a:pr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49" name="ïṩḻíďè" descr="0d40099e-5153-4dae-bff4-4572747a858e"/>
              <p:cNvSpPr/>
              <p:nvPr/>
            </p:nvSpPr>
            <p:spPr bwMode="auto">
              <a:xfrm>
                <a:off x="10391405" y="3030076"/>
                <a:ext cx="43015" cy="7673"/>
              </a:xfrm>
              <a:custGeom>
                <a:avLst/>
                <a:gdLst>
                  <a:gd name="T0" fmla="*/ 0 w 71"/>
                  <a:gd name="T1" fmla="*/ 12 h 12"/>
                  <a:gd name="T2" fmla="*/ 71 w 71"/>
                  <a:gd name="T3" fmla="*/ 12 h 12"/>
                  <a:gd name="T4" fmla="*/ 71 w 71"/>
                  <a:gd name="T5" fmla="*/ 0 h 12"/>
                  <a:gd name="T6" fmla="*/ 0 w 71"/>
                  <a:gd name="T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1" h="12">
                    <a:moveTo>
                      <a:pt x="0" y="12"/>
                    </a:moveTo>
                    <a:lnTo>
                      <a:pt x="71" y="12"/>
                    </a:lnTo>
                    <a:lnTo>
                      <a:pt x="71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50" name="îşľîďe" descr="ff82d9d7-ee31-4f21-8c12-192dd8817606"/>
              <p:cNvSpPr/>
              <p:nvPr/>
            </p:nvSpPr>
            <p:spPr bwMode="auto">
              <a:xfrm>
                <a:off x="10458047" y="2863808"/>
                <a:ext cx="117532" cy="14709"/>
              </a:xfrm>
              <a:custGeom>
                <a:avLst/>
                <a:gdLst>
                  <a:gd name="T0" fmla="*/ 19 w 307"/>
                  <a:gd name="T1" fmla="*/ 37 h 37"/>
                  <a:gd name="T2" fmla="*/ 289 w 307"/>
                  <a:gd name="T3" fmla="*/ 37 h 37"/>
                  <a:gd name="T4" fmla="*/ 307 w 307"/>
                  <a:gd name="T5" fmla="*/ 19 h 37"/>
                  <a:gd name="T6" fmla="*/ 289 w 307"/>
                  <a:gd name="T7" fmla="*/ 0 h 37"/>
                  <a:gd name="T8" fmla="*/ 19 w 307"/>
                  <a:gd name="T9" fmla="*/ 0 h 37"/>
                  <a:gd name="T10" fmla="*/ 0 w 307"/>
                  <a:gd name="T11" fmla="*/ 19 h 37"/>
                  <a:gd name="T12" fmla="*/ 19 w 307"/>
                  <a:gd name="T13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7" h="37">
                    <a:moveTo>
                      <a:pt x="19" y="37"/>
                    </a:moveTo>
                    <a:cubicBezTo>
                      <a:pt x="289" y="37"/>
                      <a:pt x="289" y="37"/>
                      <a:pt x="289" y="37"/>
                    </a:cubicBezTo>
                    <a:cubicBezTo>
                      <a:pt x="299" y="37"/>
                      <a:pt x="307" y="29"/>
                      <a:pt x="307" y="19"/>
                    </a:cubicBezTo>
                    <a:cubicBezTo>
                      <a:pt x="307" y="8"/>
                      <a:pt x="299" y="0"/>
                      <a:pt x="289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8" y="0"/>
                      <a:pt x="0" y="8"/>
                      <a:pt x="0" y="19"/>
                    </a:cubicBezTo>
                    <a:cubicBezTo>
                      <a:pt x="0" y="29"/>
                      <a:pt x="8" y="37"/>
                      <a:pt x="19" y="37"/>
                    </a:cubicBezTo>
                  </a:path>
                </a:pathLst>
              </a:cu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51" name="iṣ1íďé" descr="6dca4919-9685-45ed-ba1e-0e2a4218797c"/>
              <p:cNvSpPr/>
              <p:nvPr/>
            </p:nvSpPr>
            <p:spPr bwMode="auto">
              <a:xfrm>
                <a:off x="10458047" y="2938629"/>
                <a:ext cx="117532" cy="14709"/>
              </a:xfrm>
              <a:custGeom>
                <a:avLst/>
                <a:gdLst>
                  <a:gd name="T0" fmla="*/ 19 w 307"/>
                  <a:gd name="T1" fmla="*/ 37 h 37"/>
                  <a:gd name="T2" fmla="*/ 289 w 307"/>
                  <a:gd name="T3" fmla="*/ 37 h 37"/>
                  <a:gd name="T4" fmla="*/ 307 w 307"/>
                  <a:gd name="T5" fmla="*/ 18 h 37"/>
                  <a:gd name="T6" fmla="*/ 289 w 307"/>
                  <a:gd name="T7" fmla="*/ 0 h 37"/>
                  <a:gd name="T8" fmla="*/ 19 w 307"/>
                  <a:gd name="T9" fmla="*/ 0 h 37"/>
                  <a:gd name="T10" fmla="*/ 0 w 307"/>
                  <a:gd name="T11" fmla="*/ 18 h 37"/>
                  <a:gd name="T12" fmla="*/ 19 w 307"/>
                  <a:gd name="T13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7" h="37">
                    <a:moveTo>
                      <a:pt x="19" y="37"/>
                    </a:moveTo>
                    <a:cubicBezTo>
                      <a:pt x="289" y="37"/>
                      <a:pt x="289" y="37"/>
                      <a:pt x="289" y="37"/>
                    </a:cubicBezTo>
                    <a:cubicBezTo>
                      <a:pt x="299" y="37"/>
                      <a:pt x="307" y="29"/>
                      <a:pt x="307" y="18"/>
                    </a:cubicBezTo>
                    <a:cubicBezTo>
                      <a:pt x="307" y="8"/>
                      <a:pt x="299" y="0"/>
                      <a:pt x="289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8" y="0"/>
                      <a:pt x="0" y="8"/>
                      <a:pt x="0" y="18"/>
                    </a:cubicBezTo>
                    <a:cubicBezTo>
                      <a:pt x="0" y="29"/>
                      <a:pt x="8" y="37"/>
                      <a:pt x="19" y="37"/>
                    </a:cubicBezTo>
                  </a:path>
                </a:pathLst>
              </a:cu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52" name="ïṡļiḋe" descr="ab773eb5-08f2-4146-89bd-af96c19aef60"/>
              <p:cNvSpPr/>
              <p:nvPr/>
            </p:nvSpPr>
            <p:spPr bwMode="auto">
              <a:xfrm>
                <a:off x="10494397" y="2987869"/>
                <a:ext cx="43015" cy="7673"/>
              </a:xfrm>
              <a:prstGeom prst="rect">
                <a:avLst/>
              </a:pr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53" name="íṥļíḍé" descr="58901e5d-3e71-41f3-a3ad-53187bb88245"/>
              <p:cNvSpPr/>
              <p:nvPr/>
            </p:nvSpPr>
            <p:spPr bwMode="auto">
              <a:xfrm>
                <a:off x="10494397" y="2987869"/>
                <a:ext cx="43015" cy="7673"/>
              </a:xfrm>
              <a:custGeom>
                <a:avLst/>
                <a:gdLst>
                  <a:gd name="T0" fmla="*/ 0 w 71"/>
                  <a:gd name="T1" fmla="*/ 12 h 12"/>
                  <a:gd name="T2" fmla="*/ 71 w 71"/>
                  <a:gd name="T3" fmla="*/ 12 h 12"/>
                  <a:gd name="T4" fmla="*/ 71 w 71"/>
                  <a:gd name="T5" fmla="*/ 0 h 12"/>
                  <a:gd name="T6" fmla="*/ 0 w 71"/>
                  <a:gd name="T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1" h="12">
                    <a:moveTo>
                      <a:pt x="0" y="12"/>
                    </a:moveTo>
                    <a:lnTo>
                      <a:pt x="71" y="12"/>
                    </a:lnTo>
                    <a:lnTo>
                      <a:pt x="71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54" name="iśḷíḓé" descr="2ad28ccf-5efd-4796-95e9-d969903bfaeb"/>
              <p:cNvSpPr/>
              <p:nvPr/>
            </p:nvSpPr>
            <p:spPr bwMode="auto">
              <a:xfrm>
                <a:off x="10494397" y="2813288"/>
                <a:ext cx="43015" cy="14709"/>
              </a:xfrm>
              <a:prstGeom prst="rect">
                <a:avLst/>
              </a:pr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55" name="ïṥḻiḓé" descr="80d9cf5d-d88d-4114-bff6-d68805c8f119"/>
              <p:cNvSpPr/>
              <p:nvPr/>
            </p:nvSpPr>
            <p:spPr bwMode="auto">
              <a:xfrm>
                <a:off x="10494397" y="2813288"/>
                <a:ext cx="43015" cy="14709"/>
              </a:xfrm>
              <a:custGeom>
                <a:avLst/>
                <a:gdLst>
                  <a:gd name="T0" fmla="*/ 0 w 71"/>
                  <a:gd name="T1" fmla="*/ 23 h 23"/>
                  <a:gd name="T2" fmla="*/ 71 w 71"/>
                  <a:gd name="T3" fmla="*/ 23 h 23"/>
                  <a:gd name="T4" fmla="*/ 71 w 71"/>
                  <a:gd name="T5" fmla="*/ 0 h 23"/>
                  <a:gd name="T6" fmla="*/ 0 w 71"/>
                  <a:gd name="T7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1" h="23">
                    <a:moveTo>
                      <a:pt x="0" y="23"/>
                    </a:moveTo>
                    <a:lnTo>
                      <a:pt x="71" y="23"/>
                    </a:lnTo>
                    <a:lnTo>
                      <a:pt x="71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56" name="îŝľíḋe" descr="f28f8de1-96fb-4f67-b980-6d19417c6eb2"/>
              <p:cNvSpPr/>
              <p:nvPr/>
            </p:nvSpPr>
            <p:spPr bwMode="auto">
              <a:xfrm>
                <a:off x="10494397" y="3030076"/>
                <a:ext cx="43015" cy="7673"/>
              </a:xfrm>
              <a:prstGeom prst="rect">
                <a:avLst/>
              </a:pr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57" name="íṣ1íḍê" descr="57b43aae-1137-4454-803d-c7cba682ce73"/>
              <p:cNvSpPr/>
              <p:nvPr/>
            </p:nvSpPr>
            <p:spPr bwMode="auto">
              <a:xfrm>
                <a:off x="10494397" y="3030076"/>
                <a:ext cx="43015" cy="7673"/>
              </a:xfrm>
              <a:custGeom>
                <a:avLst/>
                <a:gdLst>
                  <a:gd name="T0" fmla="*/ 0 w 71"/>
                  <a:gd name="T1" fmla="*/ 12 h 12"/>
                  <a:gd name="T2" fmla="*/ 71 w 71"/>
                  <a:gd name="T3" fmla="*/ 12 h 12"/>
                  <a:gd name="T4" fmla="*/ 71 w 71"/>
                  <a:gd name="T5" fmla="*/ 0 h 12"/>
                  <a:gd name="T6" fmla="*/ 0 w 71"/>
                  <a:gd name="T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1" h="12">
                    <a:moveTo>
                      <a:pt x="0" y="12"/>
                    </a:moveTo>
                    <a:lnTo>
                      <a:pt x="71" y="12"/>
                    </a:lnTo>
                    <a:lnTo>
                      <a:pt x="71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58" name="ïṩḻíďè" descr="fab720ca-a767-450e-b5cf-6b8849b5bc46"/>
              <p:cNvSpPr/>
              <p:nvPr/>
            </p:nvSpPr>
            <p:spPr bwMode="auto">
              <a:xfrm>
                <a:off x="10174518" y="2141184"/>
                <a:ext cx="182356" cy="192486"/>
              </a:xfrm>
              <a:prstGeom prst="ellipse">
                <a:avLst/>
              </a:prstGeom>
              <a:solidFill>
                <a:srgbClr val="FDDF8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59" name="îṩļîḋe" descr="93aae8c4-c93f-4616-ac03-54981c077524"/>
              <p:cNvSpPr/>
              <p:nvPr/>
            </p:nvSpPr>
            <p:spPr bwMode="auto">
              <a:xfrm>
                <a:off x="10167247" y="2133509"/>
                <a:ext cx="196289" cy="207835"/>
              </a:xfrm>
              <a:custGeom>
                <a:avLst/>
                <a:gdLst>
                  <a:gd name="T0" fmla="*/ 496 w 514"/>
                  <a:gd name="T1" fmla="*/ 258 h 515"/>
                  <a:gd name="T2" fmla="*/ 477 w 514"/>
                  <a:gd name="T3" fmla="*/ 258 h 515"/>
                  <a:gd name="T4" fmla="*/ 412 w 514"/>
                  <a:gd name="T5" fmla="*/ 413 h 515"/>
                  <a:gd name="T6" fmla="*/ 257 w 514"/>
                  <a:gd name="T7" fmla="*/ 478 h 515"/>
                  <a:gd name="T8" fmla="*/ 102 w 514"/>
                  <a:gd name="T9" fmla="*/ 413 h 515"/>
                  <a:gd name="T10" fmla="*/ 37 w 514"/>
                  <a:gd name="T11" fmla="*/ 258 h 515"/>
                  <a:gd name="T12" fmla="*/ 102 w 514"/>
                  <a:gd name="T13" fmla="*/ 102 h 515"/>
                  <a:gd name="T14" fmla="*/ 257 w 514"/>
                  <a:gd name="T15" fmla="*/ 38 h 515"/>
                  <a:gd name="T16" fmla="*/ 412 w 514"/>
                  <a:gd name="T17" fmla="*/ 102 h 515"/>
                  <a:gd name="T18" fmla="*/ 477 w 514"/>
                  <a:gd name="T19" fmla="*/ 258 h 515"/>
                  <a:gd name="T20" fmla="*/ 496 w 514"/>
                  <a:gd name="T21" fmla="*/ 258 h 515"/>
                  <a:gd name="T22" fmla="*/ 514 w 514"/>
                  <a:gd name="T23" fmla="*/ 258 h 515"/>
                  <a:gd name="T24" fmla="*/ 439 w 514"/>
                  <a:gd name="T25" fmla="*/ 76 h 515"/>
                  <a:gd name="T26" fmla="*/ 257 w 514"/>
                  <a:gd name="T27" fmla="*/ 0 h 515"/>
                  <a:gd name="T28" fmla="*/ 75 w 514"/>
                  <a:gd name="T29" fmla="*/ 76 h 515"/>
                  <a:gd name="T30" fmla="*/ 0 w 514"/>
                  <a:gd name="T31" fmla="*/ 258 h 515"/>
                  <a:gd name="T32" fmla="*/ 75 w 514"/>
                  <a:gd name="T33" fmla="*/ 440 h 515"/>
                  <a:gd name="T34" fmla="*/ 257 w 514"/>
                  <a:gd name="T35" fmla="*/ 515 h 515"/>
                  <a:gd name="T36" fmla="*/ 439 w 514"/>
                  <a:gd name="T37" fmla="*/ 440 h 515"/>
                  <a:gd name="T38" fmla="*/ 514 w 514"/>
                  <a:gd name="T39" fmla="*/ 258 h 515"/>
                  <a:gd name="T40" fmla="*/ 496 w 514"/>
                  <a:gd name="T41" fmla="*/ 258 h 5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14" h="515">
                    <a:moveTo>
                      <a:pt x="496" y="258"/>
                    </a:moveTo>
                    <a:cubicBezTo>
                      <a:pt x="477" y="258"/>
                      <a:pt x="477" y="258"/>
                      <a:pt x="477" y="258"/>
                    </a:cubicBezTo>
                    <a:cubicBezTo>
                      <a:pt x="477" y="319"/>
                      <a:pt x="452" y="373"/>
                      <a:pt x="412" y="413"/>
                    </a:cubicBezTo>
                    <a:cubicBezTo>
                      <a:pt x="373" y="453"/>
                      <a:pt x="318" y="478"/>
                      <a:pt x="257" y="478"/>
                    </a:cubicBezTo>
                    <a:cubicBezTo>
                      <a:pt x="196" y="478"/>
                      <a:pt x="141" y="453"/>
                      <a:pt x="102" y="413"/>
                    </a:cubicBezTo>
                    <a:cubicBezTo>
                      <a:pt x="62" y="373"/>
                      <a:pt x="37" y="319"/>
                      <a:pt x="37" y="258"/>
                    </a:cubicBezTo>
                    <a:cubicBezTo>
                      <a:pt x="37" y="197"/>
                      <a:pt x="62" y="142"/>
                      <a:pt x="102" y="102"/>
                    </a:cubicBezTo>
                    <a:cubicBezTo>
                      <a:pt x="141" y="63"/>
                      <a:pt x="196" y="38"/>
                      <a:pt x="257" y="38"/>
                    </a:cubicBezTo>
                    <a:cubicBezTo>
                      <a:pt x="318" y="38"/>
                      <a:pt x="373" y="63"/>
                      <a:pt x="412" y="102"/>
                    </a:cubicBezTo>
                    <a:cubicBezTo>
                      <a:pt x="452" y="142"/>
                      <a:pt x="477" y="197"/>
                      <a:pt x="477" y="258"/>
                    </a:cubicBezTo>
                    <a:cubicBezTo>
                      <a:pt x="496" y="258"/>
                      <a:pt x="496" y="258"/>
                      <a:pt x="496" y="258"/>
                    </a:cubicBezTo>
                    <a:cubicBezTo>
                      <a:pt x="514" y="258"/>
                      <a:pt x="514" y="258"/>
                      <a:pt x="514" y="258"/>
                    </a:cubicBezTo>
                    <a:cubicBezTo>
                      <a:pt x="514" y="187"/>
                      <a:pt x="486" y="122"/>
                      <a:pt x="439" y="76"/>
                    </a:cubicBezTo>
                    <a:cubicBezTo>
                      <a:pt x="393" y="29"/>
                      <a:pt x="328" y="0"/>
                      <a:pt x="257" y="0"/>
                    </a:cubicBezTo>
                    <a:cubicBezTo>
                      <a:pt x="186" y="0"/>
                      <a:pt x="122" y="29"/>
                      <a:pt x="75" y="76"/>
                    </a:cubicBezTo>
                    <a:cubicBezTo>
                      <a:pt x="28" y="122"/>
                      <a:pt x="0" y="187"/>
                      <a:pt x="0" y="258"/>
                    </a:cubicBezTo>
                    <a:cubicBezTo>
                      <a:pt x="0" y="329"/>
                      <a:pt x="28" y="393"/>
                      <a:pt x="75" y="440"/>
                    </a:cubicBezTo>
                    <a:cubicBezTo>
                      <a:pt x="122" y="486"/>
                      <a:pt x="186" y="515"/>
                      <a:pt x="257" y="515"/>
                    </a:cubicBezTo>
                    <a:cubicBezTo>
                      <a:pt x="328" y="515"/>
                      <a:pt x="393" y="486"/>
                      <a:pt x="439" y="440"/>
                    </a:cubicBezTo>
                    <a:cubicBezTo>
                      <a:pt x="486" y="393"/>
                      <a:pt x="514" y="329"/>
                      <a:pt x="514" y="258"/>
                    </a:cubicBezTo>
                    <a:lnTo>
                      <a:pt x="496" y="258"/>
                    </a:lnTo>
                    <a:close/>
                  </a:path>
                </a:pathLst>
              </a:cu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60" name="îS1iḋè" descr="66da3fff-9f6e-460d-8158-816d01db5f9f"/>
              <p:cNvSpPr/>
              <p:nvPr/>
            </p:nvSpPr>
            <p:spPr bwMode="auto">
              <a:xfrm>
                <a:off x="10442294" y="2063166"/>
                <a:ext cx="461643" cy="572984"/>
              </a:xfrm>
              <a:custGeom>
                <a:avLst/>
                <a:gdLst>
                  <a:gd name="T0" fmla="*/ 0 w 762"/>
                  <a:gd name="T1" fmla="*/ 79 h 896"/>
                  <a:gd name="T2" fmla="*/ 716 w 762"/>
                  <a:gd name="T3" fmla="*/ 896 h 896"/>
                  <a:gd name="T4" fmla="*/ 762 w 762"/>
                  <a:gd name="T5" fmla="*/ 848 h 896"/>
                  <a:gd name="T6" fmla="*/ 12 w 762"/>
                  <a:gd name="T7" fmla="*/ 0 h 896"/>
                  <a:gd name="T8" fmla="*/ 0 w 762"/>
                  <a:gd name="T9" fmla="*/ 79 h 8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62" h="896">
                    <a:moveTo>
                      <a:pt x="0" y="79"/>
                    </a:moveTo>
                    <a:lnTo>
                      <a:pt x="716" y="896"/>
                    </a:lnTo>
                    <a:lnTo>
                      <a:pt x="762" y="848"/>
                    </a:lnTo>
                    <a:lnTo>
                      <a:pt x="12" y="0"/>
                    </a:lnTo>
                    <a:lnTo>
                      <a:pt x="0" y="79"/>
                    </a:lnTo>
                    <a:close/>
                  </a:path>
                </a:pathLst>
              </a:custGeom>
              <a:solidFill>
                <a:srgbClr val="ECEC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61" name="ïsḷíḓe" descr="f7a5bcd3-1b5f-4bac-a2b0-e721b0b49e45"/>
              <p:cNvSpPr/>
              <p:nvPr/>
            </p:nvSpPr>
            <p:spPr bwMode="auto">
              <a:xfrm>
                <a:off x="10431390" y="2055491"/>
                <a:ext cx="480424" cy="588972"/>
              </a:xfrm>
              <a:custGeom>
                <a:avLst/>
                <a:gdLst>
                  <a:gd name="T0" fmla="*/ 18 w 793"/>
                  <a:gd name="T1" fmla="*/ 91 h 921"/>
                  <a:gd name="T2" fmla="*/ 4 w 793"/>
                  <a:gd name="T3" fmla="*/ 103 h 921"/>
                  <a:gd name="T4" fmla="*/ 720 w 793"/>
                  <a:gd name="T5" fmla="*/ 920 h 921"/>
                  <a:gd name="T6" fmla="*/ 746 w 793"/>
                  <a:gd name="T7" fmla="*/ 921 h 921"/>
                  <a:gd name="T8" fmla="*/ 793 w 793"/>
                  <a:gd name="T9" fmla="*/ 872 h 921"/>
                  <a:gd name="T10" fmla="*/ 793 w 793"/>
                  <a:gd name="T11" fmla="*/ 848 h 921"/>
                  <a:gd name="T12" fmla="*/ 44 w 793"/>
                  <a:gd name="T13" fmla="*/ 0 h 921"/>
                  <a:gd name="T14" fmla="*/ 13 w 793"/>
                  <a:gd name="T15" fmla="*/ 9 h 921"/>
                  <a:gd name="T16" fmla="*/ 0 w 793"/>
                  <a:gd name="T17" fmla="*/ 88 h 921"/>
                  <a:gd name="T18" fmla="*/ 4 w 793"/>
                  <a:gd name="T19" fmla="*/ 103 h 921"/>
                  <a:gd name="T20" fmla="*/ 18 w 793"/>
                  <a:gd name="T21" fmla="*/ 91 h 921"/>
                  <a:gd name="T22" fmla="*/ 35 w 793"/>
                  <a:gd name="T23" fmla="*/ 94 h 921"/>
                  <a:gd name="T24" fmla="*/ 42 w 793"/>
                  <a:gd name="T25" fmla="*/ 52 h 921"/>
                  <a:gd name="T26" fmla="*/ 756 w 793"/>
                  <a:gd name="T27" fmla="*/ 860 h 921"/>
                  <a:gd name="T28" fmla="*/ 734 w 793"/>
                  <a:gd name="T29" fmla="*/ 882 h 921"/>
                  <a:gd name="T30" fmla="*/ 31 w 793"/>
                  <a:gd name="T31" fmla="*/ 79 h 921"/>
                  <a:gd name="T32" fmla="*/ 18 w 793"/>
                  <a:gd name="T33" fmla="*/ 91 h 921"/>
                  <a:gd name="T34" fmla="*/ 35 w 793"/>
                  <a:gd name="T35" fmla="*/ 94 h 921"/>
                  <a:gd name="T36" fmla="*/ 18 w 793"/>
                  <a:gd name="T37" fmla="*/ 91 h 9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93" h="921">
                    <a:moveTo>
                      <a:pt x="18" y="91"/>
                    </a:moveTo>
                    <a:lnTo>
                      <a:pt x="4" y="103"/>
                    </a:lnTo>
                    <a:lnTo>
                      <a:pt x="720" y="920"/>
                    </a:lnTo>
                    <a:lnTo>
                      <a:pt x="746" y="921"/>
                    </a:lnTo>
                    <a:lnTo>
                      <a:pt x="793" y="872"/>
                    </a:lnTo>
                    <a:lnTo>
                      <a:pt x="793" y="848"/>
                    </a:lnTo>
                    <a:lnTo>
                      <a:pt x="44" y="0"/>
                    </a:lnTo>
                    <a:lnTo>
                      <a:pt x="13" y="9"/>
                    </a:lnTo>
                    <a:lnTo>
                      <a:pt x="0" y="88"/>
                    </a:lnTo>
                    <a:lnTo>
                      <a:pt x="4" y="103"/>
                    </a:lnTo>
                    <a:lnTo>
                      <a:pt x="18" y="91"/>
                    </a:lnTo>
                    <a:lnTo>
                      <a:pt x="35" y="94"/>
                    </a:lnTo>
                    <a:lnTo>
                      <a:pt x="42" y="52"/>
                    </a:lnTo>
                    <a:lnTo>
                      <a:pt x="756" y="860"/>
                    </a:lnTo>
                    <a:lnTo>
                      <a:pt x="734" y="882"/>
                    </a:lnTo>
                    <a:lnTo>
                      <a:pt x="31" y="79"/>
                    </a:lnTo>
                    <a:lnTo>
                      <a:pt x="18" y="91"/>
                    </a:lnTo>
                    <a:lnTo>
                      <a:pt x="35" y="94"/>
                    </a:lnTo>
                    <a:lnTo>
                      <a:pt x="18" y="91"/>
                    </a:lnTo>
                    <a:close/>
                  </a:path>
                </a:pathLst>
              </a:cu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62" name="işḻíde" descr="377f6ea2-5350-44b7-95a8-b0f4c40e7fc8"/>
              <p:cNvSpPr/>
              <p:nvPr/>
            </p:nvSpPr>
            <p:spPr bwMode="auto">
              <a:xfrm>
                <a:off x="10431390" y="2055491"/>
                <a:ext cx="480424" cy="588972"/>
              </a:xfrm>
              <a:custGeom>
                <a:avLst/>
                <a:gdLst>
                  <a:gd name="T0" fmla="*/ 18 w 793"/>
                  <a:gd name="T1" fmla="*/ 91 h 921"/>
                  <a:gd name="T2" fmla="*/ 4 w 793"/>
                  <a:gd name="T3" fmla="*/ 103 h 921"/>
                  <a:gd name="T4" fmla="*/ 720 w 793"/>
                  <a:gd name="T5" fmla="*/ 920 h 921"/>
                  <a:gd name="T6" fmla="*/ 746 w 793"/>
                  <a:gd name="T7" fmla="*/ 921 h 921"/>
                  <a:gd name="T8" fmla="*/ 793 w 793"/>
                  <a:gd name="T9" fmla="*/ 872 h 921"/>
                  <a:gd name="T10" fmla="*/ 793 w 793"/>
                  <a:gd name="T11" fmla="*/ 848 h 921"/>
                  <a:gd name="T12" fmla="*/ 44 w 793"/>
                  <a:gd name="T13" fmla="*/ 0 h 921"/>
                  <a:gd name="T14" fmla="*/ 13 w 793"/>
                  <a:gd name="T15" fmla="*/ 9 h 921"/>
                  <a:gd name="T16" fmla="*/ 0 w 793"/>
                  <a:gd name="T17" fmla="*/ 88 h 921"/>
                  <a:gd name="T18" fmla="*/ 4 w 793"/>
                  <a:gd name="T19" fmla="*/ 103 h 921"/>
                  <a:gd name="T20" fmla="*/ 18 w 793"/>
                  <a:gd name="T21" fmla="*/ 91 h 921"/>
                  <a:gd name="T22" fmla="*/ 35 w 793"/>
                  <a:gd name="T23" fmla="*/ 94 h 921"/>
                  <a:gd name="T24" fmla="*/ 42 w 793"/>
                  <a:gd name="T25" fmla="*/ 52 h 921"/>
                  <a:gd name="T26" fmla="*/ 756 w 793"/>
                  <a:gd name="T27" fmla="*/ 860 h 921"/>
                  <a:gd name="T28" fmla="*/ 734 w 793"/>
                  <a:gd name="T29" fmla="*/ 882 h 921"/>
                  <a:gd name="T30" fmla="*/ 31 w 793"/>
                  <a:gd name="T31" fmla="*/ 79 h 921"/>
                  <a:gd name="T32" fmla="*/ 18 w 793"/>
                  <a:gd name="T33" fmla="*/ 91 h 921"/>
                  <a:gd name="T34" fmla="*/ 35 w 793"/>
                  <a:gd name="T35" fmla="*/ 94 h 921"/>
                  <a:gd name="T36" fmla="*/ 18 w 793"/>
                  <a:gd name="T37" fmla="*/ 91 h 9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93" h="921">
                    <a:moveTo>
                      <a:pt x="18" y="91"/>
                    </a:moveTo>
                    <a:lnTo>
                      <a:pt x="4" y="103"/>
                    </a:lnTo>
                    <a:lnTo>
                      <a:pt x="720" y="920"/>
                    </a:lnTo>
                    <a:lnTo>
                      <a:pt x="746" y="921"/>
                    </a:lnTo>
                    <a:lnTo>
                      <a:pt x="793" y="872"/>
                    </a:lnTo>
                    <a:lnTo>
                      <a:pt x="793" y="848"/>
                    </a:lnTo>
                    <a:lnTo>
                      <a:pt x="44" y="0"/>
                    </a:lnTo>
                    <a:lnTo>
                      <a:pt x="13" y="9"/>
                    </a:lnTo>
                    <a:lnTo>
                      <a:pt x="0" y="88"/>
                    </a:lnTo>
                    <a:lnTo>
                      <a:pt x="4" y="103"/>
                    </a:lnTo>
                    <a:lnTo>
                      <a:pt x="18" y="91"/>
                    </a:lnTo>
                    <a:lnTo>
                      <a:pt x="35" y="94"/>
                    </a:lnTo>
                    <a:lnTo>
                      <a:pt x="42" y="52"/>
                    </a:lnTo>
                    <a:lnTo>
                      <a:pt x="756" y="860"/>
                    </a:lnTo>
                    <a:lnTo>
                      <a:pt x="734" y="882"/>
                    </a:lnTo>
                    <a:lnTo>
                      <a:pt x="31" y="79"/>
                    </a:lnTo>
                    <a:lnTo>
                      <a:pt x="18" y="91"/>
                    </a:lnTo>
                    <a:lnTo>
                      <a:pt x="35" y="94"/>
                    </a:lnTo>
                    <a:lnTo>
                      <a:pt x="18" y="91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63" name="ïśḻïdê" descr="6e4cc37e-f23d-482c-b78f-a27d928db86d"/>
              <p:cNvSpPr/>
              <p:nvPr/>
            </p:nvSpPr>
            <p:spPr bwMode="auto">
              <a:xfrm>
                <a:off x="10189663" y="1877073"/>
                <a:ext cx="302309" cy="347884"/>
              </a:xfrm>
              <a:custGeom>
                <a:avLst/>
                <a:gdLst>
                  <a:gd name="T0" fmla="*/ 0 w 791"/>
                  <a:gd name="T1" fmla="*/ 487 h 862"/>
                  <a:gd name="T2" fmla="*/ 418 w 791"/>
                  <a:gd name="T3" fmla="*/ 80 h 862"/>
                  <a:gd name="T4" fmla="*/ 662 w 791"/>
                  <a:gd name="T5" fmla="*/ 42 h 862"/>
                  <a:gd name="T6" fmla="*/ 769 w 791"/>
                  <a:gd name="T7" fmla="*/ 275 h 862"/>
                  <a:gd name="T8" fmla="*/ 633 w 791"/>
                  <a:gd name="T9" fmla="*/ 862 h 862"/>
                  <a:gd name="T10" fmla="*/ 0 w 791"/>
                  <a:gd name="T11" fmla="*/ 487 h 8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91" h="862">
                    <a:moveTo>
                      <a:pt x="0" y="487"/>
                    </a:moveTo>
                    <a:cubicBezTo>
                      <a:pt x="13" y="484"/>
                      <a:pt x="268" y="231"/>
                      <a:pt x="418" y="80"/>
                    </a:cubicBezTo>
                    <a:cubicBezTo>
                      <a:pt x="483" y="16"/>
                      <a:pt x="581" y="0"/>
                      <a:pt x="662" y="42"/>
                    </a:cubicBezTo>
                    <a:cubicBezTo>
                      <a:pt x="747" y="87"/>
                      <a:pt x="791" y="182"/>
                      <a:pt x="769" y="275"/>
                    </a:cubicBezTo>
                    <a:cubicBezTo>
                      <a:pt x="633" y="862"/>
                      <a:pt x="633" y="862"/>
                      <a:pt x="633" y="862"/>
                    </a:cubicBezTo>
                    <a:cubicBezTo>
                      <a:pt x="0" y="487"/>
                      <a:pt x="0" y="487"/>
                      <a:pt x="0" y="487"/>
                    </a:cubicBezTo>
                  </a:path>
                </a:pathLst>
              </a:custGeom>
              <a:solidFill>
                <a:srgbClr val="ECEC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64" name="i$1iḑè" descr="38524e42-52f9-4fca-a853-8f9c1753898c"/>
              <p:cNvSpPr/>
              <p:nvPr/>
            </p:nvSpPr>
            <p:spPr bwMode="auto">
              <a:xfrm>
                <a:off x="10184211" y="1873237"/>
                <a:ext cx="312608" cy="361313"/>
              </a:xfrm>
              <a:custGeom>
                <a:avLst/>
                <a:gdLst>
                  <a:gd name="T0" fmla="*/ 15 w 818"/>
                  <a:gd name="T1" fmla="*/ 496 h 895"/>
                  <a:gd name="T2" fmla="*/ 20 w 818"/>
                  <a:gd name="T3" fmla="*/ 524 h 895"/>
                  <a:gd name="T4" fmla="*/ 25 w 818"/>
                  <a:gd name="T5" fmla="*/ 522 h 895"/>
                  <a:gd name="T6" fmla="*/ 30 w 818"/>
                  <a:gd name="T7" fmla="*/ 520 h 895"/>
                  <a:gd name="T8" fmla="*/ 36 w 818"/>
                  <a:gd name="T9" fmla="*/ 516 h 895"/>
                  <a:gd name="T10" fmla="*/ 46 w 818"/>
                  <a:gd name="T11" fmla="*/ 507 h 895"/>
                  <a:gd name="T12" fmla="*/ 75 w 818"/>
                  <a:gd name="T13" fmla="*/ 481 h 895"/>
                  <a:gd name="T14" fmla="*/ 153 w 818"/>
                  <a:gd name="T15" fmla="*/ 407 h 895"/>
                  <a:gd name="T16" fmla="*/ 453 w 818"/>
                  <a:gd name="T17" fmla="*/ 109 h 895"/>
                  <a:gd name="T18" fmla="*/ 581 w 818"/>
                  <a:gd name="T19" fmla="*/ 56 h 895"/>
                  <a:gd name="T20" fmla="*/ 664 w 818"/>
                  <a:gd name="T21" fmla="*/ 77 h 895"/>
                  <a:gd name="T22" fmla="*/ 736 w 818"/>
                  <a:gd name="T23" fmla="*/ 144 h 895"/>
                  <a:gd name="T24" fmla="*/ 762 w 818"/>
                  <a:gd name="T25" fmla="*/ 237 h 895"/>
                  <a:gd name="T26" fmla="*/ 757 w 818"/>
                  <a:gd name="T27" fmla="*/ 278 h 895"/>
                  <a:gd name="T28" fmla="*/ 629 w 818"/>
                  <a:gd name="T29" fmla="*/ 827 h 895"/>
                  <a:gd name="T30" fmla="*/ 29 w 818"/>
                  <a:gd name="T31" fmla="*/ 472 h 895"/>
                  <a:gd name="T32" fmla="*/ 15 w 818"/>
                  <a:gd name="T33" fmla="*/ 496 h 895"/>
                  <a:gd name="T34" fmla="*/ 20 w 818"/>
                  <a:gd name="T35" fmla="*/ 524 h 895"/>
                  <a:gd name="T36" fmla="*/ 15 w 818"/>
                  <a:gd name="T37" fmla="*/ 496 h 895"/>
                  <a:gd name="T38" fmla="*/ 0 w 818"/>
                  <a:gd name="T39" fmla="*/ 520 h 895"/>
                  <a:gd name="T40" fmla="*/ 633 w 818"/>
                  <a:gd name="T41" fmla="*/ 895 h 895"/>
                  <a:gd name="T42" fmla="*/ 675 w 818"/>
                  <a:gd name="T43" fmla="*/ 877 h 895"/>
                  <a:gd name="T44" fmla="*/ 812 w 818"/>
                  <a:gd name="T45" fmla="*/ 290 h 895"/>
                  <a:gd name="T46" fmla="*/ 818 w 818"/>
                  <a:gd name="T47" fmla="*/ 237 h 895"/>
                  <a:gd name="T48" fmla="*/ 784 w 818"/>
                  <a:gd name="T49" fmla="*/ 115 h 895"/>
                  <a:gd name="T50" fmla="*/ 690 w 818"/>
                  <a:gd name="T51" fmla="*/ 26 h 895"/>
                  <a:gd name="T52" fmla="*/ 581 w 818"/>
                  <a:gd name="T53" fmla="*/ 0 h 895"/>
                  <a:gd name="T54" fmla="*/ 413 w 818"/>
                  <a:gd name="T55" fmla="*/ 69 h 895"/>
                  <a:gd name="T56" fmla="*/ 153 w 818"/>
                  <a:gd name="T57" fmla="*/ 328 h 895"/>
                  <a:gd name="T58" fmla="*/ 45 w 818"/>
                  <a:gd name="T59" fmla="*/ 432 h 895"/>
                  <a:gd name="T60" fmla="*/ 12 w 818"/>
                  <a:gd name="T61" fmla="*/ 463 h 895"/>
                  <a:gd name="T62" fmla="*/ 3 w 818"/>
                  <a:gd name="T63" fmla="*/ 470 h 895"/>
                  <a:gd name="T64" fmla="*/ 2 w 818"/>
                  <a:gd name="T65" fmla="*/ 471 h 895"/>
                  <a:gd name="T66" fmla="*/ 1 w 818"/>
                  <a:gd name="T67" fmla="*/ 471 h 895"/>
                  <a:gd name="T68" fmla="*/ 8 w 818"/>
                  <a:gd name="T69" fmla="*/ 482 h 895"/>
                  <a:gd name="T70" fmla="*/ 3 w 818"/>
                  <a:gd name="T71" fmla="*/ 470 h 895"/>
                  <a:gd name="T72" fmla="*/ 1 w 818"/>
                  <a:gd name="T73" fmla="*/ 471 h 895"/>
                  <a:gd name="T74" fmla="*/ 8 w 818"/>
                  <a:gd name="T75" fmla="*/ 482 h 895"/>
                  <a:gd name="T76" fmla="*/ 3 w 818"/>
                  <a:gd name="T77" fmla="*/ 470 h 895"/>
                  <a:gd name="T78" fmla="*/ 13 w 818"/>
                  <a:gd name="T79" fmla="*/ 490 h 895"/>
                  <a:gd name="T80" fmla="*/ 5 w 818"/>
                  <a:gd name="T81" fmla="*/ 470 h 895"/>
                  <a:gd name="T82" fmla="*/ 3 w 818"/>
                  <a:gd name="T83" fmla="*/ 470 h 895"/>
                  <a:gd name="T84" fmla="*/ 13 w 818"/>
                  <a:gd name="T85" fmla="*/ 490 h 895"/>
                  <a:gd name="T86" fmla="*/ 5 w 818"/>
                  <a:gd name="T87" fmla="*/ 470 h 895"/>
                  <a:gd name="T88" fmla="*/ 14 w 818"/>
                  <a:gd name="T89" fmla="*/ 494 h 895"/>
                  <a:gd name="T90" fmla="*/ 9 w 818"/>
                  <a:gd name="T91" fmla="*/ 468 h 895"/>
                  <a:gd name="T92" fmla="*/ 5 w 818"/>
                  <a:gd name="T93" fmla="*/ 470 h 895"/>
                  <a:gd name="T94" fmla="*/ 14 w 818"/>
                  <a:gd name="T95" fmla="*/ 494 h 895"/>
                  <a:gd name="T96" fmla="*/ 9 w 818"/>
                  <a:gd name="T97" fmla="*/ 468 h 895"/>
                  <a:gd name="T98" fmla="*/ 0 w 818"/>
                  <a:gd name="T99" fmla="*/ 520 h 895"/>
                  <a:gd name="T100" fmla="*/ 15 w 818"/>
                  <a:gd name="T101" fmla="*/ 496 h 8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18" h="895">
                    <a:moveTo>
                      <a:pt x="15" y="496"/>
                    </a:moveTo>
                    <a:cubicBezTo>
                      <a:pt x="20" y="524"/>
                      <a:pt x="20" y="524"/>
                      <a:pt x="20" y="524"/>
                    </a:cubicBezTo>
                    <a:cubicBezTo>
                      <a:pt x="22" y="523"/>
                      <a:pt x="24" y="523"/>
                      <a:pt x="25" y="522"/>
                    </a:cubicBezTo>
                    <a:cubicBezTo>
                      <a:pt x="27" y="521"/>
                      <a:pt x="29" y="521"/>
                      <a:pt x="30" y="520"/>
                    </a:cubicBezTo>
                    <a:cubicBezTo>
                      <a:pt x="32" y="518"/>
                      <a:pt x="34" y="517"/>
                      <a:pt x="36" y="516"/>
                    </a:cubicBezTo>
                    <a:cubicBezTo>
                      <a:pt x="39" y="514"/>
                      <a:pt x="42" y="511"/>
                      <a:pt x="46" y="507"/>
                    </a:cubicBezTo>
                    <a:cubicBezTo>
                      <a:pt x="54" y="501"/>
                      <a:pt x="64" y="492"/>
                      <a:pt x="75" y="481"/>
                    </a:cubicBezTo>
                    <a:cubicBezTo>
                      <a:pt x="96" y="462"/>
                      <a:pt x="122" y="436"/>
                      <a:pt x="153" y="407"/>
                    </a:cubicBezTo>
                    <a:cubicBezTo>
                      <a:pt x="243" y="319"/>
                      <a:pt x="366" y="197"/>
                      <a:pt x="453" y="109"/>
                    </a:cubicBezTo>
                    <a:cubicBezTo>
                      <a:pt x="488" y="74"/>
                      <a:pt x="534" y="56"/>
                      <a:pt x="581" y="56"/>
                    </a:cubicBezTo>
                    <a:cubicBezTo>
                      <a:pt x="609" y="56"/>
                      <a:pt x="638" y="63"/>
                      <a:pt x="664" y="77"/>
                    </a:cubicBezTo>
                    <a:cubicBezTo>
                      <a:pt x="695" y="92"/>
                      <a:pt x="719" y="116"/>
                      <a:pt x="736" y="144"/>
                    </a:cubicBezTo>
                    <a:cubicBezTo>
                      <a:pt x="752" y="171"/>
                      <a:pt x="762" y="204"/>
                      <a:pt x="762" y="237"/>
                    </a:cubicBezTo>
                    <a:cubicBezTo>
                      <a:pt x="762" y="250"/>
                      <a:pt x="760" y="264"/>
                      <a:pt x="757" y="278"/>
                    </a:cubicBezTo>
                    <a:cubicBezTo>
                      <a:pt x="629" y="827"/>
                      <a:pt x="629" y="827"/>
                      <a:pt x="629" y="827"/>
                    </a:cubicBezTo>
                    <a:cubicBezTo>
                      <a:pt x="29" y="472"/>
                      <a:pt x="29" y="472"/>
                      <a:pt x="29" y="472"/>
                    </a:cubicBezTo>
                    <a:cubicBezTo>
                      <a:pt x="15" y="496"/>
                      <a:pt x="15" y="496"/>
                      <a:pt x="15" y="496"/>
                    </a:cubicBezTo>
                    <a:cubicBezTo>
                      <a:pt x="20" y="524"/>
                      <a:pt x="20" y="524"/>
                      <a:pt x="20" y="524"/>
                    </a:cubicBezTo>
                    <a:cubicBezTo>
                      <a:pt x="15" y="496"/>
                      <a:pt x="15" y="496"/>
                      <a:pt x="15" y="496"/>
                    </a:cubicBezTo>
                    <a:cubicBezTo>
                      <a:pt x="0" y="520"/>
                      <a:pt x="0" y="520"/>
                      <a:pt x="0" y="520"/>
                    </a:cubicBezTo>
                    <a:cubicBezTo>
                      <a:pt x="633" y="895"/>
                      <a:pt x="633" y="895"/>
                      <a:pt x="633" y="895"/>
                    </a:cubicBezTo>
                    <a:cubicBezTo>
                      <a:pt x="675" y="877"/>
                      <a:pt x="675" y="877"/>
                      <a:pt x="675" y="877"/>
                    </a:cubicBezTo>
                    <a:cubicBezTo>
                      <a:pt x="812" y="290"/>
                      <a:pt x="812" y="290"/>
                      <a:pt x="812" y="290"/>
                    </a:cubicBezTo>
                    <a:cubicBezTo>
                      <a:pt x="816" y="272"/>
                      <a:pt x="818" y="254"/>
                      <a:pt x="818" y="237"/>
                    </a:cubicBezTo>
                    <a:cubicBezTo>
                      <a:pt x="818" y="193"/>
                      <a:pt x="806" y="151"/>
                      <a:pt x="784" y="115"/>
                    </a:cubicBezTo>
                    <a:cubicBezTo>
                      <a:pt x="762" y="78"/>
                      <a:pt x="730" y="47"/>
                      <a:pt x="690" y="26"/>
                    </a:cubicBezTo>
                    <a:cubicBezTo>
                      <a:pt x="656" y="8"/>
                      <a:pt x="618" y="0"/>
                      <a:pt x="581" y="0"/>
                    </a:cubicBezTo>
                    <a:cubicBezTo>
                      <a:pt x="519" y="0"/>
                      <a:pt x="459" y="24"/>
                      <a:pt x="413" y="69"/>
                    </a:cubicBezTo>
                    <a:cubicBezTo>
                      <a:pt x="338" y="144"/>
                      <a:pt x="237" y="245"/>
                      <a:pt x="153" y="328"/>
                    </a:cubicBezTo>
                    <a:cubicBezTo>
                      <a:pt x="111" y="369"/>
                      <a:pt x="73" y="406"/>
                      <a:pt x="45" y="432"/>
                    </a:cubicBezTo>
                    <a:cubicBezTo>
                      <a:pt x="31" y="445"/>
                      <a:pt x="20" y="455"/>
                      <a:pt x="12" y="463"/>
                    </a:cubicBezTo>
                    <a:cubicBezTo>
                      <a:pt x="8" y="466"/>
                      <a:pt x="5" y="469"/>
                      <a:pt x="3" y="470"/>
                    </a:cubicBezTo>
                    <a:cubicBezTo>
                      <a:pt x="2" y="471"/>
                      <a:pt x="2" y="471"/>
                      <a:pt x="2" y="471"/>
                    </a:cubicBezTo>
                    <a:cubicBezTo>
                      <a:pt x="1" y="471"/>
                      <a:pt x="1" y="471"/>
                      <a:pt x="1" y="471"/>
                    </a:cubicBezTo>
                    <a:cubicBezTo>
                      <a:pt x="8" y="482"/>
                      <a:pt x="8" y="482"/>
                      <a:pt x="8" y="482"/>
                    </a:cubicBezTo>
                    <a:cubicBezTo>
                      <a:pt x="3" y="470"/>
                      <a:pt x="3" y="470"/>
                      <a:pt x="3" y="470"/>
                    </a:cubicBezTo>
                    <a:cubicBezTo>
                      <a:pt x="2" y="471"/>
                      <a:pt x="1" y="471"/>
                      <a:pt x="1" y="471"/>
                    </a:cubicBezTo>
                    <a:cubicBezTo>
                      <a:pt x="8" y="482"/>
                      <a:pt x="8" y="482"/>
                      <a:pt x="8" y="482"/>
                    </a:cubicBezTo>
                    <a:cubicBezTo>
                      <a:pt x="3" y="470"/>
                      <a:pt x="3" y="470"/>
                      <a:pt x="3" y="470"/>
                    </a:cubicBezTo>
                    <a:cubicBezTo>
                      <a:pt x="13" y="490"/>
                      <a:pt x="13" y="490"/>
                      <a:pt x="13" y="490"/>
                    </a:cubicBezTo>
                    <a:cubicBezTo>
                      <a:pt x="5" y="470"/>
                      <a:pt x="5" y="470"/>
                      <a:pt x="5" y="470"/>
                    </a:cubicBezTo>
                    <a:cubicBezTo>
                      <a:pt x="4" y="470"/>
                      <a:pt x="3" y="470"/>
                      <a:pt x="3" y="470"/>
                    </a:cubicBezTo>
                    <a:cubicBezTo>
                      <a:pt x="13" y="490"/>
                      <a:pt x="13" y="490"/>
                      <a:pt x="13" y="490"/>
                    </a:cubicBezTo>
                    <a:cubicBezTo>
                      <a:pt x="5" y="470"/>
                      <a:pt x="5" y="470"/>
                      <a:pt x="5" y="470"/>
                    </a:cubicBezTo>
                    <a:cubicBezTo>
                      <a:pt x="14" y="494"/>
                      <a:pt x="14" y="494"/>
                      <a:pt x="14" y="494"/>
                    </a:cubicBezTo>
                    <a:cubicBezTo>
                      <a:pt x="9" y="468"/>
                      <a:pt x="9" y="468"/>
                      <a:pt x="9" y="468"/>
                    </a:cubicBezTo>
                    <a:cubicBezTo>
                      <a:pt x="7" y="469"/>
                      <a:pt x="6" y="469"/>
                      <a:pt x="5" y="470"/>
                    </a:cubicBezTo>
                    <a:cubicBezTo>
                      <a:pt x="14" y="494"/>
                      <a:pt x="14" y="494"/>
                      <a:pt x="14" y="494"/>
                    </a:cubicBezTo>
                    <a:cubicBezTo>
                      <a:pt x="9" y="468"/>
                      <a:pt x="9" y="468"/>
                      <a:pt x="9" y="468"/>
                    </a:cubicBezTo>
                    <a:cubicBezTo>
                      <a:pt x="0" y="520"/>
                      <a:pt x="0" y="520"/>
                      <a:pt x="0" y="520"/>
                    </a:cubicBezTo>
                    <a:cubicBezTo>
                      <a:pt x="15" y="496"/>
                      <a:pt x="15" y="496"/>
                      <a:pt x="15" y="496"/>
                    </a:cubicBezTo>
                  </a:path>
                </a:pathLst>
              </a:cu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65" name="îSļídê" descr="2ab88a0a-b974-4713-b8d1-50521f95bfb9"/>
              <p:cNvSpPr/>
              <p:nvPr/>
            </p:nvSpPr>
            <p:spPr bwMode="auto">
              <a:xfrm>
                <a:off x="10106664" y="2038225"/>
                <a:ext cx="359864" cy="289691"/>
              </a:xfrm>
              <a:custGeom>
                <a:avLst/>
                <a:gdLst>
                  <a:gd name="T0" fmla="*/ 0 w 942"/>
                  <a:gd name="T1" fmla="*/ 269 h 718"/>
                  <a:gd name="T2" fmla="*/ 616 w 942"/>
                  <a:gd name="T3" fmla="*/ 124 h 718"/>
                  <a:gd name="T4" fmla="*/ 832 w 942"/>
                  <a:gd name="T5" fmla="*/ 718 h 718"/>
                  <a:gd name="T6" fmla="*/ 0 w 942"/>
                  <a:gd name="T7" fmla="*/ 269 h 7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42" h="718">
                    <a:moveTo>
                      <a:pt x="0" y="269"/>
                    </a:moveTo>
                    <a:cubicBezTo>
                      <a:pt x="110" y="65"/>
                      <a:pt x="386" y="0"/>
                      <a:pt x="616" y="124"/>
                    </a:cubicBezTo>
                    <a:cubicBezTo>
                      <a:pt x="845" y="248"/>
                      <a:pt x="942" y="514"/>
                      <a:pt x="832" y="718"/>
                    </a:cubicBezTo>
                    <a:cubicBezTo>
                      <a:pt x="0" y="269"/>
                      <a:pt x="0" y="269"/>
                      <a:pt x="0" y="269"/>
                    </a:cubicBezTo>
                  </a:path>
                </a:pathLst>
              </a:custGeom>
              <a:solidFill>
                <a:srgbClr val="ECEC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66" name="îŝļídé" descr="c847c254-d8c3-4704-913b-1976686c7753"/>
              <p:cNvSpPr/>
              <p:nvPr/>
            </p:nvSpPr>
            <p:spPr bwMode="auto">
              <a:xfrm>
                <a:off x="10092124" y="2051654"/>
                <a:ext cx="360470" cy="292248"/>
              </a:xfrm>
              <a:custGeom>
                <a:avLst/>
                <a:gdLst>
                  <a:gd name="T0" fmla="*/ 38 w 944"/>
                  <a:gd name="T1" fmla="*/ 236 h 724"/>
                  <a:gd name="T2" fmla="*/ 63 w 944"/>
                  <a:gd name="T3" fmla="*/ 250 h 724"/>
                  <a:gd name="T4" fmla="*/ 206 w 944"/>
                  <a:gd name="T5" fmla="*/ 107 h 724"/>
                  <a:gd name="T6" fmla="*/ 409 w 944"/>
                  <a:gd name="T7" fmla="*/ 56 h 724"/>
                  <a:gd name="T8" fmla="*/ 640 w 944"/>
                  <a:gd name="T9" fmla="*/ 116 h 724"/>
                  <a:gd name="T10" fmla="*/ 823 w 944"/>
                  <a:gd name="T11" fmla="*/ 286 h 724"/>
                  <a:gd name="T12" fmla="*/ 887 w 944"/>
                  <a:gd name="T13" fmla="*/ 504 h 724"/>
                  <a:gd name="T14" fmla="*/ 845 w 944"/>
                  <a:gd name="T15" fmla="*/ 672 h 724"/>
                  <a:gd name="T16" fmla="*/ 870 w 944"/>
                  <a:gd name="T17" fmla="*/ 685 h 724"/>
                  <a:gd name="T18" fmla="*/ 884 w 944"/>
                  <a:gd name="T19" fmla="*/ 660 h 724"/>
                  <a:gd name="T20" fmla="*/ 51 w 944"/>
                  <a:gd name="T21" fmla="*/ 211 h 724"/>
                  <a:gd name="T22" fmla="*/ 38 w 944"/>
                  <a:gd name="T23" fmla="*/ 236 h 724"/>
                  <a:gd name="T24" fmla="*/ 63 w 944"/>
                  <a:gd name="T25" fmla="*/ 250 h 724"/>
                  <a:gd name="T26" fmla="*/ 38 w 944"/>
                  <a:gd name="T27" fmla="*/ 236 h 724"/>
                  <a:gd name="T28" fmla="*/ 24 w 944"/>
                  <a:gd name="T29" fmla="*/ 261 h 724"/>
                  <a:gd name="T30" fmla="*/ 882 w 944"/>
                  <a:gd name="T31" fmla="*/ 724 h 724"/>
                  <a:gd name="T32" fmla="*/ 895 w 944"/>
                  <a:gd name="T33" fmla="*/ 699 h 724"/>
                  <a:gd name="T34" fmla="*/ 944 w 944"/>
                  <a:gd name="T35" fmla="*/ 504 h 724"/>
                  <a:gd name="T36" fmla="*/ 871 w 944"/>
                  <a:gd name="T37" fmla="*/ 256 h 724"/>
                  <a:gd name="T38" fmla="*/ 667 w 944"/>
                  <a:gd name="T39" fmla="*/ 66 h 724"/>
                  <a:gd name="T40" fmla="*/ 409 w 944"/>
                  <a:gd name="T41" fmla="*/ 0 h 724"/>
                  <a:gd name="T42" fmla="*/ 179 w 944"/>
                  <a:gd name="T43" fmla="*/ 57 h 724"/>
                  <a:gd name="T44" fmla="*/ 13 w 944"/>
                  <a:gd name="T45" fmla="*/ 223 h 724"/>
                  <a:gd name="T46" fmla="*/ 0 w 944"/>
                  <a:gd name="T47" fmla="*/ 248 h 724"/>
                  <a:gd name="T48" fmla="*/ 24 w 944"/>
                  <a:gd name="T49" fmla="*/ 261 h 724"/>
                  <a:gd name="T50" fmla="*/ 38 w 944"/>
                  <a:gd name="T51" fmla="*/ 236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944" h="724">
                    <a:moveTo>
                      <a:pt x="38" y="236"/>
                    </a:moveTo>
                    <a:cubicBezTo>
                      <a:pt x="63" y="250"/>
                      <a:pt x="63" y="250"/>
                      <a:pt x="63" y="250"/>
                    </a:cubicBezTo>
                    <a:cubicBezTo>
                      <a:pt x="96" y="188"/>
                      <a:pt x="146" y="140"/>
                      <a:pt x="206" y="107"/>
                    </a:cubicBezTo>
                    <a:cubicBezTo>
                      <a:pt x="266" y="74"/>
                      <a:pt x="336" y="56"/>
                      <a:pt x="409" y="56"/>
                    </a:cubicBezTo>
                    <a:cubicBezTo>
                      <a:pt x="486" y="56"/>
                      <a:pt x="566" y="75"/>
                      <a:pt x="640" y="116"/>
                    </a:cubicBezTo>
                    <a:cubicBezTo>
                      <a:pt x="719" y="158"/>
                      <a:pt x="780" y="218"/>
                      <a:pt x="823" y="286"/>
                    </a:cubicBezTo>
                    <a:cubicBezTo>
                      <a:pt x="865" y="353"/>
                      <a:pt x="887" y="429"/>
                      <a:pt x="887" y="504"/>
                    </a:cubicBezTo>
                    <a:cubicBezTo>
                      <a:pt x="887" y="562"/>
                      <a:pt x="874" y="619"/>
                      <a:pt x="845" y="672"/>
                    </a:cubicBezTo>
                    <a:cubicBezTo>
                      <a:pt x="870" y="685"/>
                      <a:pt x="870" y="685"/>
                      <a:pt x="870" y="685"/>
                    </a:cubicBezTo>
                    <a:cubicBezTo>
                      <a:pt x="884" y="660"/>
                      <a:pt x="884" y="660"/>
                      <a:pt x="884" y="660"/>
                    </a:cubicBezTo>
                    <a:cubicBezTo>
                      <a:pt x="51" y="211"/>
                      <a:pt x="51" y="211"/>
                      <a:pt x="51" y="211"/>
                    </a:cubicBezTo>
                    <a:cubicBezTo>
                      <a:pt x="38" y="236"/>
                      <a:pt x="38" y="236"/>
                      <a:pt x="38" y="236"/>
                    </a:cubicBezTo>
                    <a:cubicBezTo>
                      <a:pt x="63" y="250"/>
                      <a:pt x="63" y="250"/>
                      <a:pt x="63" y="250"/>
                    </a:cubicBezTo>
                    <a:cubicBezTo>
                      <a:pt x="38" y="236"/>
                      <a:pt x="38" y="236"/>
                      <a:pt x="38" y="236"/>
                    </a:cubicBezTo>
                    <a:cubicBezTo>
                      <a:pt x="24" y="261"/>
                      <a:pt x="24" y="261"/>
                      <a:pt x="24" y="261"/>
                    </a:cubicBezTo>
                    <a:cubicBezTo>
                      <a:pt x="882" y="724"/>
                      <a:pt x="882" y="724"/>
                      <a:pt x="882" y="724"/>
                    </a:cubicBezTo>
                    <a:cubicBezTo>
                      <a:pt x="895" y="699"/>
                      <a:pt x="895" y="699"/>
                      <a:pt x="895" y="699"/>
                    </a:cubicBezTo>
                    <a:cubicBezTo>
                      <a:pt x="928" y="637"/>
                      <a:pt x="944" y="571"/>
                      <a:pt x="944" y="504"/>
                    </a:cubicBezTo>
                    <a:cubicBezTo>
                      <a:pt x="944" y="418"/>
                      <a:pt x="918" y="332"/>
                      <a:pt x="871" y="256"/>
                    </a:cubicBezTo>
                    <a:cubicBezTo>
                      <a:pt x="823" y="179"/>
                      <a:pt x="754" y="113"/>
                      <a:pt x="667" y="66"/>
                    </a:cubicBezTo>
                    <a:cubicBezTo>
                      <a:pt x="584" y="21"/>
                      <a:pt x="495" y="0"/>
                      <a:pt x="409" y="0"/>
                    </a:cubicBezTo>
                    <a:cubicBezTo>
                      <a:pt x="327" y="0"/>
                      <a:pt x="248" y="19"/>
                      <a:pt x="179" y="57"/>
                    </a:cubicBezTo>
                    <a:cubicBezTo>
                      <a:pt x="110" y="95"/>
                      <a:pt x="52" y="151"/>
                      <a:pt x="13" y="223"/>
                    </a:cubicBezTo>
                    <a:cubicBezTo>
                      <a:pt x="0" y="248"/>
                      <a:pt x="0" y="248"/>
                      <a:pt x="0" y="248"/>
                    </a:cubicBezTo>
                    <a:cubicBezTo>
                      <a:pt x="24" y="261"/>
                      <a:pt x="24" y="261"/>
                      <a:pt x="24" y="261"/>
                    </a:cubicBezTo>
                    <a:cubicBezTo>
                      <a:pt x="38" y="236"/>
                      <a:pt x="38" y="236"/>
                      <a:pt x="38" y="236"/>
                    </a:cubicBezTo>
                  </a:path>
                </a:pathLst>
              </a:cu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67" name="ïŝľiďê" descr="65406554-3ada-43e7-a2a1-1a1a39c789e5"/>
              <p:cNvSpPr/>
              <p:nvPr/>
            </p:nvSpPr>
            <p:spPr bwMode="auto">
              <a:xfrm>
                <a:off x="10155737" y="2086827"/>
                <a:ext cx="236881" cy="92087"/>
              </a:xfrm>
              <a:custGeom>
                <a:avLst/>
                <a:gdLst>
                  <a:gd name="T0" fmla="*/ 0 w 621"/>
                  <a:gd name="T1" fmla="*/ 106 h 229"/>
                  <a:gd name="T2" fmla="*/ 22 w 621"/>
                  <a:gd name="T3" fmla="*/ 85 h 229"/>
                  <a:gd name="T4" fmla="*/ 91 w 621"/>
                  <a:gd name="T5" fmla="*/ 39 h 229"/>
                  <a:gd name="T6" fmla="*/ 204 w 621"/>
                  <a:gd name="T7" fmla="*/ 6 h 229"/>
                  <a:gd name="T8" fmla="*/ 340 w 621"/>
                  <a:gd name="T9" fmla="*/ 13 h 229"/>
                  <a:gd name="T10" fmla="*/ 465 w 621"/>
                  <a:gd name="T11" fmla="*/ 64 h 229"/>
                  <a:gd name="T12" fmla="*/ 556 w 621"/>
                  <a:gd name="T13" fmla="*/ 137 h 229"/>
                  <a:gd name="T14" fmla="*/ 606 w 621"/>
                  <a:gd name="T15" fmla="*/ 202 h 229"/>
                  <a:gd name="T16" fmla="*/ 621 w 621"/>
                  <a:gd name="T17" fmla="*/ 229 h 229"/>
                  <a:gd name="T18" fmla="*/ 598 w 621"/>
                  <a:gd name="T19" fmla="*/ 209 h 229"/>
                  <a:gd name="T20" fmla="*/ 536 w 621"/>
                  <a:gd name="T21" fmla="*/ 161 h 229"/>
                  <a:gd name="T22" fmla="*/ 442 w 621"/>
                  <a:gd name="T23" fmla="*/ 107 h 229"/>
                  <a:gd name="T24" fmla="*/ 327 w 621"/>
                  <a:gd name="T25" fmla="*/ 68 h 229"/>
                  <a:gd name="T26" fmla="*/ 207 w 621"/>
                  <a:gd name="T27" fmla="*/ 55 h 229"/>
                  <a:gd name="T28" fmla="*/ 102 w 621"/>
                  <a:gd name="T29" fmla="*/ 69 h 229"/>
                  <a:gd name="T30" fmla="*/ 28 w 621"/>
                  <a:gd name="T31" fmla="*/ 94 h 229"/>
                  <a:gd name="T32" fmla="*/ 0 w 621"/>
                  <a:gd name="T33" fmla="*/ 106 h 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621" h="229">
                    <a:moveTo>
                      <a:pt x="0" y="106"/>
                    </a:moveTo>
                    <a:cubicBezTo>
                      <a:pt x="0" y="106"/>
                      <a:pt x="8" y="98"/>
                      <a:pt x="22" y="85"/>
                    </a:cubicBezTo>
                    <a:cubicBezTo>
                      <a:pt x="36" y="73"/>
                      <a:pt x="60" y="53"/>
                      <a:pt x="91" y="39"/>
                    </a:cubicBezTo>
                    <a:cubicBezTo>
                      <a:pt x="122" y="24"/>
                      <a:pt x="160" y="10"/>
                      <a:pt x="204" y="6"/>
                    </a:cubicBezTo>
                    <a:cubicBezTo>
                      <a:pt x="247" y="0"/>
                      <a:pt x="294" y="4"/>
                      <a:pt x="340" y="13"/>
                    </a:cubicBezTo>
                    <a:cubicBezTo>
                      <a:pt x="385" y="23"/>
                      <a:pt x="428" y="43"/>
                      <a:pt x="465" y="64"/>
                    </a:cubicBezTo>
                    <a:cubicBezTo>
                      <a:pt x="503" y="85"/>
                      <a:pt x="532" y="113"/>
                      <a:pt x="556" y="137"/>
                    </a:cubicBezTo>
                    <a:cubicBezTo>
                      <a:pt x="580" y="162"/>
                      <a:pt x="596" y="185"/>
                      <a:pt x="606" y="202"/>
                    </a:cubicBezTo>
                    <a:cubicBezTo>
                      <a:pt x="616" y="219"/>
                      <a:pt x="621" y="229"/>
                      <a:pt x="621" y="229"/>
                    </a:cubicBezTo>
                    <a:cubicBezTo>
                      <a:pt x="621" y="229"/>
                      <a:pt x="613" y="222"/>
                      <a:pt x="598" y="209"/>
                    </a:cubicBezTo>
                    <a:cubicBezTo>
                      <a:pt x="584" y="196"/>
                      <a:pt x="561" y="180"/>
                      <a:pt x="536" y="161"/>
                    </a:cubicBezTo>
                    <a:cubicBezTo>
                      <a:pt x="510" y="142"/>
                      <a:pt x="477" y="124"/>
                      <a:pt x="442" y="107"/>
                    </a:cubicBezTo>
                    <a:cubicBezTo>
                      <a:pt x="407" y="90"/>
                      <a:pt x="368" y="75"/>
                      <a:pt x="327" y="68"/>
                    </a:cubicBezTo>
                    <a:cubicBezTo>
                      <a:pt x="288" y="58"/>
                      <a:pt x="246" y="52"/>
                      <a:pt x="207" y="55"/>
                    </a:cubicBezTo>
                    <a:cubicBezTo>
                      <a:pt x="169" y="56"/>
                      <a:pt x="132" y="59"/>
                      <a:pt x="102" y="69"/>
                    </a:cubicBezTo>
                    <a:cubicBezTo>
                      <a:pt x="71" y="77"/>
                      <a:pt x="46" y="85"/>
                      <a:pt x="28" y="94"/>
                    </a:cubicBezTo>
                    <a:cubicBezTo>
                      <a:pt x="11" y="102"/>
                      <a:pt x="0" y="106"/>
                      <a:pt x="0" y="10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68" name="íš1ïḑe" descr="a928b6f6-cf8a-46ac-9665-1692276b0a74"/>
              <p:cNvSpPr/>
              <p:nvPr/>
            </p:nvSpPr>
            <p:spPr bwMode="auto">
              <a:xfrm>
                <a:off x="10227831" y="2027353"/>
                <a:ext cx="213253" cy="142606"/>
              </a:xfrm>
              <a:custGeom>
                <a:avLst/>
                <a:gdLst>
                  <a:gd name="T0" fmla="*/ 160 w 558"/>
                  <a:gd name="T1" fmla="*/ 0 h 353"/>
                  <a:gd name="T2" fmla="*/ 29 w 558"/>
                  <a:gd name="T3" fmla="*/ 34 h 353"/>
                  <a:gd name="T4" fmla="*/ 0 w 558"/>
                  <a:gd name="T5" fmla="*/ 63 h 353"/>
                  <a:gd name="T6" fmla="*/ 54 w 558"/>
                  <a:gd name="T7" fmla="*/ 60 h 353"/>
                  <a:gd name="T8" fmla="*/ 312 w 558"/>
                  <a:gd name="T9" fmla="*/ 126 h 353"/>
                  <a:gd name="T10" fmla="*/ 516 w 558"/>
                  <a:gd name="T11" fmla="*/ 316 h 353"/>
                  <a:gd name="T12" fmla="*/ 536 w 558"/>
                  <a:gd name="T13" fmla="*/ 353 h 353"/>
                  <a:gd name="T14" fmla="*/ 558 w 558"/>
                  <a:gd name="T15" fmla="*/ 260 h 353"/>
                  <a:gd name="T16" fmla="*/ 451 w 558"/>
                  <a:gd name="T17" fmla="*/ 102 h 353"/>
                  <a:gd name="T18" fmla="*/ 388 w 558"/>
                  <a:gd name="T19" fmla="*/ 62 h 353"/>
                  <a:gd name="T20" fmla="*/ 176 w 558"/>
                  <a:gd name="T21" fmla="*/ 0 h 353"/>
                  <a:gd name="T22" fmla="*/ 160 w 558"/>
                  <a:gd name="T23" fmla="*/ 0 h 3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58" h="353">
                    <a:moveTo>
                      <a:pt x="160" y="0"/>
                    </a:moveTo>
                    <a:cubicBezTo>
                      <a:pt x="114" y="0"/>
                      <a:pt x="69" y="12"/>
                      <a:pt x="29" y="34"/>
                    </a:cubicBezTo>
                    <a:cubicBezTo>
                      <a:pt x="19" y="44"/>
                      <a:pt x="9" y="54"/>
                      <a:pt x="0" y="63"/>
                    </a:cubicBezTo>
                    <a:cubicBezTo>
                      <a:pt x="18" y="61"/>
                      <a:pt x="36" y="60"/>
                      <a:pt x="54" y="60"/>
                    </a:cubicBezTo>
                    <a:cubicBezTo>
                      <a:pt x="140" y="60"/>
                      <a:pt x="229" y="81"/>
                      <a:pt x="312" y="126"/>
                    </a:cubicBezTo>
                    <a:cubicBezTo>
                      <a:pt x="399" y="173"/>
                      <a:pt x="468" y="239"/>
                      <a:pt x="516" y="316"/>
                    </a:cubicBezTo>
                    <a:cubicBezTo>
                      <a:pt x="523" y="328"/>
                      <a:pt x="530" y="340"/>
                      <a:pt x="536" y="353"/>
                    </a:cubicBezTo>
                    <a:cubicBezTo>
                      <a:pt x="558" y="260"/>
                      <a:pt x="558" y="260"/>
                      <a:pt x="558" y="260"/>
                    </a:cubicBezTo>
                    <a:cubicBezTo>
                      <a:pt x="542" y="198"/>
                      <a:pt x="505" y="142"/>
                      <a:pt x="451" y="102"/>
                    </a:cubicBezTo>
                    <a:cubicBezTo>
                      <a:pt x="431" y="87"/>
                      <a:pt x="410" y="74"/>
                      <a:pt x="388" y="62"/>
                    </a:cubicBezTo>
                    <a:cubicBezTo>
                      <a:pt x="319" y="25"/>
                      <a:pt x="247" y="5"/>
                      <a:pt x="176" y="0"/>
                    </a:cubicBezTo>
                    <a:cubicBezTo>
                      <a:pt x="170" y="0"/>
                      <a:pt x="165" y="0"/>
                      <a:pt x="160" y="0"/>
                    </a:cubicBezTo>
                  </a:path>
                </a:pathLst>
              </a:custGeom>
              <a:solidFill>
                <a:srgbClr val="DBDB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69" name="iṣḷïdé" descr="97bd5f36-9cd7-4332-8257-b2611e1c9745"/>
              <p:cNvSpPr/>
              <p:nvPr/>
            </p:nvSpPr>
            <p:spPr bwMode="auto">
              <a:xfrm>
                <a:off x="10221772" y="2041422"/>
                <a:ext cx="224158" cy="149002"/>
              </a:xfrm>
              <a:custGeom>
                <a:avLst/>
                <a:gdLst>
                  <a:gd name="T0" fmla="*/ 574 w 587"/>
                  <a:gd name="T1" fmla="*/ 226 h 370"/>
                  <a:gd name="T2" fmla="*/ 552 w 587"/>
                  <a:gd name="T3" fmla="*/ 319 h 370"/>
                  <a:gd name="T4" fmla="*/ 575 w 587"/>
                  <a:gd name="T5" fmla="*/ 370 h 370"/>
                  <a:gd name="T6" fmla="*/ 576 w 587"/>
                  <a:gd name="T7" fmla="*/ 367 h 370"/>
                  <a:gd name="T8" fmla="*/ 574 w 587"/>
                  <a:gd name="T9" fmla="*/ 226 h 370"/>
                  <a:gd name="T10" fmla="*/ 45 w 587"/>
                  <a:gd name="T11" fmla="*/ 0 h 370"/>
                  <a:gd name="T12" fmla="*/ 0 w 587"/>
                  <a:gd name="T13" fmla="*/ 31 h 370"/>
                  <a:gd name="T14" fmla="*/ 16 w 587"/>
                  <a:gd name="T15" fmla="*/ 29 h 370"/>
                  <a:gd name="T16" fmla="*/ 45 w 587"/>
                  <a:gd name="T17" fmla="*/ 0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87" h="370">
                    <a:moveTo>
                      <a:pt x="574" y="226"/>
                    </a:moveTo>
                    <a:cubicBezTo>
                      <a:pt x="552" y="319"/>
                      <a:pt x="552" y="319"/>
                      <a:pt x="552" y="319"/>
                    </a:cubicBezTo>
                    <a:cubicBezTo>
                      <a:pt x="561" y="335"/>
                      <a:pt x="569" y="353"/>
                      <a:pt x="575" y="370"/>
                    </a:cubicBezTo>
                    <a:cubicBezTo>
                      <a:pt x="576" y="367"/>
                      <a:pt x="576" y="367"/>
                      <a:pt x="576" y="367"/>
                    </a:cubicBezTo>
                    <a:cubicBezTo>
                      <a:pt x="587" y="320"/>
                      <a:pt x="586" y="272"/>
                      <a:pt x="574" y="226"/>
                    </a:cubicBezTo>
                    <a:moveTo>
                      <a:pt x="45" y="0"/>
                    </a:moveTo>
                    <a:cubicBezTo>
                      <a:pt x="29" y="9"/>
                      <a:pt x="14" y="19"/>
                      <a:pt x="0" y="31"/>
                    </a:cubicBezTo>
                    <a:cubicBezTo>
                      <a:pt x="5" y="30"/>
                      <a:pt x="10" y="29"/>
                      <a:pt x="16" y="29"/>
                    </a:cubicBezTo>
                    <a:cubicBezTo>
                      <a:pt x="25" y="20"/>
                      <a:pt x="35" y="10"/>
                      <a:pt x="45" y="0"/>
                    </a:cubicBezTo>
                  </a:path>
                </a:pathLst>
              </a:custGeom>
              <a:solidFill>
                <a:srgbClr val="66686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70" name="ïs1iďé" descr="aaf03b0d-f42d-4345-aac5-b8ba1df41c2e"/>
              <p:cNvSpPr/>
              <p:nvPr/>
            </p:nvSpPr>
            <p:spPr bwMode="auto">
              <a:xfrm>
                <a:off x="10189663" y="2051654"/>
                <a:ext cx="251420" cy="166268"/>
              </a:xfrm>
              <a:custGeom>
                <a:avLst/>
                <a:gdLst>
                  <a:gd name="T0" fmla="*/ 153 w 658"/>
                  <a:gd name="T1" fmla="*/ 0 h 412"/>
                  <a:gd name="T2" fmla="*/ 99 w 658"/>
                  <a:gd name="T3" fmla="*/ 3 h 412"/>
                  <a:gd name="T4" fmla="*/ 83 w 658"/>
                  <a:gd name="T5" fmla="*/ 5 h 412"/>
                  <a:gd name="T6" fmla="*/ 65 w 658"/>
                  <a:gd name="T7" fmla="*/ 21 h 412"/>
                  <a:gd name="T8" fmla="*/ 0 w 658"/>
                  <a:gd name="T9" fmla="*/ 79 h 412"/>
                  <a:gd name="T10" fmla="*/ 0 w 658"/>
                  <a:gd name="T11" fmla="*/ 79 h 412"/>
                  <a:gd name="T12" fmla="*/ 154 w 658"/>
                  <a:gd name="T13" fmla="*/ 53 h 412"/>
                  <a:gd name="T14" fmla="*/ 398 w 658"/>
                  <a:gd name="T15" fmla="*/ 115 h 412"/>
                  <a:gd name="T16" fmla="*/ 642 w 658"/>
                  <a:gd name="T17" fmla="*/ 412 h 412"/>
                  <a:gd name="T18" fmla="*/ 658 w 658"/>
                  <a:gd name="T19" fmla="*/ 344 h 412"/>
                  <a:gd name="T20" fmla="*/ 635 w 658"/>
                  <a:gd name="T21" fmla="*/ 293 h 412"/>
                  <a:gd name="T22" fmla="*/ 615 w 658"/>
                  <a:gd name="T23" fmla="*/ 256 h 412"/>
                  <a:gd name="T24" fmla="*/ 411 w 658"/>
                  <a:gd name="T25" fmla="*/ 66 h 412"/>
                  <a:gd name="T26" fmla="*/ 153 w 658"/>
                  <a:gd name="T27" fmla="*/ 0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58" h="412">
                    <a:moveTo>
                      <a:pt x="153" y="0"/>
                    </a:moveTo>
                    <a:cubicBezTo>
                      <a:pt x="135" y="0"/>
                      <a:pt x="117" y="1"/>
                      <a:pt x="99" y="3"/>
                    </a:cubicBezTo>
                    <a:cubicBezTo>
                      <a:pt x="93" y="3"/>
                      <a:pt x="88" y="4"/>
                      <a:pt x="83" y="5"/>
                    </a:cubicBezTo>
                    <a:cubicBezTo>
                      <a:pt x="77" y="10"/>
                      <a:pt x="71" y="15"/>
                      <a:pt x="65" y="21"/>
                    </a:cubicBezTo>
                    <a:cubicBezTo>
                      <a:pt x="28" y="55"/>
                      <a:pt x="4" y="78"/>
                      <a:pt x="0" y="79"/>
                    </a:cubicBezTo>
                    <a:cubicBezTo>
                      <a:pt x="0" y="79"/>
                      <a:pt x="0" y="79"/>
                      <a:pt x="0" y="79"/>
                    </a:cubicBezTo>
                    <a:cubicBezTo>
                      <a:pt x="48" y="62"/>
                      <a:pt x="100" y="53"/>
                      <a:pt x="154" y="53"/>
                    </a:cubicBezTo>
                    <a:cubicBezTo>
                      <a:pt x="235" y="53"/>
                      <a:pt x="319" y="73"/>
                      <a:pt x="398" y="115"/>
                    </a:cubicBezTo>
                    <a:cubicBezTo>
                      <a:pt x="523" y="183"/>
                      <a:pt x="608" y="293"/>
                      <a:pt x="642" y="412"/>
                    </a:cubicBezTo>
                    <a:cubicBezTo>
                      <a:pt x="658" y="344"/>
                      <a:pt x="658" y="344"/>
                      <a:pt x="658" y="344"/>
                    </a:cubicBezTo>
                    <a:cubicBezTo>
                      <a:pt x="652" y="327"/>
                      <a:pt x="644" y="309"/>
                      <a:pt x="635" y="293"/>
                    </a:cubicBezTo>
                    <a:cubicBezTo>
                      <a:pt x="629" y="280"/>
                      <a:pt x="622" y="268"/>
                      <a:pt x="615" y="256"/>
                    </a:cubicBezTo>
                    <a:cubicBezTo>
                      <a:pt x="567" y="179"/>
                      <a:pt x="498" y="113"/>
                      <a:pt x="411" y="66"/>
                    </a:cubicBezTo>
                    <a:cubicBezTo>
                      <a:pt x="328" y="21"/>
                      <a:pt x="239" y="0"/>
                      <a:pt x="153" y="0"/>
                    </a:cubicBezTo>
                  </a:path>
                </a:pathLst>
              </a:custGeom>
              <a:solidFill>
                <a:srgbClr val="66686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71" name="iṡlídê" descr="aab10e8c-93b5-4c5b-b301-c27c71091285"/>
              <p:cNvSpPr/>
              <p:nvPr/>
            </p:nvSpPr>
            <p:spPr bwMode="auto">
              <a:xfrm>
                <a:off x="10506513" y="2636150"/>
                <a:ext cx="409542" cy="518628"/>
              </a:xfrm>
              <a:custGeom>
                <a:avLst/>
                <a:gdLst>
                  <a:gd name="T0" fmla="*/ 967 w 1073"/>
                  <a:gd name="T1" fmla="*/ 0 h 1286"/>
                  <a:gd name="T2" fmla="*/ 0 w 1073"/>
                  <a:gd name="T3" fmla="*/ 1269 h 1286"/>
                  <a:gd name="T4" fmla="*/ 167 w 1073"/>
                  <a:gd name="T5" fmla="*/ 1286 h 1286"/>
                  <a:gd name="T6" fmla="*/ 1073 w 1073"/>
                  <a:gd name="T7" fmla="*/ 67 h 1286"/>
                  <a:gd name="T8" fmla="*/ 967 w 1073"/>
                  <a:gd name="T9" fmla="*/ 0 h 1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73" h="1286">
                    <a:moveTo>
                      <a:pt x="967" y="0"/>
                    </a:moveTo>
                    <a:cubicBezTo>
                      <a:pt x="0" y="1269"/>
                      <a:pt x="0" y="1269"/>
                      <a:pt x="0" y="1269"/>
                    </a:cubicBezTo>
                    <a:cubicBezTo>
                      <a:pt x="0" y="1269"/>
                      <a:pt x="169" y="1286"/>
                      <a:pt x="167" y="1286"/>
                    </a:cubicBezTo>
                    <a:cubicBezTo>
                      <a:pt x="164" y="1286"/>
                      <a:pt x="1073" y="67"/>
                      <a:pt x="1073" y="67"/>
                    </a:cubicBezTo>
                    <a:lnTo>
                      <a:pt x="967" y="0"/>
                    </a:lnTo>
                    <a:close/>
                  </a:path>
                </a:pathLst>
              </a:custGeom>
              <a:solidFill>
                <a:srgbClr val="ECEC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72" name="îšļíďe" descr="05c2fcb2-a0bf-40a2-a794-79625f69a187"/>
              <p:cNvSpPr/>
              <p:nvPr/>
            </p:nvSpPr>
            <p:spPr bwMode="auto">
              <a:xfrm>
                <a:off x="10497425" y="2626558"/>
                <a:ext cx="427716" cy="539730"/>
              </a:xfrm>
              <a:custGeom>
                <a:avLst/>
                <a:gdLst>
                  <a:gd name="T0" fmla="*/ 20 w 1119"/>
                  <a:gd name="T1" fmla="*/ 1321 h 1338"/>
                  <a:gd name="T2" fmla="*/ 185 w 1119"/>
                  <a:gd name="T3" fmla="*/ 1338 h 1338"/>
                  <a:gd name="T4" fmla="*/ 190 w 1119"/>
                  <a:gd name="T5" fmla="*/ 1338 h 1338"/>
                  <a:gd name="T6" fmla="*/ 197 w 1119"/>
                  <a:gd name="T7" fmla="*/ 1337 h 1338"/>
                  <a:gd name="T8" fmla="*/ 216 w 1119"/>
                  <a:gd name="T9" fmla="*/ 1320 h 1338"/>
                  <a:gd name="T10" fmla="*/ 207 w 1119"/>
                  <a:gd name="T11" fmla="*/ 1288 h 1338"/>
                  <a:gd name="T12" fmla="*/ 195 w 1119"/>
                  <a:gd name="T13" fmla="*/ 1282 h 1338"/>
                  <a:gd name="T14" fmla="*/ 206 w 1119"/>
                  <a:gd name="T15" fmla="*/ 1287 h 1338"/>
                  <a:gd name="T16" fmla="*/ 190 w 1119"/>
                  <a:gd name="T17" fmla="*/ 1310 h 1338"/>
                  <a:gd name="T18" fmla="*/ 212 w 1119"/>
                  <a:gd name="T19" fmla="*/ 1292 h 1338"/>
                  <a:gd name="T20" fmla="*/ 190 w 1119"/>
                  <a:gd name="T21" fmla="*/ 1310 h 1338"/>
                  <a:gd name="T22" fmla="*/ 217 w 1119"/>
                  <a:gd name="T23" fmla="*/ 1302 h 1338"/>
                  <a:gd name="T24" fmla="*/ 212 w 1119"/>
                  <a:gd name="T25" fmla="*/ 1327 h 1338"/>
                  <a:gd name="T26" fmla="*/ 216 w 1119"/>
                  <a:gd name="T27" fmla="*/ 1321 h 1338"/>
                  <a:gd name="T28" fmla="*/ 190 w 1119"/>
                  <a:gd name="T29" fmla="*/ 1310 h 1338"/>
                  <a:gd name="T30" fmla="*/ 215 w 1119"/>
                  <a:gd name="T31" fmla="*/ 1323 h 1338"/>
                  <a:gd name="T32" fmla="*/ 193 w 1119"/>
                  <a:gd name="T33" fmla="*/ 1312 h 1338"/>
                  <a:gd name="T34" fmla="*/ 214 w 1119"/>
                  <a:gd name="T35" fmla="*/ 1325 h 1338"/>
                  <a:gd name="T36" fmla="*/ 215 w 1119"/>
                  <a:gd name="T37" fmla="*/ 1323 h 1338"/>
                  <a:gd name="T38" fmla="*/ 1049 w 1119"/>
                  <a:gd name="T39" fmla="*/ 202 h 1338"/>
                  <a:gd name="T40" fmla="*/ 1111 w 1119"/>
                  <a:gd name="T41" fmla="*/ 67 h 1338"/>
                  <a:gd name="T42" fmla="*/ 975 w 1119"/>
                  <a:gd name="T43" fmla="*/ 48 h 1338"/>
                  <a:gd name="T44" fmla="*/ 620 w 1119"/>
                  <a:gd name="T45" fmla="*/ 682 h 1338"/>
                  <a:gd name="T46" fmla="*/ 169 w 1119"/>
                  <a:gd name="T47" fmla="*/ 1290 h 1338"/>
                  <a:gd name="T48" fmla="*/ 164 w 1119"/>
                  <a:gd name="T49" fmla="*/ 1299 h 1338"/>
                  <a:gd name="T50" fmla="*/ 167 w 1119"/>
                  <a:gd name="T51" fmla="*/ 1293 h 1338"/>
                  <a:gd name="T52" fmla="*/ 165 w 1119"/>
                  <a:gd name="T53" fmla="*/ 1323 h 1338"/>
                  <a:gd name="T54" fmla="*/ 190 w 1119"/>
                  <a:gd name="T55" fmla="*/ 1310 h 1338"/>
                  <a:gd name="T56" fmla="*/ 183 w 1119"/>
                  <a:gd name="T57" fmla="*/ 1337 h 1338"/>
                  <a:gd name="T58" fmla="*/ 190 w 1119"/>
                  <a:gd name="T59" fmla="*/ 1310 h 1338"/>
                  <a:gd name="T60" fmla="*/ 182 w 1119"/>
                  <a:gd name="T61" fmla="*/ 1337 h 1338"/>
                  <a:gd name="T62" fmla="*/ 179 w 1119"/>
                  <a:gd name="T63" fmla="*/ 1336 h 1338"/>
                  <a:gd name="T64" fmla="*/ 190 w 1119"/>
                  <a:gd name="T65" fmla="*/ 1310 h 1338"/>
                  <a:gd name="T66" fmla="*/ 176 w 1119"/>
                  <a:gd name="T67" fmla="*/ 1335 h 1338"/>
                  <a:gd name="T68" fmla="*/ 190 w 1119"/>
                  <a:gd name="T69" fmla="*/ 1310 h 1338"/>
                  <a:gd name="T70" fmla="*/ 170 w 1119"/>
                  <a:gd name="T71" fmla="*/ 1330 h 1338"/>
                  <a:gd name="T72" fmla="*/ 163 w 1119"/>
                  <a:gd name="T73" fmla="*/ 1318 h 1338"/>
                  <a:gd name="T74" fmla="*/ 190 w 1119"/>
                  <a:gd name="T75" fmla="*/ 1310 h 1338"/>
                  <a:gd name="T76" fmla="*/ 162 w 1119"/>
                  <a:gd name="T77" fmla="*/ 1310 h 1338"/>
                  <a:gd name="T78" fmla="*/ 190 w 1119"/>
                  <a:gd name="T79" fmla="*/ 1310 h 1338"/>
                  <a:gd name="T80" fmla="*/ 163 w 1119"/>
                  <a:gd name="T81" fmla="*/ 1302 h 1338"/>
                  <a:gd name="T82" fmla="*/ 174 w 1119"/>
                  <a:gd name="T83" fmla="*/ 1287 h 1338"/>
                  <a:gd name="T84" fmla="*/ 190 w 1119"/>
                  <a:gd name="T85" fmla="*/ 1310 h 1338"/>
                  <a:gd name="T86" fmla="*/ 180 w 1119"/>
                  <a:gd name="T87" fmla="*/ 1283 h 1338"/>
                  <a:gd name="T88" fmla="*/ 190 w 1119"/>
                  <a:gd name="T89" fmla="*/ 1310 h 1338"/>
                  <a:gd name="T90" fmla="*/ 185 w 1119"/>
                  <a:gd name="T91" fmla="*/ 1282 h 1338"/>
                  <a:gd name="T92" fmla="*/ 190 w 1119"/>
                  <a:gd name="T93" fmla="*/ 1282 h 1338"/>
                  <a:gd name="T94" fmla="*/ 190 w 1119"/>
                  <a:gd name="T95" fmla="*/ 1309 h 1338"/>
                  <a:gd name="T96" fmla="*/ 191 w 1119"/>
                  <a:gd name="T97" fmla="*/ 1282 h 1338"/>
                  <a:gd name="T98" fmla="*/ 190 w 1119"/>
                  <a:gd name="T99" fmla="*/ 1302 h 1338"/>
                  <a:gd name="T100" fmla="*/ 192 w 1119"/>
                  <a:gd name="T101" fmla="*/ 1282 h 1338"/>
                  <a:gd name="T102" fmla="*/ 153 w 1119"/>
                  <a:gd name="T103" fmla="*/ 1278 h 1338"/>
                  <a:gd name="T104" fmla="*/ 23 w 1119"/>
                  <a:gd name="T105" fmla="*/ 1293 h 1338"/>
                  <a:gd name="T106" fmla="*/ 975 w 1119"/>
                  <a:gd name="T107" fmla="*/ 48 h 13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119" h="1338">
                    <a:moveTo>
                      <a:pt x="990" y="24"/>
                    </a:moveTo>
                    <a:cubicBezTo>
                      <a:pt x="967" y="7"/>
                      <a:pt x="967" y="7"/>
                      <a:pt x="967" y="7"/>
                    </a:cubicBezTo>
                    <a:cubicBezTo>
                      <a:pt x="0" y="1276"/>
                      <a:pt x="0" y="1276"/>
                      <a:pt x="0" y="1276"/>
                    </a:cubicBezTo>
                    <a:cubicBezTo>
                      <a:pt x="20" y="1321"/>
                      <a:pt x="20" y="1321"/>
                      <a:pt x="20" y="1321"/>
                    </a:cubicBezTo>
                    <a:cubicBezTo>
                      <a:pt x="20" y="1321"/>
                      <a:pt x="61" y="1325"/>
                      <a:pt x="102" y="1329"/>
                    </a:cubicBezTo>
                    <a:cubicBezTo>
                      <a:pt x="123" y="1332"/>
                      <a:pt x="144" y="1334"/>
                      <a:pt x="160" y="1335"/>
                    </a:cubicBezTo>
                    <a:cubicBezTo>
                      <a:pt x="168" y="1336"/>
                      <a:pt x="174" y="1337"/>
                      <a:pt x="179" y="1337"/>
                    </a:cubicBezTo>
                    <a:cubicBezTo>
                      <a:pt x="182" y="1338"/>
                      <a:pt x="183" y="1338"/>
                      <a:pt x="185" y="1338"/>
                    </a:cubicBezTo>
                    <a:cubicBezTo>
                      <a:pt x="186" y="1338"/>
                      <a:pt x="186" y="1338"/>
                      <a:pt x="187" y="1338"/>
                    </a:cubicBezTo>
                    <a:cubicBezTo>
                      <a:pt x="187" y="1338"/>
                      <a:pt x="187" y="1338"/>
                      <a:pt x="187" y="1338"/>
                    </a:cubicBezTo>
                    <a:cubicBezTo>
                      <a:pt x="188" y="1338"/>
                      <a:pt x="188" y="1338"/>
                      <a:pt x="188" y="1338"/>
                    </a:cubicBezTo>
                    <a:cubicBezTo>
                      <a:pt x="188" y="1338"/>
                      <a:pt x="189" y="1338"/>
                      <a:pt x="190" y="1338"/>
                    </a:cubicBezTo>
                    <a:cubicBezTo>
                      <a:pt x="190" y="1338"/>
                      <a:pt x="190" y="1338"/>
                      <a:pt x="191" y="1338"/>
                    </a:cubicBezTo>
                    <a:cubicBezTo>
                      <a:pt x="191" y="1338"/>
                      <a:pt x="192" y="1338"/>
                      <a:pt x="193" y="1338"/>
                    </a:cubicBezTo>
                    <a:cubicBezTo>
                      <a:pt x="193" y="1338"/>
                      <a:pt x="194" y="1338"/>
                      <a:pt x="195" y="1338"/>
                    </a:cubicBezTo>
                    <a:cubicBezTo>
                      <a:pt x="195" y="1338"/>
                      <a:pt x="196" y="1338"/>
                      <a:pt x="197" y="1337"/>
                    </a:cubicBezTo>
                    <a:cubicBezTo>
                      <a:pt x="198" y="1337"/>
                      <a:pt x="199" y="1337"/>
                      <a:pt x="200" y="1336"/>
                    </a:cubicBezTo>
                    <a:cubicBezTo>
                      <a:pt x="201" y="1336"/>
                      <a:pt x="202" y="1335"/>
                      <a:pt x="203" y="1335"/>
                    </a:cubicBezTo>
                    <a:cubicBezTo>
                      <a:pt x="205" y="1334"/>
                      <a:pt x="208" y="1332"/>
                      <a:pt x="212" y="1328"/>
                    </a:cubicBezTo>
                    <a:cubicBezTo>
                      <a:pt x="213" y="1326"/>
                      <a:pt x="215" y="1324"/>
                      <a:pt x="216" y="1320"/>
                    </a:cubicBezTo>
                    <a:cubicBezTo>
                      <a:pt x="217" y="1317"/>
                      <a:pt x="218" y="1314"/>
                      <a:pt x="218" y="1310"/>
                    </a:cubicBezTo>
                    <a:cubicBezTo>
                      <a:pt x="218" y="1307"/>
                      <a:pt x="218" y="1304"/>
                      <a:pt x="217" y="1302"/>
                    </a:cubicBezTo>
                    <a:cubicBezTo>
                      <a:pt x="215" y="1297"/>
                      <a:pt x="213" y="1294"/>
                      <a:pt x="211" y="1292"/>
                    </a:cubicBezTo>
                    <a:cubicBezTo>
                      <a:pt x="210" y="1290"/>
                      <a:pt x="208" y="1289"/>
                      <a:pt x="207" y="1288"/>
                    </a:cubicBezTo>
                    <a:cubicBezTo>
                      <a:pt x="205" y="1286"/>
                      <a:pt x="204" y="1285"/>
                      <a:pt x="203" y="1285"/>
                    </a:cubicBezTo>
                    <a:cubicBezTo>
                      <a:pt x="201" y="1284"/>
                      <a:pt x="200" y="1284"/>
                      <a:pt x="199" y="1283"/>
                    </a:cubicBezTo>
                    <a:cubicBezTo>
                      <a:pt x="198" y="1283"/>
                      <a:pt x="197" y="1283"/>
                      <a:pt x="196" y="1283"/>
                    </a:cubicBezTo>
                    <a:cubicBezTo>
                      <a:pt x="196" y="1282"/>
                      <a:pt x="195" y="1282"/>
                      <a:pt x="195" y="1282"/>
                    </a:cubicBezTo>
                    <a:cubicBezTo>
                      <a:pt x="190" y="1310"/>
                      <a:pt x="190" y="1310"/>
                      <a:pt x="190" y="1310"/>
                    </a:cubicBezTo>
                    <a:cubicBezTo>
                      <a:pt x="196" y="1282"/>
                      <a:pt x="196" y="1282"/>
                      <a:pt x="196" y="1282"/>
                    </a:cubicBezTo>
                    <a:cubicBezTo>
                      <a:pt x="190" y="1310"/>
                      <a:pt x="190" y="1310"/>
                      <a:pt x="190" y="1310"/>
                    </a:cubicBezTo>
                    <a:cubicBezTo>
                      <a:pt x="206" y="1287"/>
                      <a:pt x="206" y="1287"/>
                      <a:pt x="206" y="1287"/>
                    </a:cubicBezTo>
                    <a:cubicBezTo>
                      <a:pt x="203" y="1285"/>
                      <a:pt x="199" y="1283"/>
                      <a:pt x="196" y="1282"/>
                    </a:cubicBezTo>
                    <a:cubicBezTo>
                      <a:pt x="190" y="1310"/>
                      <a:pt x="190" y="1310"/>
                      <a:pt x="190" y="1310"/>
                    </a:cubicBezTo>
                    <a:cubicBezTo>
                      <a:pt x="206" y="1287"/>
                      <a:pt x="206" y="1287"/>
                      <a:pt x="206" y="1287"/>
                    </a:cubicBezTo>
                    <a:cubicBezTo>
                      <a:pt x="190" y="1310"/>
                      <a:pt x="190" y="1310"/>
                      <a:pt x="190" y="1310"/>
                    </a:cubicBezTo>
                    <a:cubicBezTo>
                      <a:pt x="212" y="1292"/>
                      <a:pt x="212" y="1292"/>
                      <a:pt x="212" y="1292"/>
                    </a:cubicBezTo>
                    <a:cubicBezTo>
                      <a:pt x="210" y="1290"/>
                      <a:pt x="208" y="1288"/>
                      <a:pt x="206" y="1287"/>
                    </a:cubicBezTo>
                    <a:cubicBezTo>
                      <a:pt x="190" y="1310"/>
                      <a:pt x="190" y="1310"/>
                      <a:pt x="190" y="1310"/>
                    </a:cubicBezTo>
                    <a:cubicBezTo>
                      <a:pt x="212" y="1292"/>
                      <a:pt x="212" y="1292"/>
                      <a:pt x="212" y="1292"/>
                    </a:cubicBezTo>
                    <a:cubicBezTo>
                      <a:pt x="190" y="1310"/>
                      <a:pt x="190" y="1310"/>
                      <a:pt x="190" y="1310"/>
                    </a:cubicBezTo>
                    <a:cubicBezTo>
                      <a:pt x="217" y="1302"/>
                      <a:pt x="217" y="1302"/>
                      <a:pt x="217" y="1302"/>
                    </a:cubicBezTo>
                    <a:cubicBezTo>
                      <a:pt x="216" y="1299"/>
                      <a:pt x="214" y="1295"/>
                      <a:pt x="212" y="1292"/>
                    </a:cubicBezTo>
                    <a:cubicBezTo>
                      <a:pt x="190" y="1310"/>
                      <a:pt x="190" y="1310"/>
                      <a:pt x="190" y="1310"/>
                    </a:cubicBezTo>
                    <a:cubicBezTo>
                      <a:pt x="217" y="1302"/>
                      <a:pt x="217" y="1302"/>
                      <a:pt x="217" y="1302"/>
                    </a:cubicBezTo>
                    <a:cubicBezTo>
                      <a:pt x="190" y="1310"/>
                      <a:pt x="190" y="1310"/>
                      <a:pt x="190" y="1310"/>
                    </a:cubicBezTo>
                    <a:cubicBezTo>
                      <a:pt x="218" y="1310"/>
                      <a:pt x="218" y="1310"/>
                      <a:pt x="218" y="1310"/>
                    </a:cubicBezTo>
                    <a:cubicBezTo>
                      <a:pt x="218" y="1308"/>
                      <a:pt x="218" y="1305"/>
                      <a:pt x="217" y="1302"/>
                    </a:cubicBezTo>
                    <a:cubicBezTo>
                      <a:pt x="190" y="1310"/>
                      <a:pt x="190" y="1310"/>
                      <a:pt x="190" y="1310"/>
                    </a:cubicBezTo>
                    <a:cubicBezTo>
                      <a:pt x="218" y="1310"/>
                      <a:pt x="218" y="1310"/>
                      <a:pt x="218" y="1310"/>
                    </a:cubicBezTo>
                    <a:cubicBezTo>
                      <a:pt x="190" y="1310"/>
                      <a:pt x="190" y="1310"/>
                      <a:pt x="190" y="1310"/>
                    </a:cubicBezTo>
                    <a:cubicBezTo>
                      <a:pt x="212" y="1327"/>
                      <a:pt x="212" y="1327"/>
                      <a:pt x="212" y="1327"/>
                    </a:cubicBezTo>
                    <a:cubicBezTo>
                      <a:pt x="212" y="1327"/>
                      <a:pt x="212" y="1327"/>
                      <a:pt x="212" y="1327"/>
                    </a:cubicBezTo>
                    <a:cubicBezTo>
                      <a:pt x="214" y="1324"/>
                      <a:pt x="216" y="1321"/>
                      <a:pt x="217" y="1318"/>
                    </a:cubicBezTo>
                    <a:cubicBezTo>
                      <a:pt x="190" y="1310"/>
                      <a:pt x="190" y="1310"/>
                      <a:pt x="190" y="1310"/>
                    </a:cubicBezTo>
                    <a:cubicBezTo>
                      <a:pt x="216" y="1321"/>
                      <a:pt x="216" y="1321"/>
                      <a:pt x="216" y="1321"/>
                    </a:cubicBezTo>
                    <a:cubicBezTo>
                      <a:pt x="216" y="1320"/>
                      <a:pt x="216" y="1319"/>
                      <a:pt x="217" y="1318"/>
                    </a:cubicBezTo>
                    <a:cubicBezTo>
                      <a:pt x="190" y="1310"/>
                      <a:pt x="190" y="1310"/>
                      <a:pt x="190" y="1310"/>
                    </a:cubicBezTo>
                    <a:cubicBezTo>
                      <a:pt x="216" y="1321"/>
                      <a:pt x="216" y="1321"/>
                      <a:pt x="216" y="1321"/>
                    </a:cubicBezTo>
                    <a:cubicBezTo>
                      <a:pt x="190" y="1310"/>
                      <a:pt x="190" y="1310"/>
                      <a:pt x="190" y="1310"/>
                    </a:cubicBezTo>
                    <a:cubicBezTo>
                      <a:pt x="215" y="1323"/>
                      <a:pt x="215" y="1323"/>
                      <a:pt x="215" y="1323"/>
                    </a:cubicBezTo>
                    <a:cubicBezTo>
                      <a:pt x="215" y="1323"/>
                      <a:pt x="215" y="1322"/>
                      <a:pt x="216" y="1321"/>
                    </a:cubicBezTo>
                    <a:cubicBezTo>
                      <a:pt x="190" y="1310"/>
                      <a:pt x="190" y="1310"/>
                      <a:pt x="190" y="1310"/>
                    </a:cubicBezTo>
                    <a:cubicBezTo>
                      <a:pt x="215" y="1323"/>
                      <a:pt x="215" y="1323"/>
                      <a:pt x="215" y="1323"/>
                    </a:cubicBezTo>
                    <a:cubicBezTo>
                      <a:pt x="193" y="1312"/>
                      <a:pt x="193" y="1312"/>
                      <a:pt x="193" y="1312"/>
                    </a:cubicBezTo>
                    <a:cubicBezTo>
                      <a:pt x="214" y="1325"/>
                      <a:pt x="214" y="1325"/>
                      <a:pt x="214" y="1325"/>
                    </a:cubicBezTo>
                    <a:cubicBezTo>
                      <a:pt x="214" y="1324"/>
                      <a:pt x="214" y="1324"/>
                      <a:pt x="215" y="1323"/>
                    </a:cubicBezTo>
                    <a:cubicBezTo>
                      <a:pt x="193" y="1312"/>
                      <a:pt x="193" y="1312"/>
                      <a:pt x="193" y="1312"/>
                    </a:cubicBezTo>
                    <a:cubicBezTo>
                      <a:pt x="214" y="1325"/>
                      <a:pt x="214" y="1325"/>
                      <a:pt x="214" y="1325"/>
                    </a:cubicBezTo>
                    <a:cubicBezTo>
                      <a:pt x="203" y="1318"/>
                      <a:pt x="203" y="1318"/>
                      <a:pt x="203" y="1318"/>
                    </a:cubicBezTo>
                    <a:cubicBezTo>
                      <a:pt x="214" y="1325"/>
                      <a:pt x="214" y="1325"/>
                      <a:pt x="214" y="1325"/>
                    </a:cubicBezTo>
                    <a:cubicBezTo>
                      <a:pt x="214" y="1325"/>
                      <a:pt x="214" y="1325"/>
                      <a:pt x="214" y="1325"/>
                    </a:cubicBezTo>
                    <a:cubicBezTo>
                      <a:pt x="203" y="1318"/>
                      <a:pt x="203" y="1318"/>
                      <a:pt x="203" y="1318"/>
                    </a:cubicBezTo>
                    <a:cubicBezTo>
                      <a:pt x="214" y="1325"/>
                      <a:pt x="214" y="1325"/>
                      <a:pt x="214" y="1325"/>
                    </a:cubicBezTo>
                    <a:cubicBezTo>
                      <a:pt x="214" y="1325"/>
                      <a:pt x="214" y="1325"/>
                      <a:pt x="214" y="1325"/>
                    </a:cubicBezTo>
                    <a:cubicBezTo>
                      <a:pt x="214" y="1325"/>
                      <a:pt x="215" y="1324"/>
                      <a:pt x="215" y="1323"/>
                    </a:cubicBezTo>
                    <a:cubicBezTo>
                      <a:pt x="218" y="1318"/>
                      <a:pt x="225" y="1310"/>
                      <a:pt x="234" y="1297"/>
                    </a:cubicBezTo>
                    <a:cubicBezTo>
                      <a:pt x="268" y="1251"/>
                      <a:pt x="340" y="1153"/>
                      <a:pt x="430" y="1033"/>
                    </a:cubicBezTo>
                    <a:cubicBezTo>
                      <a:pt x="564" y="853"/>
                      <a:pt x="736" y="621"/>
                      <a:pt x="875" y="435"/>
                    </a:cubicBezTo>
                    <a:cubicBezTo>
                      <a:pt x="944" y="342"/>
                      <a:pt x="1005" y="260"/>
                      <a:pt x="1049" y="202"/>
                    </a:cubicBezTo>
                    <a:cubicBezTo>
                      <a:pt x="1071" y="173"/>
                      <a:pt x="1088" y="149"/>
                      <a:pt x="1100" y="133"/>
                    </a:cubicBezTo>
                    <a:cubicBezTo>
                      <a:pt x="1106" y="125"/>
                      <a:pt x="1111" y="119"/>
                      <a:pt x="1114" y="114"/>
                    </a:cubicBezTo>
                    <a:cubicBezTo>
                      <a:pt x="1117" y="110"/>
                      <a:pt x="1119" y="108"/>
                      <a:pt x="1119" y="108"/>
                    </a:cubicBezTo>
                    <a:cubicBezTo>
                      <a:pt x="1111" y="67"/>
                      <a:pt x="1111" y="67"/>
                      <a:pt x="1111" y="67"/>
                    </a:cubicBezTo>
                    <a:cubicBezTo>
                      <a:pt x="1005" y="0"/>
                      <a:pt x="1005" y="0"/>
                      <a:pt x="1005" y="0"/>
                    </a:cubicBezTo>
                    <a:cubicBezTo>
                      <a:pt x="967" y="7"/>
                      <a:pt x="967" y="7"/>
                      <a:pt x="967" y="7"/>
                    </a:cubicBezTo>
                    <a:cubicBezTo>
                      <a:pt x="990" y="24"/>
                      <a:pt x="990" y="24"/>
                      <a:pt x="990" y="24"/>
                    </a:cubicBezTo>
                    <a:cubicBezTo>
                      <a:pt x="975" y="48"/>
                      <a:pt x="975" y="48"/>
                      <a:pt x="975" y="48"/>
                    </a:cubicBezTo>
                    <a:cubicBezTo>
                      <a:pt x="1081" y="115"/>
                      <a:pt x="1081" y="115"/>
                      <a:pt x="1081" y="115"/>
                    </a:cubicBezTo>
                    <a:cubicBezTo>
                      <a:pt x="1096" y="91"/>
                      <a:pt x="1096" y="91"/>
                      <a:pt x="1096" y="91"/>
                    </a:cubicBezTo>
                    <a:cubicBezTo>
                      <a:pt x="1074" y="74"/>
                      <a:pt x="1074" y="74"/>
                      <a:pt x="1074" y="74"/>
                    </a:cubicBezTo>
                    <a:cubicBezTo>
                      <a:pt x="1074" y="74"/>
                      <a:pt x="847" y="378"/>
                      <a:pt x="620" y="682"/>
                    </a:cubicBezTo>
                    <a:cubicBezTo>
                      <a:pt x="507" y="834"/>
                      <a:pt x="394" y="987"/>
                      <a:pt x="309" y="1101"/>
                    </a:cubicBezTo>
                    <a:cubicBezTo>
                      <a:pt x="266" y="1158"/>
                      <a:pt x="231" y="1206"/>
                      <a:pt x="206" y="1240"/>
                    </a:cubicBezTo>
                    <a:cubicBezTo>
                      <a:pt x="194" y="1257"/>
                      <a:pt x="184" y="1270"/>
                      <a:pt x="177" y="1279"/>
                    </a:cubicBezTo>
                    <a:cubicBezTo>
                      <a:pt x="174" y="1284"/>
                      <a:pt x="171" y="1287"/>
                      <a:pt x="169" y="1290"/>
                    </a:cubicBezTo>
                    <a:cubicBezTo>
                      <a:pt x="168" y="1291"/>
                      <a:pt x="168" y="1292"/>
                      <a:pt x="167" y="1293"/>
                    </a:cubicBezTo>
                    <a:cubicBezTo>
                      <a:pt x="167" y="1294"/>
                      <a:pt x="166" y="1294"/>
                      <a:pt x="166" y="1295"/>
                    </a:cubicBezTo>
                    <a:cubicBezTo>
                      <a:pt x="166" y="1295"/>
                      <a:pt x="165" y="1295"/>
                      <a:pt x="165" y="1296"/>
                    </a:cubicBezTo>
                    <a:cubicBezTo>
                      <a:pt x="165" y="1297"/>
                      <a:pt x="164" y="1298"/>
                      <a:pt x="164" y="1299"/>
                    </a:cubicBezTo>
                    <a:cubicBezTo>
                      <a:pt x="163" y="1300"/>
                      <a:pt x="163" y="1300"/>
                      <a:pt x="163" y="1302"/>
                    </a:cubicBezTo>
                    <a:cubicBezTo>
                      <a:pt x="190" y="1310"/>
                      <a:pt x="190" y="1310"/>
                      <a:pt x="190" y="1310"/>
                    </a:cubicBezTo>
                    <a:cubicBezTo>
                      <a:pt x="190" y="1310"/>
                      <a:pt x="190" y="1310"/>
                      <a:pt x="190" y="1310"/>
                    </a:cubicBezTo>
                    <a:cubicBezTo>
                      <a:pt x="167" y="1293"/>
                      <a:pt x="167" y="1293"/>
                      <a:pt x="167" y="1293"/>
                    </a:cubicBezTo>
                    <a:cubicBezTo>
                      <a:pt x="167" y="1293"/>
                      <a:pt x="167" y="1293"/>
                      <a:pt x="167" y="1293"/>
                    </a:cubicBezTo>
                    <a:cubicBezTo>
                      <a:pt x="163" y="1298"/>
                      <a:pt x="162" y="1304"/>
                      <a:pt x="162" y="1310"/>
                    </a:cubicBezTo>
                    <a:cubicBezTo>
                      <a:pt x="162" y="1312"/>
                      <a:pt x="162" y="1314"/>
                      <a:pt x="162" y="1317"/>
                    </a:cubicBezTo>
                    <a:cubicBezTo>
                      <a:pt x="163" y="1319"/>
                      <a:pt x="164" y="1321"/>
                      <a:pt x="165" y="1323"/>
                    </a:cubicBezTo>
                    <a:cubicBezTo>
                      <a:pt x="167" y="1327"/>
                      <a:pt x="169" y="1330"/>
                      <a:pt x="173" y="1333"/>
                    </a:cubicBezTo>
                    <a:cubicBezTo>
                      <a:pt x="176" y="1335"/>
                      <a:pt x="180" y="1337"/>
                      <a:pt x="183" y="1338"/>
                    </a:cubicBezTo>
                    <a:cubicBezTo>
                      <a:pt x="185" y="1338"/>
                      <a:pt x="185" y="1338"/>
                      <a:pt x="185" y="1338"/>
                    </a:cubicBezTo>
                    <a:cubicBezTo>
                      <a:pt x="190" y="1310"/>
                      <a:pt x="190" y="1310"/>
                      <a:pt x="190" y="1310"/>
                    </a:cubicBezTo>
                    <a:cubicBezTo>
                      <a:pt x="183" y="1337"/>
                      <a:pt x="183" y="1337"/>
                      <a:pt x="183" y="1337"/>
                    </a:cubicBezTo>
                    <a:cubicBezTo>
                      <a:pt x="184" y="1338"/>
                      <a:pt x="184" y="1338"/>
                      <a:pt x="185" y="1338"/>
                    </a:cubicBezTo>
                    <a:cubicBezTo>
                      <a:pt x="190" y="1310"/>
                      <a:pt x="190" y="1310"/>
                      <a:pt x="190" y="1310"/>
                    </a:cubicBezTo>
                    <a:cubicBezTo>
                      <a:pt x="183" y="1337"/>
                      <a:pt x="183" y="1337"/>
                      <a:pt x="183" y="1337"/>
                    </a:cubicBezTo>
                    <a:cubicBezTo>
                      <a:pt x="190" y="1310"/>
                      <a:pt x="190" y="1310"/>
                      <a:pt x="190" y="1310"/>
                    </a:cubicBezTo>
                    <a:cubicBezTo>
                      <a:pt x="182" y="1337"/>
                      <a:pt x="182" y="1337"/>
                      <a:pt x="182" y="1337"/>
                    </a:cubicBezTo>
                    <a:cubicBezTo>
                      <a:pt x="183" y="1337"/>
                      <a:pt x="183" y="1337"/>
                      <a:pt x="183" y="1337"/>
                    </a:cubicBezTo>
                    <a:cubicBezTo>
                      <a:pt x="190" y="1310"/>
                      <a:pt x="190" y="1310"/>
                      <a:pt x="190" y="1310"/>
                    </a:cubicBezTo>
                    <a:cubicBezTo>
                      <a:pt x="182" y="1337"/>
                      <a:pt x="182" y="1337"/>
                      <a:pt x="182" y="1337"/>
                    </a:cubicBezTo>
                    <a:cubicBezTo>
                      <a:pt x="190" y="1310"/>
                      <a:pt x="190" y="1310"/>
                      <a:pt x="190" y="1310"/>
                    </a:cubicBezTo>
                    <a:cubicBezTo>
                      <a:pt x="180" y="1337"/>
                      <a:pt x="180" y="1337"/>
                      <a:pt x="180" y="1337"/>
                    </a:cubicBezTo>
                    <a:cubicBezTo>
                      <a:pt x="181" y="1337"/>
                      <a:pt x="182" y="1337"/>
                      <a:pt x="182" y="1337"/>
                    </a:cubicBezTo>
                    <a:cubicBezTo>
                      <a:pt x="190" y="1310"/>
                      <a:pt x="190" y="1310"/>
                      <a:pt x="190" y="1310"/>
                    </a:cubicBezTo>
                    <a:cubicBezTo>
                      <a:pt x="180" y="1337"/>
                      <a:pt x="180" y="1337"/>
                      <a:pt x="180" y="1337"/>
                    </a:cubicBezTo>
                    <a:cubicBezTo>
                      <a:pt x="190" y="1310"/>
                      <a:pt x="190" y="1310"/>
                      <a:pt x="190" y="1310"/>
                    </a:cubicBezTo>
                    <a:cubicBezTo>
                      <a:pt x="179" y="1336"/>
                      <a:pt x="179" y="1336"/>
                      <a:pt x="179" y="1336"/>
                    </a:cubicBezTo>
                    <a:cubicBezTo>
                      <a:pt x="179" y="1336"/>
                      <a:pt x="180" y="1336"/>
                      <a:pt x="180" y="1337"/>
                    </a:cubicBezTo>
                    <a:cubicBezTo>
                      <a:pt x="190" y="1310"/>
                      <a:pt x="190" y="1310"/>
                      <a:pt x="190" y="1310"/>
                    </a:cubicBezTo>
                    <a:cubicBezTo>
                      <a:pt x="179" y="1336"/>
                      <a:pt x="179" y="1336"/>
                      <a:pt x="179" y="1336"/>
                    </a:cubicBezTo>
                    <a:cubicBezTo>
                      <a:pt x="190" y="1310"/>
                      <a:pt x="190" y="1310"/>
                      <a:pt x="190" y="1310"/>
                    </a:cubicBezTo>
                    <a:cubicBezTo>
                      <a:pt x="176" y="1335"/>
                      <a:pt x="176" y="1335"/>
                      <a:pt x="176" y="1335"/>
                    </a:cubicBezTo>
                    <a:cubicBezTo>
                      <a:pt x="177" y="1335"/>
                      <a:pt x="178" y="1336"/>
                      <a:pt x="179" y="1336"/>
                    </a:cubicBezTo>
                    <a:cubicBezTo>
                      <a:pt x="190" y="1310"/>
                      <a:pt x="190" y="1310"/>
                      <a:pt x="190" y="1310"/>
                    </a:cubicBezTo>
                    <a:cubicBezTo>
                      <a:pt x="176" y="1335"/>
                      <a:pt x="176" y="1335"/>
                      <a:pt x="176" y="1335"/>
                    </a:cubicBezTo>
                    <a:cubicBezTo>
                      <a:pt x="190" y="1310"/>
                      <a:pt x="190" y="1310"/>
                      <a:pt x="190" y="1310"/>
                    </a:cubicBezTo>
                    <a:cubicBezTo>
                      <a:pt x="170" y="1330"/>
                      <a:pt x="170" y="1330"/>
                      <a:pt x="170" y="1330"/>
                    </a:cubicBezTo>
                    <a:cubicBezTo>
                      <a:pt x="173" y="1333"/>
                      <a:pt x="175" y="1334"/>
                      <a:pt x="176" y="1335"/>
                    </a:cubicBezTo>
                    <a:cubicBezTo>
                      <a:pt x="190" y="1310"/>
                      <a:pt x="190" y="1310"/>
                      <a:pt x="190" y="1310"/>
                    </a:cubicBezTo>
                    <a:cubicBezTo>
                      <a:pt x="170" y="1330"/>
                      <a:pt x="170" y="1330"/>
                      <a:pt x="170" y="1330"/>
                    </a:cubicBezTo>
                    <a:cubicBezTo>
                      <a:pt x="190" y="1310"/>
                      <a:pt x="190" y="1310"/>
                      <a:pt x="190" y="1310"/>
                    </a:cubicBezTo>
                    <a:cubicBezTo>
                      <a:pt x="165" y="1324"/>
                      <a:pt x="165" y="1324"/>
                      <a:pt x="165" y="1324"/>
                    </a:cubicBezTo>
                    <a:cubicBezTo>
                      <a:pt x="167" y="1327"/>
                      <a:pt x="169" y="1329"/>
                      <a:pt x="170" y="1330"/>
                    </a:cubicBezTo>
                    <a:cubicBezTo>
                      <a:pt x="190" y="1310"/>
                      <a:pt x="190" y="1310"/>
                      <a:pt x="190" y="1310"/>
                    </a:cubicBezTo>
                    <a:cubicBezTo>
                      <a:pt x="165" y="1324"/>
                      <a:pt x="165" y="1324"/>
                      <a:pt x="165" y="1324"/>
                    </a:cubicBezTo>
                    <a:cubicBezTo>
                      <a:pt x="190" y="1310"/>
                      <a:pt x="190" y="1310"/>
                      <a:pt x="190" y="1310"/>
                    </a:cubicBezTo>
                    <a:cubicBezTo>
                      <a:pt x="163" y="1318"/>
                      <a:pt x="163" y="1318"/>
                      <a:pt x="163" y="1318"/>
                    </a:cubicBezTo>
                    <a:cubicBezTo>
                      <a:pt x="163" y="1320"/>
                      <a:pt x="164" y="1322"/>
                      <a:pt x="165" y="1324"/>
                    </a:cubicBezTo>
                    <a:cubicBezTo>
                      <a:pt x="190" y="1310"/>
                      <a:pt x="190" y="1310"/>
                      <a:pt x="190" y="1310"/>
                    </a:cubicBezTo>
                    <a:cubicBezTo>
                      <a:pt x="163" y="1318"/>
                      <a:pt x="163" y="1318"/>
                      <a:pt x="163" y="1318"/>
                    </a:cubicBezTo>
                    <a:cubicBezTo>
                      <a:pt x="190" y="1310"/>
                      <a:pt x="190" y="1310"/>
                      <a:pt x="190" y="1310"/>
                    </a:cubicBezTo>
                    <a:cubicBezTo>
                      <a:pt x="162" y="1310"/>
                      <a:pt x="162" y="1310"/>
                      <a:pt x="162" y="1310"/>
                    </a:cubicBezTo>
                    <a:cubicBezTo>
                      <a:pt x="162" y="1313"/>
                      <a:pt x="162" y="1316"/>
                      <a:pt x="163" y="1318"/>
                    </a:cubicBezTo>
                    <a:cubicBezTo>
                      <a:pt x="190" y="1310"/>
                      <a:pt x="190" y="1310"/>
                      <a:pt x="190" y="1310"/>
                    </a:cubicBezTo>
                    <a:cubicBezTo>
                      <a:pt x="162" y="1310"/>
                      <a:pt x="162" y="1310"/>
                      <a:pt x="162" y="1310"/>
                    </a:cubicBezTo>
                    <a:cubicBezTo>
                      <a:pt x="190" y="1310"/>
                      <a:pt x="190" y="1310"/>
                      <a:pt x="190" y="1310"/>
                    </a:cubicBezTo>
                    <a:cubicBezTo>
                      <a:pt x="163" y="1302"/>
                      <a:pt x="163" y="1302"/>
                      <a:pt x="163" y="1302"/>
                    </a:cubicBezTo>
                    <a:cubicBezTo>
                      <a:pt x="162" y="1305"/>
                      <a:pt x="162" y="1307"/>
                      <a:pt x="162" y="1310"/>
                    </a:cubicBezTo>
                    <a:cubicBezTo>
                      <a:pt x="190" y="1310"/>
                      <a:pt x="190" y="1310"/>
                      <a:pt x="190" y="1310"/>
                    </a:cubicBezTo>
                    <a:cubicBezTo>
                      <a:pt x="163" y="1302"/>
                      <a:pt x="163" y="1302"/>
                      <a:pt x="163" y="1302"/>
                    </a:cubicBezTo>
                    <a:cubicBezTo>
                      <a:pt x="190" y="1310"/>
                      <a:pt x="190" y="1310"/>
                      <a:pt x="190" y="1310"/>
                    </a:cubicBezTo>
                    <a:cubicBezTo>
                      <a:pt x="168" y="1292"/>
                      <a:pt x="168" y="1292"/>
                      <a:pt x="168" y="1292"/>
                    </a:cubicBezTo>
                    <a:cubicBezTo>
                      <a:pt x="166" y="1294"/>
                      <a:pt x="164" y="1298"/>
                      <a:pt x="163" y="1302"/>
                    </a:cubicBezTo>
                    <a:cubicBezTo>
                      <a:pt x="190" y="1310"/>
                      <a:pt x="190" y="1310"/>
                      <a:pt x="190" y="1310"/>
                    </a:cubicBezTo>
                    <a:cubicBezTo>
                      <a:pt x="168" y="1292"/>
                      <a:pt x="168" y="1292"/>
                      <a:pt x="168" y="1292"/>
                    </a:cubicBezTo>
                    <a:cubicBezTo>
                      <a:pt x="190" y="1310"/>
                      <a:pt x="190" y="1310"/>
                      <a:pt x="190" y="1310"/>
                    </a:cubicBezTo>
                    <a:cubicBezTo>
                      <a:pt x="174" y="1287"/>
                      <a:pt x="174" y="1287"/>
                      <a:pt x="174" y="1287"/>
                    </a:cubicBezTo>
                    <a:cubicBezTo>
                      <a:pt x="172" y="1288"/>
                      <a:pt x="170" y="1289"/>
                      <a:pt x="168" y="1292"/>
                    </a:cubicBezTo>
                    <a:cubicBezTo>
                      <a:pt x="190" y="1310"/>
                      <a:pt x="190" y="1310"/>
                      <a:pt x="190" y="1310"/>
                    </a:cubicBezTo>
                    <a:cubicBezTo>
                      <a:pt x="174" y="1287"/>
                      <a:pt x="174" y="1287"/>
                      <a:pt x="174" y="1287"/>
                    </a:cubicBezTo>
                    <a:cubicBezTo>
                      <a:pt x="190" y="1310"/>
                      <a:pt x="190" y="1310"/>
                      <a:pt x="190" y="1310"/>
                    </a:cubicBezTo>
                    <a:cubicBezTo>
                      <a:pt x="180" y="1283"/>
                      <a:pt x="180" y="1283"/>
                      <a:pt x="180" y="1283"/>
                    </a:cubicBezTo>
                    <a:cubicBezTo>
                      <a:pt x="179" y="1284"/>
                      <a:pt x="177" y="1285"/>
                      <a:pt x="174" y="1287"/>
                    </a:cubicBezTo>
                    <a:cubicBezTo>
                      <a:pt x="190" y="1310"/>
                      <a:pt x="190" y="1310"/>
                      <a:pt x="190" y="1310"/>
                    </a:cubicBezTo>
                    <a:cubicBezTo>
                      <a:pt x="180" y="1283"/>
                      <a:pt x="180" y="1283"/>
                      <a:pt x="180" y="1283"/>
                    </a:cubicBezTo>
                    <a:cubicBezTo>
                      <a:pt x="190" y="1310"/>
                      <a:pt x="190" y="1310"/>
                      <a:pt x="190" y="1310"/>
                    </a:cubicBezTo>
                    <a:cubicBezTo>
                      <a:pt x="185" y="1282"/>
                      <a:pt x="185" y="1282"/>
                      <a:pt x="185" y="1282"/>
                    </a:cubicBezTo>
                    <a:cubicBezTo>
                      <a:pt x="184" y="1282"/>
                      <a:pt x="183" y="1282"/>
                      <a:pt x="180" y="1283"/>
                    </a:cubicBezTo>
                    <a:cubicBezTo>
                      <a:pt x="190" y="1310"/>
                      <a:pt x="190" y="1310"/>
                      <a:pt x="190" y="1310"/>
                    </a:cubicBezTo>
                    <a:cubicBezTo>
                      <a:pt x="185" y="1282"/>
                      <a:pt x="185" y="1282"/>
                      <a:pt x="185" y="1282"/>
                    </a:cubicBezTo>
                    <a:cubicBezTo>
                      <a:pt x="190" y="1310"/>
                      <a:pt x="190" y="1310"/>
                      <a:pt x="190" y="1310"/>
                    </a:cubicBezTo>
                    <a:cubicBezTo>
                      <a:pt x="188" y="1282"/>
                      <a:pt x="188" y="1282"/>
                      <a:pt x="188" y="1282"/>
                    </a:cubicBezTo>
                    <a:cubicBezTo>
                      <a:pt x="188" y="1282"/>
                      <a:pt x="187" y="1282"/>
                      <a:pt x="185" y="1282"/>
                    </a:cubicBezTo>
                    <a:cubicBezTo>
                      <a:pt x="190" y="1310"/>
                      <a:pt x="190" y="1310"/>
                      <a:pt x="190" y="1310"/>
                    </a:cubicBezTo>
                    <a:cubicBezTo>
                      <a:pt x="188" y="1282"/>
                      <a:pt x="188" y="1282"/>
                      <a:pt x="188" y="1282"/>
                    </a:cubicBezTo>
                    <a:cubicBezTo>
                      <a:pt x="190" y="1310"/>
                      <a:pt x="190" y="1310"/>
                      <a:pt x="190" y="1310"/>
                    </a:cubicBezTo>
                    <a:cubicBezTo>
                      <a:pt x="190" y="1282"/>
                      <a:pt x="190" y="1282"/>
                      <a:pt x="190" y="1282"/>
                    </a:cubicBezTo>
                    <a:cubicBezTo>
                      <a:pt x="189" y="1282"/>
                      <a:pt x="189" y="1282"/>
                      <a:pt x="188" y="1282"/>
                    </a:cubicBezTo>
                    <a:cubicBezTo>
                      <a:pt x="190" y="1310"/>
                      <a:pt x="190" y="1310"/>
                      <a:pt x="190" y="1310"/>
                    </a:cubicBezTo>
                    <a:cubicBezTo>
                      <a:pt x="190" y="1282"/>
                      <a:pt x="190" y="1282"/>
                      <a:pt x="190" y="1282"/>
                    </a:cubicBezTo>
                    <a:cubicBezTo>
                      <a:pt x="190" y="1309"/>
                      <a:pt x="190" y="1309"/>
                      <a:pt x="190" y="1309"/>
                    </a:cubicBezTo>
                    <a:cubicBezTo>
                      <a:pt x="191" y="1282"/>
                      <a:pt x="191" y="1282"/>
                      <a:pt x="191" y="1282"/>
                    </a:cubicBezTo>
                    <a:cubicBezTo>
                      <a:pt x="191" y="1282"/>
                      <a:pt x="191" y="1282"/>
                      <a:pt x="190" y="1282"/>
                    </a:cubicBezTo>
                    <a:cubicBezTo>
                      <a:pt x="190" y="1309"/>
                      <a:pt x="190" y="1309"/>
                      <a:pt x="190" y="1309"/>
                    </a:cubicBezTo>
                    <a:cubicBezTo>
                      <a:pt x="191" y="1282"/>
                      <a:pt x="191" y="1282"/>
                      <a:pt x="191" y="1282"/>
                    </a:cubicBezTo>
                    <a:cubicBezTo>
                      <a:pt x="190" y="1302"/>
                      <a:pt x="190" y="1302"/>
                      <a:pt x="190" y="1302"/>
                    </a:cubicBezTo>
                    <a:cubicBezTo>
                      <a:pt x="192" y="1282"/>
                      <a:pt x="192" y="1282"/>
                      <a:pt x="192" y="1282"/>
                    </a:cubicBezTo>
                    <a:cubicBezTo>
                      <a:pt x="191" y="1282"/>
                      <a:pt x="191" y="1282"/>
                      <a:pt x="191" y="1282"/>
                    </a:cubicBezTo>
                    <a:cubicBezTo>
                      <a:pt x="190" y="1302"/>
                      <a:pt x="190" y="1302"/>
                      <a:pt x="190" y="1302"/>
                    </a:cubicBezTo>
                    <a:cubicBezTo>
                      <a:pt x="192" y="1282"/>
                      <a:pt x="192" y="1282"/>
                      <a:pt x="192" y="1282"/>
                    </a:cubicBezTo>
                    <a:cubicBezTo>
                      <a:pt x="191" y="1291"/>
                      <a:pt x="191" y="1291"/>
                      <a:pt x="191" y="1291"/>
                    </a:cubicBezTo>
                    <a:cubicBezTo>
                      <a:pt x="192" y="1282"/>
                      <a:pt x="192" y="1282"/>
                      <a:pt x="192" y="1282"/>
                    </a:cubicBezTo>
                    <a:cubicBezTo>
                      <a:pt x="192" y="1282"/>
                      <a:pt x="192" y="1282"/>
                      <a:pt x="192" y="1282"/>
                    </a:cubicBezTo>
                    <a:cubicBezTo>
                      <a:pt x="191" y="1291"/>
                      <a:pt x="191" y="1291"/>
                      <a:pt x="191" y="1291"/>
                    </a:cubicBezTo>
                    <a:cubicBezTo>
                      <a:pt x="192" y="1282"/>
                      <a:pt x="192" y="1282"/>
                      <a:pt x="192" y="1282"/>
                    </a:cubicBezTo>
                    <a:cubicBezTo>
                      <a:pt x="192" y="1282"/>
                      <a:pt x="190" y="1282"/>
                      <a:pt x="189" y="1282"/>
                    </a:cubicBezTo>
                    <a:cubicBezTo>
                      <a:pt x="183" y="1281"/>
                      <a:pt x="170" y="1280"/>
                      <a:pt x="153" y="1278"/>
                    </a:cubicBezTo>
                    <a:cubicBezTo>
                      <a:pt x="129" y="1275"/>
                      <a:pt x="97" y="1272"/>
                      <a:pt x="71" y="1269"/>
                    </a:cubicBezTo>
                    <a:cubicBezTo>
                      <a:pt x="58" y="1268"/>
                      <a:pt x="47" y="1267"/>
                      <a:pt x="39" y="1266"/>
                    </a:cubicBezTo>
                    <a:cubicBezTo>
                      <a:pt x="30" y="1265"/>
                      <a:pt x="26" y="1265"/>
                      <a:pt x="26" y="1265"/>
                    </a:cubicBezTo>
                    <a:cubicBezTo>
                      <a:pt x="23" y="1293"/>
                      <a:pt x="23" y="1293"/>
                      <a:pt x="23" y="1293"/>
                    </a:cubicBezTo>
                    <a:cubicBezTo>
                      <a:pt x="45" y="1310"/>
                      <a:pt x="45" y="1310"/>
                      <a:pt x="45" y="1310"/>
                    </a:cubicBezTo>
                    <a:cubicBezTo>
                      <a:pt x="1012" y="41"/>
                      <a:pt x="1012" y="41"/>
                      <a:pt x="1012" y="41"/>
                    </a:cubicBezTo>
                    <a:cubicBezTo>
                      <a:pt x="990" y="24"/>
                      <a:pt x="990" y="24"/>
                      <a:pt x="990" y="24"/>
                    </a:cubicBezTo>
                    <a:cubicBezTo>
                      <a:pt x="975" y="48"/>
                      <a:pt x="975" y="48"/>
                      <a:pt x="975" y="48"/>
                    </a:cubicBezTo>
                    <a:lnTo>
                      <a:pt x="990" y="24"/>
                    </a:lnTo>
                    <a:close/>
                  </a:path>
                </a:pathLst>
              </a:cu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73" name="ïṧlïḍe" descr="cdb98c3a-9bf0-4d31-aba5-654dd6370e70"/>
              <p:cNvSpPr/>
              <p:nvPr/>
            </p:nvSpPr>
            <p:spPr bwMode="auto">
              <a:xfrm>
                <a:off x="10787618" y="2544063"/>
                <a:ext cx="175691" cy="184813"/>
              </a:xfrm>
              <a:prstGeom prst="ellipse">
                <a:avLst/>
              </a:prstGeom>
              <a:solidFill>
                <a:srgbClr val="F9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74" name="iṩľïḍe" descr="6b5ab5ad-1f6a-40ac-a614-9556728032c6"/>
              <p:cNvSpPr/>
              <p:nvPr/>
            </p:nvSpPr>
            <p:spPr bwMode="auto">
              <a:xfrm>
                <a:off x="10773685" y="2528715"/>
                <a:ext cx="204165" cy="215508"/>
              </a:xfrm>
              <a:custGeom>
                <a:avLst/>
                <a:gdLst>
                  <a:gd name="T0" fmla="*/ 267 w 534"/>
                  <a:gd name="T1" fmla="*/ 497 h 534"/>
                  <a:gd name="T2" fmla="*/ 267 w 534"/>
                  <a:gd name="T3" fmla="*/ 459 h 534"/>
                  <a:gd name="T4" fmla="*/ 192 w 534"/>
                  <a:gd name="T5" fmla="*/ 444 h 534"/>
                  <a:gd name="T6" fmla="*/ 108 w 534"/>
                  <a:gd name="T7" fmla="*/ 374 h 534"/>
                  <a:gd name="T8" fmla="*/ 75 w 534"/>
                  <a:gd name="T9" fmla="*/ 267 h 534"/>
                  <a:gd name="T10" fmla="*/ 90 w 534"/>
                  <a:gd name="T11" fmla="*/ 193 h 534"/>
                  <a:gd name="T12" fmla="*/ 160 w 534"/>
                  <a:gd name="T13" fmla="*/ 108 h 534"/>
                  <a:gd name="T14" fmla="*/ 267 w 534"/>
                  <a:gd name="T15" fmla="*/ 76 h 534"/>
                  <a:gd name="T16" fmla="*/ 341 w 534"/>
                  <a:gd name="T17" fmla="*/ 91 h 534"/>
                  <a:gd name="T18" fmla="*/ 426 w 534"/>
                  <a:gd name="T19" fmla="*/ 160 h 534"/>
                  <a:gd name="T20" fmla="*/ 458 w 534"/>
                  <a:gd name="T21" fmla="*/ 267 h 534"/>
                  <a:gd name="T22" fmla="*/ 443 w 534"/>
                  <a:gd name="T23" fmla="*/ 342 h 534"/>
                  <a:gd name="T24" fmla="*/ 374 w 534"/>
                  <a:gd name="T25" fmla="*/ 426 h 534"/>
                  <a:gd name="T26" fmla="*/ 267 w 534"/>
                  <a:gd name="T27" fmla="*/ 459 h 534"/>
                  <a:gd name="T28" fmla="*/ 267 w 534"/>
                  <a:gd name="T29" fmla="*/ 497 h 534"/>
                  <a:gd name="T30" fmla="*/ 267 w 534"/>
                  <a:gd name="T31" fmla="*/ 534 h 534"/>
                  <a:gd name="T32" fmla="*/ 371 w 534"/>
                  <a:gd name="T33" fmla="*/ 513 h 534"/>
                  <a:gd name="T34" fmla="*/ 488 w 534"/>
                  <a:gd name="T35" fmla="*/ 416 h 534"/>
                  <a:gd name="T36" fmla="*/ 534 w 534"/>
                  <a:gd name="T37" fmla="*/ 267 h 534"/>
                  <a:gd name="T38" fmla="*/ 513 w 534"/>
                  <a:gd name="T39" fmla="*/ 163 h 534"/>
                  <a:gd name="T40" fmla="*/ 416 w 534"/>
                  <a:gd name="T41" fmla="*/ 46 h 534"/>
                  <a:gd name="T42" fmla="*/ 267 w 534"/>
                  <a:gd name="T43" fmla="*/ 0 h 534"/>
                  <a:gd name="T44" fmla="*/ 163 w 534"/>
                  <a:gd name="T45" fmla="*/ 21 h 534"/>
                  <a:gd name="T46" fmla="*/ 46 w 534"/>
                  <a:gd name="T47" fmla="*/ 118 h 534"/>
                  <a:gd name="T48" fmla="*/ 0 w 534"/>
                  <a:gd name="T49" fmla="*/ 267 h 534"/>
                  <a:gd name="T50" fmla="*/ 21 w 534"/>
                  <a:gd name="T51" fmla="*/ 371 h 534"/>
                  <a:gd name="T52" fmla="*/ 118 w 534"/>
                  <a:gd name="T53" fmla="*/ 488 h 534"/>
                  <a:gd name="T54" fmla="*/ 267 w 534"/>
                  <a:gd name="T55" fmla="*/ 534 h 534"/>
                  <a:gd name="T56" fmla="*/ 267 w 534"/>
                  <a:gd name="T57" fmla="*/ 497 h 5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534" h="534">
                    <a:moveTo>
                      <a:pt x="267" y="497"/>
                    </a:moveTo>
                    <a:cubicBezTo>
                      <a:pt x="267" y="459"/>
                      <a:pt x="267" y="459"/>
                      <a:pt x="267" y="459"/>
                    </a:cubicBezTo>
                    <a:cubicBezTo>
                      <a:pt x="240" y="459"/>
                      <a:pt x="215" y="454"/>
                      <a:pt x="192" y="444"/>
                    </a:cubicBezTo>
                    <a:cubicBezTo>
                      <a:pt x="158" y="429"/>
                      <a:pt x="129" y="405"/>
                      <a:pt x="108" y="374"/>
                    </a:cubicBezTo>
                    <a:cubicBezTo>
                      <a:pt x="87" y="344"/>
                      <a:pt x="75" y="307"/>
                      <a:pt x="75" y="267"/>
                    </a:cubicBezTo>
                    <a:cubicBezTo>
                      <a:pt x="75" y="241"/>
                      <a:pt x="80" y="216"/>
                      <a:pt x="90" y="193"/>
                    </a:cubicBezTo>
                    <a:cubicBezTo>
                      <a:pt x="105" y="158"/>
                      <a:pt x="129" y="129"/>
                      <a:pt x="160" y="108"/>
                    </a:cubicBezTo>
                    <a:cubicBezTo>
                      <a:pt x="190" y="88"/>
                      <a:pt x="227" y="76"/>
                      <a:pt x="267" y="76"/>
                    </a:cubicBezTo>
                    <a:cubicBezTo>
                      <a:pt x="293" y="76"/>
                      <a:pt x="318" y="81"/>
                      <a:pt x="341" y="91"/>
                    </a:cubicBezTo>
                    <a:cubicBezTo>
                      <a:pt x="376" y="105"/>
                      <a:pt x="405" y="130"/>
                      <a:pt x="426" y="160"/>
                    </a:cubicBezTo>
                    <a:cubicBezTo>
                      <a:pt x="446" y="191"/>
                      <a:pt x="458" y="227"/>
                      <a:pt x="458" y="267"/>
                    </a:cubicBezTo>
                    <a:cubicBezTo>
                      <a:pt x="458" y="294"/>
                      <a:pt x="453" y="319"/>
                      <a:pt x="443" y="342"/>
                    </a:cubicBezTo>
                    <a:cubicBezTo>
                      <a:pt x="429" y="376"/>
                      <a:pt x="404" y="405"/>
                      <a:pt x="374" y="426"/>
                    </a:cubicBezTo>
                    <a:cubicBezTo>
                      <a:pt x="343" y="447"/>
                      <a:pt x="307" y="459"/>
                      <a:pt x="267" y="459"/>
                    </a:cubicBezTo>
                    <a:cubicBezTo>
                      <a:pt x="267" y="497"/>
                      <a:pt x="267" y="497"/>
                      <a:pt x="267" y="497"/>
                    </a:cubicBezTo>
                    <a:cubicBezTo>
                      <a:pt x="267" y="534"/>
                      <a:pt x="267" y="534"/>
                      <a:pt x="267" y="534"/>
                    </a:cubicBezTo>
                    <a:cubicBezTo>
                      <a:pt x="304" y="534"/>
                      <a:pt x="339" y="527"/>
                      <a:pt x="371" y="513"/>
                    </a:cubicBezTo>
                    <a:cubicBezTo>
                      <a:pt x="419" y="493"/>
                      <a:pt x="459" y="459"/>
                      <a:pt x="488" y="416"/>
                    </a:cubicBezTo>
                    <a:cubicBezTo>
                      <a:pt x="517" y="374"/>
                      <a:pt x="534" y="322"/>
                      <a:pt x="534" y="267"/>
                    </a:cubicBezTo>
                    <a:cubicBezTo>
                      <a:pt x="534" y="230"/>
                      <a:pt x="526" y="195"/>
                      <a:pt x="513" y="163"/>
                    </a:cubicBezTo>
                    <a:cubicBezTo>
                      <a:pt x="492" y="115"/>
                      <a:pt x="459" y="75"/>
                      <a:pt x="416" y="46"/>
                    </a:cubicBezTo>
                    <a:cubicBezTo>
                      <a:pt x="373" y="17"/>
                      <a:pt x="322" y="0"/>
                      <a:pt x="267" y="0"/>
                    </a:cubicBezTo>
                    <a:cubicBezTo>
                      <a:pt x="230" y="0"/>
                      <a:pt x="195" y="8"/>
                      <a:pt x="163" y="21"/>
                    </a:cubicBezTo>
                    <a:cubicBezTo>
                      <a:pt x="115" y="42"/>
                      <a:pt x="74" y="75"/>
                      <a:pt x="46" y="118"/>
                    </a:cubicBezTo>
                    <a:cubicBezTo>
                      <a:pt x="17" y="161"/>
                      <a:pt x="0" y="212"/>
                      <a:pt x="0" y="267"/>
                    </a:cubicBezTo>
                    <a:cubicBezTo>
                      <a:pt x="0" y="304"/>
                      <a:pt x="7" y="339"/>
                      <a:pt x="21" y="371"/>
                    </a:cubicBezTo>
                    <a:cubicBezTo>
                      <a:pt x="41" y="419"/>
                      <a:pt x="75" y="460"/>
                      <a:pt x="118" y="488"/>
                    </a:cubicBezTo>
                    <a:cubicBezTo>
                      <a:pt x="160" y="517"/>
                      <a:pt x="212" y="534"/>
                      <a:pt x="267" y="534"/>
                    </a:cubicBezTo>
                    <a:lnTo>
                      <a:pt x="267" y="497"/>
                    </a:lnTo>
                    <a:close/>
                  </a:path>
                </a:pathLst>
              </a:cu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75" name="íṧļíḍe" descr="5852b8b9-928a-4bea-bf21-172dceecba1b"/>
              <p:cNvSpPr/>
              <p:nvPr/>
            </p:nvSpPr>
            <p:spPr bwMode="auto">
              <a:xfrm>
                <a:off x="10834874" y="2593304"/>
                <a:ext cx="81181" cy="86331"/>
              </a:xfrm>
              <a:prstGeom prst="ellipse">
                <a:avLst/>
              </a:prstGeom>
              <a:solidFill>
                <a:srgbClr val="D8D8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76" name="ïṧliḑê" descr="6beb42b2-283a-487d-8d6b-0232cc3a1368"/>
              <p:cNvSpPr/>
              <p:nvPr/>
            </p:nvSpPr>
            <p:spPr bwMode="auto">
              <a:xfrm>
                <a:off x="10828210" y="2585629"/>
                <a:ext cx="95116" cy="101039"/>
              </a:xfrm>
              <a:custGeom>
                <a:avLst/>
                <a:gdLst>
                  <a:gd name="T0" fmla="*/ 231 w 250"/>
                  <a:gd name="T1" fmla="*/ 125 h 250"/>
                  <a:gd name="T2" fmla="*/ 212 w 250"/>
                  <a:gd name="T3" fmla="*/ 125 h 250"/>
                  <a:gd name="T4" fmla="*/ 187 w 250"/>
                  <a:gd name="T5" fmla="*/ 187 h 250"/>
                  <a:gd name="T6" fmla="*/ 125 w 250"/>
                  <a:gd name="T7" fmla="*/ 213 h 250"/>
                  <a:gd name="T8" fmla="*/ 63 w 250"/>
                  <a:gd name="T9" fmla="*/ 187 h 250"/>
                  <a:gd name="T10" fmla="*/ 37 w 250"/>
                  <a:gd name="T11" fmla="*/ 125 h 250"/>
                  <a:gd name="T12" fmla="*/ 63 w 250"/>
                  <a:gd name="T13" fmla="*/ 63 h 250"/>
                  <a:gd name="T14" fmla="*/ 125 w 250"/>
                  <a:gd name="T15" fmla="*/ 38 h 250"/>
                  <a:gd name="T16" fmla="*/ 187 w 250"/>
                  <a:gd name="T17" fmla="*/ 63 h 250"/>
                  <a:gd name="T18" fmla="*/ 212 w 250"/>
                  <a:gd name="T19" fmla="*/ 125 h 250"/>
                  <a:gd name="T20" fmla="*/ 231 w 250"/>
                  <a:gd name="T21" fmla="*/ 125 h 250"/>
                  <a:gd name="T22" fmla="*/ 250 w 250"/>
                  <a:gd name="T23" fmla="*/ 125 h 250"/>
                  <a:gd name="T24" fmla="*/ 213 w 250"/>
                  <a:gd name="T25" fmla="*/ 37 h 250"/>
                  <a:gd name="T26" fmla="*/ 125 w 250"/>
                  <a:gd name="T27" fmla="*/ 0 h 250"/>
                  <a:gd name="T28" fmla="*/ 36 w 250"/>
                  <a:gd name="T29" fmla="*/ 37 h 250"/>
                  <a:gd name="T30" fmla="*/ 0 w 250"/>
                  <a:gd name="T31" fmla="*/ 125 h 250"/>
                  <a:gd name="T32" fmla="*/ 36 w 250"/>
                  <a:gd name="T33" fmla="*/ 214 h 250"/>
                  <a:gd name="T34" fmla="*/ 125 w 250"/>
                  <a:gd name="T35" fmla="*/ 250 h 250"/>
                  <a:gd name="T36" fmla="*/ 213 w 250"/>
                  <a:gd name="T37" fmla="*/ 214 h 250"/>
                  <a:gd name="T38" fmla="*/ 250 w 250"/>
                  <a:gd name="T39" fmla="*/ 125 h 250"/>
                  <a:gd name="T40" fmla="*/ 231 w 250"/>
                  <a:gd name="T41" fmla="*/ 125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50" h="250">
                    <a:moveTo>
                      <a:pt x="231" y="125"/>
                    </a:moveTo>
                    <a:cubicBezTo>
                      <a:pt x="212" y="125"/>
                      <a:pt x="212" y="125"/>
                      <a:pt x="212" y="125"/>
                    </a:cubicBezTo>
                    <a:cubicBezTo>
                      <a:pt x="212" y="149"/>
                      <a:pt x="203" y="171"/>
                      <a:pt x="187" y="187"/>
                    </a:cubicBezTo>
                    <a:cubicBezTo>
                      <a:pt x="171" y="203"/>
                      <a:pt x="149" y="213"/>
                      <a:pt x="125" y="213"/>
                    </a:cubicBezTo>
                    <a:cubicBezTo>
                      <a:pt x="101" y="213"/>
                      <a:pt x="79" y="203"/>
                      <a:pt x="63" y="187"/>
                    </a:cubicBezTo>
                    <a:cubicBezTo>
                      <a:pt x="47" y="171"/>
                      <a:pt x="37" y="149"/>
                      <a:pt x="37" y="125"/>
                    </a:cubicBezTo>
                    <a:cubicBezTo>
                      <a:pt x="37" y="101"/>
                      <a:pt x="47" y="79"/>
                      <a:pt x="63" y="63"/>
                    </a:cubicBezTo>
                    <a:cubicBezTo>
                      <a:pt x="79" y="47"/>
                      <a:pt x="101" y="38"/>
                      <a:pt x="125" y="38"/>
                    </a:cubicBezTo>
                    <a:cubicBezTo>
                      <a:pt x="149" y="38"/>
                      <a:pt x="171" y="47"/>
                      <a:pt x="187" y="63"/>
                    </a:cubicBezTo>
                    <a:cubicBezTo>
                      <a:pt x="203" y="79"/>
                      <a:pt x="212" y="101"/>
                      <a:pt x="212" y="125"/>
                    </a:cubicBezTo>
                    <a:cubicBezTo>
                      <a:pt x="231" y="125"/>
                      <a:pt x="231" y="125"/>
                      <a:pt x="231" y="125"/>
                    </a:cubicBezTo>
                    <a:cubicBezTo>
                      <a:pt x="250" y="125"/>
                      <a:pt x="250" y="125"/>
                      <a:pt x="250" y="125"/>
                    </a:cubicBezTo>
                    <a:cubicBezTo>
                      <a:pt x="250" y="91"/>
                      <a:pt x="236" y="59"/>
                      <a:pt x="213" y="37"/>
                    </a:cubicBezTo>
                    <a:cubicBezTo>
                      <a:pt x="191" y="14"/>
                      <a:pt x="159" y="0"/>
                      <a:pt x="125" y="0"/>
                    </a:cubicBezTo>
                    <a:cubicBezTo>
                      <a:pt x="90" y="0"/>
                      <a:pt x="59" y="14"/>
                      <a:pt x="36" y="37"/>
                    </a:cubicBezTo>
                    <a:cubicBezTo>
                      <a:pt x="14" y="59"/>
                      <a:pt x="0" y="91"/>
                      <a:pt x="0" y="125"/>
                    </a:cubicBezTo>
                    <a:cubicBezTo>
                      <a:pt x="0" y="160"/>
                      <a:pt x="14" y="191"/>
                      <a:pt x="36" y="214"/>
                    </a:cubicBezTo>
                    <a:cubicBezTo>
                      <a:pt x="59" y="236"/>
                      <a:pt x="90" y="250"/>
                      <a:pt x="125" y="250"/>
                    </a:cubicBezTo>
                    <a:cubicBezTo>
                      <a:pt x="159" y="250"/>
                      <a:pt x="191" y="236"/>
                      <a:pt x="213" y="214"/>
                    </a:cubicBezTo>
                    <a:cubicBezTo>
                      <a:pt x="236" y="191"/>
                      <a:pt x="250" y="160"/>
                      <a:pt x="250" y="125"/>
                    </a:cubicBezTo>
                    <a:lnTo>
                      <a:pt x="231" y="125"/>
                    </a:lnTo>
                    <a:close/>
                  </a:path>
                </a:pathLst>
              </a:cu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77" name="iṧ1îḍé" descr="3c1b7d43-29b2-4824-974d-3ce0e26636f8"/>
              <p:cNvSpPr/>
              <p:nvPr/>
            </p:nvSpPr>
            <p:spPr bwMode="auto">
              <a:xfrm>
                <a:off x="10345968" y="3148383"/>
                <a:ext cx="320485" cy="63311"/>
              </a:xfrm>
              <a:custGeom>
                <a:avLst/>
                <a:gdLst>
                  <a:gd name="T0" fmla="*/ 0 w 839"/>
                  <a:gd name="T1" fmla="*/ 157 h 157"/>
                  <a:gd name="T2" fmla="*/ 420 w 839"/>
                  <a:gd name="T3" fmla="*/ 0 h 157"/>
                  <a:gd name="T4" fmla="*/ 839 w 839"/>
                  <a:gd name="T5" fmla="*/ 157 h 1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39" h="157">
                    <a:moveTo>
                      <a:pt x="0" y="157"/>
                    </a:moveTo>
                    <a:cubicBezTo>
                      <a:pt x="61" y="65"/>
                      <a:pt x="226" y="0"/>
                      <a:pt x="420" y="0"/>
                    </a:cubicBezTo>
                    <a:cubicBezTo>
                      <a:pt x="613" y="0"/>
                      <a:pt x="778" y="65"/>
                      <a:pt x="839" y="157"/>
                    </a:cubicBezTo>
                  </a:path>
                </a:pathLst>
              </a:custGeom>
              <a:solidFill>
                <a:srgbClr val="D8D8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78" name="i$ḻíďé" descr="bdabc211-9906-4244-a41d-a206f702662e"/>
              <p:cNvSpPr/>
              <p:nvPr/>
            </p:nvSpPr>
            <p:spPr bwMode="auto">
              <a:xfrm>
                <a:off x="10333851" y="3136231"/>
                <a:ext cx="345324" cy="88250"/>
              </a:xfrm>
              <a:custGeom>
                <a:avLst/>
                <a:gdLst>
                  <a:gd name="T0" fmla="*/ 55 w 904"/>
                  <a:gd name="T1" fmla="*/ 202 h 218"/>
                  <a:gd name="T2" fmla="*/ 112 w 904"/>
                  <a:gd name="T3" fmla="*/ 146 h 218"/>
                  <a:gd name="T4" fmla="*/ 257 w 904"/>
                  <a:gd name="T5" fmla="*/ 82 h 218"/>
                  <a:gd name="T6" fmla="*/ 452 w 904"/>
                  <a:gd name="T7" fmla="*/ 57 h 218"/>
                  <a:gd name="T8" fmla="*/ 701 w 904"/>
                  <a:gd name="T9" fmla="*/ 99 h 218"/>
                  <a:gd name="T10" fmla="*/ 791 w 904"/>
                  <a:gd name="T11" fmla="*/ 146 h 218"/>
                  <a:gd name="T12" fmla="*/ 848 w 904"/>
                  <a:gd name="T13" fmla="*/ 202 h 218"/>
                  <a:gd name="T14" fmla="*/ 887 w 904"/>
                  <a:gd name="T15" fmla="*/ 210 h 218"/>
                  <a:gd name="T16" fmla="*/ 895 w 904"/>
                  <a:gd name="T17" fmla="*/ 171 h 218"/>
                  <a:gd name="T18" fmla="*/ 824 w 904"/>
                  <a:gd name="T19" fmla="*/ 100 h 218"/>
                  <a:gd name="T20" fmla="*/ 661 w 904"/>
                  <a:gd name="T21" fmla="*/ 27 h 218"/>
                  <a:gd name="T22" fmla="*/ 452 w 904"/>
                  <a:gd name="T23" fmla="*/ 0 h 218"/>
                  <a:gd name="T24" fmla="*/ 182 w 904"/>
                  <a:gd name="T25" fmla="*/ 47 h 218"/>
                  <a:gd name="T26" fmla="*/ 80 w 904"/>
                  <a:gd name="T27" fmla="*/ 100 h 218"/>
                  <a:gd name="T28" fmla="*/ 8 w 904"/>
                  <a:gd name="T29" fmla="*/ 171 h 218"/>
                  <a:gd name="T30" fmla="*/ 16 w 904"/>
                  <a:gd name="T31" fmla="*/ 210 h 218"/>
                  <a:gd name="T32" fmla="*/ 55 w 904"/>
                  <a:gd name="T33" fmla="*/ 202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904" h="218">
                    <a:moveTo>
                      <a:pt x="55" y="202"/>
                    </a:moveTo>
                    <a:cubicBezTo>
                      <a:pt x="68" y="183"/>
                      <a:pt x="87" y="163"/>
                      <a:pt x="112" y="146"/>
                    </a:cubicBezTo>
                    <a:cubicBezTo>
                      <a:pt x="149" y="120"/>
                      <a:pt x="199" y="97"/>
                      <a:pt x="257" y="82"/>
                    </a:cubicBezTo>
                    <a:cubicBezTo>
                      <a:pt x="315" y="66"/>
                      <a:pt x="381" y="57"/>
                      <a:pt x="452" y="57"/>
                    </a:cubicBezTo>
                    <a:cubicBezTo>
                      <a:pt x="545" y="57"/>
                      <a:pt x="632" y="73"/>
                      <a:pt x="701" y="99"/>
                    </a:cubicBezTo>
                    <a:cubicBezTo>
                      <a:pt x="736" y="113"/>
                      <a:pt x="766" y="129"/>
                      <a:pt x="791" y="146"/>
                    </a:cubicBezTo>
                    <a:cubicBezTo>
                      <a:pt x="816" y="164"/>
                      <a:pt x="835" y="183"/>
                      <a:pt x="848" y="202"/>
                    </a:cubicBezTo>
                    <a:cubicBezTo>
                      <a:pt x="857" y="215"/>
                      <a:pt x="874" y="218"/>
                      <a:pt x="887" y="210"/>
                    </a:cubicBezTo>
                    <a:cubicBezTo>
                      <a:pt x="900" y="201"/>
                      <a:pt x="904" y="184"/>
                      <a:pt x="895" y="171"/>
                    </a:cubicBezTo>
                    <a:cubicBezTo>
                      <a:pt x="877" y="144"/>
                      <a:pt x="853" y="121"/>
                      <a:pt x="824" y="100"/>
                    </a:cubicBezTo>
                    <a:cubicBezTo>
                      <a:pt x="780" y="69"/>
                      <a:pt x="724" y="44"/>
                      <a:pt x="661" y="27"/>
                    </a:cubicBezTo>
                    <a:cubicBezTo>
                      <a:pt x="598" y="10"/>
                      <a:pt x="527" y="0"/>
                      <a:pt x="452" y="0"/>
                    </a:cubicBezTo>
                    <a:cubicBezTo>
                      <a:pt x="352" y="1"/>
                      <a:pt x="259" y="17"/>
                      <a:pt x="182" y="47"/>
                    </a:cubicBezTo>
                    <a:cubicBezTo>
                      <a:pt x="144" y="61"/>
                      <a:pt x="109" y="79"/>
                      <a:pt x="80" y="100"/>
                    </a:cubicBezTo>
                    <a:cubicBezTo>
                      <a:pt x="50" y="121"/>
                      <a:pt x="26" y="144"/>
                      <a:pt x="8" y="171"/>
                    </a:cubicBezTo>
                    <a:cubicBezTo>
                      <a:pt x="0" y="184"/>
                      <a:pt x="3" y="201"/>
                      <a:pt x="16" y="210"/>
                    </a:cubicBezTo>
                    <a:cubicBezTo>
                      <a:pt x="29" y="218"/>
                      <a:pt x="47" y="215"/>
                      <a:pt x="55" y="202"/>
                    </a:cubicBezTo>
                    <a:close/>
                  </a:path>
                </a:pathLst>
              </a:cu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79" name="îŝļîḋè" descr="212a8860-40c9-4854-a096-f5f900e9ad47"/>
              <p:cNvSpPr/>
              <p:nvPr/>
            </p:nvSpPr>
            <p:spPr bwMode="auto">
              <a:xfrm>
                <a:off x="10258728" y="3211692"/>
                <a:ext cx="478607" cy="63311"/>
              </a:xfrm>
              <a:prstGeom prst="rect">
                <a:avLst/>
              </a:prstGeom>
              <a:solidFill>
                <a:srgbClr val="D8D8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80" name="îŝļïďé" descr="46bdf758-f5a4-4a78-86f1-89e5a8506f5d"/>
              <p:cNvSpPr/>
              <p:nvPr/>
            </p:nvSpPr>
            <p:spPr bwMode="auto">
              <a:xfrm>
                <a:off x="10247824" y="3200180"/>
                <a:ext cx="500416" cy="86331"/>
              </a:xfrm>
              <a:custGeom>
                <a:avLst/>
                <a:gdLst>
                  <a:gd name="T0" fmla="*/ 18 w 826"/>
                  <a:gd name="T1" fmla="*/ 117 h 135"/>
                  <a:gd name="T2" fmla="*/ 18 w 826"/>
                  <a:gd name="T3" fmla="*/ 135 h 135"/>
                  <a:gd name="T4" fmla="*/ 826 w 826"/>
                  <a:gd name="T5" fmla="*/ 135 h 135"/>
                  <a:gd name="T6" fmla="*/ 826 w 826"/>
                  <a:gd name="T7" fmla="*/ 0 h 135"/>
                  <a:gd name="T8" fmla="*/ 0 w 826"/>
                  <a:gd name="T9" fmla="*/ 0 h 135"/>
                  <a:gd name="T10" fmla="*/ 0 w 826"/>
                  <a:gd name="T11" fmla="*/ 135 h 135"/>
                  <a:gd name="T12" fmla="*/ 18 w 826"/>
                  <a:gd name="T13" fmla="*/ 135 h 135"/>
                  <a:gd name="T14" fmla="*/ 18 w 826"/>
                  <a:gd name="T15" fmla="*/ 117 h 135"/>
                  <a:gd name="T16" fmla="*/ 36 w 826"/>
                  <a:gd name="T17" fmla="*/ 117 h 135"/>
                  <a:gd name="T18" fmla="*/ 36 w 826"/>
                  <a:gd name="T19" fmla="*/ 36 h 135"/>
                  <a:gd name="T20" fmla="*/ 790 w 826"/>
                  <a:gd name="T21" fmla="*/ 36 h 135"/>
                  <a:gd name="T22" fmla="*/ 790 w 826"/>
                  <a:gd name="T23" fmla="*/ 100 h 135"/>
                  <a:gd name="T24" fmla="*/ 18 w 826"/>
                  <a:gd name="T25" fmla="*/ 100 h 135"/>
                  <a:gd name="T26" fmla="*/ 18 w 826"/>
                  <a:gd name="T27" fmla="*/ 117 h 135"/>
                  <a:gd name="T28" fmla="*/ 36 w 826"/>
                  <a:gd name="T29" fmla="*/ 117 h 135"/>
                  <a:gd name="T30" fmla="*/ 18 w 826"/>
                  <a:gd name="T31" fmla="*/ 117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826" h="135">
                    <a:moveTo>
                      <a:pt x="18" y="117"/>
                    </a:moveTo>
                    <a:lnTo>
                      <a:pt x="18" y="135"/>
                    </a:lnTo>
                    <a:lnTo>
                      <a:pt x="826" y="135"/>
                    </a:lnTo>
                    <a:lnTo>
                      <a:pt x="826" y="0"/>
                    </a:lnTo>
                    <a:lnTo>
                      <a:pt x="0" y="0"/>
                    </a:lnTo>
                    <a:lnTo>
                      <a:pt x="0" y="135"/>
                    </a:lnTo>
                    <a:lnTo>
                      <a:pt x="18" y="135"/>
                    </a:lnTo>
                    <a:lnTo>
                      <a:pt x="18" y="117"/>
                    </a:lnTo>
                    <a:lnTo>
                      <a:pt x="36" y="117"/>
                    </a:lnTo>
                    <a:lnTo>
                      <a:pt x="36" y="36"/>
                    </a:lnTo>
                    <a:lnTo>
                      <a:pt x="790" y="36"/>
                    </a:lnTo>
                    <a:lnTo>
                      <a:pt x="790" y="100"/>
                    </a:lnTo>
                    <a:lnTo>
                      <a:pt x="18" y="100"/>
                    </a:lnTo>
                    <a:lnTo>
                      <a:pt x="18" y="117"/>
                    </a:lnTo>
                    <a:lnTo>
                      <a:pt x="36" y="117"/>
                    </a:lnTo>
                    <a:lnTo>
                      <a:pt x="18" y="117"/>
                    </a:lnTo>
                    <a:close/>
                  </a:path>
                </a:pathLst>
              </a:cu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81" name="ïṣ1iḋe" descr="a51bd504-1de7-4a77-8dc8-ae9460edaced"/>
              <p:cNvSpPr/>
              <p:nvPr/>
            </p:nvSpPr>
            <p:spPr bwMode="auto">
              <a:xfrm>
                <a:off x="10287203" y="1921837"/>
                <a:ext cx="97540" cy="99122"/>
              </a:xfrm>
              <a:custGeom>
                <a:avLst/>
                <a:gdLst>
                  <a:gd name="T0" fmla="*/ 48 w 255"/>
                  <a:gd name="T1" fmla="*/ 237 h 246"/>
                  <a:gd name="T2" fmla="*/ 52 w 255"/>
                  <a:gd name="T3" fmla="*/ 234 h 246"/>
                  <a:gd name="T4" fmla="*/ 59 w 255"/>
                  <a:gd name="T5" fmla="*/ 228 h 246"/>
                  <a:gd name="T6" fmla="*/ 79 w 255"/>
                  <a:gd name="T7" fmla="*/ 210 h 246"/>
                  <a:gd name="T8" fmla="*/ 182 w 255"/>
                  <a:gd name="T9" fmla="*/ 111 h 246"/>
                  <a:gd name="T10" fmla="*/ 243 w 255"/>
                  <a:gd name="T11" fmla="*/ 51 h 246"/>
                  <a:gd name="T12" fmla="*/ 244 w 255"/>
                  <a:gd name="T13" fmla="*/ 11 h 246"/>
                  <a:gd name="T14" fmla="*/ 204 w 255"/>
                  <a:gd name="T15" fmla="*/ 11 h 246"/>
                  <a:gd name="T16" fmla="*/ 196 w 255"/>
                  <a:gd name="T17" fmla="*/ 18 h 246"/>
                  <a:gd name="T18" fmla="*/ 98 w 255"/>
                  <a:gd name="T19" fmla="*/ 114 h 246"/>
                  <a:gd name="T20" fmla="*/ 43 w 255"/>
                  <a:gd name="T21" fmla="*/ 166 h 246"/>
                  <a:gd name="T22" fmla="*/ 24 w 255"/>
                  <a:gd name="T23" fmla="*/ 184 h 246"/>
                  <a:gd name="T24" fmla="*/ 18 w 255"/>
                  <a:gd name="T25" fmla="*/ 189 h 246"/>
                  <a:gd name="T26" fmla="*/ 16 w 255"/>
                  <a:gd name="T27" fmla="*/ 191 h 246"/>
                  <a:gd name="T28" fmla="*/ 15 w 255"/>
                  <a:gd name="T29" fmla="*/ 191 h 246"/>
                  <a:gd name="T30" fmla="*/ 15 w 255"/>
                  <a:gd name="T31" fmla="*/ 191 h 246"/>
                  <a:gd name="T32" fmla="*/ 17 w 255"/>
                  <a:gd name="T33" fmla="*/ 194 h 246"/>
                  <a:gd name="T34" fmla="*/ 15 w 255"/>
                  <a:gd name="T35" fmla="*/ 191 h 246"/>
                  <a:gd name="T36" fmla="*/ 15 w 255"/>
                  <a:gd name="T37" fmla="*/ 191 h 246"/>
                  <a:gd name="T38" fmla="*/ 17 w 255"/>
                  <a:gd name="T39" fmla="*/ 194 h 246"/>
                  <a:gd name="T40" fmla="*/ 15 w 255"/>
                  <a:gd name="T41" fmla="*/ 191 h 246"/>
                  <a:gd name="T42" fmla="*/ 9 w 255"/>
                  <a:gd name="T43" fmla="*/ 231 h 246"/>
                  <a:gd name="T44" fmla="*/ 48 w 255"/>
                  <a:gd name="T45" fmla="*/ 237 h 2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55" h="246">
                    <a:moveTo>
                      <a:pt x="48" y="237"/>
                    </a:moveTo>
                    <a:cubicBezTo>
                      <a:pt x="50" y="236"/>
                      <a:pt x="51" y="235"/>
                      <a:pt x="52" y="234"/>
                    </a:cubicBezTo>
                    <a:cubicBezTo>
                      <a:pt x="54" y="233"/>
                      <a:pt x="56" y="231"/>
                      <a:pt x="59" y="228"/>
                    </a:cubicBezTo>
                    <a:cubicBezTo>
                      <a:pt x="65" y="223"/>
                      <a:pt x="71" y="217"/>
                      <a:pt x="79" y="210"/>
                    </a:cubicBezTo>
                    <a:cubicBezTo>
                      <a:pt x="106" y="184"/>
                      <a:pt x="147" y="145"/>
                      <a:pt x="182" y="111"/>
                    </a:cubicBezTo>
                    <a:cubicBezTo>
                      <a:pt x="216" y="78"/>
                      <a:pt x="243" y="51"/>
                      <a:pt x="243" y="51"/>
                    </a:cubicBezTo>
                    <a:cubicBezTo>
                      <a:pt x="255" y="40"/>
                      <a:pt x="255" y="23"/>
                      <a:pt x="244" y="11"/>
                    </a:cubicBezTo>
                    <a:cubicBezTo>
                      <a:pt x="233" y="0"/>
                      <a:pt x="215" y="0"/>
                      <a:pt x="204" y="11"/>
                    </a:cubicBezTo>
                    <a:cubicBezTo>
                      <a:pt x="204" y="11"/>
                      <a:pt x="201" y="14"/>
                      <a:pt x="196" y="18"/>
                    </a:cubicBezTo>
                    <a:cubicBezTo>
                      <a:pt x="180" y="35"/>
                      <a:pt x="138" y="76"/>
                      <a:pt x="98" y="114"/>
                    </a:cubicBezTo>
                    <a:cubicBezTo>
                      <a:pt x="78" y="133"/>
                      <a:pt x="59" y="152"/>
                      <a:pt x="43" y="166"/>
                    </a:cubicBezTo>
                    <a:cubicBezTo>
                      <a:pt x="36" y="173"/>
                      <a:pt x="29" y="179"/>
                      <a:pt x="24" y="184"/>
                    </a:cubicBezTo>
                    <a:cubicBezTo>
                      <a:pt x="21" y="186"/>
                      <a:pt x="19" y="188"/>
                      <a:pt x="18" y="189"/>
                    </a:cubicBezTo>
                    <a:cubicBezTo>
                      <a:pt x="17" y="190"/>
                      <a:pt x="16" y="190"/>
                      <a:pt x="16" y="191"/>
                    </a:cubicBezTo>
                    <a:cubicBezTo>
                      <a:pt x="15" y="191"/>
                      <a:pt x="15" y="191"/>
                      <a:pt x="15" y="191"/>
                    </a:cubicBezTo>
                    <a:cubicBezTo>
                      <a:pt x="15" y="191"/>
                      <a:pt x="15" y="191"/>
                      <a:pt x="15" y="191"/>
                    </a:cubicBezTo>
                    <a:cubicBezTo>
                      <a:pt x="17" y="194"/>
                      <a:pt x="17" y="194"/>
                      <a:pt x="17" y="194"/>
                    </a:cubicBezTo>
                    <a:cubicBezTo>
                      <a:pt x="15" y="191"/>
                      <a:pt x="15" y="191"/>
                      <a:pt x="15" y="191"/>
                    </a:cubicBezTo>
                    <a:cubicBezTo>
                      <a:pt x="15" y="191"/>
                      <a:pt x="15" y="191"/>
                      <a:pt x="15" y="191"/>
                    </a:cubicBezTo>
                    <a:cubicBezTo>
                      <a:pt x="17" y="194"/>
                      <a:pt x="17" y="194"/>
                      <a:pt x="17" y="194"/>
                    </a:cubicBezTo>
                    <a:cubicBezTo>
                      <a:pt x="15" y="191"/>
                      <a:pt x="15" y="191"/>
                      <a:pt x="15" y="191"/>
                    </a:cubicBezTo>
                    <a:cubicBezTo>
                      <a:pt x="3" y="200"/>
                      <a:pt x="0" y="218"/>
                      <a:pt x="9" y="231"/>
                    </a:cubicBezTo>
                    <a:cubicBezTo>
                      <a:pt x="18" y="243"/>
                      <a:pt x="36" y="246"/>
                      <a:pt x="48" y="23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82" name="íşḻíḍe" descr="da2470a1-2758-4621-b623-512856d639d8"/>
              <p:cNvSpPr/>
              <p:nvPr/>
            </p:nvSpPr>
            <p:spPr bwMode="auto">
              <a:xfrm>
                <a:off x="7703938" y="3333196"/>
                <a:ext cx="3235137" cy="301840"/>
              </a:xfrm>
              <a:prstGeom prst="rect">
                <a:avLst/>
              </a:prstGeom>
              <a:solidFill>
                <a:srgbClr val="D8D8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83" name="í$lîḋé" descr="6c69f540-7c37-44e0-8534-55a03315b516"/>
              <p:cNvSpPr/>
              <p:nvPr/>
            </p:nvSpPr>
            <p:spPr bwMode="auto">
              <a:xfrm>
                <a:off x="7703938" y="3333196"/>
                <a:ext cx="3235137" cy="3018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84" name="îṧ1ïďe" descr="8d0f7831-94c0-4cd5-a691-88d29a65f91e"/>
              <p:cNvSpPr/>
              <p:nvPr/>
            </p:nvSpPr>
            <p:spPr bwMode="auto">
              <a:xfrm>
                <a:off x="7693034" y="3321684"/>
                <a:ext cx="3257554" cy="324862"/>
              </a:xfrm>
              <a:custGeom>
                <a:avLst/>
                <a:gdLst>
                  <a:gd name="T0" fmla="*/ 5358 w 5377"/>
                  <a:gd name="T1" fmla="*/ 490 h 508"/>
                  <a:gd name="T2" fmla="*/ 5358 w 5377"/>
                  <a:gd name="T3" fmla="*/ 472 h 508"/>
                  <a:gd name="T4" fmla="*/ 35 w 5377"/>
                  <a:gd name="T5" fmla="*/ 472 h 508"/>
                  <a:gd name="T6" fmla="*/ 35 w 5377"/>
                  <a:gd name="T7" fmla="*/ 36 h 508"/>
                  <a:gd name="T8" fmla="*/ 5341 w 5377"/>
                  <a:gd name="T9" fmla="*/ 36 h 508"/>
                  <a:gd name="T10" fmla="*/ 5341 w 5377"/>
                  <a:gd name="T11" fmla="*/ 490 h 508"/>
                  <a:gd name="T12" fmla="*/ 5358 w 5377"/>
                  <a:gd name="T13" fmla="*/ 490 h 508"/>
                  <a:gd name="T14" fmla="*/ 5358 w 5377"/>
                  <a:gd name="T15" fmla="*/ 472 h 508"/>
                  <a:gd name="T16" fmla="*/ 5358 w 5377"/>
                  <a:gd name="T17" fmla="*/ 490 h 508"/>
                  <a:gd name="T18" fmla="*/ 5377 w 5377"/>
                  <a:gd name="T19" fmla="*/ 490 h 508"/>
                  <a:gd name="T20" fmla="*/ 5377 w 5377"/>
                  <a:gd name="T21" fmla="*/ 18 h 508"/>
                  <a:gd name="T22" fmla="*/ 5358 w 5377"/>
                  <a:gd name="T23" fmla="*/ 0 h 508"/>
                  <a:gd name="T24" fmla="*/ 18 w 5377"/>
                  <a:gd name="T25" fmla="*/ 0 h 508"/>
                  <a:gd name="T26" fmla="*/ 0 w 5377"/>
                  <a:gd name="T27" fmla="*/ 18 h 508"/>
                  <a:gd name="T28" fmla="*/ 0 w 5377"/>
                  <a:gd name="T29" fmla="*/ 490 h 508"/>
                  <a:gd name="T30" fmla="*/ 18 w 5377"/>
                  <a:gd name="T31" fmla="*/ 508 h 508"/>
                  <a:gd name="T32" fmla="*/ 5358 w 5377"/>
                  <a:gd name="T33" fmla="*/ 508 h 508"/>
                  <a:gd name="T34" fmla="*/ 5377 w 5377"/>
                  <a:gd name="T35" fmla="*/ 490 h 508"/>
                  <a:gd name="T36" fmla="*/ 5358 w 5377"/>
                  <a:gd name="T37" fmla="*/ 490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377" h="508">
                    <a:moveTo>
                      <a:pt x="5358" y="490"/>
                    </a:moveTo>
                    <a:lnTo>
                      <a:pt x="5358" y="472"/>
                    </a:lnTo>
                    <a:lnTo>
                      <a:pt x="35" y="472"/>
                    </a:lnTo>
                    <a:lnTo>
                      <a:pt x="35" y="36"/>
                    </a:lnTo>
                    <a:lnTo>
                      <a:pt x="5341" y="36"/>
                    </a:lnTo>
                    <a:lnTo>
                      <a:pt x="5341" y="490"/>
                    </a:lnTo>
                    <a:lnTo>
                      <a:pt x="5358" y="490"/>
                    </a:lnTo>
                    <a:lnTo>
                      <a:pt x="5358" y="472"/>
                    </a:lnTo>
                    <a:lnTo>
                      <a:pt x="5358" y="490"/>
                    </a:lnTo>
                    <a:lnTo>
                      <a:pt x="5377" y="490"/>
                    </a:lnTo>
                    <a:lnTo>
                      <a:pt x="5377" y="18"/>
                    </a:lnTo>
                    <a:lnTo>
                      <a:pt x="5358" y="0"/>
                    </a:lnTo>
                    <a:lnTo>
                      <a:pt x="18" y="0"/>
                    </a:lnTo>
                    <a:lnTo>
                      <a:pt x="0" y="18"/>
                    </a:lnTo>
                    <a:lnTo>
                      <a:pt x="0" y="490"/>
                    </a:lnTo>
                    <a:lnTo>
                      <a:pt x="18" y="508"/>
                    </a:lnTo>
                    <a:lnTo>
                      <a:pt x="5358" y="508"/>
                    </a:lnTo>
                    <a:lnTo>
                      <a:pt x="5377" y="490"/>
                    </a:lnTo>
                    <a:lnTo>
                      <a:pt x="5358" y="490"/>
                    </a:lnTo>
                    <a:close/>
                  </a:path>
                </a:pathLst>
              </a:cu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85" name="îś1îḍê" descr="12a7d496-6aa5-413d-925e-f0179c3dc612"/>
              <p:cNvSpPr/>
              <p:nvPr/>
            </p:nvSpPr>
            <p:spPr bwMode="auto">
              <a:xfrm>
                <a:off x="7693034" y="3321684"/>
                <a:ext cx="3257554" cy="324862"/>
              </a:xfrm>
              <a:custGeom>
                <a:avLst/>
                <a:gdLst>
                  <a:gd name="T0" fmla="*/ 5358 w 5377"/>
                  <a:gd name="T1" fmla="*/ 490 h 508"/>
                  <a:gd name="T2" fmla="*/ 5358 w 5377"/>
                  <a:gd name="T3" fmla="*/ 472 h 508"/>
                  <a:gd name="T4" fmla="*/ 35 w 5377"/>
                  <a:gd name="T5" fmla="*/ 472 h 508"/>
                  <a:gd name="T6" fmla="*/ 35 w 5377"/>
                  <a:gd name="T7" fmla="*/ 36 h 508"/>
                  <a:gd name="T8" fmla="*/ 5341 w 5377"/>
                  <a:gd name="T9" fmla="*/ 36 h 508"/>
                  <a:gd name="T10" fmla="*/ 5341 w 5377"/>
                  <a:gd name="T11" fmla="*/ 490 h 508"/>
                  <a:gd name="T12" fmla="*/ 5358 w 5377"/>
                  <a:gd name="T13" fmla="*/ 490 h 508"/>
                  <a:gd name="T14" fmla="*/ 5358 w 5377"/>
                  <a:gd name="T15" fmla="*/ 472 h 508"/>
                  <a:gd name="T16" fmla="*/ 5358 w 5377"/>
                  <a:gd name="T17" fmla="*/ 490 h 508"/>
                  <a:gd name="T18" fmla="*/ 5377 w 5377"/>
                  <a:gd name="T19" fmla="*/ 490 h 508"/>
                  <a:gd name="T20" fmla="*/ 5377 w 5377"/>
                  <a:gd name="T21" fmla="*/ 18 h 508"/>
                  <a:gd name="T22" fmla="*/ 5358 w 5377"/>
                  <a:gd name="T23" fmla="*/ 0 h 508"/>
                  <a:gd name="T24" fmla="*/ 18 w 5377"/>
                  <a:gd name="T25" fmla="*/ 0 h 508"/>
                  <a:gd name="T26" fmla="*/ 0 w 5377"/>
                  <a:gd name="T27" fmla="*/ 18 h 508"/>
                  <a:gd name="T28" fmla="*/ 0 w 5377"/>
                  <a:gd name="T29" fmla="*/ 490 h 508"/>
                  <a:gd name="T30" fmla="*/ 18 w 5377"/>
                  <a:gd name="T31" fmla="*/ 508 h 508"/>
                  <a:gd name="T32" fmla="*/ 5358 w 5377"/>
                  <a:gd name="T33" fmla="*/ 508 h 508"/>
                  <a:gd name="T34" fmla="*/ 5377 w 5377"/>
                  <a:gd name="T35" fmla="*/ 490 h 508"/>
                  <a:gd name="T36" fmla="*/ 5358 w 5377"/>
                  <a:gd name="T37" fmla="*/ 490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377" h="508">
                    <a:moveTo>
                      <a:pt x="5358" y="490"/>
                    </a:moveTo>
                    <a:lnTo>
                      <a:pt x="5358" y="472"/>
                    </a:lnTo>
                    <a:lnTo>
                      <a:pt x="35" y="472"/>
                    </a:lnTo>
                    <a:lnTo>
                      <a:pt x="35" y="36"/>
                    </a:lnTo>
                    <a:lnTo>
                      <a:pt x="5341" y="36"/>
                    </a:lnTo>
                    <a:lnTo>
                      <a:pt x="5341" y="490"/>
                    </a:lnTo>
                    <a:lnTo>
                      <a:pt x="5358" y="490"/>
                    </a:lnTo>
                    <a:lnTo>
                      <a:pt x="5358" y="472"/>
                    </a:lnTo>
                    <a:lnTo>
                      <a:pt x="5358" y="490"/>
                    </a:lnTo>
                    <a:lnTo>
                      <a:pt x="5377" y="490"/>
                    </a:lnTo>
                    <a:lnTo>
                      <a:pt x="5377" y="18"/>
                    </a:lnTo>
                    <a:lnTo>
                      <a:pt x="5358" y="0"/>
                    </a:lnTo>
                    <a:lnTo>
                      <a:pt x="18" y="0"/>
                    </a:lnTo>
                    <a:lnTo>
                      <a:pt x="0" y="18"/>
                    </a:lnTo>
                    <a:lnTo>
                      <a:pt x="0" y="490"/>
                    </a:lnTo>
                    <a:lnTo>
                      <a:pt x="18" y="508"/>
                    </a:lnTo>
                    <a:lnTo>
                      <a:pt x="5358" y="508"/>
                    </a:lnTo>
                    <a:lnTo>
                      <a:pt x="5377" y="490"/>
                    </a:lnTo>
                    <a:lnTo>
                      <a:pt x="5358" y="49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86" name="i$1ïḍe" descr="6c806816-4b1a-42f0-9300-2d30938850eb"/>
              <p:cNvSpPr/>
              <p:nvPr/>
            </p:nvSpPr>
            <p:spPr bwMode="auto">
              <a:xfrm>
                <a:off x="7714239" y="3344706"/>
                <a:ext cx="3130328" cy="95284"/>
              </a:xfrm>
              <a:custGeom>
                <a:avLst/>
                <a:gdLst>
                  <a:gd name="T0" fmla="*/ 5167 w 5167"/>
                  <a:gd name="T1" fmla="*/ 0 h 149"/>
                  <a:gd name="T2" fmla="*/ 0 w 5167"/>
                  <a:gd name="T3" fmla="*/ 0 h 149"/>
                  <a:gd name="T4" fmla="*/ 0 w 5167"/>
                  <a:gd name="T5" fmla="*/ 128 h 149"/>
                  <a:gd name="T6" fmla="*/ 797 w 5167"/>
                  <a:gd name="T7" fmla="*/ 149 h 149"/>
                  <a:gd name="T8" fmla="*/ 5167 w 5167"/>
                  <a:gd name="T9" fmla="*/ 149 h 149"/>
                  <a:gd name="T10" fmla="*/ 5167 w 5167"/>
                  <a:gd name="T11" fmla="*/ 0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167" h="149">
                    <a:moveTo>
                      <a:pt x="5167" y="0"/>
                    </a:moveTo>
                    <a:lnTo>
                      <a:pt x="0" y="0"/>
                    </a:lnTo>
                    <a:lnTo>
                      <a:pt x="0" y="128"/>
                    </a:lnTo>
                    <a:lnTo>
                      <a:pt x="797" y="149"/>
                    </a:lnTo>
                    <a:lnTo>
                      <a:pt x="5167" y="149"/>
                    </a:lnTo>
                    <a:lnTo>
                      <a:pt x="5167" y="0"/>
                    </a:lnTo>
                    <a:close/>
                  </a:path>
                </a:pathLst>
              </a:custGeom>
              <a:solidFill>
                <a:srgbClr val="BCBC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87" name="íṣlïdé" descr="bbc1a2cd-6817-4658-a62a-81a347df9a2e"/>
              <p:cNvSpPr/>
              <p:nvPr/>
            </p:nvSpPr>
            <p:spPr bwMode="auto">
              <a:xfrm>
                <a:off x="7714239" y="3344706"/>
                <a:ext cx="3130328" cy="95284"/>
              </a:xfrm>
              <a:custGeom>
                <a:avLst/>
                <a:gdLst>
                  <a:gd name="T0" fmla="*/ 5167 w 5167"/>
                  <a:gd name="T1" fmla="*/ 0 h 149"/>
                  <a:gd name="T2" fmla="*/ 0 w 5167"/>
                  <a:gd name="T3" fmla="*/ 0 h 149"/>
                  <a:gd name="T4" fmla="*/ 0 w 5167"/>
                  <a:gd name="T5" fmla="*/ 128 h 149"/>
                  <a:gd name="T6" fmla="*/ 797 w 5167"/>
                  <a:gd name="T7" fmla="*/ 149 h 149"/>
                  <a:gd name="T8" fmla="*/ 5167 w 5167"/>
                  <a:gd name="T9" fmla="*/ 149 h 149"/>
                  <a:gd name="T10" fmla="*/ 5167 w 5167"/>
                  <a:gd name="T11" fmla="*/ 0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167" h="149">
                    <a:moveTo>
                      <a:pt x="5167" y="0"/>
                    </a:moveTo>
                    <a:lnTo>
                      <a:pt x="0" y="0"/>
                    </a:lnTo>
                    <a:lnTo>
                      <a:pt x="0" y="128"/>
                    </a:lnTo>
                    <a:lnTo>
                      <a:pt x="797" y="149"/>
                    </a:lnTo>
                    <a:lnTo>
                      <a:pt x="5167" y="149"/>
                    </a:lnTo>
                    <a:lnTo>
                      <a:pt x="516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88" name="íśļídê" descr="2fe270f1-7ddb-4e50-858e-08c6c2132d06"/>
              <p:cNvSpPr/>
              <p:nvPr/>
            </p:nvSpPr>
            <p:spPr bwMode="auto">
              <a:xfrm>
                <a:off x="7703938" y="3333196"/>
                <a:ext cx="3140627" cy="93366"/>
              </a:xfrm>
              <a:custGeom>
                <a:avLst/>
                <a:gdLst>
                  <a:gd name="T0" fmla="*/ 5184 w 5184"/>
                  <a:gd name="T1" fmla="*/ 0 h 146"/>
                  <a:gd name="T2" fmla="*/ 0 w 5184"/>
                  <a:gd name="T3" fmla="*/ 0 h 146"/>
                  <a:gd name="T4" fmla="*/ 0 w 5184"/>
                  <a:gd name="T5" fmla="*/ 145 h 146"/>
                  <a:gd name="T6" fmla="*/ 17 w 5184"/>
                  <a:gd name="T7" fmla="*/ 146 h 146"/>
                  <a:gd name="T8" fmla="*/ 17 w 5184"/>
                  <a:gd name="T9" fmla="*/ 18 h 146"/>
                  <a:gd name="T10" fmla="*/ 5184 w 5184"/>
                  <a:gd name="T11" fmla="*/ 18 h 146"/>
                  <a:gd name="T12" fmla="*/ 5184 w 5184"/>
                  <a:gd name="T13" fmla="*/ 0 h 1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184" h="146">
                    <a:moveTo>
                      <a:pt x="5184" y="0"/>
                    </a:moveTo>
                    <a:lnTo>
                      <a:pt x="0" y="0"/>
                    </a:lnTo>
                    <a:lnTo>
                      <a:pt x="0" y="145"/>
                    </a:lnTo>
                    <a:lnTo>
                      <a:pt x="17" y="146"/>
                    </a:lnTo>
                    <a:lnTo>
                      <a:pt x="17" y="18"/>
                    </a:lnTo>
                    <a:lnTo>
                      <a:pt x="5184" y="18"/>
                    </a:lnTo>
                    <a:lnTo>
                      <a:pt x="5184" y="0"/>
                    </a:lnTo>
                    <a:close/>
                  </a:path>
                </a:pathLst>
              </a:custGeom>
              <a:solidFill>
                <a:srgbClr val="6F71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89" name="ïSḻîďe" descr="716240fa-3821-433a-b7ca-3aff62a19c9a"/>
              <p:cNvSpPr/>
              <p:nvPr/>
            </p:nvSpPr>
            <p:spPr bwMode="auto">
              <a:xfrm>
                <a:off x="7703938" y="3333196"/>
                <a:ext cx="3140627" cy="93366"/>
              </a:xfrm>
              <a:custGeom>
                <a:avLst/>
                <a:gdLst>
                  <a:gd name="T0" fmla="*/ 5184 w 5184"/>
                  <a:gd name="T1" fmla="*/ 0 h 146"/>
                  <a:gd name="T2" fmla="*/ 0 w 5184"/>
                  <a:gd name="T3" fmla="*/ 0 h 146"/>
                  <a:gd name="T4" fmla="*/ 0 w 5184"/>
                  <a:gd name="T5" fmla="*/ 145 h 146"/>
                  <a:gd name="T6" fmla="*/ 17 w 5184"/>
                  <a:gd name="T7" fmla="*/ 146 h 146"/>
                  <a:gd name="T8" fmla="*/ 17 w 5184"/>
                  <a:gd name="T9" fmla="*/ 18 h 146"/>
                  <a:gd name="T10" fmla="*/ 5184 w 5184"/>
                  <a:gd name="T11" fmla="*/ 18 h 146"/>
                  <a:gd name="T12" fmla="*/ 5184 w 5184"/>
                  <a:gd name="T13" fmla="*/ 0 h 1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184" h="146">
                    <a:moveTo>
                      <a:pt x="5184" y="0"/>
                    </a:moveTo>
                    <a:lnTo>
                      <a:pt x="0" y="0"/>
                    </a:lnTo>
                    <a:lnTo>
                      <a:pt x="0" y="145"/>
                    </a:lnTo>
                    <a:lnTo>
                      <a:pt x="17" y="146"/>
                    </a:lnTo>
                    <a:lnTo>
                      <a:pt x="17" y="18"/>
                    </a:lnTo>
                    <a:lnTo>
                      <a:pt x="5184" y="18"/>
                    </a:lnTo>
                    <a:lnTo>
                      <a:pt x="518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90" name="îsľiḍê" descr="6f8c4966-0741-4549-9d8b-cc9aa0ec79f9"/>
              <p:cNvSpPr/>
              <p:nvPr/>
            </p:nvSpPr>
            <p:spPr bwMode="auto">
              <a:xfrm>
                <a:off x="7998978" y="2622081"/>
                <a:ext cx="0" cy="33254"/>
              </a:xfrm>
              <a:custGeom>
                <a:avLst/>
                <a:gdLst>
                  <a:gd name="T0" fmla="*/ 52 h 52"/>
                  <a:gd name="T1" fmla="*/ 0 h 52"/>
                  <a:gd name="T2" fmla="*/ 52 h 5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52">
                    <a:moveTo>
                      <a:pt x="0" y="52"/>
                    </a:moveTo>
                    <a:lnTo>
                      <a:pt x="0" y="0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rgbClr val="ECEC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91" name="íṡḷïḍê" descr="a88a5435-7bcc-4fc7-b73c-9020331a7c90"/>
              <p:cNvSpPr/>
              <p:nvPr/>
            </p:nvSpPr>
            <p:spPr bwMode="auto">
              <a:xfrm>
                <a:off x="7998978" y="2622081"/>
                <a:ext cx="0" cy="33254"/>
              </a:xfrm>
              <a:custGeom>
                <a:avLst/>
                <a:gdLst>
                  <a:gd name="T0" fmla="*/ 52 h 52"/>
                  <a:gd name="T1" fmla="*/ 0 h 52"/>
                  <a:gd name="T2" fmla="*/ 52 h 5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52">
                    <a:moveTo>
                      <a:pt x="0" y="52"/>
                    </a:moveTo>
                    <a:lnTo>
                      <a:pt x="0" y="0"/>
                    </a:lnTo>
                    <a:lnTo>
                      <a:pt x="0" y="52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92" name="ïṧļïḓe" descr="3631fe94-c176-4865-adce-e2f7615a34b7"/>
              <p:cNvSpPr/>
              <p:nvPr/>
            </p:nvSpPr>
            <p:spPr bwMode="auto">
              <a:xfrm>
                <a:off x="7983227" y="2622081"/>
                <a:ext cx="33927" cy="59473"/>
              </a:xfrm>
              <a:custGeom>
                <a:avLst/>
                <a:gdLst>
                  <a:gd name="T0" fmla="*/ 5 w 89"/>
                  <a:gd name="T1" fmla="*/ 83 h 147"/>
                  <a:gd name="T2" fmla="*/ 42 w 89"/>
                  <a:gd name="T3" fmla="*/ 0 h 147"/>
                  <a:gd name="T4" fmla="*/ 80 w 89"/>
                  <a:gd name="T5" fmla="*/ 83 h 147"/>
                  <a:gd name="T6" fmla="*/ 59 w 89"/>
                  <a:gd name="T7" fmla="*/ 138 h 147"/>
                  <a:gd name="T8" fmla="*/ 5 w 89"/>
                  <a:gd name="T9" fmla="*/ 117 h 147"/>
                  <a:gd name="T10" fmla="*/ 5 w 89"/>
                  <a:gd name="T11" fmla="*/ 83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147">
                    <a:moveTo>
                      <a:pt x="5" y="83"/>
                    </a:moveTo>
                    <a:cubicBezTo>
                      <a:pt x="42" y="0"/>
                      <a:pt x="42" y="0"/>
                      <a:pt x="42" y="0"/>
                    </a:cubicBezTo>
                    <a:cubicBezTo>
                      <a:pt x="80" y="83"/>
                      <a:pt x="80" y="83"/>
                      <a:pt x="80" y="83"/>
                    </a:cubicBezTo>
                    <a:cubicBezTo>
                      <a:pt x="89" y="104"/>
                      <a:pt x="80" y="129"/>
                      <a:pt x="59" y="138"/>
                    </a:cubicBezTo>
                    <a:cubicBezTo>
                      <a:pt x="38" y="147"/>
                      <a:pt x="14" y="138"/>
                      <a:pt x="5" y="117"/>
                    </a:cubicBezTo>
                    <a:cubicBezTo>
                      <a:pt x="0" y="106"/>
                      <a:pt x="0" y="94"/>
                      <a:pt x="5" y="83"/>
                    </a:cubicBezTo>
                  </a:path>
                </a:pathLst>
              </a:cu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93" name="iSľîḍê" descr="a1984185-6522-4422-a5cc-7764a335a0e8"/>
              <p:cNvSpPr/>
              <p:nvPr/>
            </p:nvSpPr>
            <p:spPr bwMode="auto">
              <a:xfrm>
                <a:off x="7888111" y="2691146"/>
                <a:ext cx="27262" cy="16626"/>
              </a:xfrm>
              <a:custGeom>
                <a:avLst/>
                <a:gdLst>
                  <a:gd name="T0" fmla="*/ 45 w 45"/>
                  <a:gd name="T1" fmla="*/ 26 h 26"/>
                  <a:gd name="T2" fmla="*/ 0 w 45"/>
                  <a:gd name="T3" fmla="*/ 0 h 26"/>
                  <a:gd name="T4" fmla="*/ 45 w 45"/>
                  <a:gd name="T5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5" h="26">
                    <a:moveTo>
                      <a:pt x="45" y="26"/>
                    </a:moveTo>
                    <a:lnTo>
                      <a:pt x="0" y="0"/>
                    </a:lnTo>
                    <a:lnTo>
                      <a:pt x="45" y="26"/>
                    </a:lnTo>
                    <a:close/>
                  </a:path>
                </a:pathLst>
              </a:custGeom>
              <a:solidFill>
                <a:srgbClr val="ECEC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94" name="iṧlidé" descr="2a30e3f4-5c9c-406b-a51e-a9a1d47984eb"/>
              <p:cNvSpPr/>
              <p:nvPr/>
            </p:nvSpPr>
            <p:spPr bwMode="auto">
              <a:xfrm flipH="1" flipV="1">
                <a:off x="7888111" y="2691146"/>
                <a:ext cx="27262" cy="16626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95" name="îṩ1îďê" descr="4a9bbbae-48d2-419d-97b1-7c9839ddd48e"/>
              <p:cNvSpPr/>
              <p:nvPr/>
            </p:nvSpPr>
            <p:spPr bwMode="auto">
              <a:xfrm>
                <a:off x="7888111" y="2691146"/>
                <a:ext cx="49678" cy="37730"/>
              </a:xfrm>
              <a:custGeom>
                <a:avLst/>
                <a:gdLst>
                  <a:gd name="T0" fmla="*/ 53 w 130"/>
                  <a:gd name="T1" fmla="*/ 74 h 93"/>
                  <a:gd name="T2" fmla="*/ 0 w 130"/>
                  <a:gd name="T3" fmla="*/ 0 h 93"/>
                  <a:gd name="T4" fmla="*/ 91 w 130"/>
                  <a:gd name="T5" fmla="*/ 9 h 93"/>
                  <a:gd name="T6" fmla="*/ 128 w 130"/>
                  <a:gd name="T7" fmla="*/ 54 h 93"/>
                  <a:gd name="T8" fmla="*/ 83 w 130"/>
                  <a:gd name="T9" fmla="*/ 91 h 93"/>
                  <a:gd name="T10" fmla="*/ 53 w 130"/>
                  <a:gd name="T11" fmla="*/ 74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0" h="93">
                    <a:moveTo>
                      <a:pt x="53" y="7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91" y="9"/>
                      <a:pt x="91" y="9"/>
                      <a:pt x="91" y="9"/>
                    </a:cubicBezTo>
                    <a:cubicBezTo>
                      <a:pt x="114" y="11"/>
                      <a:pt x="130" y="32"/>
                      <a:pt x="128" y="54"/>
                    </a:cubicBezTo>
                    <a:cubicBezTo>
                      <a:pt x="126" y="77"/>
                      <a:pt x="105" y="93"/>
                      <a:pt x="83" y="91"/>
                    </a:cubicBezTo>
                    <a:cubicBezTo>
                      <a:pt x="70" y="90"/>
                      <a:pt x="60" y="83"/>
                      <a:pt x="53" y="74"/>
                    </a:cubicBezTo>
                    <a:close/>
                  </a:path>
                </a:pathLst>
              </a:cu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96" name="işlîďé" descr="6d114310-058f-41b5-95c4-9cadbab31252"/>
              <p:cNvSpPr/>
              <p:nvPr/>
            </p:nvSpPr>
            <p:spPr bwMode="auto">
              <a:xfrm>
                <a:off x="7870543" y="2758932"/>
                <a:ext cx="32110" cy="0"/>
              </a:xfrm>
              <a:custGeom>
                <a:avLst/>
                <a:gdLst>
                  <a:gd name="T0" fmla="*/ 53 w 53"/>
                  <a:gd name="T1" fmla="*/ 0 w 53"/>
                  <a:gd name="T2" fmla="*/ 53 w 5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53">
                    <a:moveTo>
                      <a:pt x="53" y="0"/>
                    </a:moveTo>
                    <a:lnTo>
                      <a:pt x="0" y="0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ECEC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97" name="îṩļïḍè" descr="07ad3ee0-e945-4b6d-8798-dab816502ef7"/>
              <p:cNvSpPr/>
              <p:nvPr/>
            </p:nvSpPr>
            <p:spPr bwMode="auto">
              <a:xfrm flipH="1">
                <a:off x="7870543" y="2758932"/>
                <a:ext cx="32110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98" name="îṧ1îďè" descr="cbfcc4de-f032-4e81-a3fa-0813bd2c2dbd"/>
              <p:cNvSpPr/>
              <p:nvPr/>
            </p:nvSpPr>
            <p:spPr bwMode="auto">
              <a:xfrm>
                <a:off x="7870543" y="2739747"/>
                <a:ext cx="56342" cy="36451"/>
              </a:xfrm>
              <a:custGeom>
                <a:avLst/>
                <a:gdLst>
                  <a:gd name="T0" fmla="*/ 84 w 148"/>
                  <a:gd name="T1" fmla="*/ 85 h 90"/>
                  <a:gd name="T2" fmla="*/ 0 w 148"/>
                  <a:gd name="T3" fmla="*/ 47 h 90"/>
                  <a:gd name="T4" fmla="*/ 84 w 148"/>
                  <a:gd name="T5" fmla="*/ 10 h 90"/>
                  <a:gd name="T6" fmla="*/ 139 w 148"/>
                  <a:gd name="T7" fmla="*/ 30 h 90"/>
                  <a:gd name="T8" fmla="*/ 118 w 148"/>
                  <a:gd name="T9" fmla="*/ 85 h 90"/>
                  <a:gd name="T10" fmla="*/ 84 w 148"/>
                  <a:gd name="T11" fmla="*/ 85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48" h="90">
                    <a:moveTo>
                      <a:pt x="84" y="85"/>
                    </a:moveTo>
                    <a:cubicBezTo>
                      <a:pt x="0" y="47"/>
                      <a:pt x="0" y="47"/>
                      <a:pt x="0" y="47"/>
                    </a:cubicBezTo>
                    <a:cubicBezTo>
                      <a:pt x="84" y="10"/>
                      <a:pt x="84" y="10"/>
                      <a:pt x="84" y="10"/>
                    </a:cubicBezTo>
                    <a:cubicBezTo>
                      <a:pt x="105" y="0"/>
                      <a:pt x="129" y="9"/>
                      <a:pt x="139" y="30"/>
                    </a:cubicBezTo>
                    <a:cubicBezTo>
                      <a:pt x="148" y="51"/>
                      <a:pt x="139" y="75"/>
                      <a:pt x="118" y="85"/>
                    </a:cubicBezTo>
                    <a:cubicBezTo>
                      <a:pt x="107" y="90"/>
                      <a:pt x="95" y="89"/>
                      <a:pt x="84" y="85"/>
                    </a:cubicBezTo>
                    <a:close/>
                  </a:path>
                </a:pathLst>
              </a:cu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99" name="iṡľiďè" descr="4ff4631b-1098-41d1-aecf-b7d7f982c20a"/>
              <p:cNvSpPr/>
              <p:nvPr/>
            </p:nvSpPr>
            <p:spPr bwMode="auto">
              <a:xfrm>
                <a:off x="7934761" y="2640627"/>
                <a:ext cx="16357" cy="28777"/>
              </a:xfrm>
              <a:custGeom>
                <a:avLst/>
                <a:gdLst>
                  <a:gd name="T0" fmla="*/ 27 w 27"/>
                  <a:gd name="T1" fmla="*/ 45 h 45"/>
                  <a:gd name="T2" fmla="*/ 0 w 27"/>
                  <a:gd name="T3" fmla="*/ 0 h 45"/>
                  <a:gd name="T4" fmla="*/ 27 w 27"/>
                  <a:gd name="T5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7" h="45">
                    <a:moveTo>
                      <a:pt x="27" y="45"/>
                    </a:moveTo>
                    <a:lnTo>
                      <a:pt x="0" y="0"/>
                    </a:lnTo>
                    <a:lnTo>
                      <a:pt x="27" y="45"/>
                    </a:lnTo>
                    <a:close/>
                  </a:path>
                </a:pathLst>
              </a:custGeom>
              <a:solidFill>
                <a:srgbClr val="ECEC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00" name="íṧḻîdé" descr="02063b13-885b-4396-9c6f-4bd115b3eaf3"/>
              <p:cNvSpPr/>
              <p:nvPr/>
            </p:nvSpPr>
            <p:spPr bwMode="auto">
              <a:xfrm flipH="1" flipV="1">
                <a:off x="7934761" y="2640627"/>
                <a:ext cx="16357" cy="28777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01" name="ïŝḷíḍê" descr="766c1226-0f2b-4454-820c-d16dfc538822"/>
              <p:cNvSpPr/>
              <p:nvPr/>
            </p:nvSpPr>
            <p:spPr bwMode="auto">
              <a:xfrm>
                <a:off x="7934761" y="2640627"/>
                <a:ext cx="36955" cy="53717"/>
              </a:xfrm>
              <a:custGeom>
                <a:avLst/>
                <a:gdLst>
                  <a:gd name="T0" fmla="*/ 9 w 97"/>
                  <a:gd name="T1" fmla="*/ 91 h 134"/>
                  <a:gd name="T2" fmla="*/ 0 w 97"/>
                  <a:gd name="T3" fmla="*/ 0 h 134"/>
                  <a:gd name="T4" fmla="*/ 74 w 97"/>
                  <a:gd name="T5" fmla="*/ 53 h 134"/>
                  <a:gd name="T6" fmla="*/ 84 w 97"/>
                  <a:gd name="T7" fmla="*/ 111 h 134"/>
                  <a:gd name="T8" fmla="*/ 26 w 97"/>
                  <a:gd name="T9" fmla="*/ 120 h 134"/>
                  <a:gd name="T10" fmla="*/ 9 w 97"/>
                  <a:gd name="T11" fmla="*/ 91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7" h="134">
                    <a:moveTo>
                      <a:pt x="9" y="9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74" y="53"/>
                      <a:pt x="74" y="53"/>
                      <a:pt x="74" y="53"/>
                    </a:cubicBezTo>
                    <a:cubicBezTo>
                      <a:pt x="93" y="67"/>
                      <a:pt x="97" y="93"/>
                      <a:pt x="84" y="111"/>
                    </a:cubicBezTo>
                    <a:cubicBezTo>
                      <a:pt x="70" y="130"/>
                      <a:pt x="44" y="134"/>
                      <a:pt x="26" y="120"/>
                    </a:cubicBezTo>
                    <a:cubicBezTo>
                      <a:pt x="16" y="113"/>
                      <a:pt x="10" y="102"/>
                      <a:pt x="9" y="91"/>
                    </a:cubicBezTo>
                    <a:close/>
                  </a:path>
                </a:pathLst>
              </a:cu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02" name="íṥļïḑe" descr="c68e0fe8-abeb-4ba8-9245-f4a2b163b3f1"/>
              <p:cNvSpPr/>
              <p:nvPr/>
            </p:nvSpPr>
            <p:spPr bwMode="auto">
              <a:xfrm>
                <a:off x="8082583" y="2691146"/>
                <a:ext cx="27869" cy="16626"/>
              </a:xfrm>
              <a:custGeom>
                <a:avLst/>
                <a:gdLst>
                  <a:gd name="T0" fmla="*/ 0 w 46"/>
                  <a:gd name="T1" fmla="*/ 26 h 26"/>
                  <a:gd name="T2" fmla="*/ 46 w 46"/>
                  <a:gd name="T3" fmla="*/ 0 h 26"/>
                  <a:gd name="T4" fmla="*/ 0 w 46"/>
                  <a:gd name="T5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6" h="26">
                    <a:moveTo>
                      <a:pt x="0" y="26"/>
                    </a:moveTo>
                    <a:lnTo>
                      <a:pt x="46" y="0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ECEC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03" name="îṩḻiḑe" descr="b817796d-90a4-4260-8a39-76e288405306"/>
              <p:cNvSpPr/>
              <p:nvPr/>
            </p:nvSpPr>
            <p:spPr bwMode="auto">
              <a:xfrm flipV="1">
                <a:off x="8082583" y="2691146"/>
                <a:ext cx="27869" cy="16626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04" name="iṥ1îḑê" descr="23c04016-c1e8-4cb2-b510-d9d6c7c97e75"/>
              <p:cNvSpPr/>
              <p:nvPr/>
            </p:nvSpPr>
            <p:spPr bwMode="auto">
              <a:xfrm>
                <a:off x="8059563" y="2691146"/>
                <a:ext cx="50890" cy="39010"/>
              </a:xfrm>
              <a:custGeom>
                <a:avLst/>
                <a:gdLst>
                  <a:gd name="T0" fmla="*/ 42 w 134"/>
                  <a:gd name="T1" fmla="*/ 9 h 97"/>
                  <a:gd name="T2" fmla="*/ 134 w 134"/>
                  <a:gd name="T3" fmla="*/ 0 h 97"/>
                  <a:gd name="T4" fmla="*/ 80 w 134"/>
                  <a:gd name="T5" fmla="*/ 74 h 97"/>
                  <a:gd name="T6" fmla="*/ 23 w 134"/>
                  <a:gd name="T7" fmla="*/ 84 h 97"/>
                  <a:gd name="T8" fmla="*/ 13 w 134"/>
                  <a:gd name="T9" fmla="*/ 26 h 97"/>
                  <a:gd name="T10" fmla="*/ 42 w 134"/>
                  <a:gd name="T11" fmla="*/ 9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4" h="97">
                    <a:moveTo>
                      <a:pt x="42" y="9"/>
                    </a:moveTo>
                    <a:cubicBezTo>
                      <a:pt x="134" y="0"/>
                      <a:pt x="134" y="0"/>
                      <a:pt x="134" y="0"/>
                    </a:cubicBezTo>
                    <a:cubicBezTo>
                      <a:pt x="80" y="74"/>
                      <a:pt x="80" y="74"/>
                      <a:pt x="80" y="74"/>
                    </a:cubicBezTo>
                    <a:cubicBezTo>
                      <a:pt x="67" y="93"/>
                      <a:pt x="41" y="97"/>
                      <a:pt x="23" y="84"/>
                    </a:cubicBezTo>
                    <a:cubicBezTo>
                      <a:pt x="4" y="70"/>
                      <a:pt x="0" y="44"/>
                      <a:pt x="13" y="26"/>
                    </a:cubicBezTo>
                    <a:cubicBezTo>
                      <a:pt x="20" y="16"/>
                      <a:pt x="31" y="10"/>
                      <a:pt x="42" y="9"/>
                    </a:cubicBezTo>
                  </a:path>
                </a:pathLst>
              </a:cu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05" name="îšlídê" descr="79ccba50-db35-435d-ba15-ece1e80e338d"/>
              <p:cNvSpPr/>
              <p:nvPr/>
            </p:nvSpPr>
            <p:spPr bwMode="auto">
              <a:xfrm>
                <a:off x="8095912" y="2758932"/>
                <a:ext cx="32110" cy="0"/>
              </a:xfrm>
              <a:custGeom>
                <a:avLst/>
                <a:gdLst>
                  <a:gd name="T0" fmla="*/ 0 w 53"/>
                  <a:gd name="T1" fmla="*/ 53 w 53"/>
                  <a:gd name="T2" fmla="*/ 0 w 5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53">
                    <a:moveTo>
                      <a:pt x="0" y="0"/>
                    </a:moveTo>
                    <a:lnTo>
                      <a:pt x="5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CEC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06" name="iṣḷîḑe" descr="75216e8c-eeab-49c4-8776-d02cec39df2e"/>
              <p:cNvSpPr/>
              <p:nvPr/>
            </p:nvSpPr>
            <p:spPr bwMode="auto">
              <a:xfrm>
                <a:off x="8095912" y="2758932"/>
                <a:ext cx="32110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07" name="íślíḑè" descr="ff8069a6-5b14-4a18-b260-0bd2bbde4b55"/>
              <p:cNvSpPr/>
              <p:nvPr/>
            </p:nvSpPr>
            <p:spPr bwMode="auto">
              <a:xfrm>
                <a:off x="8071073" y="2741666"/>
                <a:ext cx="56948" cy="36451"/>
              </a:xfrm>
              <a:custGeom>
                <a:avLst/>
                <a:gdLst>
                  <a:gd name="T0" fmla="*/ 64 w 148"/>
                  <a:gd name="T1" fmla="*/ 5 h 89"/>
                  <a:gd name="T2" fmla="*/ 148 w 148"/>
                  <a:gd name="T3" fmla="*/ 42 h 89"/>
                  <a:gd name="T4" fmla="*/ 64 w 148"/>
                  <a:gd name="T5" fmla="*/ 80 h 89"/>
                  <a:gd name="T6" fmla="*/ 10 w 148"/>
                  <a:gd name="T7" fmla="*/ 59 h 89"/>
                  <a:gd name="T8" fmla="*/ 30 w 148"/>
                  <a:gd name="T9" fmla="*/ 5 h 89"/>
                  <a:gd name="T10" fmla="*/ 64 w 148"/>
                  <a:gd name="T11" fmla="*/ 5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48" h="89">
                    <a:moveTo>
                      <a:pt x="64" y="5"/>
                    </a:moveTo>
                    <a:cubicBezTo>
                      <a:pt x="148" y="42"/>
                      <a:pt x="148" y="42"/>
                      <a:pt x="148" y="42"/>
                    </a:cubicBezTo>
                    <a:cubicBezTo>
                      <a:pt x="64" y="80"/>
                      <a:pt x="64" y="80"/>
                      <a:pt x="64" y="80"/>
                    </a:cubicBezTo>
                    <a:cubicBezTo>
                      <a:pt x="43" y="89"/>
                      <a:pt x="19" y="80"/>
                      <a:pt x="10" y="59"/>
                    </a:cubicBezTo>
                    <a:cubicBezTo>
                      <a:pt x="0" y="38"/>
                      <a:pt x="10" y="14"/>
                      <a:pt x="30" y="5"/>
                    </a:cubicBezTo>
                    <a:cubicBezTo>
                      <a:pt x="42" y="0"/>
                      <a:pt x="54" y="0"/>
                      <a:pt x="64" y="5"/>
                    </a:cubicBezTo>
                  </a:path>
                </a:pathLst>
              </a:cu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08" name="íṣḻíďè" descr="9e627a4c-6a5d-4b4e-935b-09548c584bf6"/>
              <p:cNvSpPr/>
              <p:nvPr/>
            </p:nvSpPr>
            <p:spPr bwMode="auto">
              <a:xfrm>
                <a:off x="8047445" y="2640627"/>
                <a:ext cx="16357" cy="28777"/>
              </a:xfrm>
              <a:custGeom>
                <a:avLst/>
                <a:gdLst>
                  <a:gd name="T0" fmla="*/ 0 w 27"/>
                  <a:gd name="T1" fmla="*/ 45 h 45"/>
                  <a:gd name="T2" fmla="*/ 27 w 27"/>
                  <a:gd name="T3" fmla="*/ 0 h 45"/>
                  <a:gd name="T4" fmla="*/ 0 w 27"/>
                  <a:gd name="T5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7" h="45">
                    <a:moveTo>
                      <a:pt x="0" y="45"/>
                    </a:moveTo>
                    <a:lnTo>
                      <a:pt x="27" y="0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ECEC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09" name="iślïďé" descr="99f11839-d598-4e51-8a7f-7a18a608cd25"/>
              <p:cNvSpPr/>
              <p:nvPr/>
            </p:nvSpPr>
            <p:spPr bwMode="auto">
              <a:xfrm flipV="1">
                <a:off x="8047445" y="2640627"/>
                <a:ext cx="16357" cy="28777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10" name="îṡḷîdè" descr="c7e58316-1ec8-48b2-b6a9-9d1bcf1d20dd"/>
              <p:cNvSpPr/>
              <p:nvPr/>
            </p:nvSpPr>
            <p:spPr bwMode="auto">
              <a:xfrm>
                <a:off x="8028058" y="2640627"/>
                <a:ext cx="35744" cy="52439"/>
              </a:xfrm>
              <a:custGeom>
                <a:avLst/>
                <a:gdLst>
                  <a:gd name="T0" fmla="*/ 19 w 94"/>
                  <a:gd name="T1" fmla="*/ 53 h 130"/>
                  <a:gd name="T2" fmla="*/ 94 w 94"/>
                  <a:gd name="T3" fmla="*/ 0 h 130"/>
                  <a:gd name="T4" fmla="*/ 84 w 94"/>
                  <a:gd name="T5" fmla="*/ 91 h 130"/>
                  <a:gd name="T6" fmla="*/ 39 w 94"/>
                  <a:gd name="T7" fmla="*/ 128 h 130"/>
                  <a:gd name="T8" fmla="*/ 2 w 94"/>
                  <a:gd name="T9" fmla="*/ 83 h 130"/>
                  <a:gd name="T10" fmla="*/ 19 w 94"/>
                  <a:gd name="T11" fmla="*/ 53 h 1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" h="130">
                    <a:moveTo>
                      <a:pt x="19" y="53"/>
                    </a:moveTo>
                    <a:cubicBezTo>
                      <a:pt x="94" y="0"/>
                      <a:pt x="94" y="0"/>
                      <a:pt x="94" y="0"/>
                    </a:cubicBezTo>
                    <a:cubicBezTo>
                      <a:pt x="84" y="91"/>
                      <a:pt x="84" y="91"/>
                      <a:pt x="84" y="91"/>
                    </a:cubicBezTo>
                    <a:cubicBezTo>
                      <a:pt x="82" y="114"/>
                      <a:pt x="62" y="130"/>
                      <a:pt x="39" y="128"/>
                    </a:cubicBezTo>
                    <a:cubicBezTo>
                      <a:pt x="16" y="126"/>
                      <a:pt x="0" y="105"/>
                      <a:pt x="2" y="83"/>
                    </a:cubicBezTo>
                    <a:cubicBezTo>
                      <a:pt x="3" y="71"/>
                      <a:pt x="10" y="60"/>
                      <a:pt x="19" y="53"/>
                    </a:cubicBezTo>
                  </a:path>
                </a:pathLst>
              </a:cu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11" name="ïśḻïde" descr="204e6954-16c0-4027-abb6-f2d18b15a439"/>
              <p:cNvSpPr/>
              <p:nvPr/>
            </p:nvSpPr>
            <p:spPr bwMode="auto">
              <a:xfrm>
                <a:off x="7906893" y="2656613"/>
                <a:ext cx="184173" cy="204638"/>
              </a:xfrm>
              <a:custGeom>
                <a:avLst/>
                <a:gdLst>
                  <a:gd name="T0" fmla="*/ 0 w 482"/>
                  <a:gd name="T1" fmla="*/ 506 h 506"/>
                  <a:gd name="T2" fmla="*/ 0 w 482"/>
                  <a:gd name="T3" fmla="*/ 241 h 506"/>
                  <a:gd name="T4" fmla="*/ 241 w 482"/>
                  <a:gd name="T5" fmla="*/ 0 h 506"/>
                  <a:gd name="T6" fmla="*/ 482 w 482"/>
                  <a:gd name="T7" fmla="*/ 241 h 506"/>
                  <a:gd name="T8" fmla="*/ 482 w 482"/>
                  <a:gd name="T9" fmla="*/ 506 h 506"/>
                  <a:gd name="T10" fmla="*/ 0 w 482"/>
                  <a:gd name="T11" fmla="*/ 506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2" h="506">
                    <a:moveTo>
                      <a:pt x="0" y="506"/>
                    </a:moveTo>
                    <a:cubicBezTo>
                      <a:pt x="0" y="241"/>
                      <a:pt x="0" y="241"/>
                      <a:pt x="0" y="241"/>
                    </a:cubicBezTo>
                    <a:cubicBezTo>
                      <a:pt x="0" y="109"/>
                      <a:pt x="109" y="0"/>
                      <a:pt x="241" y="0"/>
                    </a:cubicBezTo>
                    <a:cubicBezTo>
                      <a:pt x="374" y="0"/>
                      <a:pt x="482" y="109"/>
                      <a:pt x="482" y="241"/>
                    </a:cubicBezTo>
                    <a:cubicBezTo>
                      <a:pt x="482" y="506"/>
                      <a:pt x="482" y="506"/>
                      <a:pt x="482" y="506"/>
                    </a:cubicBezTo>
                    <a:cubicBezTo>
                      <a:pt x="0" y="506"/>
                      <a:pt x="0" y="506"/>
                      <a:pt x="0" y="506"/>
                    </a:cubicBezTo>
                  </a:path>
                </a:pathLst>
              </a:custGeom>
              <a:solidFill>
                <a:srgbClr val="75F3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12" name="ïS1îḓê" descr="0ac68b4d-f89a-4093-a61b-5a7b1ecc000d"/>
              <p:cNvSpPr/>
              <p:nvPr/>
            </p:nvSpPr>
            <p:spPr bwMode="auto">
              <a:xfrm>
                <a:off x="7899623" y="2648940"/>
                <a:ext cx="198713" cy="219984"/>
              </a:xfrm>
              <a:custGeom>
                <a:avLst/>
                <a:gdLst>
                  <a:gd name="T0" fmla="*/ 38 w 520"/>
                  <a:gd name="T1" fmla="*/ 525 h 544"/>
                  <a:gd name="T2" fmla="*/ 38 w 520"/>
                  <a:gd name="T3" fmla="*/ 260 h 544"/>
                  <a:gd name="T4" fmla="*/ 103 w 520"/>
                  <a:gd name="T5" fmla="*/ 103 h 544"/>
                  <a:gd name="T6" fmla="*/ 260 w 520"/>
                  <a:gd name="T7" fmla="*/ 38 h 544"/>
                  <a:gd name="T8" fmla="*/ 417 w 520"/>
                  <a:gd name="T9" fmla="*/ 103 h 544"/>
                  <a:gd name="T10" fmla="*/ 483 w 520"/>
                  <a:gd name="T11" fmla="*/ 260 h 544"/>
                  <a:gd name="T12" fmla="*/ 483 w 520"/>
                  <a:gd name="T13" fmla="*/ 525 h 544"/>
                  <a:gd name="T14" fmla="*/ 501 w 520"/>
                  <a:gd name="T15" fmla="*/ 544 h 544"/>
                  <a:gd name="T16" fmla="*/ 520 w 520"/>
                  <a:gd name="T17" fmla="*/ 525 h 544"/>
                  <a:gd name="T18" fmla="*/ 520 w 520"/>
                  <a:gd name="T19" fmla="*/ 260 h 544"/>
                  <a:gd name="T20" fmla="*/ 444 w 520"/>
                  <a:gd name="T21" fmla="*/ 77 h 544"/>
                  <a:gd name="T22" fmla="*/ 260 w 520"/>
                  <a:gd name="T23" fmla="*/ 0 h 544"/>
                  <a:gd name="T24" fmla="*/ 77 w 520"/>
                  <a:gd name="T25" fmla="*/ 77 h 544"/>
                  <a:gd name="T26" fmla="*/ 0 w 520"/>
                  <a:gd name="T27" fmla="*/ 260 h 544"/>
                  <a:gd name="T28" fmla="*/ 0 w 520"/>
                  <a:gd name="T29" fmla="*/ 525 h 544"/>
                  <a:gd name="T30" fmla="*/ 19 w 520"/>
                  <a:gd name="T31" fmla="*/ 544 h 544"/>
                  <a:gd name="T32" fmla="*/ 38 w 520"/>
                  <a:gd name="T33" fmla="*/ 525 h 5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20" h="544">
                    <a:moveTo>
                      <a:pt x="38" y="525"/>
                    </a:moveTo>
                    <a:cubicBezTo>
                      <a:pt x="38" y="260"/>
                      <a:pt x="38" y="260"/>
                      <a:pt x="38" y="260"/>
                    </a:cubicBezTo>
                    <a:cubicBezTo>
                      <a:pt x="38" y="199"/>
                      <a:pt x="63" y="144"/>
                      <a:pt x="103" y="103"/>
                    </a:cubicBezTo>
                    <a:cubicBezTo>
                      <a:pt x="144" y="63"/>
                      <a:pt x="199" y="38"/>
                      <a:pt x="260" y="38"/>
                    </a:cubicBezTo>
                    <a:cubicBezTo>
                      <a:pt x="321" y="38"/>
                      <a:pt x="377" y="63"/>
                      <a:pt x="417" y="103"/>
                    </a:cubicBezTo>
                    <a:cubicBezTo>
                      <a:pt x="458" y="144"/>
                      <a:pt x="483" y="199"/>
                      <a:pt x="483" y="260"/>
                    </a:cubicBezTo>
                    <a:cubicBezTo>
                      <a:pt x="483" y="525"/>
                      <a:pt x="483" y="525"/>
                      <a:pt x="483" y="525"/>
                    </a:cubicBezTo>
                    <a:cubicBezTo>
                      <a:pt x="483" y="536"/>
                      <a:pt x="491" y="544"/>
                      <a:pt x="501" y="544"/>
                    </a:cubicBezTo>
                    <a:cubicBezTo>
                      <a:pt x="512" y="544"/>
                      <a:pt x="520" y="536"/>
                      <a:pt x="520" y="525"/>
                    </a:cubicBezTo>
                    <a:cubicBezTo>
                      <a:pt x="520" y="260"/>
                      <a:pt x="520" y="260"/>
                      <a:pt x="520" y="260"/>
                    </a:cubicBezTo>
                    <a:cubicBezTo>
                      <a:pt x="520" y="189"/>
                      <a:pt x="491" y="124"/>
                      <a:pt x="444" y="77"/>
                    </a:cubicBezTo>
                    <a:cubicBezTo>
                      <a:pt x="397" y="30"/>
                      <a:pt x="332" y="0"/>
                      <a:pt x="260" y="0"/>
                    </a:cubicBezTo>
                    <a:cubicBezTo>
                      <a:pt x="189" y="0"/>
                      <a:pt x="124" y="30"/>
                      <a:pt x="77" y="77"/>
                    </a:cubicBezTo>
                    <a:cubicBezTo>
                      <a:pt x="29" y="124"/>
                      <a:pt x="0" y="189"/>
                      <a:pt x="0" y="260"/>
                    </a:cubicBezTo>
                    <a:cubicBezTo>
                      <a:pt x="0" y="525"/>
                      <a:pt x="0" y="525"/>
                      <a:pt x="0" y="525"/>
                    </a:cubicBezTo>
                    <a:cubicBezTo>
                      <a:pt x="0" y="536"/>
                      <a:pt x="9" y="544"/>
                      <a:pt x="19" y="544"/>
                    </a:cubicBezTo>
                    <a:cubicBezTo>
                      <a:pt x="29" y="544"/>
                      <a:pt x="38" y="536"/>
                      <a:pt x="38" y="525"/>
                    </a:cubicBezTo>
                  </a:path>
                </a:pathLst>
              </a:cu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13" name="ïŝḻiḋé" descr="6e934abb-b7eb-4a5d-916c-f05197f426db"/>
              <p:cNvSpPr/>
              <p:nvPr/>
            </p:nvSpPr>
            <p:spPr bwMode="auto">
              <a:xfrm>
                <a:off x="7997767" y="2664288"/>
                <a:ext cx="86635" cy="196963"/>
              </a:xfrm>
              <a:custGeom>
                <a:avLst/>
                <a:gdLst>
                  <a:gd name="T0" fmla="*/ 3 w 226"/>
                  <a:gd name="T1" fmla="*/ 0 h 487"/>
                  <a:gd name="T2" fmla="*/ 3 w 226"/>
                  <a:gd name="T3" fmla="*/ 0 h 487"/>
                  <a:gd name="T4" fmla="*/ 0 w 226"/>
                  <a:gd name="T5" fmla="*/ 481 h 487"/>
                  <a:gd name="T6" fmla="*/ 226 w 226"/>
                  <a:gd name="T7" fmla="*/ 487 h 487"/>
                  <a:gd name="T8" fmla="*/ 226 w 226"/>
                  <a:gd name="T9" fmla="*/ 222 h 487"/>
                  <a:gd name="T10" fmla="*/ 160 w 226"/>
                  <a:gd name="T11" fmla="*/ 65 h 487"/>
                  <a:gd name="T12" fmla="*/ 3 w 226"/>
                  <a:gd name="T13" fmla="*/ 0 h 4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26" h="487">
                    <a:moveTo>
                      <a:pt x="3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0" y="481"/>
                      <a:pt x="0" y="481"/>
                      <a:pt x="0" y="481"/>
                    </a:cubicBezTo>
                    <a:cubicBezTo>
                      <a:pt x="226" y="487"/>
                      <a:pt x="226" y="487"/>
                      <a:pt x="226" y="487"/>
                    </a:cubicBezTo>
                    <a:cubicBezTo>
                      <a:pt x="226" y="222"/>
                      <a:pt x="226" y="222"/>
                      <a:pt x="226" y="222"/>
                    </a:cubicBezTo>
                    <a:cubicBezTo>
                      <a:pt x="226" y="161"/>
                      <a:pt x="201" y="106"/>
                      <a:pt x="160" y="65"/>
                    </a:cubicBezTo>
                    <a:cubicBezTo>
                      <a:pt x="120" y="25"/>
                      <a:pt x="64" y="0"/>
                      <a:pt x="3" y="0"/>
                    </a:cubicBezTo>
                  </a:path>
                </a:pathLst>
              </a:custGeom>
              <a:solidFill>
                <a:srgbClr val="62CF7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14" name="îṩļïḍe" descr="8e1efbd7-a86d-4a7d-8a17-c60be9dc4be0"/>
              <p:cNvSpPr/>
              <p:nvPr/>
            </p:nvSpPr>
            <p:spPr bwMode="auto">
              <a:xfrm>
                <a:off x="7998978" y="2656613"/>
                <a:ext cx="92086" cy="204638"/>
              </a:xfrm>
              <a:custGeom>
                <a:avLst/>
                <a:gdLst>
                  <a:gd name="T0" fmla="*/ 0 w 241"/>
                  <a:gd name="T1" fmla="*/ 0 h 506"/>
                  <a:gd name="T2" fmla="*/ 0 w 241"/>
                  <a:gd name="T3" fmla="*/ 19 h 506"/>
                  <a:gd name="T4" fmla="*/ 0 w 241"/>
                  <a:gd name="T5" fmla="*/ 19 h 506"/>
                  <a:gd name="T6" fmla="*/ 157 w 241"/>
                  <a:gd name="T7" fmla="*/ 84 h 506"/>
                  <a:gd name="T8" fmla="*/ 223 w 241"/>
                  <a:gd name="T9" fmla="*/ 241 h 506"/>
                  <a:gd name="T10" fmla="*/ 223 w 241"/>
                  <a:gd name="T11" fmla="*/ 506 h 506"/>
                  <a:gd name="T12" fmla="*/ 241 w 241"/>
                  <a:gd name="T13" fmla="*/ 506 h 506"/>
                  <a:gd name="T14" fmla="*/ 241 w 241"/>
                  <a:gd name="T15" fmla="*/ 241 h 506"/>
                  <a:gd name="T16" fmla="*/ 0 w 241"/>
                  <a:gd name="T17" fmla="*/ 0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1" h="506">
                    <a:moveTo>
                      <a:pt x="0" y="0"/>
                    </a:moveTo>
                    <a:cubicBezTo>
                      <a:pt x="0" y="19"/>
                      <a:pt x="0" y="19"/>
                      <a:pt x="0" y="19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61" y="19"/>
                      <a:pt x="117" y="44"/>
                      <a:pt x="157" y="84"/>
                    </a:cubicBezTo>
                    <a:cubicBezTo>
                      <a:pt x="198" y="125"/>
                      <a:pt x="223" y="180"/>
                      <a:pt x="223" y="241"/>
                    </a:cubicBezTo>
                    <a:cubicBezTo>
                      <a:pt x="223" y="506"/>
                      <a:pt x="223" y="506"/>
                      <a:pt x="223" y="506"/>
                    </a:cubicBezTo>
                    <a:cubicBezTo>
                      <a:pt x="241" y="506"/>
                      <a:pt x="241" y="506"/>
                      <a:pt x="241" y="506"/>
                    </a:cubicBezTo>
                    <a:cubicBezTo>
                      <a:pt x="241" y="241"/>
                      <a:pt x="241" y="241"/>
                      <a:pt x="241" y="241"/>
                    </a:cubicBezTo>
                    <a:cubicBezTo>
                      <a:pt x="241" y="109"/>
                      <a:pt x="133" y="0"/>
                      <a:pt x="0" y="0"/>
                    </a:cubicBezTo>
                  </a:path>
                </a:pathLst>
              </a:custGeom>
              <a:solidFill>
                <a:srgbClr val="4F525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15" name="íṥlïḋè" descr="000239be-0ee8-480f-a68b-87664f20a4c5"/>
              <p:cNvSpPr/>
              <p:nvPr/>
            </p:nvSpPr>
            <p:spPr bwMode="auto">
              <a:xfrm>
                <a:off x="7870543" y="2888749"/>
                <a:ext cx="257479" cy="192486"/>
              </a:xfrm>
              <a:custGeom>
                <a:avLst/>
                <a:gdLst>
                  <a:gd name="T0" fmla="*/ 381 w 425"/>
                  <a:gd name="T1" fmla="*/ 301 h 301"/>
                  <a:gd name="T2" fmla="*/ 45 w 425"/>
                  <a:gd name="T3" fmla="*/ 301 h 301"/>
                  <a:gd name="T4" fmla="*/ 0 w 425"/>
                  <a:gd name="T5" fmla="*/ 0 h 301"/>
                  <a:gd name="T6" fmla="*/ 425 w 425"/>
                  <a:gd name="T7" fmla="*/ 0 h 301"/>
                  <a:gd name="T8" fmla="*/ 381 w 425"/>
                  <a:gd name="T9" fmla="*/ 301 h 3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5" h="301">
                    <a:moveTo>
                      <a:pt x="381" y="301"/>
                    </a:moveTo>
                    <a:lnTo>
                      <a:pt x="45" y="301"/>
                    </a:lnTo>
                    <a:lnTo>
                      <a:pt x="0" y="0"/>
                    </a:lnTo>
                    <a:lnTo>
                      <a:pt x="425" y="0"/>
                    </a:lnTo>
                    <a:lnTo>
                      <a:pt x="381" y="301"/>
                    </a:lnTo>
                    <a:close/>
                  </a:path>
                </a:pathLst>
              </a:custGeom>
              <a:solidFill>
                <a:srgbClr val="ECEC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16" name="ïṥ1íḑè" descr="0be08b95-05ad-4ca0-9569-dc192b256159"/>
              <p:cNvSpPr/>
              <p:nvPr/>
            </p:nvSpPr>
            <p:spPr bwMode="auto">
              <a:xfrm>
                <a:off x="7870543" y="2888749"/>
                <a:ext cx="257479" cy="192486"/>
              </a:xfrm>
              <a:custGeom>
                <a:avLst/>
                <a:gdLst>
                  <a:gd name="T0" fmla="*/ 381 w 425"/>
                  <a:gd name="T1" fmla="*/ 301 h 301"/>
                  <a:gd name="T2" fmla="*/ 45 w 425"/>
                  <a:gd name="T3" fmla="*/ 301 h 301"/>
                  <a:gd name="T4" fmla="*/ 0 w 425"/>
                  <a:gd name="T5" fmla="*/ 0 h 301"/>
                  <a:gd name="T6" fmla="*/ 425 w 425"/>
                  <a:gd name="T7" fmla="*/ 0 h 301"/>
                  <a:gd name="T8" fmla="*/ 381 w 425"/>
                  <a:gd name="T9" fmla="*/ 301 h 3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5" h="301">
                    <a:moveTo>
                      <a:pt x="381" y="301"/>
                    </a:moveTo>
                    <a:lnTo>
                      <a:pt x="45" y="301"/>
                    </a:lnTo>
                    <a:lnTo>
                      <a:pt x="0" y="0"/>
                    </a:lnTo>
                    <a:lnTo>
                      <a:pt x="425" y="0"/>
                    </a:lnTo>
                    <a:lnTo>
                      <a:pt x="381" y="301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17" name="iṥļïḓe" descr="6483e29b-e249-4376-af9c-e7665e2af30f"/>
              <p:cNvSpPr/>
              <p:nvPr/>
            </p:nvSpPr>
            <p:spPr bwMode="auto">
              <a:xfrm>
                <a:off x="7863272" y="2881075"/>
                <a:ext cx="272018" cy="207835"/>
              </a:xfrm>
              <a:custGeom>
                <a:avLst/>
                <a:gdLst>
                  <a:gd name="T0" fmla="*/ 393 w 449"/>
                  <a:gd name="T1" fmla="*/ 313 h 325"/>
                  <a:gd name="T2" fmla="*/ 393 w 449"/>
                  <a:gd name="T3" fmla="*/ 301 h 325"/>
                  <a:gd name="T4" fmla="*/ 67 w 449"/>
                  <a:gd name="T5" fmla="*/ 301 h 325"/>
                  <a:gd name="T6" fmla="*/ 26 w 449"/>
                  <a:gd name="T7" fmla="*/ 24 h 325"/>
                  <a:gd name="T8" fmla="*/ 423 w 449"/>
                  <a:gd name="T9" fmla="*/ 24 h 325"/>
                  <a:gd name="T10" fmla="*/ 381 w 449"/>
                  <a:gd name="T11" fmla="*/ 311 h 325"/>
                  <a:gd name="T12" fmla="*/ 393 w 449"/>
                  <a:gd name="T13" fmla="*/ 313 h 325"/>
                  <a:gd name="T14" fmla="*/ 393 w 449"/>
                  <a:gd name="T15" fmla="*/ 301 h 325"/>
                  <a:gd name="T16" fmla="*/ 393 w 449"/>
                  <a:gd name="T17" fmla="*/ 313 h 325"/>
                  <a:gd name="T18" fmla="*/ 404 w 449"/>
                  <a:gd name="T19" fmla="*/ 315 h 325"/>
                  <a:gd name="T20" fmla="*/ 449 w 449"/>
                  <a:gd name="T21" fmla="*/ 14 h 325"/>
                  <a:gd name="T22" fmla="*/ 437 w 449"/>
                  <a:gd name="T23" fmla="*/ 0 h 325"/>
                  <a:gd name="T24" fmla="*/ 12 w 449"/>
                  <a:gd name="T25" fmla="*/ 0 h 325"/>
                  <a:gd name="T26" fmla="*/ 0 w 449"/>
                  <a:gd name="T27" fmla="*/ 14 h 325"/>
                  <a:gd name="T28" fmla="*/ 45 w 449"/>
                  <a:gd name="T29" fmla="*/ 315 h 325"/>
                  <a:gd name="T30" fmla="*/ 57 w 449"/>
                  <a:gd name="T31" fmla="*/ 325 h 325"/>
                  <a:gd name="T32" fmla="*/ 393 w 449"/>
                  <a:gd name="T33" fmla="*/ 325 h 325"/>
                  <a:gd name="T34" fmla="*/ 404 w 449"/>
                  <a:gd name="T35" fmla="*/ 315 h 325"/>
                  <a:gd name="T36" fmla="*/ 393 w 449"/>
                  <a:gd name="T37" fmla="*/ 313 h 3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49" h="325">
                    <a:moveTo>
                      <a:pt x="393" y="313"/>
                    </a:moveTo>
                    <a:lnTo>
                      <a:pt x="393" y="301"/>
                    </a:lnTo>
                    <a:lnTo>
                      <a:pt x="67" y="301"/>
                    </a:lnTo>
                    <a:lnTo>
                      <a:pt x="26" y="24"/>
                    </a:lnTo>
                    <a:lnTo>
                      <a:pt x="423" y="24"/>
                    </a:lnTo>
                    <a:lnTo>
                      <a:pt x="381" y="311"/>
                    </a:lnTo>
                    <a:lnTo>
                      <a:pt x="393" y="313"/>
                    </a:lnTo>
                    <a:lnTo>
                      <a:pt x="393" y="301"/>
                    </a:lnTo>
                    <a:lnTo>
                      <a:pt x="393" y="313"/>
                    </a:lnTo>
                    <a:lnTo>
                      <a:pt x="404" y="315"/>
                    </a:lnTo>
                    <a:lnTo>
                      <a:pt x="449" y="14"/>
                    </a:lnTo>
                    <a:lnTo>
                      <a:pt x="437" y="0"/>
                    </a:lnTo>
                    <a:lnTo>
                      <a:pt x="12" y="0"/>
                    </a:lnTo>
                    <a:lnTo>
                      <a:pt x="0" y="14"/>
                    </a:lnTo>
                    <a:lnTo>
                      <a:pt x="45" y="315"/>
                    </a:lnTo>
                    <a:lnTo>
                      <a:pt x="57" y="325"/>
                    </a:lnTo>
                    <a:lnTo>
                      <a:pt x="393" y="325"/>
                    </a:lnTo>
                    <a:lnTo>
                      <a:pt x="404" y="315"/>
                    </a:lnTo>
                    <a:lnTo>
                      <a:pt x="393" y="313"/>
                    </a:lnTo>
                    <a:close/>
                  </a:path>
                </a:pathLst>
              </a:cu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18" name="íśļíďé" descr="bcc9c708-3b1b-4018-aac5-74e28dcde8b5"/>
              <p:cNvSpPr/>
              <p:nvPr/>
            </p:nvSpPr>
            <p:spPr bwMode="auto">
              <a:xfrm>
                <a:off x="7863272" y="2881075"/>
                <a:ext cx="272018" cy="207835"/>
              </a:xfrm>
              <a:custGeom>
                <a:avLst/>
                <a:gdLst>
                  <a:gd name="T0" fmla="*/ 393 w 449"/>
                  <a:gd name="T1" fmla="*/ 313 h 325"/>
                  <a:gd name="T2" fmla="*/ 393 w 449"/>
                  <a:gd name="T3" fmla="*/ 301 h 325"/>
                  <a:gd name="T4" fmla="*/ 67 w 449"/>
                  <a:gd name="T5" fmla="*/ 301 h 325"/>
                  <a:gd name="T6" fmla="*/ 26 w 449"/>
                  <a:gd name="T7" fmla="*/ 24 h 325"/>
                  <a:gd name="T8" fmla="*/ 423 w 449"/>
                  <a:gd name="T9" fmla="*/ 24 h 325"/>
                  <a:gd name="T10" fmla="*/ 381 w 449"/>
                  <a:gd name="T11" fmla="*/ 311 h 325"/>
                  <a:gd name="T12" fmla="*/ 393 w 449"/>
                  <a:gd name="T13" fmla="*/ 313 h 325"/>
                  <a:gd name="T14" fmla="*/ 393 w 449"/>
                  <a:gd name="T15" fmla="*/ 301 h 325"/>
                  <a:gd name="T16" fmla="*/ 393 w 449"/>
                  <a:gd name="T17" fmla="*/ 313 h 325"/>
                  <a:gd name="T18" fmla="*/ 404 w 449"/>
                  <a:gd name="T19" fmla="*/ 315 h 325"/>
                  <a:gd name="T20" fmla="*/ 449 w 449"/>
                  <a:gd name="T21" fmla="*/ 14 h 325"/>
                  <a:gd name="T22" fmla="*/ 437 w 449"/>
                  <a:gd name="T23" fmla="*/ 0 h 325"/>
                  <a:gd name="T24" fmla="*/ 12 w 449"/>
                  <a:gd name="T25" fmla="*/ 0 h 325"/>
                  <a:gd name="T26" fmla="*/ 0 w 449"/>
                  <a:gd name="T27" fmla="*/ 14 h 325"/>
                  <a:gd name="T28" fmla="*/ 45 w 449"/>
                  <a:gd name="T29" fmla="*/ 315 h 325"/>
                  <a:gd name="T30" fmla="*/ 57 w 449"/>
                  <a:gd name="T31" fmla="*/ 325 h 325"/>
                  <a:gd name="T32" fmla="*/ 393 w 449"/>
                  <a:gd name="T33" fmla="*/ 325 h 325"/>
                  <a:gd name="T34" fmla="*/ 404 w 449"/>
                  <a:gd name="T35" fmla="*/ 315 h 325"/>
                  <a:gd name="T36" fmla="*/ 393 w 449"/>
                  <a:gd name="T37" fmla="*/ 313 h 3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49" h="325">
                    <a:moveTo>
                      <a:pt x="393" y="313"/>
                    </a:moveTo>
                    <a:lnTo>
                      <a:pt x="393" y="301"/>
                    </a:lnTo>
                    <a:lnTo>
                      <a:pt x="67" y="301"/>
                    </a:lnTo>
                    <a:lnTo>
                      <a:pt x="26" y="24"/>
                    </a:lnTo>
                    <a:lnTo>
                      <a:pt x="423" y="24"/>
                    </a:lnTo>
                    <a:lnTo>
                      <a:pt x="381" y="311"/>
                    </a:lnTo>
                    <a:lnTo>
                      <a:pt x="393" y="313"/>
                    </a:lnTo>
                    <a:lnTo>
                      <a:pt x="393" y="301"/>
                    </a:lnTo>
                    <a:lnTo>
                      <a:pt x="393" y="313"/>
                    </a:lnTo>
                    <a:lnTo>
                      <a:pt x="404" y="315"/>
                    </a:lnTo>
                    <a:lnTo>
                      <a:pt x="449" y="14"/>
                    </a:lnTo>
                    <a:lnTo>
                      <a:pt x="437" y="0"/>
                    </a:lnTo>
                    <a:lnTo>
                      <a:pt x="12" y="0"/>
                    </a:lnTo>
                    <a:lnTo>
                      <a:pt x="0" y="14"/>
                    </a:lnTo>
                    <a:lnTo>
                      <a:pt x="45" y="315"/>
                    </a:lnTo>
                    <a:lnTo>
                      <a:pt x="57" y="325"/>
                    </a:lnTo>
                    <a:lnTo>
                      <a:pt x="393" y="325"/>
                    </a:lnTo>
                    <a:lnTo>
                      <a:pt x="404" y="315"/>
                    </a:lnTo>
                    <a:lnTo>
                      <a:pt x="393" y="313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19" name="ïSḻiḑé" descr="a01e0f49-9bb1-46cf-acbe-646d0998e2a7"/>
              <p:cNvSpPr/>
              <p:nvPr/>
            </p:nvSpPr>
            <p:spPr bwMode="auto">
              <a:xfrm>
                <a:off x="7879025" y="2896422"/>
                <a:ext cx="240515" cy="15988"/>
              </a:xfrm>
              <a:custGeom>
                <a:avLst/>
                <a:gdLst>
                  <a:gd name="T0" fmla="*/ 397 w 397"/>
                  <a:gd name="T1" fmla="*/ 0 h 25"/>
                  <a:gd name="T2" fmla="*/ 0 w 397"/>
                  <a:gd name="T3" fmla="*/ 0 h 25"/>
                  <a:gd name="T4" fmla="*/ 3 w 397"/>
                  <a:gd name="T5" fmla="*/ 25 h 25"/>
                  <a:gd name="T6" fmla="*/ 393 w 397"/>
                  <a:gd name="T7" fmla="*/ 25 h 25"/>
                  <a:gd name="T8" fmla="*/ 397 w 397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7" h="25">
                    <a:moveTo>
                      <a:pt x="397" y="0"/>
                    </a:moveTo>
                    <a:lnTo>
                      <a:pt x="0" y="0"/>
                    </a:lnTo>
                    <a:lnTo>
                      <a:pt x="3" y="25"/>
                    </a:lnTo>
                    <a:lnTo>
                      <a:pt x="393" y="25"/>
                    </a:lnTo>
                    <a:lnTo>
                      <a:pt x="397" y="0"/>
                    </a:lnTo>
                    <a:close/>
                  </a:path>
                </a:pathLst>
              </a:custGeom>
              <a:solidFill>
                <a:srgbClr val="DBDB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20" name="iṣḷîďê" descr="9b04e64a-f956-4b68-b03d-872ad5cff628"/>
              <p:cNvSpPr/>
              <p:nvPr/>
            </p:nvSpPr>
            <p:spPr bwMode="auto">
              <a:xfrm>
                <a:off x="7879025" y="2896422"/>
                <a:ext cx="240515" cy="15988"/>
              </a:xfrm>
              <a:custGeom>
                <a:avLst/>
                <a:gdLst>
                  <a:gd name="T0" fmla="*/ 397 w 397"/>
                  <a:gd name="T1" fmla="*/ 0 h 25"/>
                  <a:gd name="T2" fmla="*/ 0 w 397"/>
                  <a:gd name="T3" fmla="*/ 0 h 25"/>
                  <a:gd name="T4" fmla="*/ 3 w 397"/>
                  <a:gd name="T5" fmla="*/ 25 h 25"/>
                  <a:gd name="T6" fmla="*/ 393 w 397"/>
                  <a:gd name="T7" fmla="*/ 25 h 25"/>
                  <a:gd name="T8" fmla="*/ 397 w 397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7" h="25">
                    <a:moveTo>
                      <a:pt x="397" y="0"/>
                    </a:moveTo>
                    <a:lnTo>
                      <a:pt x="0" y="0"/>
                    </a:lnTo>
                    <a:lnTo>
                      <a:pt x="3" y="25"/>
                    </a:lnTo>
                    <a:lnTo>
                      <a:pt x="393" y="25"/>
                    </a:lnTo>
                    <a:lnTo>
                      <a:pt x="39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21" name="îsļiḋe" descr="6ee4a3b9-af51-4cf3-81ec-e2c554400a5d"/>
              <p:cNvSpPr/>
              <p:nvPr/>
            </p:nvSpPr>
            <p:spPr bwMode="auto">
              <a:xfrm>
                <a:off x="7870543" y="2893225"/>
                <a:ext cx="257479" cy="19185"/>
              </a:xfrm>
              <a:custGeom>
                <a:avLst/>
                <a:gdLst>
                  <a:gd name="T0" fmla="*/ 425 w 425"/>
                  <a:gd name="T1" fmla="*/ 0 h 30"/>
                  <a:gd name="T2" fmla="*/ 0 w 425"/>
                  <a:gd name="T3" fmla="*/ 0 h 30"/>
                  <a:gd name="T4" fmla="*/ 4 w 425"/>
                  <a:gd name="T5" fmla="*/ 30 h 30"/>
                  <a:gd name="T6" fmla="*/ 17 w 425"/>
                  <a:gd name="T7" fmla="*/ 30 h 30"/>
                  <a:gd name="T8" fmla="*/ 14 w 425"/>
                  <a:gd name="T9" fmla="*/ 5 h 30"/>
                  <a:gd name="T10" fmla="*/ 411 w 425"/>
                  <a:gd name="T11" fmla="*/ 5 h 30"/>
                  <a:gd name="T12" fmla="*/ 407 w 425"/>
                  <a:gd name="T13" fmla="*/ 30 h 30"/>
                  <a:gd name="T14" fmla="*/ 420 w 425"/>
                  <a:gd name="T15" fmla="*/ 30 h 30"/>
                  <a:gd name="T16" fmla="*/ 425 w 425"/>
                  <a:gd name="T17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5" h="30">
                    <a:moveTo>
                      <a:pt x="425" y="0"/>
                    </a:moveTo>
                    <a:lnTo>
                      <a:pt x="0" y="0"/>
                    </a:lnTo>
                    <a:lnTo>
                      <a:pt x="4" y="30"/>
                    </a:lnTo>
                    <a:lnTo>
                      <a:pt x="17" y="30"/>
                    </a:lnTo>
                    <a:lnTo>
                      <a:pt x="14" y="5"/>
                    </a:lnTo>
                    <a:lnTo>
                      <a:pt x="411" y="5"/>
                    </a:lnTo>
                    <a:lnTo>
                      <a:pt x="407" y="30"/>
                    </a:lnTo>
                    <a:lnTo>
                      <a:pt x="420" y="30"/>
                    </a:lnTo>
                    <a:lnTo>
                      <a:pt x="425" y="0"/>
                    </a:lnTo>
                    <a:close/>
                  </a:path>
                </a:pathLst>
              </a:custGeom>
              <a:solidFill>
                <a:srgbClr val="66686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22" name="íṣlíḋè" descr="0abfd86b-1419-4f24-b8e2-d1fa08cdec8b"/>
              <p:cNvSpPr/>
              <p:nvPr/>
            </p:nvSpPr>
            <p:spPr bwMode="auto">
              <a:xfrm>
                <a:off x="7870543" y="2893225"/>
                <a:ext cx="257479" cy="19185"/>
              </a:xfrm>
              <a:custGeom>
                <a:avLst/>
                <a:gdLst>
                  <a:gd name="T0" fmla="*/ 425 w 425"/>
                  <a:gd name="T1" fmla="*/ 0 h 30"/>
                  <a:gd name="T2" fmla="*/ 0 w 425"/>
                  <a:gd name="T3" fmla="*/ 0 h 30"/>
                  <a:gd name="T4" fmla="*/ 4 w 425"/>
                  <a:gd name="T5" fmla="*/ 30 h 30"/>
                  <a:gd name="T6" fmla="*/ 17 w 425"/>
                  <a:gd name="T7" fmla="*/ 30 h 30"/>
                  <a:gd name="T8" fmla="*/ 14 w 425"/>
                  <a:gd name="T9" fmla="*/ 5 h 30"/>
                  <a:gd name="T10" fmla="*/ 411 w 425"/>
                  <a:gd name="T11" fmla="*/ 5 h 30"/>
                  <a:gd name="T12" fmla="*/ 407 w 425"/>
                  <a:gd name="T13" fmla="*/ 30 h 30"/>
                  <a:gd name="T14" fmla="*/ 420 w 425"/>
                  <a:gd name="T15" fmla="*/ 30 h 30"/>
                  <a:gd name="T16" fmla="*/ 425 w 425"/>
                  <a:gd name="T17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5" h="30">
                    <a:moveTo>
                      <a:pt x="425" y="0"/>
                    </a:moveTo>
                    <a:lnTo>
                      <a:pt x="0" y="0"/>
                    </a:lnTo>
                    <a:lnTo>
                      <a:pt x="4" y="30"/>
                    </a:lnTo>
                    <a:lnTo>
                      <a:pt x="17" y="30"/>
                    </a:lnTo>
                    <a:lnTo>
                      <a:pt x="14" y="5"/>
                    </a:lnTo>
                    <a:lnTo>
                      <a:pt x="411" y="5"/>
                    </a:lnTo>
                    <a:lnTo>
                      <a:pt x="407" y="30"/>
                    </a:lnTo>
                    <a:lnTo>
                      <a:pt x="420" y="30"/>
                    </a:lnTo>
                    <a:lnTo>
                      <a:pt x="42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23" name="í$liḑè" descr="3f3a61d1-8b12-4e0b-9ffa-4c560354ae32"/>
              <p:cNvSpPr/>
              <p:nvPr/>
            </p:nvSpPr>
            <p:spPr bwMode="auto">
              <a:xfrm>
                <a:off x="7845704" y="2827997"/>
                <a:ext cx="305339" cy="60752"/>
              </a:xfrm>
              <a:custGeom>
                <a:avLst/>
                <a:gdLst>
                  <a:gd name="T0" fmla="*/ 746 w 799"/>
                  <a:gd name="T1" fmla="*/ 150 h 150"/>
                  <a:gd name="T2" fmla="*/ 53 w 799"/>
                  <a:gd name="T3" fmla="*/ 150 h 150"/>
                  <a:gd name="T4" fmla="*/ 0 w 799"/>
                  <a:gd name="T5" fmla="*/ 98 h 150"/>
                  <a:gd name="T6" fmla="*/ 98 w 799"/>
                  <a:gd name="T7" fmla="*/ 0 h 150"/>
                  <a:gd name="T8" fmla="*/ 701 w 799"/>
                  <a:gd name="T9" fmla="*/ 0 h 150"/>
                  <a:gd name="T10" fmla="*/ 799 w 799"/>
                  <a:gd name="T11" fmla="*/ 98 h 150"/>
                  <a:gd name="T12" fmla="*/ 746 w 799"/>
                  <a:gd name="T13" fmla="*/ 15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99" h="150">
                    <a:moveTo>
                      <a:pt x="746" y="150"/>
                    </a:moveTo>
                    <a:cubicBezTo>
                      <a:pt x="53" y="150"/>
                      <a:pt x="53" y="150"/>
                      <a:pt x="53" y="150"/>
                    </a:cubicBezTo>
                    <a:cubicBezTo>
                      <a:pt x="24" y="150"/>
                      <a:pt x="0" y="127"/>
                      <a:pt x="0" y="98"/>
                    </a:cubicBezTo>
                    <a:cubicBezTo>
                      <a:pt x="0" y="44"/>
                      <a:pt x="44" y="0"/>
                      <a:pt x="98" y="0"/>
                    </a:cubicBezTo>
                    <a:cubicBezTo>
                      <a:pt x="701" y="0"/>
                      <a:pt x="701" y="0"/>
                      <a:pt x="701" y="0"/>
                    </a:cubicBezTo>
                    <a:cubicBezTo>
                      <a:pt x="755" y="0"/>
                      <a:pt x="799" y="44"/>
                      <a:pt x="799" y="98"/>
                    </a:cubicBezTo>
                    <a:cubicBezTo>
                      <a:pt x="799" y="127"/>
                      <a:pt x="775" y="150"/>
                      <a:pt x="746" y="150"/>
                    </a:cubicBezTo>
                    <a:close/>
                  </a:path>
                </a:pathLst>
              </a:custGeom>
              <a:solidFill>
                <a:srgbClr val="ECEC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24" name="íṡļíḓé" descr="1f2ae20a-3be1-43fe-b961-5000564b1f5d"/>
              <p:cNvSpPr/>
              <p:nvPr/>
            </p:nvSpPr>
            <p:spPr bwMode="auto">
              <a:xfrm>
                <a:off x="7838433" y="2820323"/>
                <a:ext cx="319879" cy="76100"/>
              </a:xfrm>
              <a:custGeom>
                <a:avLst/>
                <a:gdLst>
                  <a:gd name="T0" fmla="*/ 765 w 837"/>
                  <a:gd name="T1" fmla="*/ 169 h 188"/>
                  <a:gd name="T2" fmla="*/ 765 w 837"/>
                  <a:gd name="T3" fmla="*/ 150 h 188"/>
                  <a:gd name="T4" fmla="*/ 72 w 837"/>
                  <a:gd name="T5" fmla="*/ 150 h 188"/>
                  <a:gd name="T6" fmla="*/ 48 w 837"/>
                  <a:gd name="T7" fmla="*/ 140 h 188"/>
                  <a:gd name="T8" fmla="*/ 38 w 837"/>
                  <a:gd name="T9" fmla="*/ 117 h 188"/>
                  <a:gd name="T10" fmla="*/ 61 w 837"/>
                  <a:gd name="T11" fmla="*/ 61 h 188"/>
                  <a:gd name="T12" fmla="*/ 117 w 837"/>
                  <a:gd name="T13" fmla="*/ 38 h 188"/>
                  <a:gd name="T14" fmla="*/ 720 w 837"/>
                  <a:gd name="T15" fmla="*/ 38 h 188"/>
                  <a:gd name="T16" fmla="*/ 776 w 837"/>
                  <a:gd name="T17" fmla="*/ 61 h 188"/>
                  <a:gd name="T18" fmla="*/ 799 w 837"/>
                  <a:gd name="T19" fmla="*/ 117 h 188"/>
                  <a:gd name="T20" fmla="*/ 789 w 837"/>
                  <a:gd name="T21" fmla="*/ 140 h 188"/>
                  <a:gd name="T22" fmla="*/ 765 w 837"/>
                  <a:gd name="T23" fmla="*/ 150 h 188"/>
                  <a:gd name="T24" fmla="*/ 765 w 837"/>
                  <a:gd name="T25" fmla="*/ 169 h 188"/>
                  <a:gd name="T26" fmla="*/ 765 w 837"/>
                  <a:gd name="T27" fmla="*/ 188 h 188"/>
                  <a:gd name="T28" fmla="*/ 816 w 837"/>
                  <a:gd name="T29" fmla="*/ 167 h 188"/>
                  <a:gd name="T30" fmla="*/ 837 w 837"/>
                  <a:gd name="T31" fmla="*/ 117 h 188"/>
                  <a:gd name="T32" fmla="*/ 802 w 837"/>
                  <a:gd name="T33" fmla="*/ 34 h 188"/>
                  <a:gd name="T34" fmla="*/ 720 w 837"/>
                  <a:gd name="T35" fmla="*/ 0 h 188"/>
                  <a:gd name="T36" fmla="*/ 117 w 837"/>
                  <a:gd name="T37" fmla="*/ 0 h 188"/>
                  <a:gd name="T38" fmla="*/ 34 w 837"/>
                  <a:gd name="T39" fmla="*/ 34 h 188"/>
                  <a:gd name="T40" fmla="*/ 0 w 837"/>
                  <a:gd name="T41" fmla="*/ 117 h 188"/>
                  <a:gd name="T42" fmla="*/ 21 w 837"/>
                  <a:gd name="T43" fmla="*/ 167 h 188"/>
                  <a:gd name="T44" fmla="*/ 72 w 837"/>
                  <a:gd name="T45" fmla="*/ 188 h 188"/>
                  <a:gd name="T46" fmla="*/ 765 w 837"/>
                  <a:gd name="T47" fmla="*/ 188 h 188"/>
                  <a:gd name="T48" fmla="*/ 765 w 837"/>
                  <a:gd name="T49" fmla="*/ 169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837" h="188">
                    <a:moveTo>
                      <a:pt x="765" y="169"/>
                    </a:moveTo>
                    <a:cubicBezTo>
                      <a:pt x="765" y="150"/>
                      <a:pt x="765" y="150"/>
                      <a:pt x="765" y="150"/>
                    </a:cubicBezTo>
                    <a:cubicBezTo>
                      <a:pt x="72" y="150"/>
                      <a:pt x="72" y="150"/>
                      <a:pt x="72" y="150"/>
                    </a:cubicBezTo>
                    <a:cubicBezTo>
                      <a:pt x="62" y="150"/>
                      <a:pt x="54" y="146"/>
                      <a:pt x="48" y="140"/>
                    </a:cubicBezTo>
                    <a:cubicBezTo>
                      <a:pt x="42" y="134"/>
                      <a:pt x="38" y="126"/>
                      <a:pt x="38" y="117"/>
                    </a:cubicBezTo>
                    <a:cubicBezTo>
                      <a:pt x="38" y="95"/>
                      <a:pt x="47" y="75"/>
                      <a:pt x="61" y="61"/>
                    </a:cubicBezTo>
                    <a:cubicBezTo>
                      <a:pt x="75" y="47"/>
                      <a:pt x="95" y="38"/>
                      <a:pt x="117" y="38"/>
                    </a:cubicBezTo>
                    <a:cubicBezTo>
                      <a:pt x="720" y="38"/>
                      <a:pt x="720" y="38"/>
                      <a:pt x="720" y="38"/>
                    </a:cubicBezTo>
                    <a:cubicBezTo>
                      <a:pt x="742" y="38"/>
                      <a:pt x="762" y="47"/>
                      <a:pt x="776" y="61"/>
                    </a:cubicBezTo>
                    <a:cubicBezTo>
                      <a:pt x="790" y="75"/>
                      <a:pt x="799" y="95"/>
                      <a:pt x="799" y="117"/>
                    </a:cubicBezTo>
                    <a:cubicBezTo>
                      <a:pt x="799" y="126"/>
                      <a:pt x="795" y="134"/>
                      <a:pt x="789" y="140"/>
                    </a:cubicBezTo>
                    <a:cubicBezTo>
                      <a:pt x="783" y="146"/>
                      <a:pt x="775" y="150"/>
                      <a:pt x="765" y="150"/>
                    </a:cubicBezTo>
                    <a:cubicBezTo>
                      <a:pt x="765" y="169"/>
                      <a:pt x="765" y="169"/>
                      <a:pt x="765" y="169"/>
                    </a:cubicBezTo>
                    <a:cubicBezTo>
                      <a:pt x="765" y="188"/>
                      <a:pt x="765" y="188"/>
                      <a:pt x="765" y="188"/>
                    </a:cubicBezTo>
                    <a:cubicBezTo>
                      <a:pt x="785" y="188"/>
                      <a:pt x="803" y="180"/>
                      <a:pt x="816" y="167"/>
                    </a:cubicBezTo>
                    <a:cubicBezTo>
                      <a:pt x="829" y="154"/>
                      <a:pt x="837" y="136"/>
                      <a:pt x="837" y="117"/>
                    </a:cubicBezTo>
                    <a:cubicBezTo>
                      <a:pt x="837" y="85"/>
                      <a:pt x="823" y="55"/>
                      <a:pt x="802" y="34"/>
                    </a:cubicBezTo>
                    <a:cubicBezTo>
                      <a:pt x="782" y="13"/>
                      <a:pt x="752" y="0"/>
                      <a:pt x="720" y="0"/>
                    </a:cubicBezTo>
                    <a:cubicBezTo>
                      <a:pt x="117" y="0"/>
                      <a:pt x="117" y="0"/>
                      <a:pt x="117" y="0"/>
                    </a:cubicBezTo>
                    <a:cubicBezTo>
                      <a:pt x="85" y="0"/>
                      <a:pt x="55" y="13"/>
                      <a:pt x="34" y="34"/>
                    </a:cubicBezTo>
                    <a:cubicBezTo>
                      <a:pt x="13" y="55"/>
                      <a:pt x="0" y="85"/>
                      <a:pt x="0" y="117"/>
                    </a:cubicBezTo>
                    <a:cubicBezTo>
                      <a:pt x="0" y="136"/>
                      <a:pt x="8" y="154"/>
                      <a:pt x="21" y="167"/>
                    </a:cubicBezTo>
                    <a:cubicBezTo>
                      <a:pt x="34" y="180"/>
                      <a:pt x="52" y="188"/>
                      <a:pt x="72" y="188"/>
                    </a:cubicBezTo>
                    <a:cubicBezTo>
                      <a:pt x="765" y="188"/>
                      <a:pt x="765" y="188"/>
                      <a:pt x="765" y="188"/>
                    </a:cubicBezTo>
                    <a:lnTo>
                      <a:pt x="765" y="169"/>
                    </a:lnTo>
                    <a:close/>
                  </a:path>
                </a:pathLst>
              </a:cu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25" name="ïṥḻíḓé" descr="011ea904-e51c-4b94-9cb4-92300b676937"/>
              <p:cNvSpPr/>
              <p:nvPr/>
            </p:nvSpPr>
            <p:spPr bwMode="auto">
              <a:xfrm>
                <a:off x="7977169" y="2682832"/>
                <a:ext cx="16357" cy="16626"/>
              </a:xfrm>
              <a:prstGeom prst="ellipse">
                <a:avLst/>
              </a:pr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26" name="íṣľiḓé" descr="bd0c83f2-0209-418f-be5e-468fe0786442"/>
              <p:cNvSpPr/>
              <p:nvPr/>
            </p:nvSpPr>
            <p:spPr bwMode="auto">
              <a:xfrm>
                <a:off x="7938395" y="2724399"/>
                <a:ext cx="15752" cy="16626"/>
              </a:xfrm>
              <a:prstGeom prst="ellipse">
                <a:avLst/>
              </a:pr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27" name="išļídé" descr="5bf7bfdb-f222-4d2b-bcf6-d876fda0e2c5"/>
              <p:cNvSpPr/>
              <p:nvPr/>
            </p:nvSpPr>
            <p:spPr bwMode="auto">
              <a:xfrm>
                <a:off x="7943242" y="2775558"/>
                <a:ext cx="15752" cy="16626"/>
              </a:xfrm>
              <a:prstGeom prst="ellipse">
                <a:avLst/>
              </a:pr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28" name="iṥḷîde" descr="226c5bc0-ac4f-40c8-8319-db39dbd2abf5"/>
              <p:cNvSpPr/>
              <p:nvPr/>
            </p:nvSpPr>
            <p:spPr bwMode="auto">
              <a:xfrm>
                <a:off x="7977169" y="2735910"/>
                <a:ext cx="16357" cy="16626"/>
              </a:xfrm>
              <a:prstGeom prst="ellipse">
                <a:avLst/>
              </a:pr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29" name="íŝliḍe" descr="8451d69e-328a-4a06-b6ae-8ae88294f47f"/>
              <p:cNvSpPr/>
              <p:nvPr/>
            </p:nvSpPr>
            <p:spPr bwMode="auto">
              <a:xfrm>
                <a:off x="7982621" y="2790906"/>
                <a:ext cx="15146" cy="16626"/>
              </a:xfrm>
              <a:prstGeom prst="ellipse">
                <a:avLst/>
              </a:pr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30" name="íšļîḓé" descr="abb6d3fc-5153-4066-b74f-1ca20541bf3b"/>
              <p:cNvSpPr/>
              <p:nvPr/>
            </p:nvSpPr>
            <p:spPr bwMode="auto">
              <a:xfrm>
                <a:off x="8023817" y="2767245"/>
                <a:ext cx="15752" cy="16626"/>
              </a:xfrm>
              <a:prstGeom prst="ellipse">
                <a:avLst/>
              </a:pr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31" name="íş1ïḋé" descr="4b292ac8-7fb3-4a18-ad8c-71d1abb1c20e"/>
              <p:cNvSpPr/>
              <p:nvPr/>
            </p:nvSpPr>
            <p:spPr bwMode="auto">
              <a:xfrm>
                <a:off x="8052898" y="2724399"/>
                <a:ext cx="16357" cy="16626"/>
              </a:xfrm>
              <a:prstGeom prst="ellipse">
                <a:avLst/>
              </a:pr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32" name="ïślîḓé" descr="5b0bce8a-52f8-446d-8ea3-13dd28f506b2"/>
              <p:cNvSpPr/>
              <p:nvPr/>
            </p:nvSpPr>
            <p:spPr bwMode="auto">
              <a:xfrm>
                <a:off x="8023817" y="2694343"/>
                <a:ext cx="15752" cy="17266"/>
              </a:xfrm>
              <a:prstGeom prst="ellipse">
                <a:avLst/>
              </a:pr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33" name="ïśḻïḑé" descr="1ac09d3c-5515-423c-93e3-8d56361062ae"/>
              <p:cNvSpPr/>
              <p:nvPr/>
            </p:nvSpPr>
            <p:spPr bwMode="auto">
              <a:xfrm>
                <a:off x="8052898" y="2794743"/>
                <a:ext cx="16357" cy="17266"/>
              </a:xfrm>
              <a:prstGeom prst="ellipse">
                <a:avLst/>
              </a:pr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34" name="îṩḻïḋè" descr="4b843ce2-10d8-43de-9707-114b8421e429"/>
              <p:cNvSpPr/>
              <p:nvPr/>
            </p:nvSpPr>
            <p:spPr bwMode="auto">
              <a:xfrm>
                <a:off x="7868726" y="3072922"/>
                <a:ext cx="260507" cy="27498"/>
              </a:xfrm>
              <a:custGeom>
                <a:avLst/>
                <a:gdLst>
                  <a:gd name="T0" fmla="*/ 682 w 682"/>
                  <a:gd name="T1" fmla="*/ 0 h 68"/>
                  <a:gd name="T2" fmla="*/ 594 w 682"/>
                  <a:gd name="T3" fmla="*/ 68 h 68"/>
                  <a:gd name="T4" fmla="*/ 89 w 682"/>
                  <a:gd name="T5" fmla="*/ 68 h 68"/>
                  <a:gd name="T6" fmla="*/ 0 w 682"/>
                  <a:gd name="T7" fmla="*/ 0 h 68"/>
                  <a:gd name="T8" fmla="*/ 682 w 682"/>
                  <a:gd name="T9" fmla="*/ 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82" h="68">
                    <a:moveTo>
                      <a:pt x="682" y="0"/>
                    </a:moveTo>
                    <a:cubicBezTo>
                      <a:pt x="672" y="40"/>
                      <a:pt x="635" y="68"/>
                      <a:pt x="594" y="68"/>
                    </a:cubicBezTo>
                    <a:cubicBezTo>
                      <a:pt x="89" y="68"/>
                      <a:pt x="89" y="68"/>
                      <a:pt x="89" y="68"/>
                    </a:cubicBezTo>
                    <a:cubicBezTo>
                      <a:pt x="47" y="68"/>
                      <a:pt x="11" y="40"/>
                      <a:pt x="0" y="0"/>
                    </a:cubicBezTo>
                    <a:lnTo>
                      <a:pt x="682" y="0"/>
                    </a:lnTo>
                    <a:close/>
                  </a:path>
                </a:pathLst>
              </a:custGeom>
              <a:solidFill>
                <a:srgbClr val="D8D8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35" name="îsḷïḑê" descr="9202dbe8-a71d-4aff-82c3-0bcbad4fcfe1"/>
              <p:cNvSpPr/>
              <p:nvPr/>
            </p:nvSpPr>
            <p:spPr bwMode="auto">
              <a:xfrm>
                <a:off x="7860849" y="3065249"/>
                <a:ext cx="275653" cy="42846"/>
              </a:xfrm>
              <a:custGeom>
                <a:avLst/>
                <a:gdLst>
                  <a:gd name="T0" fmla="*/ 702 w 722"/>
                  <a:gd name="T1" fmla="*/ 19 h 106"/>
                  <a:gd name="T2" fmla="*/ 684 w 722"/>
                  <a:gd name="T3" fmla="*/ 14 h 106"/>
                  <a:gd name="T4" fmla="*/ 614 w 722"/>
                  <a:gd name="T5" fmla="*/ 68 h 106"/>
                  <a:gd name="T6" fmla="*/ 109 w 722"/>
                  <a:gd name="T7" fmla="*/ 68 h 106"/>
                  <a:gd name="T8" fmla="*/ 38 w 722"/>
                  <a:gd name="T9" fmla="*/ 14 h 106"/>
                  <a:gd name="T10" fmla="*/ 20 w 722"/>
                  <a:gd name="T11" fmla="*/ 19 h 106"/>
                  <a:gd name="T12" fmla="*/ 20 w 722"/>
                  <a:gd name="T13" fmla="*/ 38 h 106"/>
                  <a:gd name="T14" fmla="*/ 702 w 722"/>
                  <a:gd name="T15" fmla="*/ 38 h 106"/>
                  <a:gd name="T16" fmla="*/ 702 w 722"/>
                  <a:gd name="T17" fmla="*/ 19 h 106"/>
                  <a:gd name="T18" fmla="*/ 684 w 722"/>
                  <a:gd name="T19" fmla="*/ 14 h 106"/>
                  <a:gd name="T20" fmla="*/ 702 w 722"/>
                  <a:gd name="T21" fmla="*/ 19 h 106"/>
                  <a:gd name="T22" fmla="*/ 702 w 722"/>
                  <a:gd name="T23" fmla="*/ 0 h 106"/>
                  <a:gd name="T24" fmla="*/ 20 w 722"/>
                  <a:gd name="T25" fmla="*/ 0 h 106"/>
                  <a:gd name="T26" fmla="*/ 5 w 722"/>
                  <a:gd name="T27" fmla="*/ 7 h 106"/>
                  <a:gd name="T28" fmla="*/ 2 w 722"/>
                  <a:gd name="T29" fmla="*/ 24 h 106"/>
                  <a:gd name="T30" fmla="*/ 109 w 722"/>
                  <a:gd name="T31" fmla="*/ 106 h 106"/>
                  <a:gd name="T32" fmla="*/ 614 w 722"/>
                  <a:gd name="T33" fmla="*/ 106 h 106"/>
                  <a:gd name="T34" fmla="*/ 720 w 722"/>
                  <a:gd name="T35" fmla="*/ 24 h 106"/>
                  <a:gd name="T36" fmla="*/ 717 w 722"/>
                  <a:gd name="T37" fmla="*/ 7 h 106"/>
                  <a:gd name="T38" fmla="*/ 702 w 722"/>
                  <a:gd name="T39" fmla="*/ 0 h 106"/>
                  <a:gd name="T40" fmla="*/ 702 w 722"/>
                  <a:gd name="T41" fmla="*/ 19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722" h="106">
                    <a:moveTo>
                      <a:pt x="702" y="19"/>
                    </a:moveTo>
                    <a:cubicBezTo>
                      <a:pt x="684" y="14"/>
                      <a:pt x="684" y="14"/>
                      <a:pt x="684" y="14"/>
                    </a:cubicBezTo>
                    <a:cubicBezTo>
                      <a:pt x="676" y="46"/>
                      <a:pt x="647" y="68"/>
                      <a:pt x="614" y="68"/>
                    </a:cubicBezTo>
                    <a:cubicBezTo>
                      <a:pt x="109" y="68"/>
                      <a:pt x="109" y="68"/>
                      <a:pt x="109" y="68"/>
                    </a:cubicBezTo>
                    <a:cubicBezTo>
                      <a:pt x="76" y="68"/>
                      <a:pt x="47" y="46"/>
                      <a:pt x="38" y="14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0" y="38"/>
                      <a:pt x="20" y="38"/>
                      <a:pt x="20" y="38"/>
                    </a:cubicBezTo>
                    <a:cubicBezTo>
                      <a:pt x="702" y="38"/>
                      <a:pt x="702" y="38"/>
                      <a:pt x="702" y="38"/>
                    </a:cubicBezTo>
                    <a:cubicBezTo>
                      <a:pt x="702" y="19"/>
                      <a:pt x="702" y="19"/>
                      <a:pt x="702" y="19"/>
                    </a:cubicBezTo>
                    <a:cubicBezTo>
                      <a:pt x="684" y="14"/>
                      <a:pt x="684" y="14"/>
                      <a:pt x="684" y="14"/>
                    </a:cubicBezTo>
                    <a:cubicBezTo>
                      <a:pt x="702" y="19"/>
                      <a:pt x="702" y="19"/>
                      <a:pt x="702" y="19"/>
                    </a:cubicBezTo>
                    <a:cubicBezTo>
                      <a:pt x="702" y="0"/>
                      <a:pt x="702" y="0"/>
                      <a:pt x="702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14" y="0"/>
                      <a:pt x="9" y="3"/>
                      <a:pt x="5" y="7"/>
                    </a:cubicBezTo>
                    <a:cubicBezTo>
                      <a:pt x="2" y="12"/>
                      <a:pt x="0" y="18"/>
                      <a:pt x="2" y="24"/>
                    </a:cubicBezTo>
                    <a:cubicBezTo>
                      <a:pt x="15" y="72"/>
                      <a:pt x="59" y="106"/>
                      <a:pt x="109" y="106"/>
                    </a:cubicBezTo>
                    <a:cubicBezTo>
                      <a:pt x="614" y="106"/>
                      <a:pt x="614" y="106"/>
                      <a:pt x="614" y="106"/>
                    </a:cubicBezTo>
                    <a:cubicBezTo>
                      <a:pt x="664" y="106"/>
                      <a:pt x="708" y="72"/>
                      <a:pt x="720" y="24"/>
                    </a:cubicBezTo>
                    <a:cubicBezTo>
                      <a:pt x="722" y="18"/>
                      <a:pt x="721" y="12"/>
                      <a:pt x="717" y="7"/>
                    </a:cubicBezTo>
                    <a:cubicBezTo>
                      <a:pt x="714" y="3"/>
                      <a:pt x="708" y="0"/>
                      <a:pt x="702" y="0"/>
                    </a:cubicBezTo>
                    <a:lnTo>
                      <a:pt x="702" y="19"/>
                    </a:lnTo>
                    <a:close/>
                  </a:path>
                </a:pathLst>
              </a:cu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36" name="iŝḻîḑé" descr="577ca060-aa49-44df-aa51-982bd560da29"/>
              <p:cNvSpPr/>
              <p:nvPr/>
            </p:nvSpPr>
            <p:spPr bwMode="auto">
              <a:xfrm>
                <a:off x="7774216" y="3179717"/>
                <a:ext cx="211435" cy="84413"/>
              </a:xfrm>
              <a:prstGeom prst="rect">
                <a:avLst/>
              </a:prstGeom>
              <a:solidFill>
                <a:srgbClr val="D8D8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37" name="ïṡlíḋè" descr="72771f29-c3be-4221-9d01-c92bacf4d764"/>
              <p:cNvSpPr/>
              <p:nvPr/>
            </p:nvSpPr>
            <p:spPr bwMode="auto">
              <a:xfrm>
                <a:off x="7861455" y="3103617"/>
                <a:ext cx="163575" cy="76100"/>
              </a:xfrm>
              <a:prstGeom prst="rect">
                <a:avLst/>
              </a:prstGeom>
              <a:solidFill>
                <a:srgbClr val="D8D8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38" name="íṡľíḍê" descr="9d540ca7-03d3-401e-9237-8efa8fad2605"/>
              <p:cNvSpPr/>
              <p:nvPr/>
            </p:nvSpPr>
            <p:spPr bwMode="auto">
              <a:xfrm>
                <a:off x="7714843" y="3103617"/>
                <a:ext cx="587050" cy="76100"/>
              </a:xfrm>
              <a:prstGeom prst="rect">
                <a:avLst/>
              </a:prstGeom>
              <a:solidFill>
                <a:srgbClr val="F6F6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39" name="îṧľîḓé" descr="94bf1b3c-3b66-4a1e-b5fe-3325a498dc87"/>
              <p:cNvSpPr/>
              <p:nvPr/>
            </p:nvSpPr>
            <p:spPr bwMode="auto">
              <a:xfrm>
                <a:off x="7707574" y="3095944"/>
                <a:ext cx="601590" cy="91447"/>
              </a:xfrm>
              <a:custGeom>
                <a:avLst/>
                <a:gdLst>
                  <a:gd name="T0" fmla="*/ 981 w 993"/>
                  <a:gd name="T1" fmla="*/ 131 h 143"/>
                  <a:gd name="T2" fmla="*/ 981 w 993"/>
                  <a:gd name="T3" fmla="*/ 119 h 143"/>
                  <a:gd name="T4" fmla="*/ 24 w 993"/>
                  <a:gd name="T5" fmla="*/ 119 h 143"/>
                  <a:gd name="T6" fmla="*/ 24 w 993"/>
                  <a:gd name="T7" fmla="*/ 24 h 143"/>
                  <a:gd name="T8" fmla="*/ 969 w 993"/>
                  <a:gd name="T9" fmla="*/ 24 h 143"/>
                  <a:gd name="T10" fmla="*/ 969 w 993"/>
                  <a:gd name="T11" fmla="*/ 131 h 143"/>
                  <a:gd name="T12" fmla="*/ 981 w 993"/>
                  <a:gd name="T13" fmla="*/ 131 h 143"/>
                  <a:gd name="T14" fmla="*/ 981 w 993"/>
                  <a:gd name="T15" fmla="*/ 119 h 143"/>
                  <a:gd name="T16" fmla="*/ 981 w 993"/>
                  <a:gd name="T17" fmla="*/ 131 h 143"/>
                  <a:gd name="T18" fmla="*/ 993 w 993"/>
                  <a:gd name="T19" fmla="*/ 131 h 143"/>
                  <a:gd name="T20" fmla="*/ 993 w 993"/>
                  <a:gd name="T21" fmla="*/ 0 h 143"/>
                  <a:gd name="T22" fmla="*/ 0 w 993"/>
                  <a:gd name="T23" fmla="*/ 0 h 143"/>
                  <a:gd name="T24" fmla="*/ 0 w 993"/>
                  <a:gd name="T25" fmla="*/ 143 h 143"/>
                  <a:gd name="T26" fmla="*/ 993 w 993"/>
                  <a:gd name="T27" fmla="*/ 143 h 143"/>
                  <a:gd name="T28" fmla="*/ 993 w 993"/>
                  <a:gd name="T29" fmla="*/ 131 h 143"/>
                  <a:gd name="T30" fmla="*/ 981 w 993"/>
                  <a:gd name="T31" fmla="*/ 131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993" h="143">
                    <a:moveTo>
                      <a:pt x="981" y="131"/>
                    </a:moveTo>
                    <a:lnTo>
                      <a:pt x="981" y="119"/>
                    </a:lnTo>
                    <a:lnTo>
                      <a:pt x="24" y="119"/>
                    </a:lnTo>
                    <a:lnTo>
                      <a:pt x="24" y="24"/>
                    </a:lnTo>
                    <a:lnTo>
                      <a:pt x="969" y="24"/>
                    </a:lnTo>
                    <a:lnTo>
                      <a:pt x="969" y="131"/>
                    </a:lnTo>
                    <a:lnTo>
                      <a:pt x="981" y="131"/>
                    </a:lnTo>
                    <a:lnTo>
                      <a:pt x="981" y="119"/>
                    </a:lnTo>
                    <a:lnTo>
                      <a:pt x="981" y="131"/>
                    </a:lnTo>
                    <a:lnTo>
                      <a:pt x="993" y="131"/>
                    </a:lnTo>
                    <a:lnTo>
                      <a:pt x="993" y="0"/>
                    </a:lnTo>
                    <a:lnTo>
                      <a:pt x="0" y="0"/>
                    </a:lnTo>
                    <a:lnTo>
                      <a:pt x="0" y="143"/>
                    </a:lnTo>
                    <a:lnTo>
                      <a:pt x="993" y="143"/>
                    </a:lnTo>
                    <a:lnTo>
                      <a:pt x="993" y="131"/>
                    </a:lnTo>
                    <a:lnTo>
                      <a:pt x="981" y="131"/>
                    </a:lnTo>
                    <a:close/>
                  </a:path>
                </a:pathLst>
              </a:cu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40" name="íṧḻíďê" descr="789be9bf-01e4-4abc-914a-bf78d4f317e8"/>
              <p:cNvSpPr/>
              <p:nvPr/>
            </p:nvSpPr>
            <p:spPr bwMode="auto">
              <a:xfrm>
                <a:off x="7854186" y="3095944"/>
                <a:ext cx="14540" cy="91447"/>
              </a:xfrm>
              <a:custGeom>
                <a:avLst/>
                <a:gdLst>
                  <a:gd name="T0" fmla="*/ 0 w 38"/>
                  <a:gd name="T1" fmla="*/ 19 h 227"/>
                  <a:gd name="T2" fmla="*/ 0 w 38"/>
                  <a:gd name="T3" fmla="*/ 209 h 227"/>
                  <a:gd name="T4" fmla="*/ 19 w 38"/>
                  <a:gd name="T5" fmla="*/ 227 h 227"/>
                  <a:gd name="T6" fmla="*/ 38 w 38"/>
                  <a:gd name="T7" fmla="*/ 209 h 227"/>
                  <a:gd name="T8" fmla="*/ 38 w 38"/>
                  <a:gd name="T9" fmla="*/ 19 h 227"/>
                  <a:gd name="T10" fmla="*/ 19 w 38"/>
                  <a:gd name="T11" fmla="*/ 0 h 227"/>
                  <a:gd name="T12" fmla="*/ 0 w 38"/>
                  <a:gd name="T13" fmla="*/ 19 h 2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8" h="227">
                    <a:moveTo>
                      <a:pt x="0" y="19"/>
                    </a:moveTo>
                    <a:cubicBezTo>
                      <a:pt x="0" y="209"/>
                      <a:pt x="0" y="209"/>
                      <a:pt x="0" y="209"/>
                    </a:cubicBezTo>
                    <a:cubicBezTo>
                      <a:pt x="0" y="219"/>
                      <a:pt x="9" y="227"/>
                      <a:pt x="19" y="227"/>
                    </a:cubicBezTo>
                    <a:cubicBezTo>
                      <a:pt x="30" y="227"/>
                      <a:pt x="38" y="219"/>
                      <a:pt x="38" y="209"/>
                    </a:cubicBezTo>
                    <a:cubicBezTo>
                      <a:pt x="38" y="19"/>
                      <a:pt x="38" y="19"/>
                      <a:pt x="38" y="19"/>
                    </a:cubicBezTo>
                    <a:cubicBezTo>
                      <a:pt x="38" y="9"/>
                      <a:pt x="30" y="0"/>
                      <a:pt x="19" y="0"/>
                    </a:cubicBezTo>
                    <a:cubicBezTo>
                      <a:pt x="9" y="0"/>
                      <a:pt x="0" y="9"/>
                      <a:pt x="0" y="19"/>
                    </a:cubicBezTo>
                  </a:path>
                </a:pathLst>
              </a:cu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41" name="îŝļíďe" descr="f85a6641-c5b1-4c44-9f48-41ac28407c14"/>
              <p:cNvSpPr/>
              <p:nvPr/>
            </p:nvSpPr>
            <p:spPr bwMode="auto">
              <a:xfrm>
                <a:off x="8018365" y="3095944"/>
                <a:ext cx="13934" cy="91447"/>
              </a:xfrm>
              <a:custGeom>
                <a:avLst/>
                <a:gdLst>
                  <a:gd name="T0" fmla="*/ 0 w 37"/>
                  <a:gd name="T1" fmla="*/ 19 h 227"/>
                  <a:gd name="T2" fmla="*/ 0 w 37"/>
                  <a:gd name="T3" fmla="*/ 209 h 227"/>
                  <a:gd name="T4" fmla="*/ 18 w 37"/>
                  <a:gd name="T5" fmla="*/ 227 h 227"/>
                  <a:gd name="T6" fmla="*/ 37 w 37"/>
                  <a:gd name="T7" fmla="*/ 209 h 227"/>
                  <a:gd name="T8" fmla="*/ 37 w 37"/>
                  <a:gd name="T9" fmla="*/ 19 h 227"/>
                  <a:gd name="T10" fmla="*/ 18 w 37"/>
                  <a:gd name="T11" fmla="*/ 0 h 227"/>
                  <a:gd name="T12" fmla="*/ 0 w 37"/>
                  <a:gd name="T13" fmla="*/ 19 h 2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7" h="227">
                    <a:moveTo>
                      <a:pt x="0" y="19"/>
                    </a:moveTo>
                    <a:cubicBezTo>
                      <a:pt x="0" y="209"/>
                      <a:pt x="0" y="209"/>
                      <a:pt x="0" y="209"/>
                    </a:cubicBezTo>
                    <a:cubicBezTo>
                      <a:pt x="0" y="219"/>
                      <a:pt x="8" y="227"/>
                      <a:pt x="18" y="227"/>
                    </a:cubicBezTo>
                    <a:cubicBezTo>
                      <a:pt x="29" y="227"/>
                      <a:pt x="37" y="219"/>
                      <a:pt x="37" y="209"/>
                    </a:cubicBezTo>
                    <a:cubicBezTo>
                      <a:pt x="37" y="19"/>
                      <a:pt x="37" y="19"/>
                      <a:pt x="37" y="19"/>
                    </a:cubicBezTo>
                    <a:cubicBezTo>
                      <a:pt x="37" y="9"/>
                      <a:pt x="29" y="0"/>
                      <a:pt x="18" y="0"/>
                    </a:cubicBezTo>
                    <a:cubicBezTo>
                      <a:pt x="8" y="0"/>
                      <a:pt x="0" y="9"/>
                      <a:pt x="0" y="19"/>
                    </a:cubicBezTo>
                  </a:path>
                </a:pathLst>
              </a:cu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42" name="ïşḻîḋè" descr="2a0efcd5-5466-4968-811b-9e3328bf9f9f"/>
              <p:cNvSpPr/>
              <p:nvPr/>
            </p:nvSpPr>
            <p:spPr bwMode="auto">
              <a:xfrm>
                <a:off x="7640933" y="3168207"/>
                <a:ext cx="716698" cy="118307"/>
              </a:xfrm>
              <a:custGeom>
                <a:avLst/>
                <a:gdLst>
                  <a:gd name="T0" fmla="*/ 1166 w 1183"/>
                  <a:gd name="T1" fmla="*/ 167 h 185"/>
                  <a:gd name="T2" fmla="*/ 1166 w 1183"/>
                  <a:gd name="T3" fmla="*/ 150 h 185"/>
                  <a:gd name="T4" fmla="*/ 35 w 1183"/>
                  <a:gd name="T5" fmla="*/ 150 h 185"/>
                  <a:gd name="T6" fmla="*/ 35 w 1183"/>
                  <a:gd name="T7" fmla="*/ 36 h 185"/>
                  <a:gd name="T8" fmla="*/ 1148 w 1183"/>
                  <a:gd name="T9" fmla="*/ 36 h 185"/>
                  <a:gd name="T10" fmla="*/ 1148 w 1183"/>
                  <a:gd name="T11" fmla="*/ 167 h 185"/>
                  <a:gd name="T12" fmla="*/ 1166 w 1183"/>
                  <a:gd name="T13" fmla="*/ 167 h 185"/>
                  <a:gd name="T14" fmla="*/ 1166 w 1183"/>
                  <a:gd name="T15" fmla="*/ 150 h 185"/>
                  <a:gd name="T16" fmla="*/ 1166 w 1183"/>
                  <a:gd name="T17" fmla="*/ 167 h 185"/>
                  <a:gd name="T18" fmla="*/ 1183 w 1183"/>
                  <a:gd name="T19" fmla="*/ 167 h 185"/>
                  <a:gd name="T20" fmla="*/ 1183 w 1183"/>
                  <a:gd name="T21" fmla="*/ 0 h 185"/>
                  <a:gd name="T22" fmla="*/ 0 w 1183"/>
                  <a:gd name="T23" fmla="*/ 0 h 185"/>
                  <a:gd name="T24" fmla="*/ 0 w 1183"/>
                  <a:gd name="T25" fmla="*/ 185 h 185"/>
                  <a:gd name="T26" fmla="*/ 1183 w 1183"/>
                  <a:gd name="T27" fmla="*/ 185 h 185"/>
                  <a:gd name="T28" fmla="*/ 1183 w 1183"/>
                  <a:gd name="T29" fmla="*/ 167 h 185"/>
                  <a:gd name="T30" fmla="*/ 1166 w 1183"/>
                  <a:gd name="T31" fmla="*/ 167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183" h="185">
                    <a:moveTo>
                      <a:pt x="1166" y="167"/>
                    </a:moveTo>
                    <a:lnTo>
                      <a:pt x="1166" y="150"/>
                    </a:lnTo>
                    <a:lnTo>
                      <a:pt x="35" y="150"/>
                    </a:lnTo>
                    <a:lnTo>
                      <a:pt x="35" y="36"/>
                    </a:lnTo>
                    <a:lnTo>
                      <a:pt x="1148" y="36"/>
                    </a:lnTo>
                    <a:lnTo>
                      <a:pt x="1148" y="167"/>
                    </a:lnTo>
                    <a:lnTo>
                      <a:pt x="1166" y="167"/>
                    </a:lnTo>
                    <a:lnTo>
                      <a:pt x="1166" y="150"/>
                    </a:lnTo>
                    <a:lnTo>
                      <a:pt x="1166" y="167"/>
                    </a:lnTo>
                    <a:lnTo>
                      <a:pt x="1183" y="167"/>
                    </a:lnTo>
                    <a:lnTo>
                      <a:pt x="1183" y="0"/>
                    </a:lnTo>
                    <a:lnTo>
                      <a:pt x="0" y="0"/>
                    </a:lnTo>
                    <a:lnTo>
                      <a:pt x="0" y="185"/>
                    </a:lnTo>
                    <a:lnTo>
                      <a:pt x="1183" y="185"/>
                    </a:lnTo>
                    <a:lnTo>
                      <a:pt x="1183" y="167"/>
                    </a:lnTo>
                    <a:lnTo>
                      <a:pt x="1166" y="167"/>
                    </a:lnTo>
                    <a:close/>
                  </a:path>
                </a:pathLst>
              </a:cu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43" name="ís1íḍê" descr="37731762-60eb-4955-8198-0e1e6ae1e94a"/>
              <p:cNvSpPr/>
              <p:nvPr/>
            </p:nvSpPr>
            <p:spPr bwMode="auto">
              <a:xfrm>
                <a:off x="7766945" y="3172044"/>
                <a:ext cx="14540" cy="110632"/>
              </a:xfrm>
              <a:custGeom>
                <a:avLst/>
                <a:gdLst>
                  <a:gd name="T0" fmla="*/ 0 w 38"/>
                  <a:gd name="T1" fmla="*/ 19 h 274"/>
                  <a:gd name="T2" fmla="*/ 0 w 38"/>
                  <a:gd name="T3" fmla="*/ 255 h 274"/>
                  <a:gd name="T4" fmla="*/ 19 w 38"/>
                  <a:gd name="T5" fmla="*/ 274 h 274"/>
                  <a:gd name="T6" fmla="*/ 38 w 38"/>
                  <a:gd name="T7" fmla="*/ 255 h 274"/>
                  <a:gd name="T8" fmla="*/ 38 w 38"/>
                  <a:gd name="T9" fmla="*/ 19 h 274"/>
                  <a:gd name="T10" fmla="*/ 19 w 38"/>
                  <a:gd name="T11" fmla="*/ 0 h 274"/>
                  <a:gd name="T12" fmla="*/ 0 w 38"/>
                  <a:gd name="T13" fmla="*/ 19 h 2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8" h="274">
                    <a:moveTo>
                      <a:pt x="0" y="19"/>
                    </a:moveTo>
                    <a:cubicBezTo>
                      <a:pt x="0" y="255"/>
                      <a:pt x="0" y="255"/>
                      <a:pt x="0" y="255"/>
                    </a:cubicBezTo>
                    <a:cubicBezTo>
                      <a:pt x="0" y="265"/>
                      <a:pt x="9" y="274"/>
                      <a:pt x="19" y="274"/>
                    </a:cubicBezTo>
                    <a:cubicBezTo>
                      <a:pt x="30" y="274"/>
                      <a:pt x="38" y="265"/>
                      <a:pt x="38" y="255"/>
                    </a:cubicBezTo>
                    <a:cubicBezTo>
                      <a:pt x="38" y="19"/>
                      <a:pt x="38" y="19"/>
                      <a:pt x="38" y="19"/>
                    </a:cubicBezTo>
                    <a:cubicBezTo>
                      <a:pt x="38" y="8"/>
                      <a:pt x="30" y="0"/>
                      <a:pt x="19" y="0"/>
                    </a:cubicBezTo>
                    <a:cubicBezTo>
                      <a:pt x="9" y="0"/>
                      <a:pt x="0" y="8"/>
                      <a:pt x="0" y="19"/>
                    </a:cubicBezTo>
                  </a:path>
                </a:pathLst>
              </a:cu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44" name="íSlídê" descr="c3e18a75-5bf1-487b-911d-40d18548f7e2"/>
              <p:cNvSpPr/>
              <p:nvPr/>
            </p:nvSpPr>
            <p:spPr bwMode="auto">
              <a:xfrm>
                <a:off x="7978986" y="3175241"/>
                <a:ext cx="13934" cy="107435"/>
              </a:xfrm>
              <a:custGeom>
                <a:avLst/>
                <a:gdLst>
                  <a:gd name="T0" fmla="*/ 0 w 37"/>
                  <a:gd name="T1" fmla="*/ 18 h 267"/>
                  <a:gd name="T2" fmla="*/ 0 w 37"/>
                  <a:gd name="T3" fmla="*/ 248 h 267"/>
                  <a:gd name="T4" fmla="*/ 18 w 37"/>
                  <a:gd name="T5" fmla="*/ 267 h 267"/>
                  <a:gd name="T6" fmla="*/ 37 w 37"/>
                  <a:gd name="T7" fmla="*/ 248 h 267"/>
                  <a:gd name="T8" fmla="*/ 37 w 37"/>
                  <a:gd name="T9" fmla="*/ 18 h 267"/>
                  <a:gd name="T10" fmla="*/ 18 w 37"/>
                  <a:gd name="T11" fmla="*/ 0 h 267"/>
                  <a:gd name="T12" fmla="*/ 0 w 37"/>
                  <a:gd name="T13" fmla="*/ 18 h 2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7" h="267">
                    <a:moveTo>
                      <a:pt x="0" y="18"/>
                    </a:moveTo>
                    <a:cubicBezTo>
                      <a:pt x="0" y="248"/>
                      <a:pt x="0" y="248"/>
                      <a:pt x="0" y="248"/>
                    </a:cubicBezTo>
                    <a:cubicBezTo>
                      <a:pt x="0" y="258"/>
                      <a:pt x="8" y="267"/>
                      <a:pt x="18" y="267"/>
                    </a:cubicBezTo>
                    <a:cubicBezTo>
                      <a:pt x="29" y="267"/>
                      <a:pt x="37" y="258"/>
                      <a:pt x="37" y="248"/>
                    </a:cubicBezTo>
                    <a:cubicBezTo>
                      <a:pt x="37" y="18"/>
                      <a:pt x="37" y="18"/>
                      <a:pt x="37" y="18"/>
                    </a:cubicBezTo>
                    <a:cubicBezTo>
                      <a:pt x="37" y="8"/>
                      <a:pt x="29" y="0"/>
                      <a:pt x="18" y="0"/>
                    </a:cubicBezTo>
                    <a:cubicBezTo>
                      <a:pt x="8" y="0"/>
                      <a:pt x="0" y="8"/>
                      <a:pt x="0" y="18"/>
                    </a:cubicBezTo>
                  </a:path>
                </a:pathLst>
              </a:cu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45" name="íṧḻiḍé" descr="bfc32ba8-32ab-4e71-bb1c-0f874ca632d3"/>
              <p:cNvSpPr/>
              <p:nvPr/>
            </p:nvSpPr>
            <p:spPr bwMode="auto">
              <a:xfrm>
                <a:off x="7823287" y="3211692"/>
                <a:ext cx="13934" cy="30695"/>
              </a:xfrm>
              <a:prstGeom prst="rect">
                <a:avLst/>
              </a:pr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46" name="ï$ļïde" descr="308742c6-eeca-4b56-9199-0abae02ff907"/>
              <p:cNvSpPr/>
              <p:nvPr/>
            </p:nvSpPr>
            <p:spPr bwMode="auto">
              <a:xfrm>
                <a:off x="7823287" y="3211692"/>
                <a:ext cx="13934" cy="30695"/>
              </a:xfrm>
              <a:custGeom>
                <a:avLst/>
                <a:gdLst>
                  <a:gd name="T0" fmla="*/ 0 w 23"/>
                  <a:gd name="T1" fmla="*/ 0 h 48"/>
                  <a:gd name="T2" fmla="*/ 0 w 23"/>
                  <a:gd name="T3" fmla="*/ 48 h 48"/>
                  <a:gd name="T4" fmla="*/ 23 w 23"/>
                  <a:gd name="T5" fmla="*/ 48 h 48"/>
                  <a:gd name="T6" fmla="*/ 23 w 23"/>
                  <a:gd name="T7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3" h="48">
                    <a:moveTo>
                      <a:pt x="0" y="0"/>
                    </a:moveTo>
                    <a:lnTo>
                      <a:pt x="0" y="48"/>
                    </a:lnTo>
                    <a:lnTo>
                      <a:pt x="23" y="48"/>
                    </a:lnTo>
                    <a:lnTo>
                      <a:pt x="2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47" name="iṣľíḓe" descr="47773890-1dec-4d7a-b937-380869d26cb8"/>
              <p:cNvSpPr/>
              <p:nvPr/>
            </p:nvSpPr>
            <p:spPr bwMode="auto">
              <a:xfrm>
                <a:off x="7863272" y="3211692"/>
                <a:ext cx="14540" cy="30695"/>
              </a:xfrm>
              <a:prstGeom prst="rect">
                <a:avLst/>
              </a:pr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48" name="îśḷíḋè" descr="ffc8c895-1913-4133-98c7-2f3add00b7cf"/>
              <p:cNvSpPr/>
              <p:nvPr/>
            </p:nvSpPr>
            <p:spPr bwMode="auto">
              <a:xfrm>
                <a:off x="7863272" y="3211692"/>
                <a:ext cx="14540" cy="30695"/>
              </a:xfrm>
              <a:custGeom>
                <a:avLst/>
                <a:gdLst>
                  <a:gd name="T0" fmla="*/ 0 w 24"/>
                  <a:gd name="T1" fmla="*/ 0 h 48"/>
                  <a:gd name="T2" fmla="*/ 0 w 24"/>
                  <a:gd name="T3" fmla="*/ 48 h 48"/>
                  <a:gd name="T4" fmla="*/ 24 w 24"/>
                  <a:gd name="T5" fmla="*/ 48 h 48"/>
                  <a:gd name="T6" fmla="*/ 24 w 24"/>
                  <a:gd name="T7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4" h="48">
                    <a:moveTo>
                      <a:pt x="0" y="0"/>
                    </a:moveTo>
                    <a:lnTo>
                      <a:pt x="0" y="48"/>
                    </a:lnTo>
                    <a:lnTo>
                      <a:pt x="24" y="48"/>
                    </a:lnTo>
                    <a:lnTo>
                      <a:pt x="2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49" name="ïşḷîďê" descr="ba4d7995-6b46-40cd-906e-b4832577e31b"/>
              <p:cNvSpPr/>
              <p:nvPr/>
            </p:nvSpPr>
            <p:spPr bwMode="auto">
              <a:xfrm>
                <a:off x="7632451" y="3267328"/>
                <a:ext cx="3378114" cy="81215"/>
              </a:xfrm>
              <a:prstGeom prst="rect">
                <a:avLst/>
              </a:prstGeom>
              <a:solidFill>
                <a:srgbClr val="ECEC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50" name="ïṡḻîḍé" descr="91efc34d-ab75-4f61-9d29-69cf10fb0eaa"/>
              <p:cNvSpPr/>
              <p:nvPr/>
            </p:nvSpPr>
            <p:spPr bwMode="auto">
              <a:xfrm>
                <a:off x="7621546" y="3255816"/>
                <a:ext cx="3399923" cy="104238"/>
              </a:xfrm>
              <a:custGeom>
                <a:avLst/>
                <a:gdLst>
                  <a:gd name="T0" fmla="*/ 5594 w 5612"/>
                  <a:gd name="T1" fmla="*/ 145 h 163"/>
                  <a:gd name="T2" fmla="*/ 5594 w 5612"/>
                  <a:gd name="T3" fmla="*/ 127 h 163"/>
                  <a:gd name="T4" fmla="*/ 36 w 5612"/>
                  <a:gd name="T5" fmla="*/ 127 h 163"/>
                  <a:gd name="T6" fmla="*/ 36 w 5612"/>
                  <a:gd name="T7" fmla="*/ 35 h 163"/>
                  <a:gd name="T8" fmla="*/ 5576 w 5612"/>
                  <a:gd name="T9" fmla="*/ 35 h 163"/>
                  <a:gd name="T10" fmla="*/ 5576 w 5612"/>
                  <a:gd name="T11" fmla="*/ 145 h 163"/>
                  <a:gd name="T12" fmla="*/ 5594 w 5612"/>
                  <a:gd name="T13" fmla="*/ 145 h 163"/>
                  <a:gd name="T14" fmla="*/ 5594 w 5612"/>
                  <a:gd name="T15" fmla="*/ 127 h 163"/>
                  <a:gd name="T16" fmla="*/ 5594 w 5612"/>
                  <a:gd name="T17" fmla="*/ 145 h 163"/>
                  <a:gd name="T18" fmla="*/ 5612 w 5612"/>
                  <a:gd name="T19" fmla="*/ 145 h 163"/>
                  <a:gd name="T20" fmla="*/ 5612 w 5612"/>
                  <a:gd name="T21" fmla="*/ 0 h 163"/>
                  <a:gd name="T22" fmla="*/ 0 w 5612"/>
                  <a:gd name="T23" fmla="*/ 0 h 163"/>
                  <a:gd name="T24" fmla="*/ 0 w 5612"/>
                  <a:gd name="T25" fmla="*/ 163 h 163"/>
                  <a:gd name="T26" fmla="*/ 5612 w 5612"/>
                  <a:gd name="T27" fmla="*/ 163 h 163"/>
                  <a:gd name="T28" fmla="*/ 5612 w 5612"/>
                  <a:gd name="T29" fmla="*/ 145 h 163"/>
                  <a:gd name="T30" fmla="*/ 5594 w 5612"/>
                  <a:gd name="T31" fmla="*/ 145 h 1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5612" h="163">
                    <a:moveTo>
                      <a:pt x="5594" y="145"/>
                    </a:moveTo>
                    <a:lnTo>
                      <a:pt x="5594" y="127"/>
                    </a:lnTo>
                    <a:lnTo>
                      <a:pt x="36" y="127"/>
                    </a:lnTo>
                    <a:lnTo>
                      <a:pt x="36" y="35"/>
                    </a:lnTo>
                    <a:lnTo>
                      <a:pt x="5576" y="35"/>
                    </a:lnTo>
                    <a:lnTo>
                      <a:pt x="5576" y="145"/>
                    </a:lnTo>
                    <a:lnTo>
                      <a:pt x="5594" y="145"/>
                    </a:lnTo>
                    <a:lnTo>
                      <a:pt x="5594" y="127"/>
                    </a:lnTo>
                    <a:lnTo>
                      <a:pt x="5594" y="145"/>
                    </a:lnTo>
                    <a:lnTo>
                      <a:pt x="5612" y="145"/>
                    </a:lnTo>
                    <a:lnTo>
                      <a:pt x="5612" y="0"/>
                    </a:lnTo>
                    <a:lnTo>
                      <a:pt x="0" y="0"/>
                    </a:lnTo>
                    <a:lnTo>
                      <a:pt x="0" y="163"/>
                    </a:lnTo>
                    <a:lnTo>
                      <a:pt x="5612" y="163"/>
                    </a:lnTo>
                    <a:lnTo>
                      <a:pt x="5612" y="145"/>
                    </a:lnTo>
                    <a:lnTo>
                      <a:pt x="5594" y="145"/>
                    </a:lnTo>
                    <a:close/>
                  </a:path>
                </a:pathLst>
              </a:cu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51" name="îšḷíḓe" descr="5e27eb34-a65d-420a-9043-54dbadfd451e"/>
              <p:cNvSpPr/>
              <p:nvPr/>
            </p:nvSpPr>
            <p:spPr bwMode="auto">
              <a:xfrm>
                <a:off x="7761493" y="3393947"/>
                <a:ext cx="982052" cy="180337"/>
              </a:xfrm>
              <a:prstGeom prst="rect">
                <a:avLst/>
              </a:prstGeom>
              <a:solidFill>
                <a:srgbClr val="ECEC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52" name="iSľîďé" descr="7d21b3eb-2f0b-485f-b523-edb1900e43df"/>
              <p:cNvSpPr/>
              <p:nvPr/>
            </p:nvSpPr>
            <p:spPr bwMode="auto">
              <a:xfrm>
                <a:off x="7750588" y="3382436"/>
                <a:ext cx="1004468" cy="203358"/>
              </a:xfrm>
              <a:custGeom>
                <a:avLst/>
                <a:gdLst>
                  <a:gd name="T0" fmla="*/ 29 w 2629"/>
                  <a:gd name="T1" fmla="*/ 29 h 504"/>
                  <a:gd name="T2" fmla="*/ 29 w 2629"/>
                  <a:gd name="T3" fmla="*/ 57 h 504"/>
                  <a:gd name="T4" fmla="*/ 2572 w 2629"/>
                  <a:gd name="T5" fmla="*/ 57 h 504"/>
                  <a:gd name="T6" fmla="*/ 2572 w 2629"/>
                  <a:gd name="T7" fmla="*/ 447 h 504"/>
                  <a:gd name="T8" fmla="*/ 57 w 2629"/>
                  <a:gd name="T9" fmla="*/ 447 h 504"/>
                  <a:gd name="T10" fmla="*/ 57 w 2629"/>
                  <a:gd name="T11" fmla="*/ 29 h 504"/>
                  <a:gd name="T12" fmla="*/ 29 w 2629"/>
                  <a:gd name="T13" fmla="*/ 29 h 504"/>
                  <a:gd name="T14" fmla="*/ 29 w 2629"/>
                  <a:gd name="T15" fmla="*/ 57 h 504"/>
                  <a:gd name="T16" fmla="*/ 29 w 2629"/>
                  <a:gd name="T17" fmla="*/ 29 h 504"/>
                  <a:gd name="T18" fmla="*/ 0 w 2629"/>
                  <a:gd name="T19" fmla="*/ 29 h 504"/>
                  <a:gd name="T20" fmla="*/ 0 w 2629"/>
                  <a:gd name="T21" fmla="*/ 476 h 504"/>
                  <a:gd name="T22" fmla="*/ 9 w 2629"/>
                  <a:gd name="T23" fmla="*/ 496 h 504"/>
                  <a:gd name="T24" fmla="*/ 29 w 2629"/>
                  <a:gd name="T25" fmla="*/ 504 h 504"/>
                  <a:gd name="T26" fmla="*/ 2600 w 2629"/>
                  <a:gd name="T27" fmla="*/ 504 h 504"/>
                  <a:gd name="T28" fmla="*/ 2620 w 2629"/>
                  <a:gd name="T29" fmla="*/ 496 h 504"/>
                  <a:gd name="T30" fmla="*/ 2629 w 2629"/>
                  <a:gd name="T31" fmla="*/ 476 h 504"/>
                  <a:gd name="T32" fmla="*/ 2629 w 2629"/>
                  <a:gd name="T33" fmla="*/ 29 h 504"/>
                  <a:gd name="T34" fmla="*/ 2620 w 2629"/>
                  <a:gd name="T35" fmla="*/ 9 h 504"/>
                  <a:gd name="T36" fmla="*/ 2600 w 2629"/>
                  <a:gd name="T37" fmla="*/ 0 h 504"/>
                  <a:gd name="T38" fmla="*/ 29 w 2629"/>
                  <a:gd name="T39" fmla="*/ 0 h 504"/>
                  <a:gd name="T40" fmla="*/ 9 w 2629"/>
                  <a:gd name="T41" fmla="*/ 9 h 504"/>
                  <a:gd name="T42" fmla="*/ 0 w 2629"/>
                  <a:gd name="T43" fmla="*/ 29 h 504"/>
                  <a:gd name="T44" fmla="*/ 29 w 2629"/>
                  <a:gd name="T45" fmla="*/ 29 h 5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629" h="504">
                    <a:moveTo>
                      <a:pt x="29" y="29"/>
                    </a:moveTo>
                    <a:cubicBezTo>
                      <a:pt x="29" y="57"/>
                      <a:pt x="29" y="57"/>
                      <a:pt x="29" y="57"/>
                    </a:cubicBezTo>
                    <a:cubicBezTo>
                      <a:pt x="2572" y="57"/>
                      <a:pt x="2572" y="57"/>
                      <a:pt x="2572" y="57"/>
                    </a:cubicBezTo>
                    <a:cubicBezTo>
                      <a:pt x="2572" y="447"/>
                      <a:pt x="2572" y="447"/>
                      <a:pt x="2572" y="447"/>
                    </a:cubicBezTo>
                    <a:cubicBezTo>
                      <a:pt x="57" y="447"/>
                      <a:pt x="57" y="447"/>
                      <a:pt x="57" y="447"/>
                    </a:cubicBezTo>
                    <a:cubicBezTo>
                      <a:pt x="57" y="29"/>
                      <a:pt x="57" y="29"/>
                      <a:pt x="57" y="29"/>
                    </a:cubicBezTo>
                    <a:cubicBezTo>
                      <a:pt x="29" y="29"/>
                      <a:pt x="29" y="29"/>
                      <a:pt x="29" y="29"/>
                    </a:cubicBezTo>
                    <a:cubicBezTo>
                      <a:pt x="29" y="57"/>
                      <a:pt x="29" y="57"/>
                      <a:pt x="29" y="57"/>
                    </a:cubicBezTo>
                    <a:cubicBezTo>
                      <a:pt x="29" y="29"/>
                      <a:pt x="29" y="29"/>
                      <a:pt x="29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76"/>
                      <a:pt x="0" y="476"/>
                      <a:pt x="0" y="476"/>
                    </a:cubicBezTo>
                    <a:cubicBezTo>
                      <a:pt x="0" y="483"/>
                      <a:pt x="3" y="490"/>
                      <a:pt x="9" y="496"/>
                    </a:cubicBezTo>
                    <a:cubicBezTo>
                      <a:pt x="14" y="501"/>
                      <a:pt x="21" y="504"/>
                      <a:pt x="29" y="504"/>
                    </a:cubicBezTo>
                    <a:cubicBezTo>
                      <a:pt x="2600" y="504"/>
                      <a:pt x="2600" y="504"/>
                      <a:pt x="2600" y="504"/>
                    </a:cubicBezTo>
                    <a:cubicBezTo>
                      <a:pt x="2608" y="504"/>
                      <a:pt x="2615" y="501"/>
                      <a:pt x="2620" y="496"/>
                    </a:cubicBezTo>
                    <a:cubicBezTo>
                      <a:pt x="2626" y="490"/>
                      <a:pt x="2629" y="483"/>
                      <a:pt x="2629" y="476"/>
                    </a:cubicBezTo>
                    <a:cubicBezTo>
                      <a:pt x="2629" y="29"/>
                      <a:pt x="2629" y="29"/>
                      <a:pt x="2629" y="29"/>
                    </a:cubicBezTo>
                    <a:cubicBezTo>
                      <a:pt x="2629" y="21"/>
                      <a:pt x="2626" y="14"/>
                      <a:pt x="2620" y="9"/>
                    </a:cubicBezTo>
                    <a:cubicBezTo>
                      <a:pt x="2615" y="3"/>
                      <a:pt x="2608" y="0"/>
                      <a:pt x="2600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21" y="0"/>
                      <a:pt x="14" y="3"/>
                      <a:pt x="9" y="9"/>
                    </a:cubicBezTo>
                    <a:cubicBezTo>
                      <a:pt x="3" y="14"/>
                      <a:pt x="0" y="21"/>
                      <a:pt x="0" y="29"/>
                    </a:cubicBezTo>
                    <a:lnTo>
                      <a:pt x="29" y="29"/>
                    </a:lnTo>
                    <a:close/>
                  </a:path>
                </a:pathLst>
              </a:cu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53" name="îṧḷîdê" descr="ca4f7d86-e1cb-4df1-80e9-40880dd7bde4"/>
              <p:cNvSpPr/>
              <p:nvPr/>
            </p:nvSpPr>
            <p:spPr bwMode="auto">
              <a:xfrm>
                <a:off x="8830178" y="3393947"/>
                <a:ext cx="982659" cy="180337"/>
              </a:xfrm>
              <a:prstGeom prst="rect">
                <a:avLst/>
              </a:prstGeom>
              <a:solidFill>
                <a:srgbClr val="ECEC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54" name="îṥḻíḍè" descr="fc24316e-2091-4523-b975-8014d288a2df"/>
              <p:cNvSpPr/>
              <p:nvPr/>
            </p:nvSpPr>
            <p:spPr bwMode="auto">
              <a:xfrm>
                <a:off x="8819274" y="3382436"/>
                <a:ext cx="1004468" cy="203358"/>
              </a:xfrm>
              <a:custGeom>
                <a:avLst/>
                <a:gdLst>
                  <a:gd name="T0" fmla="*/ 28 w 2628"/>
                  <a:gd name="T1" fmla="*/ 29 h 504"/>
                  <a:gd name="T2" fmla="*/ 28 w 2628"/>
                  <a:gd name="T3" fmla="*/ 57 h 504"/>
                  <a:gd name="T4" fmla="*/ 2572 w 2628"/>
                  <a:gd name="T5" fmla="*/ 57 h 504"/>
                  <a:gd name="T6" fmla="*/ 2572 w 2628"/>
                  <a:gd name="T7" fmla="*/ 447 h 504"/>
                  <a:gd name="T8" fmla="*/ 57 w 2628"/>
                  <a:gd name="T9" fmla="*/ 447 h 504"/>
                  <a:gd name="T10" fmla="*/ 57 w 2628"/>
                  <a:gd name="T11" fmla="*/ 29 h 504"/>
                  <a:gd name="T12" fmla="*/ 28 w 2628"/>
                  <a:gd name="T13" fmla="*/ 29 h 504"/>
                  <a:gd name="T14" fmla="*/ 28 w 2628"/>
                  <a:gd name="T15" fmla="*/ 57 h 504"/>
                  <a:gd name="T16" fmla="*/ 28 w 2628"/>
                  <a:gd name="T17" fmla="*/ 29 h 504"/>
                  <a:gd name="T18" fmla="*/ 0 w 2628"/>
                  <a:gd name="T19" fmla="*/ 29 h 504"/>
                  <a:gd name="T20" fmla="*/ 0 w 2628"/>
                  <a:gd name="T21" fmla="*/ 476 h 504"/>
                  <a:gd name="T22" fmla="*/ 8 w 2628"/>
                  <a:gd name="T23" fmla="*/ 496 h 504"/>
                  <a:gd name="T24" fmla="*/ 28 w 2628"/>
                  <a:gd name="T25" fmla="*/ 504 h 504"/>
                  <a:gd name="T26" fmla="*/ 2600 w 2628"/>
                  <a:gd name="T27" fmla="*/ 504 h 504"/>
                  <a:gd name="T28" fmla="*/ 2620 w 2628"/>
                  <a:gd name="T29" fmla="*/ 496 h 504"/>
                  <a:gd name="T30" fmla="*/ 2628 w 2628"/>
                  <a:gd name="T31" fmla="*/ 476 h 504"/>
                  <a:gd name="T32" fmla="*/ 2628 w 2628"/>
                  <a:gd name="T33" fmla="*/ 29 h 504"/>
                  <a:gd name="T34" fmla="*/ 2620 w 2628"/>
                  <a:gd name="T35" fmla="*/ 9 h 504"/>
                  <a:gd name="T36" fmla="*/ 2600 w 2628"/>
                  <a:gd name="T37" fmla="*/ 0 h 504"/>
                  <a:gd name="T38" fmla="*/ 28 w 2628"/>
                  <a:gd name="T39" fmla="*/ 0 h 504"/>
                  <a:gd name="T40" fmla="*/ 8 w 2628"/>
                  <a:gd name="T41" fmla="*/ 9 h 504"/>
                  <a:gd name="T42" fmla="*/ 0 w 2628"/>
                  <a:gd name="T43" fmla="*/ 29 h 504"/>
                  <a:gd name="T44" fmla="*/ 28 w 2628"/>
                  <a:gd name="T45" fmla="*/ 29 h 5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628" h="504">
                    <a:moveTo>
                      <a:pt x="28" y="29"/>
                    </a:moveTo>
                    <a:cubicBezTo>
                      <a:pt x="28" y="57"/>
                      <a:pt x="28" y="57"/>
                      <a:pt x="28" y="57"/>
                    </a:cubicBezTo>
                    <a:cubicBezTo>
                      <a:pt x="2572" y="57"/>
                      <a:pt x="2572" y="57"/>
                      <a:pt x="2572" y="57"/>
                    </a:cubicBezTo>
                    <a:cubicBezTo>
                      <a:pt x="2572" y="447"/>
                      <a:pt x="2572" y="447"/>
                      <a:pt x="2572" y="447"/>
                    </a:cubicBezTo>
                    <a:cubicBezTo>
                      <a:pt x="57" y="447"/>
                      <a:pt x="57" y="447"/>
                      <a:pt x="57" y="447"/>
                    </a:cubicBezTo>
                    <a:cubicBezTo>
                      <a:pt x="57" y="29"/>
                      <a:pt x="57" y="29"/>
                      <a:pt x="57" y="29"/>
                    </a:cubicBezTo>
                    <a:cubicBezTo>
                      <a:pt x="28" y="29"/>
                      <a:pt x="28" y="29"/>
                      <a:pt x="28" y="29"/>
                    </a:cubicBezTo>
                    <a:cubicBezTo>
                      <a:pt x="28" y="57"/>
                      <a:pt x="28" y="57"/>
                      <a:pt x="28" y="57"/>
                    </a:cubicBezTo>
                    <a:cubicBezTo>
                      <a:pt x="28" y="29"/>
                      <a:pt x="28" y="29"/>
                      <a:pt x="28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76"/>
                      <a:pt x="0" y="476"/>
                      <a:pt x="0" y="476"/>
                    </a:cubicBezTo>
                    <a:cubicBezTo>
                      <a:pt x="0" y="483"/>
                      <a:pt x="3" y="490"/>
                      <a:pt x="8" y="496"/>
                    </a:cubicBezTo>
                    <a:cubicBezTo>
                      <a:pt x="14" y="501"/>
                      <a:pt x="21" y="504"/>
                      <a:pt x="28" y="504"/>
                    </a:cubicBezTo>
                    <a:cubicBezTo>
                      <a:pt x="2600" y="504"/>
                      <a:pt x="2600" y="504"/>
                      <a:pt x="2600" y="504"/>
                    </a:cubicBezTo>
                    <a:cubicBezTo>
                      <a:pt x="2608" y="504"/>
                      <a:pt x="2615" y="501"/>
                      <a:pt x="2620" y="496"/>
                    </a:cubicBezTo>
                    <a:cubicBezTo>
                      <a:pt x="2625" y="490"/>
                      <a:pt x="2628" y="483"/>
                      <a:pt x="2628" y="476"/>
                    </a:cubicBezTo>
                    <a:cubicBezTo>
                      <a:pt x="2628" y="29"/>
                      <a:pt x="2628" y="29"/>
                      <a:pt x="2628" y="29"/>
                    </a:cubicBezTo>
                    <a:cubicBezTo>
                      <a:pt x="2628" y="21"/>
                      <a:pt x="2625" y="14"/>
                      <a:pt x="2620" y="9"/>
                    </a:cubicBezTo>
                    <a:cubicBezTo>
                      <a:pt x="2615" y="3"/>
                      <a:pt x="2608" y="0"/>
                      <a:pt x="2600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1" y="0"/>
                      <a:pt x="14" y="3"/>
                      <a:pt x="8" y="9"/>
                    </a:cubicBezTo>
                    <a:cubicBezTo>
                      <a:pt x="3" y="14"/>
                      <a:pt x="0" y="21"/>
                      <a:pt x="0" y="29"/>
                    </a:cubicBezTo>
                    <a:lnTo>
                      <a:pt x="28" y="29"/>
                    </a:lnTo>
                    <a:close/>
                  </a:path>
                </a:pathLst>
              </a:cu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55" name="ïSḻîḋé" descr="d59d6f4b-8159-40ce-b2fb-7de88159d0ce"/>
              <p:cNvSpPr/>
              <p:nvPr/>
            </p:nvSpPr>
            <p:spPr bwMode="auto">
              <a:xfrm>
                <a:off x="9899470" y="3393947"/>
                <a:ext cx="982659" cy="180337"/>
              </a:xfrm>
              <a:prstGeom prst="rect">
                <a:avLst/>
              </a:prstGeom>
              <a:solidFill>
                <a:srgbClr val="ECEC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56" name="îṣḷïde" descr="9e263636-0590-41f5-90fc-ded7cb105b97"/>
              <p:cNvSpPr/>
              <p:nvPr/>
            </p:nvSpPr>
            <p:spPr bwMode="auto">
              <a:xfrm>
                <a:off x="9888566" y="3382436"/>
                <a:ext cx="1003863" cy="203358"/>
              </a:xfrm>
              <a:custGeom>
                <a:avLst/>
                <a:gdLst>
                  <a:gd name="T0" fmla="*/ 28 w 2628"/>
                  <a:gd name="T1" fmla="*/ 29 h 504"/>
                  <a:gd name="T2" fmla="*/ 28 w 2628"/>
                  <a:gd name="T3" fmla="*/ 57 h 504"/>
                  <a:gd name="T4" fmla="*/ 2571 w 2628"/>
                  <a:gd name="T5" fmla="*/ 57 h 504"/>
                  <a:gd name="T6" fmla="*/ 2571 w 2628"/>
                  <a:gd name="T7" fmla="*/ 447 h 504"/>
                  <a:gd name="T8" fmla="*/ 56 w 2628"/>
                  <a:gd name="T9" fmla="*/ 447 h 504"/>
                  <a:gd name="T10" fmla="*/ 56 w 2628"/>
                  <a:gd name="T11" fmla="*/ 29 h 504"/>
                  <a:gd name="T12" fmla="*/ 28 w 2628"/>
                  <a:gd name="T13" fmla="*/ 29 h 504"/>
                  <a:gd name="T14" fmla="*/ 28 w 2628"/>
                  <a:gd name="T15" fmla="*/ 57 h 504"/>
                  <a:gd name="T16" fmla="*/ 28 w 2628"/>
                  <a:gd name="T17" fmla="*/ 29 h 504"/>
                  <a:gd name="T18" fmla="*/ 0 w 2628"/>
                  <a:gd name="T19" fmla="*/ 29 h 504"/>
                  <a:gd name="T20" fmla="*/ 0 w 2628"/>
                  <a:gd name="T21" fmla="*/ 476 h 504"/>
                  <a:gd name="T22" fmla="*/ 8 w 2628"/>
                  <a:gd name="T23" fmla="*/ 496 h 504"/>
                  <a:gd name="T24" fmla="*/ 28 w 2628"/>
                  <a:gd name="T25" fmla="*/ 504 h 504"/>
                  <a:gd name="T26" fmla="*/ 2600 w 2628"/>
                  <a:gd name="T27" fmla="*/ 504 h 504"/>
                  <a:gd name="T28" fmla="*/ 2620 w 2628"/>
                  <a:gd name="T29" fmla="*/ 496 h 504"/>
                  <a:gd name="T30" fmla="*/ 2628 w 2628"/>
                  <a:gd name="T31" fmla="*/ 476 h 504"/>
                  <a:gd name="T32" fmla="*/ 2628 w 2628"/>
                  <a:gd name="T33" fmla="*/ 29 h 504"/>
                  <a:gd name="T34" fmla="*/ 2620 w 2628"/>
                  <a:gd name="T35" fmla="*/ 9 h 504"/>
                  <a:gd name="T36" fmla="*/ 2600 w 2628"/>
                  <a:gd name="T37" fmla="*/ 0 h 504"/>
                  <a:gd name="T38" fmla="*/ 28 w 2628"/>
                  <a:gd name="T39" fmla="*/ 0 h 504"/>
                  <a:gd name="T40" fmla="*/ 8 w 2628"/>
                  <a:gd name="T41" fmla="*/ 9 h 504"/>
                  <a:gd name="T42" fmla="*/ 0 w 2628"/>
                  <a:gd name="T43" fmla="*/ 29 h 504"/>
                  <a:gd name="T44" fmla="*/ 28 w 2628"/>
                  <a:gd name="T45" fmla="*/ 29 h 5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628" h="504">
                    <a:moveTo>
                      <a:pt x="28" y="29"/>
                    </a:moveTo>
                    <a:cubicBezTo>
                      <a:pt x="28" y="57"/>
                      <a:pt x="28" y="57"/>
                      <a:pt x="28" y="57"/>
                    </a:cubicBezTo>
                    <a:cubicBezTo>
                      <a:pt x="2571" y="57"/>
                      <a:pt x="2571" y="57"/>
                      <a:pt x="2571" y="57"/>
                    </a:cubicBezTo>
                    <a:cubicBezTo>
                      <a:pt x="2571" y="447"/>
                      <a:pt x="2571" y="447"/>
                      <a:pt x="2571" y="447"/>
                    </a:cubicBezTo>
                    <a:cubicBezTo>
                      <a:pt x="56" y="447"/>
                      <a:pt x="56" y="447"/>
                      <a:pt x="56" y="447"/>
                    </a:cubicBezTo>
                    <a:cubicBezTo>
                      <a:pt x="56" y="29"/>
                      <a:pt x="56" y="29"/>
                      <a:pt x="56" y="29"/>
                    </a:cubicBezTo>
                    <a:cubicBezTo>
                      <a:pt x="28" y="29"/>
                      <a:pt x="28" y="29"/>
                      <a:pt x="28" y="29"/>
                    </a:cubicBezTo>
                    <a:cubicBezTo>
                      <a:pt x="28" y="57"/>
                      <a:pt x="28" y="57"/>
                      <a:pt x="28" y="57"/>
                    </a:cubicBezTo>
                    <a:cubicBezTo>
                      <a:pt x="28" y="29"/>
                      <a:pt x="28" y="29"/>
                      <a:pt x="28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76"/>
                      <a:pt x="0" y="476"/>
                      <a:pt x="0" y="476"/>
                    </a:cubicBezTo>
                    <a:cubicBezTo>
                      <a:pt x="0" y="483"/>
                      <a:pt x="3" y="490"/>
                      <a:pt x="8" y="496"/>
                    </a:cubicBezTo>
                    <a:cubicBezTo>
                      <a:pt x="13" y="501"/>
                      <a:pt x="21" y="504"/>
                      <a:pt x="28" y="504"/>
                    </a:cubicBezTo>
                    <a:cubicBezTo>
                      <a:pt x="2600" y="504"/>
                      <a:pt x="2600" y="504"/>
                      <a:pt x="2600" y="504"/>
                    </a:cubicBezTo>
                    <a:cubicBezTo>
                      <a:pt x="2607" y="504"/>
                      <a:pt x="2614" y="501"/>
                      <a:pt x="2620" y="496"/>
                    </a:cubicBezTo>
                    <a:cubicBezTo>
                      <a:pt x="2625" y="490"/>
                      <a:pt x="2628" y="483"/>
                      <a:pt x="2628" y="476"/>
                    </a:cubicBezTo>
                    <a:cubicBezTo>
                      <a:pt x="2628" y="29"/>
                      <a:pt x="2628" y="29"/>
                      <a:pt x="2628" y="29"/>
                    </a:cubicBezTo>
                    <a:cubicBezTo>
                      <a:pt x="2628" y="21"/>
                      <a:pt x="2625" y="14"/>
                      <a:pt x="2620" y="9"/>
                    </a:cubicBezTo>
                    <a:cubicBezTo>
                      <a:pt x="2614" y="3"/>
                      <a:pt x="2607" y="0"/>
                      <a:pt x="2600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1" y="0"/>
                      <a:pt x="13" y="3"/>
                      <a:pt x="8" y="9"/>
                    </a:cubicBezTo>
                    <a:cubicBezTo>
                      <a:pt x="3" y="14"/>
                      <a:pt x="0" y="21"/>
                      <a:pt x="0" y="29"/>
                    </a:cubicBezTo>
                    <a:lnTo>
                      <a:pt x="28" y="29"/>
                    </a:lnTo>
                    <a:close/>
                  </a:path>
                </a:pathLst>
              </a:cu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57" name="ïṡliḑè" descr="a36f4f73-c869-4f5e-9bbb-130f384e31dc"/>
              <p:cNvSpPr/>
              <p:nvPr/>
            </p:nvSpPr>
            <p:spPr bwMode="auto">
              <a:xfrm>
                <a:off x="8206779" y="3431038"/>
                <a:ext cx="92086" cy="97842"/>
              </a:xfrm>
              <a:custGeom>
                <a:avLst/>
                <a:gdLst>
                  <a:gd name="T0" fmla="*/ 222 w 242"/>
                  <a:gd name="T1" fmla="*/ 121 h 242"/>
                  <a:gd name="T2" fmla="*/ 202 w 242"/>
                  <a:gd name="T3" fmla="*/ 121 h 242"/>
                  <a:gd name="T4" fmla="*/ 178 w 242"/>
                  <a:gd name="T5" fmla="*/ 178 h 242"/>
                  <a:gd name="T6" fmla="*/ 121 w 242"/>
                  <a:gd name="T7" fmla="*/ 202 h 242"/>
                  <a:gd name="T8" fmla="*/ 63 w 242"/>
                  <a:gd name="T9" fmla="*/ 178 h 242"/>
                  <a:gd name="T10" fmla="*/ 39 w 242"/>
                  <a:gd name="T11" fmla="*/ 121 h 242"/>
                  <a:gd name="T12" fmla="*/ 63 w 242"/>
                  <a:gd name="T13" fmla="*/ 63 h 242"/>
                  <a:gd name="T14" fmla="*/ 121 w 242"/>
                  <a:gd name="T15" fmla="*/ 40 h 242"/>
                  <a:gd name="T16" fmla="*/ 178 w 242"/>
                  <a:gd name="T17" fmla="*/ 63 h 242"/>
                  <a:gd name="T18" fmla="*/ 202 w 242"/>
                  <a:gd name="T19" fmla="*/ 121 h 242"/>
                  <a:gd name="T20" fmla="*/ 222 w 242"/>
                  <a:gd name="T21" fmla="*/ 121 h 242"/>
                  <a:gd name="T22" fmla="*/ 241 w 242"/>
                  <a:gd name="T23" fmla="*/ 121 h 242"/>
                  <a:gd name="T24" fmla="*/ 206 w 242"/>
                  <a:gd name="T25" fmla="*/ 35 h 242"/>
                  <a:gd name="T26" fmla="*/ 121 w 242"/>
                  <a:gd name="T27" fmla="*/ 0 h 242"/>
                  <a:gd name="T28" fmla="*/ 35 w 242"/>
                  <a:gd name="T29" fmla="*/ 35 h 242"/>
                  <a:gd name="T30" fmla="*/ 0 w 242"/>
                  <a:gd name="T31" fmla="*/ 121 h 242"/>
                  <a:gd name="T32" fmla="*/ 35 w 242"/>
                  <a:gd name="T33" fmla="*/ 206 h 242"/>
                  <a:gd name="T34" fmla="*/ 121 w 242"/>
                  <a:gd name="T35" fmla="*/ 242 h 242"/>
                  <a:gd name="T36" fmla="*/ 206 w 242"/>
                  <a:gd name="T37" fmla="*/ 206 h 242"/>
                  <a:gd name="T38" fmla="*/ 241 w 242"/>
                  <a:gd name="T39" fmla="*/ 121 h 242"/>
                  <a:gd name="T40" fmla="*/ 222 w 242"/>
                  <a:gd name="T41" fmla="*/ 121 h 2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42" h="242">
                    <a:moveTo>
                      <a:pt x="222" y="121"/>
                    </a:moveTo>
                    <a:cubicBezTo>
                      <a:pt x="202" y="121"/>
                      <a:pt x="202" y="121"/>
                      <a:pt x="202" y="121"/>
                    </a:cubicBezTo>
                    <a:cubicBezTo>
                      <a:pt x="202" y="143"/>
                      <a:pt x="193" y="164"/>
                      <a:pt x="178" y="178"/>
                    </a:cubicBezTo>
                    <a:cubicBezTo>
                      <a:pt x="163" y="193"/>
                      <a:pt x="143" y="202"/>
                      <a:pt x="121" y="202"/>
                    </a:cubicBezTo>
                    <a:cubicBezTo>
                      <a:pt x="98" y="202"/>
                      <a:pt x="78" y="193"/>
                      <a:pt x="63" y="178"/>
                    </a:cubicBezTo>
                    <a:cubicBezTo>
                      <a:pt x="48" y="164"/>
                      <a:pt x="39" y="143"/>
                      <a:pt x="39" y="121"/>
                    </a:cubicBezTo>
                    <a:cubicBezTo>
                      <a:pt x="39" y="98"/>
                      <a:pt x="48" y="78"/>
                      <a:pt x="63" y="63"/>
                    </a:cubicBezTo>
                    <a:cubicBezTo>
                      <a:pt x="78" y="49"/>
                      <a:pt x="98" y="40"/>
                      <a:pt x="121" y="40"/>
                    </a:cubicBezTo>
                    <a:cubicBezTo>
                      <a:pt x="143" y="40"/>
                      <a:pt x="163" y="49"/>
                      <a:pt x="178" y="63"/>
                    </a:cubicBezTo>
                    <a:cubicBezTo>
                      <a:pt x="193" y="78"/>
                      <a:pt x="202" y="98"/>
                      <a:pt x="202" y="121"/>
                    </a:cubicBezTo>
                    <a:cubicBezTo>
                      <a:pt x="222" y="121"/>
                      <a:pt x="222" y="121"/>
                      <a:pt x="222" y="121"/>
                    </a:cubicBezTo>
                    <a:cubicBezTo>
                      <a:pt x="241" y="121"/>
                      <a:pt x="241" y="121"/>
                      <a:pt x="241" y="121"/>
                    </a:cubicBezTo>
                    <a:cubicBezTo>
                      <a:pt x="242" y="88"/>
                      <a:pt x="228" y="57"/>
                      <a:pt x="206" y="35"/>
                    </a:cubicBezTo>
                    <a:cubicBezTo>
                      <a:pt x="184" y="14"/>
                      <a:pt x="154" y="0"/>
                      <a:pt x="121" y="0"/>
                    </a:cubicBezTo>
                    <a:cubicBezTo>
                      <a:pt x="87" y="0"/>
                      <a:pt x="57" y="14"/>
                      <a:pt x="35" y="35"/>
                    </a:cubicBezTo>
                    <a:cubicBezTo>
                      <a:pt x="13" y="57"/>
                      <a:pt x="0" y="88"/>
                      <a:pt x="0" y="121"/>
                    </a:cubicBezTo>
                    <a:cubicBezTo>
                      <a:pt x="0" y="154"/>
                      <a:pt x="13" y="185"/>
                      <a:pt x="35" y="206"/>
                    </a:cubicBezTo>
                    <a:cubicBezTo>
                      <a:pt x="57" y="228"/>
                      <a:pt x="87" y="242"/>
                      <a:pt x="121" y="242"/>
                    </a:cubicBezTo>
                    <a:cubicBezTo>
                      <a:pt x="154" y="242"/>
                      <a:pt x="184" y="228"/>
                      <a:pt x="206" y="206"/>
                    </a:cubicBezTo>
                    <a:cubicBezTo>
                      <a:pt x="228" y="185"/>
                      <a:pt x="242" y="154"/>
                      <a:pt x="241" y="121"/>
                    </a:cubicBezTo>
                    <a:lnTo>
                      <a:pt x="222" y="121"/>
                    </a:lnTo>
                    <a:close/>
                  </a:path>
                </a:pathLst>
              </a:cu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58" name="îs1ïdé" descr="9d7d33ba-a387-406d-b5d9-ae72f1d9327d"/>
              <p:cNvSpPr/>
              <p:nvPr/>
            </p:nvSpPr>
            <p:spPr bwMode="auto">
              <a:xfrm>
                <a:off x="9291822" y="3431038"/>
                <a:ext cx="92693" cy="97842"/>
              </a:xfrm>
              <a:custGeom>
                <a:avLst/>
                <a:gdLst>
                  <a:gd name="T0" fmla="*/ 222 w 242"/>
                  <a:gd name="T1" fmla="*/ 121 h 242"/>
                  <a:gd name="T2" fmla="*/ 202 w 242"/>
                  <a:gd name="T3" fmla="*/ 121 h 242"/>
                  <a:gd name="T4" fmla="*/ 178 w 242"/>
                  <a:gd name="T5" fmla="*/ 178 h 242"/>
                  <a:gd name="T6" fmla="*/ 121 w 242"/>
                  <a:gd name="T7" fmla="*/ 202 h 242"/>
                  <a:gd name="T8" fmla="*/ 63 w 242"/>
                  <a:gd name="T9" fmla="*/ 178 h 242"/>
                  <a:gd name="T10" fmla="*/ 40 w 242"/>
                  <a:gd name="T11" fmla="*/ 121 h 242"/>
                  <a:gd name="T12" fmla="*/ 63 w 242"/>
                  <a:gd name="T13" fmla="*/ 63 h 242"/>
                  <a:gd name="T14" fmla="*/ 121 w 242"/>
                  <a:gd name="T15" fmla="*/ 40 h 242"/>
                  <a:gd name="T16" fmla="*/ 178 w 242"/>
                  <a:gd name="T17" fmla="*/ 63 h 242"/>
                  <a:gd name="T18" fmla="*/ 202 w 242"/>
                  <a:gd name="T19" fmla="*/ 121 h 242"/>
                  <a:gd name="T20" fmla="*/ 222 w 242"/>
                  <a:gd name="T21" fmla="*/ 121 h 242"/>
                  <a:gd name="T22" fmla="*/ 242 w 242"/>
                  <a:gd name="T23" fmla="*/ 121 h 242"/>
                  <a:gd name="T24" fmla="*/ 206 w 242"/>
                  <a:gd name="T25" fmla="*/ 35 h 242"/>
                  <a:gd name="T26" fmla="*/ 121 w 242"/>
                  <a:gd name="T27" fmla="*/ 0 h 242"/>
                  <a:gd name="T28" fmla="*/ 35 w 242"/>
                  <a:gd name="T29" fmla="*/ 35 h 242"/>
                  <a:gd name="T30" fmla="*/ 0 w 242"/>
                  <a:gd name="T31" fmla="*/ 121 h 242"/>
                  <a:gd name="T32" fmla="*/ 35 w 242"/>
                  <a:gd name="T33" fmla="*/ 206 h 242"/>
                  <a:gd name="T34" fmla="*/ 121 w 242"/>
                  <a:gd name="T35" fmla="*/ 242 h 242"/>
                  <a:gd name="T36" fmla="*/ 206 w 242"/>
                  <a:gd name="T37" fmla="*/ 206 h 242"/>
                  <a:gd name="T38" fmla="*/ 242 w 242"/>
                  <a:gd name="T39" fmla="*/ 121 h 242"/>
                  <a:gd name="T40" fmla="*/ 222 w 242"/>
                  <a:gd name="T41" fmla="*/ 121 h 2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42" h="242">
                    <a:moveTo>
                      <a:pt x="222" y="121"/>
                    </a:moveTo>
                    <a:cubicBezTo>
                      <a:pt x="202" y="121"/>
                      <a:pt x="202" y="121"/>
                      <a:pt x="202" y="121"/>
                    </a:cubicBezTo>
                    <a:cubicBezTo>
                      <a:pt x="202" y="143"/>
                      <a:pt x="193" y="164"/>
                      <a:pt x="178" y="178"/>
                    </a:cubicBezTo>
                    <a:cubicBezTo>
                      <a:pt x="164" y="193"/>
                      <a:pt x="143" y="202"/>
                      <a:pt x="121" y="202"/>
                    </a:cubicBezTo>
                    <a:cubicBezTo>
                      <a:pt x="98" y="202"/>
                      <a:pt x="78" y="193"/>
                      <a:pt x="63" y="178"/>
                    </a:cubicBezTo>
                    <a:cubicBezTo>
                      <a:pt x="49" y="164"/>
                      <a:pt x="40" y="143"/>
                      <a:pt x="40" y="121"/>
                    </a:cubicBezTo>
                    <a:cubicBezTo>
                      <a:pt x="40" y="98"/>
                      <a:pt x="49" y="78"/>
                      <a:pt x="63" y="63"/>
                    </a:cubicBezTo>
                    <a:cubicBezTo>
                      <a:pt x="78" y="49"/>
                      <a:pt x="98" y="40"/>
                      <a:pt x="121" y="40"/>
                    </a:cubicBezTo>
                    <a:cubicBezTo>
                      <a:pt x="143" y="40"/>
                      <a:pt x="164" y="49"/>
                      <a:pt x="178" y="63"/>
                    </a:cubicBezTo>
                    <a:cubicBezTo>
                      <a:pt x="193" y="78"/>
                      <a:pt x="202" y="98"/>
                      <a:pt x="202" y="121"/>
                    </a:cubicBezTo>
                    <a:cubicBezTo>
                      <a:pt x="222" y="121"/>
                      <a:pt x="222" y="121"/>
                      <a:pt x="222" y="121"/>
                    </a:cubicBezTo>
                    <a:cubicBezTo>
                      <a:pt x="242" y="121"/>
                      <a:pt x="242" y="121"/>
                      <a:pt x="242" y="121"/>
                    </a:cubicBezTo>
                    <a:cubicBezTo>
                      <a:pt x="242" y="88"/>
                      <a:pt x="228" y="57"/>
                      <a:pt x="206" y="35"/>
                    </a:cubicBezTo>
                    <a:cubicBezTo>
                      <a:pt x="185" y="14"/>
                      <a:pt x="154" y="0"/>
                      <a:pt x="121" y="0"/>
                    </a:cubicBezTo>
                    <a:cubicBezTo>
                      <a:pt x="88" y="0"/>
                      <a:pt x="57" y="14"/>
                      <a:pt x="35" y="35"/>
                    </a:cubicBezTo>
                    <a:cubicBezTo>
                      <a:pt x="14" y="57"/>
                      <a:pt x="0" y="88"/>
                      <a:pt x="0" y="121"/>
                    </a:cubicBezTo>
                    <a:cubicBezTo>
                      <a:pt x="0" y="154"/>
                      <a:pt x="14" y="185"/>
                      <a:pt x="35" y="206"/>
                    </a:cubicBezTo>
                    <a:cubicBezTo>
                      <a:pt x="57" y="228"/>
                      <a:pt x="88" y="242"/>
                      <a:pt x="121" y="242"/>
                    </a:cubicBezTo>
                    <a:cubicBezTo>
                      <a:pt x="154" y="242"/>
                      <a:pt x="185" y="228"/>
                      <a:pt x="206" y="206"/>
                    </a:cubicBezTo>
                    <a:cubicBezTo>
                      <a:pt x="228" y="185"/>
                      <a:pt x="242" y="154"/>
                      <a:pt x="242" y="121"/>
                    </a:cubicBezTo>
                    <a:lnTo>
                      <a:pt x="222" y="121"/>
                    </a:lnTo>
                    <a:close/>
                  </a:path>
                </a:pathLst>
              </a:cu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59" name="ïṡḻiḋê" descr="95509ab0-b0f5-459d-97ea-fec8cc2194f8"/>
              <p:cNvSpPr/>
              <p:nvPr/>
            </p:nvSpPr>
            <p:spPr bwMode="auto">
              <a:xfrm>
                <a:off x="10354450" y="3431038"/>
                <a:ext cx="92693" cy="97842"/>
              </a:xfrm>
              <a:custGeom>
                <a:avLst/>
                <a:gdLst>
                  <a:gd name="T0" fmla="*/ 222 w 242"/>
                  <a:gd name="T1" fmla="*/ 121 h 242"/>
                  <a:gd name="T2" fmla="*/ 202 w 242"/>
                  <a:gd name="T3" fmla="*/ 121 h 242"/>
                  <a:gd name="T4" fmla="*/ 178 w 242"/>
                  <a:gd name="T5" fmla="*/ 178 h 242"/>
                  <a:gd name="T6" fmla="*/ 121 w 242"/>
                  <a:gd name="T7" fmla="*/ 202 h 242"/>
                  <a:gd name="T8" fmla="*/ 63 w 242"/>
                  <a:gd name="T9" fmla="*/ 178 h 242"/>
                  <a:gd name="T10" fmla="*/ 39 w 242"/>
                  <a:gd name="T11" fmla="*/ 121 h 242"/>
                  <a:gd name="T12" fmla="*/ 63 w 242"/>
                  <a:gd name="T13" fmla="*/ 63 h 242"/>
                  <a:gd name="T14" fmla="*/ 121 w 242"/>
                  <a:gd name="T15" fmla="*/ 40 h 242"/>
                  <a:gd name="T16" fmla="*/ 178 w 242"/>
                  <a:gd name="T17" fmla="*/ 63 h 242"/>
                  <a:gd name="T18" fmla="*/ 202 w 242"/>
                  <a:gd name="T19" fmla="*/ 121 h 242"/>
                  <a:gd name="T20" fmla="*/ 222 w 242"/>
                  <a:gd name="T21" fmla="*/ 121 h 242"/>
                  <a:gd name="T22" fmla="*/ 242 w 242"/>
                  <a:gd name="T23" fmla="*/ 121 h 242"/>
                  <a:gd name="T24" fmla="*/ 206 w 242"/>
                  <a:gd name="T25" fmla="*/ 35 h 242"/>
                  <a:gd name="T26" fmla="*/ 121 w 242"/>
                  <a:gd name="T27" fmla="*/ 0 h 242"/>
                  <a:gd name="T28" fmla="*/ 35 w 242"/>
                  <a:gd name="T29" fmla="*/ 35 h 242"/>
                  <a:gd name="T30" fmla="*/ 0 w 242"/>
                  <a:gd name="T31" fmla="*/ 121 h 242"/>
                  <a:gd name="T32" fmla="*/ 35 w 242"/>
                  <a:gd name="T33" fmla="*/ 206 h 242"/>
                  <a:gd name="T34" fmla="*/ 121 w 242"/>
                  <a:gd name="T35" fmla="*/ 242 h 242"/>
                  <a:gd name="T36" fmla="*/ 206 w 242"/>
                  <a:gd name="T37" fmla="*/ 206 h 242"/>
                  <a:gd name="T38" fmla="*/ 242 w 242"/>
                  <a:gd name="T39" fmla="*/ 121 h 242"/>
                  <a:gd name="T40" fmla="*/ 222 w 242"/>
                  <a:gd name="T41" fmla="*/ 121 h 2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42" h="242">
                    <a:moveTo>
                      <a:pt x="222" y="121"/>
                    </a:moveTo>
                    <a:cubicBezTo>
                      <a:pt x="202" y="121"/>
                      <a:pt x="202" y="121"/>
                      <a:pt x="202" y="121"/>
                    </a:cubicBezTo>
                    <a:cubicBezTo>
                      <a:pt x="202" y="143"/>
                      <a:pt x="193" y="164"/>
                      <a:pt x="178" y="178"/>
                    </a:cubicBezTo>
                    <a:cubicBezTo>
                      <a:pt x="164" y="193"/>
                      <a:pt x="143" y="202"/>
                      <a:pt x="121" y="202"/>
                    </a:cubicBezTo>
                    <a:cubicBezTo>
                      <a:pt x="98" y="202"/>
                      <a:pt x="78" y="193"/>
                      <a:pt x="63" y="178"/>
                    </a:cubicBezTo>
                    <a:cubicBezTo>
                      <a:pt x="49" y="164"/>
                      <a:pt x="39" y="143"/>
                      <a:pt x="39" y="121"/>
                    </a:cubicBezTo>
                    <a:cubicBezTo>
                      <a:pt x="39" y="98"/>
                      <a:pt x="49" y="78"/>
                      <a:pt x="63" y="63"/>
                    </a:cubicBezTo>
                    <a:cubicBezTo>
                      <a:pt x="78" y="49"/>
                      <a:pt x="98" y="40"/>
                      <a:pt x="121" y="40"/>
                    </a:cubicBezTo>
                    <a:cubicBezTo>
                      <a:pt x="143" y="40"/>
                      <a:pt x="164" y="49"/>
                      <a:pt x="178" y="63"/>
                    </a:cubicBezTo>
                    <a:cubicBezTo>
                      <a:pt x="193" y="78"/>
                      <a:pt x="202" y="98"/>
                      <a:pt x="202" y="121"/>
                    </a:cubicBezTo>
                    <a:cubicBezTo>
                      <a:pt x="222" y="121"/>
                      <a:pt x="222" y="121"/>
                      <a:pt x="222" y="121"/>
                    </a:cubicBezTo>
                    <a:cubicBezTo>
                      <a:pt x="242" y="121"/>
                      <a:pt x="242" y="121"/>
                      <a:pt x="242" y="121"/>
                    </a:cubicBezTo>
                    <a:cubicBezTo>
                      <a:pt x="242" y="88"/>
                      <a:pt x="228" y="57"/>
                      <a:pt x="206" y="35"/>
                    </a:cubicBezTo>
                    <a:cubicBezTo>
                      <a:pt x="184" y="14"/>
                      <a:pt x="154" y="0"/>
                      <a:pt x="121" y="0"/>
                    </a:cubicBezTo>
                    <a:cubicBezTo>
                      <a:pt x="87" y="0"/>
                      <a:pt x="57" y="14"/>
                      <a:pt x="35" y="35"/>
                    </a:cubicBezTo>
                    <a:cubicBezTo>
                      <a:pt x="13" y="57"/>
                      <a:pt x="0" y="88"/>
                      <a:pt x="0" y="121"/>
                    </a:cubicBezTo>
                    <a:cubicBezTo>
                      <a:pt x="0" y="154"/>
                      <a:pt x="13" y="185"/>
                      <a:pt x="35" y="206"/>
                    </a:cubicBezTo>
                    <a:cubicBezTo>
                      <a:pt x="57" y="228"/>
                      <a:pt x="87" y="242"/>
                      <a:pt x="121" y="242"/>
                    </a:cubicBezTo>
                    <a:cubicBezTo>
                      <a:pt x="154" y="242"/>
                      <a:pt x="184" y="228"/>
                      <a:pt x="206" y="206"/>
                    </a:cubicBezTo>
                    <a:cubicBezTo>
                      <a:pt x="228" y="185"/>
                      <a:pt x="242" y="154"/>
                      <a:pt x="242" y="121"/>
                    </a:cubicBezTo>
                    <a:lnTo>
                      <a:pt x="222" y="121"/>
                    </a:lnTo>
                    <a:close/>
                  </a:path>
                </a:pathLst>
              </a:cu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60" name="iŝḷïḓè" descr="436bbf47-f20f-4fde-ab73-5550038d15e4"/>
              <p:cNvSpPr/>
              <p:nvPr/>
            </p:nvSpPr>
            <p:spPr bwMode="auto">
              <a:xfrm>
                <a:off x="7897805" y="3126639"/>
                <a:ext cx="7269" cy="28138"/>
              </a:xfrm>
              <a:prstGeom prst="rect">
                <a:avLst/>
              </a:pr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61" name="íṥľîďê" descr="affaec1f-4583-4147-acb9-8b9e6accae49"/>
              <p:cNvSpPr/>
              <p:nvPr/>
            </p:nvSpPr>
            <p:spPr bwMode="auto">
              <a:xfrm>
                <a:off x="7897805" y="3126639"/>
                <a:ext cx="7269" cy="28138"/>
              </a:xfrm>
              <a:custGeom>
                <a:avLst/>
                <a:gdLst>
                  <a:gd name="T0" fmla="*/ 0 w 12"/>
                  <a:gd name="T1" fmla="*/ 0 h 44"/>
                  <a:gd name="T2" fmla="*/ 0 w 12"/>
                  <a:gd name="T3" fmla="*/ 44 h 44"/>
                  <a:gd name="T4" fmla="*/ 12 w 12"/>
                  <a:gd name="T5" fmla="*/ 44 h 44"/>
                  <a:gd name="T6" fmla="*/ 12 w 12"/>
                  <a:gd name="T7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2" h="44">
                    <a:moveTo>
                      <a:pt x="0" y="0"/>
                    </a:moveTo>
                    <a:lnTo>
                      <a:pt x="0" y="44"/>
                    </a:lnTo>
                    <a:lnTo>
                      <a:pt x="12" y="44"/>
                    </a:lnTo>
                    <a:lnTo>
                      <a:pt x="1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62" name="îŝľîḍè" descr="ab75d05f-3dd1-4d21-800b-56a8c7e255fd"/>
              <p:cNvSpPr/>
              <p:nvPr/>
            </p:nvSpPr>
            <p:spPr bwMode="auto">
              <a:xfrm>
                <a:off x="7911739" y="3126639"/>
                <a:ext cx="7269" cy="28138"/>
              </a:xfrm>
              <a:prstGeom prst="rect">
                <a:avLst/>
              </a:pr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63" name="îşľïḍè" descr="c042dea8-2410-498f-a1da-b7fee8aa37a4"/>
              <p:cNvSpPr/>
              <p:nvPr/>
            </p:nvSpPr>
            <p:spPr bwMode="auto">
              <a:xfrm>
                <a:off x="7911739" y="3126639"/>
                <a:ext cx="7269" cy="28138"/>
              </a:xfrm>
              <a:custGeom>
                <a:avLst/>
                <a:gdLst>
                  <a:gd name="T0" fmla="*/ 0 w 12"/>
                  <a:gd name="T1" fmla="*/ 0 h 44"/>
                  <a:gd name="T2" fmla="*/ 0 w 12"/>
                  <a:gd name="T3" fmla="*/ 44 h 44"/>
                  <a:gd name="T4" fmla="*/ 12 w 12"/>
                  <a:gd name="T5" fmla="*/ 44 h 44"/>
                  <a:gd name="T6" fmla="*/ 12 w 12"/>
                  <a:gd name="T7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2" h="44">
                    <a:moveTo>
                      <a:pt x="0" y="0"/>
                    </a:moveTo>
                    <a:lnTo>
                      <a:pt x="0" y="44"/>
                    </a:lnTo>
                    <a:lnTo>
                      <a:pt x="12" y="44"/>
                    </a:lnTo>
                    <a:lnTo>
                      <a:pt x="1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64" name="ïşḷiḑê" descr="1acc9bdb-7d65-4dca-9d8b-2de4734bd21b"/>
              <p:cNvSpPr/>
              <p:nvPr/>
            </p:nvSpPr>
            <p:spPr bwMode="auto">
              <a:xfrm>
                <a:off x="9651686" y="2911770"/>
                <a:ext cx="201741" cy="212951"/>
              </a:xfrm>
              <a:prstGeom prst="rect">
                <a:avLst/>
              </a:prstGeom>
              <a:solidFill>
                <a:srgbClr val="F9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65" name="ïṥḻiďè" descr="28e1d64e-622d-458e-8c67-7de4d42bcecf"/>
              <p:cNvSpPr/>
              <p:nvPr/>
            </p:nvSpPr>
            <p:spPr bwMode="auto">
              <a:xfrm>
                <a:off x="9645021" y="2904096"/>
                <a:ext cx="215676" cy="228299"/>
              </a:xfrm>
              <a:custGeom>
                <a:avLst/>
                <a:gdLst>
                  <a:gd name="T0" fmla="*/ 344 w 356"/>
                  <a:gd name="T1" fmla="*/ 345 h 357"/>
                  <a:gd name="T2" fmla="*/ 344 w 356"/>
                  <a:gd name="T3" fmla="*/ 333 h 357"/>
                  <a:gd name="T4" fmla="*/ 23 w 356"/>
                  <a:gd name="T5" fmla="*/ 333 h 357"/>
                  <a:gd name="T6" fmla="*/ 23 w 356"/>
                  <a:gd name="T7" fmla="*/ 24 h 357"/>
                  <a:gd name="T8" fmla="*/ 333 w 356"/>
                  <a:gd name="T9" fmla="*/ 24 h 357"/>
                  <a:gd name="T10" fmla="*/ 333 w 356"/>
                  <a:gd name="T11" fmla="*/ 345 h 357"/>
                  <a:gd name="T12" fmla="*/ 344 w 356"/>
                  <a:gd name="T13" fmla="*/ 345 h 357"/>
                  <a:gd name="T14" fmla="*/ 344 w 356"/>
                  <a:gd name="T15" fmla="*/ 333 h 357"/>
                  <a:gd name="T16" fmla="*/ 344 w 356"/>
                  <a:gd name="T17" fmla="*/ 345 h 357"/>
                  <a:gd name="T18" fmla="*/ 356 w 356"/>
                  <a:gd name="T19" fmla="*/ 345 h 357"/>
                  <a:gd name="T20" fmla="*/ 356 w 356"/>
                  <a:gd name="T21" fmla="*/ 0 h 357"/>
                  <a:gd name="T22" fmla="*/ 0 w 356"/>
                  <a:gd name="T23" fmla="*/ 0 h 357"/>
                  <a:gd name="T24" fmla="*/ 0 w 356"/>
                  <a:gd name="T25" fmla="*/ 357 h 357"/>
                  <a:gd name="T26" fmla="*/ 356 w 356"/>
                  <a:gd name="T27" fmla="*/ 357 h 357"/>
                  <a:gd name="T28" fmla="*/ 356 w 356"/>
                  <a:gd name="T29" fmla="*/ 345 h 357"/>
                  <a:gd name="T30" fmla="*/ 344 w 356"/>
                  <a:gd name="T31" fmla="*/ 345 h 3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56" h="357">
                    <a:moveTo>
                      <a:pt x="344" y="345"/>
                    </a:moveTo>
                    <a:lnTo>
                      <a:pt x="344" y="333"/>
                    </a:lnTo>
                    <a:lnTo>
                      <a:pt x="23" y="333"/>
                    </a:lnTo>
                    <a:lnTo>
                      <a:pt x="23" y="24"/>
                    </a:lnTo>
                    <a:lnTo>
                      <a:pt x="333" y="24"/>
                    </a:lnTo>
                    <a:lnTo>
                      <a:pt x="333" y="345"/>
                    </a:lnTo>
                    <a:lnTo>
                      <a:pt x="344" y="345"/>
                    </a:lnTo>
                    <a:lnTo>
                      <a:pt x="344" y="333"/>
                    </a:lnTo>
                    <a:lnTo>
                      <a:pt x="344" y="345"/>
                    </a:lnTo>
                    <a:lnTo>
                      <a:pt x="356" y="345"/>
                    </a:lnTo>
                    <a:lnTo>
                      <a:pt x="356" y="0"/>
                    </a:lnTo>
                    <a:lnTo>
                      <a:pt x="0" y="0"/>
                    </a:lnTo>
                    <a:lnTo>
                      <a:pt x="0" y="357"/>
                    </a:lnTo>
                    <a:lnTo>
                      <a:pt x="356" y="357"/>
                    </a:lnTo>
                    <a:lnTo>
                      <a:pt x="356" y="345"/>
                    </a:lnTo>
                    <a:lnTo>
                      <a:pt x="344" y="345"/>
                    </a:lnTo>
                    <a:close/>
                  </a:path>
                </a:pathLst>
              </a:cu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66" name="îṩḻïḑê" descr="3058f951-ced0-4a1e-9969-58f959b9bdfa"/>
              <p:cNvSpPr/>
              <p:nvPr/>
            </p:nvSpPr>
            <p:spPr bwMode="auto">
              <a:xfrm>
                <a:off x="9882506" y="2911770"/>
                <a:ext cx="201741" cy="161152"/>
              </a:xfrm>
              <a:prstGeom prst="rect">
                <a:avLst/>
              </a:prstGeom>
              <a:solidFill>
                <a:srgbClr val="F9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67" name="ísľîḋé" descr="b7fb4008-3658-4d27-9430-4307a68a452b"/>
              <p:cNvSpPr/>
              <p:nvPr/>
            </p:nvSpPr>
            <p:spPr bwMode="auto">
              <a:xfrm>
                <a:off x="9876448" y="2905375"/>
                <a:ext cx="214464" cy="173941"/>
              </a:xfrm>
              <a:custGeom>
                <a:avLst/>
                <a:gdLst>
                  <a:gd name="T0" fmla="*/ 343 w 354"/>
                  <a:gd name="T1" fmla="*/ 262 h 272"/>
                  <a:gd name="T2" fmla="*/ 343 w 354"/>
                  <a:gd name="T3" fmla="*/ 252 h 272"/>
                  <a:gd name="T4" fmla="*/ 21 w 354"/>
                  <a:gd name="T5" fmla="*/ 252 h 272"/>
                  <a:gd name="T6" fmla="*/ 21 w 354"/>
                  <a:gd name="T7" fmla="*/ 20 h 272"/>
                  <a:gd name="T8" fmla="*/ 333 w 354"/>
                  <a:gd name="T9" fmla="*/ 20 h 272"/>
                  <a:gd name="T10" fmla="*/ 333 w 354"/>
                  <a:gd name="T11" fmla="*/ 262 h 272"/>
                  <a:gd name="T12" fmla="*/ 343 w 354"/>
                  <a:gd name="T13" fmla="*/ 262 h 272"/>
                  <a:gd name="T14" fmla="*/ 343 w 354"/>
                  <a:gd name="T15" fmla="*/ 252 h 272"/>
                  <a:gd name="T16" fmla="*/ 343 w 354"/>
                  <a:gd name="T17" fmla="*/ 262 h 272"/>
                  <a:gd name="T18" fmla="*/ 354 w 354"/>
                  <a:gd name="T19" fmla="*/ 262 h 272"/>
                  <a:gd name="T20" fmla="*/ 354 w 354"/>
                  <a:gd name="T21" fmla="*/ 0 h 272"/>
                  <a:gd name="T22" fmla="*/ 0 w 354"/>
                  <a:gd name="T23" fmla="*/ 0 h 272"/>
                  <a:gd name="T24" fmla="*/ 0 w 354"/>
                  <a:gd name="T25" fmla="*/ 272 h 272"/>
                  <a:gd name="T26" fmla="*/ 354 w 354"/>
                  <a:gd name="T27" fmla="*/ 272 h 272"/>
                  <a:gd name="T28" fmla="*/ 354 w 354"/>
                  <a:gd name="T29" fmla="*/ 262 h 272"/>
                  <a:gd name="T30" fmla="*/ 343 w 354"/>
                  <a:gd name="T31" fmla="*/ 26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54" h="272">
                    <a:moveTo>
                      <a:pt x="343" y="262"/>
                    </a:moveTo>
                    <a:lnTo>
                      <a:pt x="343" y="252"/>
                    </a:lnTo>
                    <a:lnTo>
                      <a:pt x="21" y="252"/>
                    </a:lnTo>
                    <a:lnTo>
                      <a:pt x="21" y="20"/>
                    </a:lnTo>
                    <a:lnTo>
                      <a:pt x="333" y="20"/>
                    </a:lnTo>
                    <a:lnTo>
                      <a:pt x="333" y="262"/>
                    </a:lnTo>
                    <a:lnTo>
                      <a:pt x="343" y="262"/>
                    </a:lnTo>
                    <a:lnTo>
                      <a:pt x="343" y="252"/>
                    </a:lnTo>
                    <a:lnTo>
                      <a:pt x="343" y="262"/>
                    </a:lnTo>
                    <a:lnTo>
                      <a:pt x="354" y="262"/>
                    </a:lnTo>
                    <a:lnTo>
                      <a:pt x="354" y="0"/>
                    </a:lnTo>
                    <a:lnTo>
                      <a:pt x="0" y="0"/>
                    </a:lnTo>
                    <a:lnTo>
                      <a:pt x="0" y="272"/>
                    </a:lnTo>
                    <a:lnTo>
                      <a:pt x="354" y="272"/>
                    </a:lnTo>
                    <a:lnTo>
                      <a:pt x="354" y="262"/>
                    </a:lnTo>
                    <a:lnTo>
                      <a:pt x="343" y="262"/>
                    </a:lnTo>
                    <a:close/>
                  </a:path>
                </a:pathLst>
              </a:cu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68" name="iśľíḋê" descr="b4b52b7d-f067-4fdf-8283-6d56d9f396a3"/>
              <p:cNvSpPr/>
              <p:nvPr/>
            </p:nvSpPr>
            <p:spPr bwMode="auto">
              <a:xfrm>
                <a:off x="9698335" y="2961650"/>
                <a:ext cx="114502" cy="0"/>
              </a:xfrm>
              <a:custGeom>
                <a:avLst/>
                <a:gdLst>
                  <a:gd name="T0" fmla="*/ 0 w 189"/>
                  <a:gd name="T1" fmla="*/ 189 w 189"/>
                  <a:gd name="T2" fmla="*/ 0 w 189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89">
                    <a:moveTo>
                      <a:pt x="0" y="0"/>
                    </a:moveTo>
                    <a:lnTo>
                      <a:pt x="18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9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69" name="îṡḷiḓe" descr="bd609192-03d8-4a13-8b7f-4bbd048039a8"/>
              <p:cNvSpPr/>
              <p:nvPr/>
            </p:nvSpPr>
            <p:spPr bwMode="auto">
              <a:xfrm>
                <a:off x="9698335" y="2961650"/>
                <a:ext cx="114502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70" name="íŝ1íḓê" descr="506b3d80-2634-4cc8-913c-c9abb32d3b3e"/>
              <p:cNvSpPr/>
              <p:nvPr/>
            </p:nvSpPr>
            <p:spPr bwMode="auto">
              <a:xfrm>
                <a:off x="9698335" y="2957814"/>
                <a:ext cx="114502" cy="7673"/>
              </a:xfrm>
              <a:prstGeom prst="rect">
                <a:avLst/>
              </a:pr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71" name="íšlîḓê" descr="cf3ebd08-2b54-4ee7-931c-f50d3f019706"/>
              <p:cNvSpPr/>
              <p:nvPr/>
            </p:nvSpPr>
            <p:spPr bwMode="auto">
              <a:xfrm>
                <a:off x="9698335" y="2957814"/>
                <a:ext cx="114502" cy="7673"/>
              </a:xfrm>
              <a:custGeom>
                <a:avLst/>
                <a:gdLst>
                  <a:gd name="T0" fmla="*/ 0 w 189"/>
                  <a:gd name="T1" fmla="*/ 12 h 12"/>
                  <a:gd name="T2" fmla="*/ 189 w 189"/>
                  <a:gd name="T3" fmla="*/ 12 h 12"/>
                  <a:gd name="T4" fmla="*/ 189 w 189"/>
                  <a:gd name="T5" fmla="*/ 0 h 12"/>
                  <a:gd name="T6" fmla="*/ 0 w 189"/>
                  <a:gd name="T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89" h="12">
                    <a:moveTo>
                      <a:pt x="0" y="12"/>
                    </a:moveTo>
                    <a:lnTo>
                      <a:pt x="189" y="12"/>
                    </a:lnTo>
                    <a:lnTo>
                      <a:pt x="189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72" name="îsḻide" descr="92a77a8d-90b1-4575-bd7a-f5a2a252960d"/>
              <p:cNvSpPr/>
              <p:nvPr/>
            </p:nvSpPr>
            <p:spPr bwMode="auto">
              <a:xfrm>
                <a:off x="9698335" y="2991707"/>
                <a:ext cx="104809" cy="0"/>
              </a:xfrm>
              <a:custGeom>
                <a:avLst/>
                <a:gdLst>
                  <a:gd name="T0" fmla="*/ 0 w 173"/>
                  <a:gd name="T1" fmla="*/ 173 w 173"/>
                  <a:gd name="T2" fmla="*/ 0 w 17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73">
                    <a:moveTo>
                      <a:pt x="0" y="0"/>
                    </a:moveTo>
                    <a:lnTo>
                      <a:pt x="17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9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73" name="îṥļíḑè" descr="9a8fe8b8-3eda-4399-88c9-112036d834ca"/>
              <p:cNvSpPr/>
              <p:nvPr/>
            </p:nvSpPr>
            <p:spPr bwMode="auto">
              <a:xfrm>
                <a:off x="9698335" y="2991707"/>
                <a:ext cx="104809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74" name="iS1iďe" descr="5da7d42b-e37f-4ab5-9a0d-77aabaeb42b3"/>
              <p:cNvSpPr/>
              <p:nvPr/>
            </p:nvSpPr>
            <p:spPr bwMode="auto">
              <a:xfrm>
                <a:off x="9698335" y="2987869"/>
                <a:ext cx="104809" cy="7673"/>
              </a:xfrm>
              <a:prstGeom prst="rect">
                <a:avLst/>
              </a:pr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75" name="ísḷïḍê" descr="b571012e-13c2-49dc-bbfd-c68ec4f75968"/>
              <p:cNvSpPr/>
              <p:nvPr/>
            </p:nvSpPr>
            <p:spPr bwMode="auto">
              <a:xfrm>
                <a:off x="9698335" y="2987869"/>
                <a:ext cx="104809" cy="7673"/>
              </a:xfrm>
              <a:custGeom>
                <a:avLst/>
                <a:gdLst>
                  <a:gd name="T0" fmla="*/ 0 w 173"/>
                  <a:gd name="T1" fmla="*/ 12 h 12"/>
                  <a:gd name="T2" fmla="*/ 173 w 173"/>
                  <a:gd name="T3" fmla="*/ 12 h 12"/>
                  <a:gd name="T4" fmla="*/ 173 w 173"/>
                  <a:gd name="T5" fmla="*/ 0 h 12"/>
                  <a:gd name="T6" fmla="*/ 0 w 173"/>
                  <a:gd name="T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73" h="12">
                    <a:moveTo>
                      <a:pt x="0" y="12"/>
                    </a:moveTo>
                    <a:lnTo>
                      <a:pt x="173" y="12"/>
                    </a:lnTo>
                    <a:lnTo>
                      <a:pt x="173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76" name="ïşlidé" descr="811cc6eb-005d-410d-8fd9-6ead7eff781a"/>
              <p:cNvSpPr/>
              <p:nvPr/>
            </p:nvSpPr>
            <p:spPr bwMode="auto">
              <a:xfrm>
                <a:off x="9698335" y="3022402"/>
                <a:ext cx="95116" cy="0"/>
              </a:xfrm>
              <a:custGeom>
                <a:avLst/>
                <a:gdLst>
                  <a:gd name="T0" fmla="*/ 0 w 157"/>
                  <a:gd name="T1" fmla="*/ 157 w 157"/>
                  <a:gd name="T2" fmla="*/ 0 w 157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57">
                    <a:moveTo>
                      <a:pt x="0" y="0"/>
                    </a:moveTo>
                    <a:lnTo>
                      <a:pt x="15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9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77" name="ïṥlîḍe" descr="d4078f3f-1870-4c78-8e0e-020332dbde98"/>
              <p:cNvSpPr/>
              <p:nvPr/>
            </p:nvSpPr>
            <p:spPr bwMode="auto">
              <a:xfrm>
                <a:off x="9698335" y="3022402"/>
                <a:ext cx="95116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78" name="ïsḷiḓe" descr="b5259cdb-577f-46fd-ac65-1662ce37381c"/>
              <p:cNvSpPr/>
              <p:nvPr/>
            </p:nvSpPr>
            <p:spPr bwMode="auto">
              <a:xfrm>
                <a:off x="9698335" y="3018566"/>
                <a:ext cx="95116" cy="7673"/>
              </a:xfrm>
              <a:prstGeom prst="rect">
                <a:avLst/>
              </a:pr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79" name="îṡļïḋé" descr="2578774c-0d31-44fc-82e2-a979cc9e87ac"/>
              <p:cNvSpPr/>
              <p:nvPr/>
            </p:nvSpPr>
            <p:spPr bwMode="auto">
              <a:xfrm>
                <a:off x="9698335" y="3018566"/>
                <a:ext cx="95116" cy="7673"/>
              </a:xfrm>
              <a:custGeom>
                <a:avLst/>
                <a:gdLst>
                  <a:gd name="T0" fmla="*/ 0 w 157"/>
                  <a:gd name="T1" fmla="*/ 12 h 12"/>
                  <a:gd name="T2" fmla="*/ 157 w 157"/>
                  <a:gd name="T3" fmla="*/ 12 h 12"/>
                  <a:gd name="T4" fmla="*/ 157 w 157"/>
                  <a:gd name="T5" fmla="*/ 0 h 12"/>
                  <a:gd name="T6" fmla="*/ 0 w 157"/>
                  <a:gd name="T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57" h="12">
                    <a:moveTo>
                      <a:pt x="0" y="12"/>
                    </a:moveTo>
                    <a:lnTo>
                      <a:pt x="157" y="12"/>
                    </a:lnTo>
                    <a:lnTo>
                      <a:pt x="157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80" name="ïsḷíḓè" descr="c2f3c0e8-5974-4e45-8207-c037efcd5e04"/>
              <p:cNvSpPr/>
              <p:nvPr/>
            </p:nvSpPr>
            <p:spPr bwMode="auto">
              <a:xfrm>
                <a:off x="9698335" y="3052458"/>
                <a:ext cx="86028" cy="0"/>
              </a:xfrm>
              <a:custGeom>
                <a:avLst/>
                <a:gdLst>
                  <a:gd name="T0" fmla="*/ 0 w 142"/>
                  <a:gd name="T1" fmla="*/ 142 w 142"/>
                  <a:gd name="T2" fmla="*/ 0 w 14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42">
                    <a:moveTo>
                      <a:pt x="0" y="0"/>
                    </a:moveTo>
                    <a:lnTo>
                      <a:pt x="1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9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81" name="iš1îďê" descr="ae4b9436-ae31-41c9-82c7-e15aa0087524"/>
              <p:cNvSpPr/>
              <p:nvPr/>
            </p:nvSpPr>
            <p:spPr bwMode="auto">
              <a:xfrm>
                <a:off x="9698335" y="3052458"/>
                <a:ext cx="86028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82" name="îṣ1íḓe" descr="e346b215-b8e8-4af3-be5d-7ffe02e18ec1"/>
              <p:cNvSpPr/>
              <p:nvPr/>
            </p:nvSpPr>
            <p:spPr bwMode="auto">
              <a:xfrm>
                <a:off x="9698335" y="3048621"/>
                <a:ext cx="86028" cy="7673"/>
              </a:xfrm>
              <a:prstGeom prst="rect">
                <a:avLst/>
              </a:pr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83" name="i$ḻídè" descr="30cef873-7ea4-4afd-93a1-5c92a8e16e8a"/>
              <p:cNvSpPr/>
              <p:nvPr/>
            </p:nvSpPr>
            <p:spPr bwMode="auto">
              <a:xfrm>
                <a:off x="9698335" y="3048621"/>
                <a:ext cx="86028" cy="7673"/>
              </a:xfrm>
              <a:custGeom>
                <a:avLst/>
                <a:gdLst>
                  <a:gd name="T0" fmla="*/ 0 w 142"/>
                  <a:gd name="T1" fmla="*/ 12 h 12"/>
                  <a:gd name="T2" fmla="*/ 142 w 142"/>
                  <a:gd name="T3" fmla="*/ 12 h 12"/>
                  <a:gd name="T4" fmla="*/ 142 w 142"/>
                  <a:gd name="T5" fmla="*/ 0 h 12"/>
                  <a:gd name="T6" fmla="*/ 0 w 142"/>
                  <a:gd name="T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12">
                    <a:moveTo>
                      <a:pt x="0" y="12"/>
                    </a:moveTo>
                    <a:lnTo>
                      <a:pt x="142" y="12"/>
                    </a:lnTo>
                    <a:lnTo>
                      <a:pt x="142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84" name="ïṣḷiďe" descr="65128098-808e-4878-8633-15ee408c3eb0"/>
              <p:cNvSpPr/>
              <p:nvPr/>
            </p:nvSpPr>
            <p:spPr bwMode="auto">
              <a:xfrm>
                <a:off x="9926128" y="2961650"/>
                <a:ext cx="114502" cy="0"/>
              </a:xfrm>
              <a:custGeom>
                <a:avLst/>
                <a:gdLst>
                  <a:gd name="T0" fmla="*/ 0 w 189"/>
                  <a:gd name="T1" fmla="*/ 189 w 189"/>
                  <a:gd name="T2" fmla="*/ 0 w 189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89">
                    <a:moveTo>
                      <a:pt x="0" y="0"/>
                    </a:moveTo>
                    <a:lnTo>
                      <a:pt x="18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9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85" name="işḻíḑè" descr="9d2c6efd-f294-4e60-a77a-9449b4554dca"/>
              <p:cNvSpPr/>
              <p:nvPr/>
            </p:nvSpPr>
            <p:spPr bwMode="auto">
              <a:xfrm>
                <a:off x="9926128" y="2961650"/>
                <a:ext cx="114502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86" name="išļiďè" descr="6b2ce0d9-cd7a-4c0e-8cf3-5fe8e9c0de26"/>
              <p:cNvSpPr/>
              <p:nvPr/>
            </p:nvSpPr>
            <p:spPr bwMode="auto">
              <a:xfrm>
                <a:off x="9926128" y="2957814"/>
                <a:ext cx="114502" cy="7673"/>
              </a:xfrm>
              <a:prstGeom prst="rect">
                <a:avLst/>
              </a:pr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87" name="iṡľïḓê" descr="51487661-aefa-404c-b592-82cebd2c8d6f"/>
              <p:cNvSpPr/>
              <p:nvPr/>
            </p:nvSpPr>
            <p:spPr bwMode="auto">
              <a:xfrm>
                <a:off x="9926128" y="2957814"/>
                <a:ext cx="114502" cy="7673"/>
              </a:xfrm>
              <a:custGeom>
                <a:avLst/>
                <a:gdLst>
                  <a:gd name="T0" fmla="*/ 0 w 189"/>
                  <a:gd name="T1" fmla="*/ 12 h 12"/>
                  <a:gd name="T2" fmla="*/ 189 w 189"/>
                  <a:gd name="T3" fmla="*/ 12 h 12"/>
                  <a:gd name="T4" fmla="*/ 189 w 189"/>
                  <a:gd name="T5" fmla="*/ 0 h 12"/>
                  <a:gd name="T6" fmla="*/ 0 w 189"/>
                  <a:gd name="T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89" h="12">
                    <a:moveTo>
                      <a:pt x="0" y="12"/>
                    </a:moveTo>
                    <a:lnTo>
                      <a:pt x="189" y="12"/>
                    </a:lnTo>
                    <a:lnTo>
                      <a:pt x="189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88" name="iṥlîḑe" descr="85e38cf0-b68c-4691-97ac-f5b150b13c75"/>
              <p:cNvSpPr/>
              <p:nvPr/>
            </p:nvSpPr>
            <p:spPr bwMode="auto">
              <a:xfrm>
                <a:off x="9926128" y="2991707"/>
                <a:ext cx="76334" cy="0"/>
              </a:xfrm>
              <a:custGeom>
                <a:avLst/>
                <a:gdLst>
                  <a:gd name="T0" fmla="*/ 0 w 126"/>
                  <a:gd name="T1" fmla="*/ 126 w 126"/>
                  <a:gd name="T2" fmla="*/ 0 w 12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26">
                    <a:moveTo>
                      <a:pt x="0" y="0"/>
                    </a:moveTo>
                    <a:lnTo>
                      <a:pt x="12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9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89" name="íşļïḋé" descr="f80d1647-212c-4726-9a69-722bd6f7007b"/>
              <p:cNvSpPr/>
              <p:nvPr/>
            </p:nvSpPr>
            <p:spPr bwMode="auto">
              <a:xfrm>
                <a:off x="9926128" y="2991707"/>
                <a:ext cx="76334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90" name="íšḻídè" descr="7a987bb4-5ec8-4a77-985b-b27870e2a79a"/>
              <p:cNvSpPr/>
              <p:nvPr/>
            </p:nvSpPr>
            <p:spPr bwMode="auto">
              <a:xfrm>
                <a:off x="9926128" y="2987869"/>
                <a:ext cx="76334" cy="7673"/>
              </a:xfrm>
              <a:prstGeom prst="rect">
                <a:avLst/>
              </a:pr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91" name="îṡḷíḍê" descr="df38f16c-5a54-44b0-b253-1ca40b1b0e0d"/>
              <p:cNvSpPr/>
              <p:nvPr/>
            </p:nvSpPr>
            <p:spPr bwMode="auto">
              <a:xfrm>
                <a:off x="9926128" y="2987869"/>
                <a:ext cx="76334" cy="7673"/>
              </a:xfrm>
              <a:custGeom>
                <a:avLst/>
                <a:gdLst>
                  <a:gd name="T0" fmla="*/ 0 w 126"/>
                  <a:gd name="T1" fmla="*/ 12 h 12"/>
                  <a:gd name="T2" fmla="*/ 126 w 126"/>
                  <a:gd name="T3" fmla="*/ 12 h 12"/>
                  <a:gd name="T4" fmla="*/ 126 w 126"/>
                  <a:gd name="T5" fmla="*/ 0 h 12"/>
                  <a:gd name="T6" fmla="*/ 0 w 126"/>
                  <a:gd name="T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26" h="12">
                    <a:moveTo>
                      <a:pt x="0" y="12"/>
                    </a:moveTo>
                    <a:lnTo>
                      <a:pt x="126" y="12"/>
                    </a:lnTo>
                    <a:lnTo>
                      <a:pt x="126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92" name="ïSḷíḑè" descr="787d1209-52cb-48c8-a5c2-61fbd8605be8"/>
              <p:cNvSpPr/>
              <p:nvPr/>
            </p:nvSpPr>
            <p:spPr bwMode="auto">
              <a:xfrm>
                <a:off x="9926128" y="3022402"/>
                <a:ext cx="38168" cy="0"/>
              </a:xfrm>
              <a:custGeom>
                <a:avLst/>
                <a:gdLst>
                  <a:gd name="T0" fmla="*/ 0 w 63"/>
                  <a:gd name="T1" fmla="*/ 63 w 63"/>
                  <a:gd name="T2" fmla="*/ 0 w 6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63">
                    <a:moveTo>
                      <a:pt x="0" y="0"/>
                    </a:moveTo>
                    <a:lnTo>
                      <a:pt x="6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9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93" name="íš1îḍè" descr="7997ac5d-8333-4a06-9eff-9ad7507a0a58"/>
              <p:cNvSpPr/>
              <p:nvPr/>
            </p:nvSpPr>
            <p:spPr bwMode="auto">
              <a:xfrm>
                <a:off x="9926128" y="3022402"/>
                <a:ext cx="38168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94" name="ïŝḻíḑè" descr="d87d399e-5921-4efd-a1c1-783fd80f1625"/>
              <p:cNvSpPr/>
              <p:nvPr/>
            </p:nvSpPr>
            <p:spPr bwMode="auto">
              <a:xfrm>
                <a:off x="9926128" y="3018566"/>
                <a:ext cx="38168" cy="7673"/>
              </a:xfrm>
              <a:prstGeom prst="rect">
                <a:avLst/>
              </a:pr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95" name="îṧḻîḓê" descr="0235a799-2ea1-4e8b-8899-977ebb0d0c58"/>
              <p:cNvSpPr/>
              <p:nvPr/>
            </p:nvSpPr>
            <p:spPr bwMode="auto">
              <a:xfrm>
                <a:off x="9926128" y="3018566"/>
                <a:ext cx="38168" cy="7673"/>
              </a:xfrm>
              <a:custGeom>
                <a:avLst/>
                <a:gdLst>
                  <a:gd name="T0" fmla="*/ 0 w 63"/>
                  <a:gd name="T1" fmla="*/ 12 h 12"/>
                  <a:gd name="T2" fmla="*/ 63 w 63"/>
                  <a:gd name="T3" fmla="*/ 12 h 12"/>
                  <a:gd name="T4" fmla="*/ 63 w 63"/>
                  <a:gd name="T5" fmla="*/ 0 h 12"/>
                  <a:gd name="T6" fmla="*/ 0 w 63"/>
                  <a:gd name="T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3" h="12">
                    <a:moveTo>
                      <a:pt x="0" y="12"/>
                    </a:moveTo>
                    <a:lnTo>
                      <a:pt x="63" y="12"/>
                    </a:lnTo>
                    <a:lnTo>
                      <a:pt x="63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96" name="iṣḻîḍè" descr="de3365d3-df9a-4224-86d3-184565dcd620"/>
              <p:cNvSpPr/>
              <p:nvPr/>
            </p:nvSpPr>
            <p:spPr bwMode="auto">
              <a:xfrm>
                <a:off x="9812837" y="3086991"/>
                <a:ext cx="40591" cy="37730"/>
              </a:xfrm>
              <a:prstGeom prst="rect">
                <a:avLst/>
              </a:prstGeom>
              <a:solidFill>
                <a:srgbClr val="D8D8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97" name="i$ļíḋê" descr="15b25518-5e79-4367-b79f-c9055f3a9334"/>
              <p:cNvSpPr/>
              <p:nvPr/>
            </p:nvSpPr>
            <p:spPr bwMode="auto">
              <a:xfrm>
                <a:off x="9805566" y="3079318"/>
                <a:ext cx="55131" cy="53078"/>
              </a:xfrm>
              <a:custGeom>
                <a:avLst/>
                <a:gdLst>
                  <a:gd name="T0" fmla="*/ 12 w 91"/>
                  <a:gd name="T1" fmla="*/ 12 h 83"/>
                  <a:gd name="T2" fmla="*/ 12 w 91"/>
                  <a:gd name="T3" fmla="*/ 24 h 83"/>
                  <a:gd name="T4" fmla="*/ 68 w 91"/>
                  <a:gd name="T5" fmla="*/ 24 h 83"/>
                  <a:gd name="T6" fmla="*/ 68 w 91"/>
                  <a:gd name="T7" fmla="*/ 59 h 83"/>
                  <a:gd name="T8" fmla="*/ 24 w 91"/>
                  <a:gd name="T9" fmla="*/ 59 h 83"/>
                  <a:gd name="T10" fmla="*/ 24 w 91"/>
                  <a:gd name="T11" fmla="*/ 12 h 83"/>
                  <a:gd name="T12" fmla="*/ 12 w 91"/>
                  <a:gd name="T13" fmla="*/ 12 h 83"/>
                  <a:gd name="T14" fmla="*/ 12 w 91"/>
                  <a:gd name="T15" fmla="*/ 24 h 83"/>
                  <a:gd name="T16" fmla="*/ 12 w 91"/>
                  <a:gd name="T17" fmla="*/ 12 h 83"/>
                  <a:gd name="T18" fmla="*/ 0 w 91"/>
                  <a:gd name="T19" fmla="*/ 12 h 83"/>
                  <a:gd name="T20" fmla="*/ 0 w 91"/>
                  <a:gd name="T21" fmla="*/ 83 h 83"/>
                  <a:gd name="T22" fmla="*/ 91 w 91"/>
                  <a:gd name="T23" fmla="*/ 83 h 83"/>
                  <a:gd name="T24" fmla="*/ 91 w 91"/>
                  <a:gd name="T25" fmla="*/ 0 h 83"/>
                  <a:gd name="T26" fmla="*/ 0 w 91"/>
                  <a:gd name="T27" fmla="*/ 0 h 83"/>
                  <a:gd name="T28" fmla="*/ 0 w 91"/>
                  <a:gd name="T29" fmla="*/ 12 h 83"/>
                  <a:gd name="T30" fmla="*/ 12 w 91"/>
                  <a:gd name="T31" fmla="*/ 1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91" h="83">
                    <a:moveTo>
                      <a:pt x="12" y="12"/>
                    </a:moveTo>
                    <a:lnTo>
                      <a:pt x="12" y="24"/>
                    </a:lnTo>
                    <a:lnTo>
                      <a:pt x="68" y="24"/>
                    </a:lnTo>
                    <a:lnTo>
                      <a:pt x="68" y="59"/>
                    </a:lnTo>
                    <a:lnTo>
                      <a:pt x="24" y="59"/>
                    </a:lnTo>
                    <a:lnTo>
                      <a:pt x="24" y="12"/>
                    </a:lnTo>
                    <a:lnTo>
                      <a:pt x="12" y="12"/>
                    </a:lnTo>
                    <a:lnTo>
                      <a:pt x="12" y="24"/>
                    </a:lnTo>
                    <a:lnTo>
                      <a:pt x="12" y="12"/>
                    </a:lnTo>
                    <a:lnTo>
                      <a:pt x="0" y="12"/>
                    </a:lnTo>
                    <a:lnTo>
                      <a:pt x="0" y="83"/>
                    </a:lnTo>
                    <a:lnTo>
                      <a:pt x="91" y="83"/>
                    </a:lnTo>
                    <a:lnTo>
                      <a:pt x="91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12" y="12"/>
                    </a:lnTo>
                    <a:close/>
                  </a:path>
                </a:pathLst>
              </a:cu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98" name="ïş1îḍê" descr="b07ab2b1-8dc0-4a76-959f-f85256457b4d"/>
              <p:cNvSpPr/>
              <p:nvPr/>
            </p:nvSpPr>
            <p:spPr bwMode="auto">
              <a:xfrm>
                <a:off x="10040629" y="3040948"/>
                <a:ext cx="43620" cy="31974"/>
              </a:xfrm>
              <a:prstGeom prst="rect">
                <a:avLst/>
              </a:prstGeom>
              <a:solidFill>
                <a:srgbClr val="D8D8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99" name="iṡlïďé" descr="23b2a34a-ca25-4f06-aa6f-c9ae8cc62c4e"/>
              <p:cNvSpPr/>
              <p:nvPr/>
            </p:nvSpPr>
            <p:spPr bwMode="auto">
              <a:xfrm>
                <a:off x="10034571" y="3034552"/>
                <a:ext cx="56342" cy="44764"/>
              </a:xfrm>
              <a:custGeom>
                <a:avLst/>
                <a:gdLst>
                  <a:gd name="T0" fmla="*/ 10 w 93"/>
                  <a:gd name="T1" fmla="*/ 10 h 70"/>
                  <a:gd name="T2" fmla="*/ 10 w 93"/>
                  <a:gd name="T3" fmla="*/ 20 h 70"/>
                  <a:gd name="T4" fmla="*/ 72 w 93"/>
                  <a:gd name="T5" fmla="*/ 20 h 70"/>
                  <a:gd name="T6" fmla="*/ 72 w 93"/>
                  <a:gd name="T7" fmla="*/ 50 h 70"/>
                  <a:gd name="T8" fmla="*/ 20 w 93"/>
                  <a:gd name="T9" fmla="*/ 50 h 70"/>
                  <a:gd name="T10" fmla="*/ 20 w 93"/>
                  <a:gd name="T11" fmla="*/ 10 h 70"/>
                  <a:gd name="T12" fmla="*/ 10 w 93"/>
                  <a:gd name="T13" fmla="*/ 10 h 70"/>
                  <a:gd name="T14" fmla="*/ 10 w 93"/>
                  <a:gd name="T15" fmla="*/ 20 h 70"/>
                  <a:gd name="T16" fmla="*/ 10 w 93"/>
                  <a:gd name="T17" fmla="*/ 10 h 70"/>
                  <a:gd name="T18" fmla="*/ 0 w 93"/>
                  <a:gd name="T19" fmla="*/ 10 h 70"/>
                  <a:gd name="T20" fmla="*/ 0 w 93"/>
                  <a:gd name="T21" fmla="*/ 70 h 70"/>
                  <a:gd name="T22" fmla="*/ 93 w 93"/>
                  <a:gd name="T23" fmla="*/ 70 h 70"/>
                  <a:gd name="T24" fmla="*/ 93 w 93"/>
                  <a:gd name="T25" fmla="*/ 0 h 70"/>
                  <a:gd name="T26" fmla="*/ 0 w 93"/>
                  <a:gd name="T27" fmla="*/ 0 h 70"/>
                  <a:gd name="T28" fmla="*/ 0 w 93"/>
                  <a:gd name="T29" fmla="*/ 10 h 70"/>
                  <a:gd name="T30" fmla="*/ 10 w 93"/>
                  <a:gd name="T31" fmla="*/ 1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93" h="70">
                    <a:moveTo>
                      <a:pt x="10" y="10"/>
                    </a:moveTo>
                    <a:lnTo>
                      <a:pt x="10" y="20"/>
                    </a:lnTo>
                    <a:lnTo>
                      <a:pt x="72" y="20"/>
                    </a:lnTo>
                    <a:lnTo>
                      <a:pt x="72" y="50"/>
                    </a:lnTo>
                    <a:lnTo>
                      <a:pt x="20" y="50"/>
                    </a:lnTo>
                    <a:lnTo>
                      <a:pt x="20" y="10"/>
                    </a:lnTo>
                    <a:lnTo>
                      <a:pt x="10" y="10"/>
                    </a:lnTo>
                    <a:lnTo>
                      <a:pt x="10" y="20"/>
                    </a:lnTo>
                    <a:lnTo>
                      <a:pt x="10" y="10"/>
                    </a:lnTo>
                    <a:lnTo>
                      <a:pt x="0" y="10"/>
                    </a:lnTo>
                    <a:lnTo>
                      <a:pt x="0" y="70"/>
                    </a:lnTo>
                    <a:lnTo>
                      <a:pt x="93" y="70"/>
                    </a:lnTo>
                    <a:lnTo>
                      <a:pt x="93" y="0"/>
                    </a:lnTo>
                    <a:lnTo>
                      <a:pt x="0" y="0"/>
                    </a:lnTo>
                    <a:lnTo>
                      <a:pt x="0" y="10"/>
                    </a:lnTo>
                    <a:lnTo>
                      <a:pt x="10" y="10"/>
                    </a:lnTo>
                    <a:close/>
                  </a:path>
                </a:pathLst>
              </a:custGeom>
              <a:solidFill>
                <a:srgbClr val="5E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</p:grpSp>
        <p:sp>
          <p:nvSpPr>
            <p:cNvPr id="218" name="Title" descr="cecebb91-9fea-4494-95e9-7cdf03f0c524"/>
            <p:cNvSpPr txBox="1"/>
            <p:nvPr/>
          </p:nvSpPr>
          <p:spPr>
            <a:xfrm>
              <a:off x="1575923" y="1754848"/>
              <a:ext cx="5274398" cy="1316559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FFFFFF"/>
                  </a:solidFill>
                  <a:ea typeface="微软雅黑" panose="020B0503020204020204" charset="-122"/>
                </a:rPr>
                <a:t>掌握原则方法，理性使用AI工具</a:t>
              </a:r>
              <a:endParaRPr lang="en-US" sz="2400" b="1" i="0" u="none">
                <a:solidFill>
                  <a:srgbClr val="FFFFFF"/>
                </a:solidFill>
                <a:ea typeface="微软雅黑" panose="020B0503020204020204" charset="-122"/>
              </a:endParaRPr>
            </a:p>
          </p:txBody>
        </p:sp>
        <p:grpSp>
          <p:nvGrpSpPr>
            <p:cNvPr id="219" name="组合 218" descr="0e5994ee-3ae6-455d-8929-f2f411eaa447"/>
            <p:cNvGrpSpPr/>
            <p:nvPr/>
          </p:nvGrpSpPr>
          <p:grpSpPr>
            <a:xfrm>
              <a:off x="671513" y="3923999"/>
              <a:ext cx="3249465" cy="2102070"/>
              <a:chOff x="671513" y="3923999"/>
              <a:chExt cx="3249465" cy="2102070"/>
            </a:xfrm>
          </p:grpSpPr>
          <p:sp>
            <p:nvSpPr>
              <p:cNvPr id="215" name="Text1" descr="0635cedf-d8ad-446f-8bc9-fd0ecb6738dd"/>
              <p:cNvSpPr txBox="1"/>
              <p:nvPr/>
            </p:nvSpPr>
            <p:spPr>
              <a:xfrm>
                <a:off x="671513" y="5140055"/>
                <a:ext cx="3249465" cy="886014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 anchor="t" anchorCtr="1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掌握基础的原则和方法论，了解最新的进展。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16" name="Bullet1" descr="f9936812-b9ba-4dae-8fe3-de8f1f587f47"/>
              <p:cNvSpPr txBox="1"/>
              <p:nvPr/>
            </p:nvSpPr>
            <p:spPr>
              <a:xfrm>
                <a:off x="671513" y="4668235"/>
                <a:ext cx="3249465" cy="471820"/>
              </a:xfrm>
              <a:prstGeom prst="rect">
                <a:avLst/>
              </a:prstGeom>
              <a:noFill/>
            </p:spPr>
            <p:txBody>
              <a:bodyPr wrap="square" rtlCol="0" anchor="b" anchorCtr="1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掌握原则方法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13" name="IconBackground1" descr="c81e4d1e-4dd5-4d3e-9a7f-52fd67d1e8f0"/>
              <p:cNvSpPr/>
              <p:nvPr/>
            </p:nvSpPr>
            <p:spPr>
              <a:xfrm>
                <a:off x="2010975" y="3923999"/>
                <a:ext cx="548728" cy="548732"/>
              </a:xfrm>
              <a:prstGeom prst="ellipse">
                <a:avLst/>
              </a:prstGeom>
              <a:solidFill>
                <a:schemeClr val="accent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214" name="Icon1" descr="875a89c5-f0ab-46bf-9f8a-f59d956b91f4"/>
              <p:cNvSpPr/>
              <p:nvPr/>
            </p:nvSpPr>
            <p:spPr bwMode="auto">
              <a:xfrm>
                <a:off x="2145439" y="4061192"/>
                <a:ext cx="279798" cy="274343"/>
              </a:xfrm>
              <a:custGeom>
                <a:avLst/>
                <a:gdLst>
                  <a:gd name="T0" fmla="*/ 1312 w 1990"/>
                  <a:gd name="T1" fmla="*/ 1552 h 1954"/>
                  <a:gd name="T2" fmla="*/ 291 w 1990"/>
                  <a:gd name="T3" fmla="*/ 1746 h 1954"/>
                  <a:gd name="T4" fmla="*/ 0 w 1990"/>
                  <a:gd name="T5" fmla="*/ 540 h 1954"/>
                  <a:gd name="T6" fmla="*/ 515 w 1990"/>
                  <a:gd name="T7" fmla="*/ 249 h 1954"/>
                  <a:gd name="T8" fmla="*/ 1205 w 1990"/>
                  <a:gd name="T9" fmla="*/ 0 h 1954"/>
                  <a:gd name="T10" fmla="*/ 1496 w 1990"/>
                  <a:gd name="T11" fmla="*/ 489 h 1954"/>
                  <a:gd name="T12" fmla="*/ 1413 w 1990"/>
                  <a:gd name="T13" fmla="*/ 291 h 1954"/>
                  <a:gd name="T14" fmla="*/ 802 w 1990"/>
                  <a:gd name="T15" fmla="*/ 83 h 1954"/>
                  <a:gd name="T16" fmla="*/ 1039 w 1990"/>
                  <a:gd name="T17" fmla="*/ 249 h 1954"/>
                  <a:gd name="T18" fmla="*/ 1243 w 1990"/>
                  <a:gd name="T19" fmla="*/ 499 h 1954"/>
                  <a:gd name="T20" fmla="*/ 291 w 1990"/>
                  <a:gd name="T21" fmla="*/ 333 h 1954"/>
                  <a:gd name="T22" fmla="*/ 83 w 1990"/>
                  <a:gd name="T23" fmla="*/ 1455 h 1954"/>
                  <a:gd name="T24" fmla="*/ 1039 w 1990"/>
                  <a:gd name="T25" fmla="*/ 1663 h 1954"/>
                  <a:gd name="T26" fmla="*/ 1641 w 1990"/>
                  <a:gd name="T27" fmla="*/ 1453 h 1954"/>
                  <a:gd name="T28" fmla="*/ 1138 w 1990"/>
                  <a:gd name="T29" fmla="*/ 583 h 1954"/>
                  <a:gd name="T30" fmla="*/ 1641 w 1990"/>
                  <a:gd name="T31" fmla="*/ 1453 h 1954"/>
                  <a:gd name="T32" fmla="*/ 1752 w 1990"/>
                  <a:gd name="T33" fmla="*/ 809 h 1954"/>
                  <a:gd name="T34" fmla="*/ 1026 w 1990"/>
                  <a:gd name="T35" fmla="*/ 1228 h 1954"/>
                  <a:gd name="T36" fmla="*/ 1767 w 1990"/>
                  <a:gd name="T37" fmla="*/ 1422 h 1954"/>
                  <a:gd name="T38" fmla="*/ 1717 w 1990"/>
                  <a:gd name="T39" fmla="*/ 1835 h 1954"/>
                  <a:gd name="T40" fmla="*/ 1767 w 1990"/>
                  <a:gd name="T41" fmla="*/ 1422 h 1954"/>
                  <a:gd name="T42" fmla="*/ 1739 w 1990"/>
                  <a:gd name="T43" fmla="*/ 1874 h 1954"/>
                  <a:gd name="T44" fmla="*/ 1956 w 1990"/>
                  <a:gd name="T45" fmla="*/ 1749 h 1954"/>
                  <a:gd name="T46" fmla="*/ 249 w 1990"/>
                  <a:gd name="T47" fmla="*/ 551 h 1954"/>
                  <a:gd name="T48" fmla="*/ 803 w 1990"/>
                  <a:gd name="T49" fmla="*/ 613 h 1954"/>
                  <a:gd name="T50" fmla="*/ 675 w 1990"/>
                  <a:gd name="T51" fmla="*/ 828 h 1954"/>
                  <a:gd name="T52" fmla="*/ 249 w 1990"/>
                  <a:gd name="T53" fmla="*/ 890 h 1954"/>
                  <a:gd name="T54" fmla="*/ 675 w 1990"/>
                  <a:gd name="T55" fmla="*/ 828 h 1954"/>
                  <a:gd name="T56" fmla="*/ 675 w 1990"/>
                  <a:gd name="T57" fmla="*/ 1167 h 1954"/>
                  <a:gd name="T58" fmla="*/ 249 w 1990"/>
                  <a:gd name="T59" fmla="*/ 1105 h 1954"/>
                  <a:gd name="T60" fmla="*/ 249 w 1990"/>
                  <a:gd name="T61" fmla="*/ 1444 h 1954"/>
                  <a:gd name="T62" fmla="*/ 803 w 1990"/>
                  <a:gd name="T63" fmla="*/ 1382 h 1954"/>
                  <a:gd name="T64" fmla="*/ 249 w 1990"/>
                  <a:gd name="T65" fmla="*/ 1444 h 1954"/>
                  <a:gd name="T66" fmla="*/ 1179 w 1990"/>
                  <a:gd name="T67" fmla="*/ 961 h 1954"/>
                  <a:gd name="T68" fmla="*/ 1300 w 1990"/>
                  <a:gd name="T69" fmla="*/ 1219 h 1954"/>
                  <a:gd name="T70" fmla="*/ 1604 w 1990"/>
                  <a:gd name="T71" fmla="*/ 858 h 19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990" h="1954">
                    <a:moveTo>
                      <a:pt x="1231" y="1534"/>
                    </a:moveTo>
                    <a:cubicBezTo>
                      <a:pt x="1258" y="1542"/>
                      <a:pt x="1285" y="1548"/>
                      <a:pt x="1312" y="1552"/>
                    </a:cubicBezTo>
                    <a:cubicBezTo>
                      <a:pt x="1272" y="1665"/>
                      <a:pt x="1165" y="1746"/>
                      <a:pt x="1039" y="1746"/>
                    </a:cubicBezTo>
                    <a:lnTo>
                      <a:pt x="291" y="1746"/>
                    </a:lnTo>
                    <a:cubicBezTo>
                      <a:pt x="131" y="1746"/>
                      <a:pt x="0" y="1615"/>
                      <a:pt x="0" y="1455"/>
                    </a:cubicBezTo>
                    <a:lnTo>
                      <a:pt x="0" y="540"/>
                    </a:lnTo>
                    <a:cubicBezTo>
                      <a:pt x="0" y="380"/>
                      <a:pt x="131" y="249"/>
                      <a:pt x="291" y="249"/>
                    </a:cubicBezTo>
                    <a:lnTo>
                      <a:pt x="515" y="249"/>
                    </a:lnTo>
                    <a:cubicBezTo>
                      <a:pt x="535" y="109"/>
                      <a:pt x="656" y="0"/>
                      <a:pt x="802" y="0"/>
                    </a:cubicBezTo>
                    <a:lnTo>
                      <a:pt x="1205" y="0"/>
                    </a:lnTo>
                    <a:cubicBezTo>
                      <a:pt x="1366" y="0"/>
                      <a:pt x="1496" y="131"/>
                      <a:pt x="1496" y="291"/>
                    </a:cubicBezTo>
                    <a:lnTo>
                      <a:pt x="1496" y="489"/>
                    </a:lnTo>
                    <a:cubicBezTo>
                      <a:pt x="1469" y="484"/>
                      <a:pt x="1441" y="480"/>
                      <a:pt x="1413" y="479"/>
                    </a:cubicBezTo>
                    <a:lnTo>
                      <a:pt x="1413" y="291"/>
                    </a:lnTo>
                    <a:cubicBezTo>
                      <a:pt x="1413" y="176"/>
                      <a:pt x="1320" y="83"/>
                      <a:pt x="1205" y="83"/>
                    </a:cubicBezTo>
                    <a:lnTo>
                      <a:pt x="802" y="83"/>
                    </a:lnTo>
                    <a:cubicBezTo>
                      <a:pt x="701" y="83"/>
                      <a:pt x="617" y="155"/>
                      <a:pt x="598" y="249"/>
                    </a:cubicBezTo>
                    <a:lnTo>
                      <a:pt x="1039" y="249"/>
                    </a:lnTo>
                    <a:cubicBezTo>
                      <a:pt x="1180" y="249"/>
                      <a:pt x="1297" y="349"/>
                      <a:pt x="1324" y="482"/>
                    </a:cubicBezTo>
                    <a:cubicBezTo>
                      <a:pt x="1297" y="485"/>
                      <a:pt x="1270" y="491"/>
                      <a:pt x="1243" y="499"/>
                    </a:cubicBezTo>
                    <a:cubicBezTo>
                      <a:pt x="1224" y="404"/>
                      <a:pt x="1140" y="333"/>
                      <a:pt x="1039" y="333"/>
                    </a:cubicBezTo>
                    <a:lnTo>
                      <a:pt x="291" y="333"/>
                    </a:lnTo>
                    <a:cubicBezTo>
                      <a:pt x="177" y="333"/>
                      <a:pt x="83" y="426"/>
                      <a:pt x="83" y="540"/>
                    </a:cubicBezTo>
                    <a:lnTo>
                      <a:pt x="83" y="1455"/>
                    </a:lnTo>
                    <a:cubicBezTo>
                      <a:pt x="83" y="1569"/>
                      <a:pt x="177" y="1663"/>
                      <a:pt x="291" y="1663"/>
                    </a:cubicBezTo>
                    <a:lnTo>
                      <a:pt x="1039" y="1663"/>
                    </a:lnTo>
                    <a:cubicBezTo>
                      <a:pt x="1126" y="1663"/>
                      <a:pt x="1200" y="1609"/>
                      <a:pt x="1231" y="1534"/>
                    </a:cubicBezTo>
                    <a:close/>
                    <a:moveTo>
                      <a:pt x="1641" y="1453"/>
                    </a:moveTo>
                    <a:cubicBezTo>
                      <a:pt x="1401" y="1591"/>
                      <a:pt x="1093" y="1509"/>
                      <a:pt x="955" y="1269"/>
                    </a:cubicBezTo>
                    <a:cubicBezTo>
                      <a:pt x="816" y="1029"/>
                      <a:pt x="899" y="722"/>
                      <a:pt x="1138" y="583"/>
                    </a:cubicBezTo>
                    <a:cubicBezTo>
                      <a:pt x="1378" y="445"/>
                      <a:pt x="1686" y="527"/>
                      <a:pt x="1824" y="767"/>
                    </a:cubicBezTo>
                    <a:cubicBezTo>
                      <a:pt x="1963" y="1007"/>
                      <a:pt x="1880" y="1314"/>
                      <a:pt x="1641" y="1453"/>
                    </a:cubicBezTo>
                    <a:close/>
                    <a:moveTo>
                      <a:pt x="1599" y="1381"/>
                    </a:moveTo>
                    <a:cubicBezTo>
                      <a:pt x="1799" y="1266"/>
                      <a:pt x="1868" y="1009"/>
                      <a:pt x="1752" y="809"/>
                    </a:cubicBezTo>
                    <a:cubicBezTo>
                      <a:pt x="1637" y="608"/>
                      <a:pt x="1380" y="539"/>
                      <a:pt x="1180" y="655"/>
                    </a:cubicBezTo>
                    <a:cubicBezTo>
                      <a:pt x="980" y="771"/>
                      <a:pt x="911" y="1027"/>
                      <a:pt x="1026" y="1228"/>
                    </a:cubicBezTo>
                    <a:cubicBezTo>
                      <a:pt x="1142" y="1428"/>
                      <a:pt x="1399" y="1497"/>
                      <a:pt x="1599" y="1381"/>
                    </a:cubicBezTo>
                    <a:close/>
                    <a:moveTo>
                      <a:pt x="1767" y="1422"/>
                    </a:moveTo>
                    <a:lnTo>
                      <a:pt x="1551" y="1547"/>
                    </a:lnTo>
                    <a:lnTo>
                      <a:pt x="1717" y="1835"/>
                    </a:lnTo>
                    <a:lnTo>
                      <a:pt x="1933" y="1710"/>
                    </a:lnTo>
                    <a:lnTo>
                      <a:pt x="1767" y="1422"/>
                    </a:lnTo>
                    <a:close/>
                    <a:moveTo>
                      <a:pt x="1956" y="1749"/>
                    </a:moveTo>
                    <a:lnTo>
                      <a:pt x="1739" y="1874"/>
                    </a:lnTo>
                    <a:cubicBezTo>
                      <a:pt x="1774" y="1934"/>
                      <a:pt x="1850" y="1954"/>
                      <a:pt x="1910" y="1919"/>
                    </a:cubicBezTo>
                    <a:cubicBezTo>
                      <a:pt x="1969" y="1885"/>
                      <a:pt x="1990" y="1809"/>
                      <a:pt x="1956" y="1749"/>
                    </a:cubicBezTo>
                    <a:close/>
                    <a:moveTo>
                      <a:pt x="803" y="551"/>
                    </a:moveTo>
                    <a:lnTo>
                      <a:pt x="249" y="551"/>
                    </a:lnTo>
                    <a:lnTo>
                      <a:pt x="249" y="613"/>
                    </a:lnTo>
                    <a:lnTo>
                      <a:pt x="803" y="613"/>
                    </a:lnTo>
                    <a:lnTo>
                      <a:pt x="803" y="551"/>
                    </a:lnTo>
                    <a:close/>
                    <a:moveTo>
                      <a:pt x="675" y="828"/>
                    </a:moveTo>
                    <a:lnTo>
                      <a:pt x="249" y="828"/>
                    </a:lnTo>
                    <a:lnTo>
                      <a:pt x="249" y="890"/>
                    </a:lnTo>
                    <a:lnTo>
                      <a:pt x="675" y="890"/>
                    </a:lnTo>
                    <a:lnTo>
                      <a:pt x="675" y="828"/>
                    </a:lnTo>
                    <a:close/>
                    <a:moveTo>
                      <a:pt x="249" y="1167"/>
                    </a:moveTo>
                    <a:lnTo>
                      <a:pt x="675" y="1167"/>
                    </a:lnTo>
                    <a:lnTo>
                      <a:pt x="675" y="1105"/>
                    </a:lnTo>
                    <a:lnTo>
                      <a:pt x="249" y="1105"/>
                    </a:lnTo>
                    <a:lnTo>
                      <a:pt x="249" y="1167"/>
                    </a:lnTo>
                    <a:close/>
                    <a:moveTo>
                      <a:pt x="249" y="1444"/>
                    </a:moveTo>
                    <a:lnTo>
                      <a:pt x="803" y="1444"/>
                    </a:lnTo>
                    <a:lnTo>
                      <a:pt x="803" y="1382"/>
                    </a:lnTo>
                    <a:lnTo>
                      <a:pt x="249" y="1382"/>
                    </a:lnTo>
                    <a:lnTo>
                      <a:pt x="249" y="1444"/>
                    </a:lnTo>
                    <a:close/>
                    <a:moveTo>
                      <a:pt x="1308" y="1105"/>
                    </a:moveTo>
                    <a:lnTo>
                      <a:pt x="1179" y="961"/>
                    </a:lnTo>
                    <a:lnTo>
                      <a:pt x="1118" y="1017"/>
                    </a:lnTo>
                    <a:lnTo>
                      <a:pt x="1300" y="1219"/>
                    </a:lnTo>
                    <a:lnTo>
                      <a:pt x="1657" y="922"/>
                    </a:lnTo>
                    <a:lnTo>
                      <a:pt x="1604" y="858"/>
                    </a:lnTo>
                    <a:lnTo>
                      <a:pt x="1308" y="110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vert="horz" wrap="square" lIns="182832" tIns="91416" rIns="182832" bIns="91416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/>
              </a:p>
            </p:txBody>
          </p:sp>
        </p:grpSp>
        <p:grpSp>
          <p:nvGrpSpPr>
            <p:cNvPr id="220" name="组合 219" descr="37aa72eb-ae24-4d94-bd63-71c3604abee8"/>
            <p:cNvGrpSpPr/>
            <p:nvPr/>
          </p:nvGrpSpPr>
          <p:grpSpPr>
            <a:xfrm>
              <a:off x="4460361" y="3923999"/>
              <a:ext cx="3271280" cy="2102070"/>
              <a:chOff x="4460361" y="3923999"/>
              <a:chExt cx="3271280" cy="2102070"/>
            </a:xfrm>
          </p:grpSpPr>
          <p:sp>
            <p:nvSpPr>
              <p:cNvPr id="211" name="Text2" descr="154c1297-5f34-4d53-99a5-57efa36bfd97"/>
              <p:cNvSpPr txBox="1"/>
              <p:nvPr/>
            </p:nvSpPr>
            <p:spPr>
              <a:xfrm>
                <a:off x="4460361" y="5140055"/>
                <a:ext cx="3271280" cy="886014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 anchor="t" anchorCtr="1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理性评估每个工具的优劣，懂得在合适的场景使用合适的工具。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12" name="Bullet2" descr="01c3560c-c4c1-4d75-abda-a4744b1485f7"/>
              <p:cNvSpPr txBox="1"/>
              <p:nvPr/>
            </p:nvSpPr>
            <p:spPr>
              <a:xfrm>
                <a:off x="4460361" y="4668235"/>
                <a:ext cx="3271280" cy="471820"/>
              </a:xfrm>
              <a:prstGeom prst="rect">
                <a:avLst/>
              </a:prstGeom>
              <a:noFill/>
            </p:spPr>
            <p:txBody>
              <a:bodyPr wrap="square" rtlCol="0" anchor="b" anchorCtr="1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理性评估工具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09" name="IconBackground2" descr="7de9ef6e-0b58-4af0-9cf6-c975cf328587"/>
              <p:cNvSpPr/>
              <p:nvPr/>
            </p:nvSpPr>
            <p:spPr>
              <a:xfrm>
                <a:off x="5821637" y="3923999"/>
                <a:ext cx="548728" cy="548732"/>
              </a:xfrm>
              <a:prstGeom prst="ellipse">
                <a:avLst/>
              </a:prstGeom>
              <a:solidFill>
                <a:schemeClr val="accent2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210" name="Icon2" descr="24956213-35a3-4c90-863b-aabe9c5e33f3"/>
              <p:cNvSpPr/>
              <p:nvPr/>
            </p:nvSpPr>
            <p:spPr bwMode="auto">
              <a:xfrm>
                <a:off x="5956101" y="4061192"/>
                <a:ext cx="279798" cy="274343"/>
              </a:xfrm>
              <a:custGeom>
                <a:avLst/>
                <a:gdLst>
                  <a:gd name="T0" fmla="*/ 1312 w 1990"/>
                  <a:gd name="T1" fmla="*/ 1552 h 1954"/>
                  <a:gd name="T2" fmla="*/ 291 w 1990"/>
                  <a:gd name="T3" fmla="*/ 1746 h 1954"/>
                  <a:gd name="T4" fmla="*/ 0 w 1990"/>
                  <a:gd name="T5" fmla="*/ 540 h 1954"/>
                  <a:gd name="T6" fmla="*/ 515 w 1990"/>
                  <a:gd name="T7" fmla="*/ 249 h 1954"/>
                  <a:gd name="T8" fmla="*/ 1205 w 1990"/>
                  <a:gd name="T9" fmla="*/ 0 h 1954"/>
                  <a:gd name="T10" fmla="*/ 1496 w 1990"/>
                  <a:gd name="T11" fmla="*/ 489 h 1954"/>
                  <a:gd name="T12" fmla="*/ 1413 w 1990"/>
                  <a:gd name="T13" fmla="*/ 291 h 1954"/>
                  <a:gd name="T14" fmla="*/ 802 w 1990"/>
                  <a:gd name="T15" fmla="*/ 83 h 1954"/>
                  <a:gd name="T16" fmla="*/ 1039 w 1990"/>
                  <a:gd name="T17" fmla="*/ 249 h 1954"/>
                  <a:gd name="T18" fmla="*/ 1243 w 1990"/>
                  <a:gd name="T19" fmla="*/ 499 h 1954"/>
                  <a:gd name="T20" fmla="*/ 291 w 1990"/>
                  <a:gd name="T21" fmla="*/ 333 h 1954"/>
                  <a:gd name="T22" fmla="*/ 83 w 1990"/>
                  <a:gd name="T23" fmla="*/ 1455 h 1954"/>
                  <a:gd name="T24" fmla="*/ 1039 w 1990"/>
                  <a:gd name="T25" fmla="*/ 1663 h 1954"/>
                  <a:gd name="T26" fmla="*/ 1641 w 1990"/>
                  <a:gd name="T27" fmla="*/ 1453 h 1954"/>
                  <a:gd name="T28" fmla="*/ 1138 w 1990"/>
                  <a:gd name="T29" fmla="*/ 583 h 1954"/>
                  <a:gd name="T30" fmla="*/ 1641 w 1990"/>
                  <a:gd name="T31" fmla="*/ 1453 h 1954"/>
                  <a:gd name="T32" fmla="*/ 1752 w 1990"/>
                  <a:gd name="T33" fmla="*/ 809 h 1954"/>
                  <a:gd name="T34" fmla="*/ 1026 w 1990"/>
                  <a:gd name="T35" fmla="*/ 1228 h 1954"/>
                  <a:gd name="T36" fmla="*/ 1767 w 1990"/>
                  <a:gd name="T37" fmla="*/ 1422 h 1954"/>
                  <a:gd name="T38" fmla="*/ 1717 w 1990"/>
                  <a:gd name="T39" fmla="*/ 1835 h 1954"/>
                  <a:gd name="T40" fmla="*/ 1767 w 1990"/>
                  <a:gd name="T41" fmla="*/ 1422 h 1954"/>
                  <a:gd name="T42" fmla="*/ 1739 w 1990"/>
                  <a:gd name="T43" fmla="*/ 1874 h 1954"/>
                  <a:gd name="T44" fmla="*/ 1956 w 1990"/>
                  <a:gd name="T45" fmla="*/ 1749 h 1954"/>
                  <a:gd name="T46" fmla="*/ 249 w 1990"/>
                  <a:gd name="T47" fmla="*/ 551 h 1954"/>
                  <a:gd name="T48" fmla="*/ 803 w 1990"/>
                  <a:gd name="T49" fmla="*/ 613 h 1954"/>
                  <a:gd name="T50" fmla="*/ 675 w 1990"/>
                  <a:gd name="T51" fmla="*/ 828 h 1954"/>
                  <a:gd name="T52" fmla="*/ 249 w 1990"/>
                  <a:gd name="T53" fmla="*/ 890 h 1954"/>
                  <a:gd name="T54" fmla="*/ 675 w 1990"/>
                  <a:gd name="T55" fmla="*/ 828 h 1954"/>
                  <a:gd name="T56" fmla="*/ 675 w 1990"/>
                  <a:gd name="T57" fmla="*/ 1167 h 1954"/>
                  <a:gd name="T58" fmla="*/ 249 w 1990"/>
                  <a:gd name="T59" fmla="*/ 1105 h 1954"/>
                  <a:gd name="T60" fmla="*/ 249 w 1990"/>
                  <a:gd name="T61" fmla="*/ 1444 h 1954"/>
                  <a:gd name="T62" fmla="*/ 803 w 1990"/>
                  <a:gd name="T63" fmla="*/ 1382 h 1954"/>
                  <a:gd name="T64" fmla="*/ 249 w 1990"/>
                  <a:gd name="T65" fmla="*/ 1444 h 1954"/>
                  <a:gd name="T66" fmla="*/ 1179 w 1990"/>
                  <a:gd name="T67" fmla="*/ 961 h 1954"/>
                  <a:gd name="T68" fmla="*/ 1300 w 1990"/>
                  <a:gd name="T69" fmla="*/ 1219 h 1954"/>
                  <a:gd name="T70" fmla="*/ 1604 w 1990"/>
                  <a:gd name="T71" fmla="*/ 858 h 19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990" h="1954">
                    <a:moveTo>
                      <a:pt x="1231" y="1534"/>
                    </a:moveTo>
                    <a:cubicBezTo>
                      <a:pt x="1258" y="1542"/>
                      <a:pt x="1285" y="1548"/>
                      <a:pt x="1312" y="1552"/>
                    </a:cubicBezTo>
                    <a:cubicBezTo>
                      <a:pt x="1272" y="1665"/>
                      <a:pt x="1165" y="1746"/>
                      <a:pt x="1039" y="1746"/>
                    </a:cubicBezTo>
                    <a:lnTo>
                      <a:pt x="291" y="1746"/>
                    </a:lnTo>
                    <a:cubicBezTo>
                      <a:pt x="131" y="1746"/>
                      <a:pt x="0" y="1615"/>
                      <a:pt x="0" y="1455"/>
                    </a:cubicBezTo>
                    <a:lnTo>
                      <a:pt x="0" y="540"/>
                    </a:lnTo>
                    <a:cubicBezTo>
                      <a:pt x="0" y="380"/>
                      <a:pt x="131" y="249"/>
                      <a:pt x="291" y="249"/>
                    </a:cubicBezTo>
                    <a:lnTo>
                      <a:pt x="515" y="249"/>
                    </a:lnTo>
                    <a:cubicBezTo>
                      <a:pt x="535" y="109"/>
                      <a:pt x="656" y="0"/>
                      <a:pt x="802" y="0"/>
                    </a:cubicBezTo>
                    <a:lnTo>
                      <a:pt x="1205" y="0"/>
                    </a:lnTo>
                    <a:cubicBezTo>
                      <a:pt x="1366" y="0"/>
                      <a:pt x="1496" y="131"/>
                      <a:pt x="1496" y="291"/>
                    </a:cubicBezTo>
                    <a:lnTo>
                      <a:pt x="1496" y="489"/>
                    </a:lnTo>
                    <a:cubicBezTo>
                      <a:pt x="1469" y="484"/>
                      <a:pt x="1441" y="480"/>
                      <a:pt x="1413" y="479"/>
                    </a:cubicBezTo>
                    <a:lnTo>
                      <a:pt x="1413" y="291"/>
                    </a:lnTo>
                    <a:cubicBezTo>
                      <a:pt x="1413" y="176"/>
                      <a:pt x="1320" y="83"/>
                      <a:pt x="1205" y="83"/>
                    </a:cubicBezTo>
                    <a:lnTo>
                      <a:pt x="802" y="83"/>
                    </a:lnTo>
                    <a:cubicBezTo>
                      <a:pt x="701" y="83"/>
                      <a:pt x="617" y="155"/>
                      <a:pt x="598" y="249"/>
                    </a:cubicBezTo>
                    <a:lnTo>
                      <a:pt x="1039" y="249"/>
                    </a:lnTo>
                    <a:cubicBezTo>
                      <a:pt x="1180" y="249"/>
                      <a:pt x="1297" y="349"/>
                      <a:pt x="1324" y="482"/>
                    </a:cubicBezTo>
                    <a:cubicBezTo>
                      <a:pt x="1297" y="485"/>
                      <a:pt x="1270" y="491"/>
                      <a:pt x="1243" y="499"/>
                    </a:cubicBezTo>
                    <a:cubicBezTo>
                      <a:pt x="1224" y="404"/>
                      <a:pt x="1140" y="333"/>
                      <a:pt x="1039" y="333"/>
                    </a:cubicBezTo>
                    <a:lnTo>
                      <a:pt x="291" y="333"/>
                    </a:lnTo>
                    <a:cubicBezTo>
                      <a:pt x="177" y="333"/>
                      <a:pt x="83" y="426"/>
                      <a:pt x="83" y="540"/>
                    </a:cubicBezTo>
                    <a:lnTo>
                      <a:pt x="83" y="1455"/>
                    </a:lnTo>
                    <a:cubicBezTo>
                      <a:pt x="83" y="1569"/>
                      <a:pt x="177" y="1663"/>
                      <a:pt x="291" y="1663"/>
                    </a:cubicBezTo>
                    <a:lnTo>
                      <a:pt x="1039" y="1663"/>
                    </a:lnTo>
                    <a:cubicBezTo>
                      <a:pt x="1126" y="1663"/>
                      <a:pt x="1200" y="1609"/>
                      <a:pt x="1231" y="1534"/>
                    </a:cubicBezTo>
                    <a:close/>
                    <a:moveTo>
                      <a:pt x="1641" y="1453"/>
                    </a:moveTo>
                    <a:cubicBezTo>
                      <a:pt x="1401" y="1591"/>
                      <a:pt x="1093" y="1509"/>
                      <a:pt x="955" y="1269"/>
                    </a:cubicBezTo>
                    <a:cubicBezTo>
                      <a:pt x="816" y="1029"/>
                      <a:pt x="899" y="722"/>
                      <a:pt x="1138" y="583"/>
                    </a:cubicBezTo>
                    <a:cubicBezTo>
                      <a:pt x="1378" y="445"/>
                      <a:pt x="1686" y="527"/>
                      <a:pt x="1824" y="767"/>
                    </a:cubicBezTo>
                    <a:cubicBezTo>
                      <a:pt x="1963" y="1007"/>
                      <a:pt x="1880" y="1314"/>
                      <a:pt x="1641" y="1453"/>
                    </a:cubicBezTo>
                    <a:close/>
                    <a:moveTo>
                      <a:pt x="1599" y="1381"/>
                    </a:moveTo>
                    <a:cubicBezTo>
                      <a:pt x="1799" y="1266"/>
                      <a:pt x="1868" y="1009"/>
                      <a:pt x="1752" y="809"/>
                    </a:cubicBezTo>
                    <a:cubicBezTo>
                      <a:pt x="1637" y="608"/>
                      <a:pt x="1380" y="539"/>
                      <a:pt x="1180" y="655"/>
                    </a:cubicBezTo>
                    <a:cubicBezTo>
                      <a:pt x="980" y="771"/>
                      <a:pt x="911" y="1027"/>
                      <a:pt x="1026" y="1228"/>
                    </a:cubicBezTo>
                    <a:cubicBezTo>
                      <a:pt x="1142" y="1428"/>
                      <a:pt x="1399" y="1497"/>
                      <a:pt x="1599" y="1381"/>
                    </a:cubicBezTo>
                    <a:close/>
                    <a:moveTo>
                      <a:pt x="1767" y="1422"/>
                    </a:moveTo>
                    <a:lnTo>
                      <a:pt x="1551" y="1547"/>
                    </a:lnTo>
                    <a:lnTo>
                      <a:pt x="1717" y="1835"/>
                    </a:lnTo>
                    <a:lnTo>
                      <a:pt x="1933" y="1710"/>
                    </a:lnTo>
                    <a:lnTo>
                      <a:pt x="1767" y="1422"/>
                    </a:lnTo>
                    <a:close/>
                    <a:moveTo>
                      <a:pt x="1956" y="1749"/>
                    </a:moveTo>
                    <a:lnTo>
                      <a:pt x="1739" y="1874"/>
                    </a:lnTo>
                    <a:cubicBezTo>
                      <a:pt x="1774" y="1934"/>
                      <a:pt x="1850" y="1954"/>
                      <a:pt x="1910" y="1919"/>
                    </a:cubicBezTo>
                    <a:cubicBezTo>
                      <a:pt x="1969" y="1885"/>
                      <a:pt x="1990" y="1809"/>
                      <a:pt x="1956" y="1749"/>
                    </a:cubicBezTo>
                    <a:close/>
                    <a:moveTo>
                      <a:pt x="803" y="551"/>
                    </a:moveTo>
                    <a:lnTo>
                      <a:pt x="249" y="551"/>
                    </a:lnTo>
                    <a:lnTo>
                      <a:pt x="249" y="613"/>
                    </a:lnTo>
                    <a:lnTo>
                      <a:pt x="803" y="613"/>
                    </a:lnTo>
                    <a:lnTo>
                      <a:pt x="803" y="551"/>
                    </a:lnTo>
                    <a:close/>
                    <a:moveTo>
                      <a:pt x="675" y="828"/>
                    </a:moveTo>
                    <a:lnTo>
                      <a:pt x="249" y="828"/>
                    </a:lnTo>
                    <a:lnTo>
                      <a:pt x="249" y="890"/>
                    </a:lnTo>
                    <a:lnTo>
                      <a:pt x="675" y="890"/>
                    </a:lnTo>
                    <a:lnTo>
                      <a:pt x="675" y="828"/>
                    </a:lnTo>
                    <a:close/>
                    <a:moveTo>
                      <a:pt x="249" y="1167"/>
                    </a:moveTo>
                    <a:lnTo>
                      <a:pt x="675" y="1167"/>
                    </a:lnTo>
                    <a:lnTo>
                      <a:pt x="675" y="1105"/>
                    </a:lnTo>
                    <a:lnTo>
                      <a:pt x="249" y="1105"/>
                    </a:lnTo>
                    <a:lnTo>
                      <a:pt x="249" y="1167"/>
                    </a:lnTo>
                    <a:close/>
                    <a:moveTo>
                      <a:pt x="249" y="1444"/>
                    </a:moveTo>
                    <a:lnTo>
                      <a:pt x="803" y="1444"/>
                    </a:lnTo>
                    <a:lnTo>
                      <a:pt x="803" y="1382"/>
                    </a:lnTo>
                    <a:lnTo>
                      <a:pt x="249" y="1382"/>
                    </a:lnTo>
                    <a:lnTo>
                      <a:pt x="249" y="1444"/>
                    </a:lnTo>
                    <a:close/>
                    <a:moveTo>
                      <a:pt x="1308" y="1105"/>
                    </a:moveTo>
                    <a:lnTo>
                      <a:pt x="1179" y="961"/>
                    </a:lnTo>
                    <a:lnTo>
                      <a:pt x="1118" y="1017"/>
                    </a:lnTo>
                    <a:lnTo>
                      <a:pt x="1300" y="1219"/>
                    </a:lnTo>
                    <a:lnTo>
                      <a:pt x="1657" y="922"/>
                    </a:lnTo>
                    <a:lnTo>
                      <a:pt x="1604" y="858"/>
                    </a:lnTo>
                    <a:lnTo>
                      <a:pt x="1308" y="110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vert="horz" wrap="square" lIns="182832" tIns="91416" rIns="182832" bIns="91416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/>
              </a:p>
            </p:txBody>
          </p:sp>
        </p:grpSp>
        <p:grpSp>
          <p:nvGrpSpPr>
            <p:cNvPr id="221" name="组合 220" descr="5a561e16-1ec3-446a-aac6-96b421410a73"/>
            <p:cNvGrpSpPr/>
            <p:nvPr/>
          </p:nvGrpSpPr>
          <p:grpSpPr>
            <a:xfrm>
              <a:off x="8249206" y="3923999"/>
              <a:ext cx="3271280" cy="2102070"/>
              <a:chOff x="8249206" y="3923999"/>
              <a:chExt cx="3271280" cy="2102070"/>
            </a:xfrm>
          </p:grpSpPr>
          <p:sp>
            <p:nvSpPr>
              <p:cNvPr id="207" name="Text3" descr="e276a462-9391-4e1d-b2e5-28121495218e"/>
              <p:cNvSpPr txBox="1"/>
              <p:nvPr/>
            </p:nvSpPr>
            <p:spPr>
              <a:xfrm>
                <a:off x="8249206" y="5140055"/>
                <a:ext cx="3271280" cy="886014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 anchor="t" anchorCtr="1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通过实践不断优化人机协作的模式。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08" name="Bullet3" descr="16bec923-5cee-4bf1-be7d-419fd1a4fe30"/>
              <p:cNvSpPr txBox="1"/>
              <p:nvPr/>
            </p:nvSpPr>
            <p:spPr>
              <a:xfrm>
                <a:off x="8249206" y="4668235"/>
                <a:ext cx="3271280" cy="471820"/>
              </a:xfrm>
              <a:prstGeom prst="rect">
                <a:avLst/>
              </a:prstGeom>
              <a:noFill/>
            </p:spPr>
            <p:txBody>
              <a:bodyPr wrap="square" rtlCol="0" anchor="b" anchorCtr="1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优化协作模式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05" name="IconBackground3" descr="c2b76319-4c70-4335-bc4d-ec481c4eb7cb"/>
              <p:cNvSpPr/>
              <p:nvPr/>
            </p:nvSpPr>
            <p:spPr>
              <a:xfrm>
                <a:off x="9610482" y="3923999"/>
                <a:ext cx="548728" cy="548732"/>
              </a:xfrm>
              <a:prstGeom prst="ellipse">
                <a:avLst/>
              </a:prstGeom>
              <a:solidFill>
                <a:schemeClr val="accent3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206" name="Icon3" descr="3f97b063-58f0-4b46-8a9d-9289c2d5a6df"/>
              <p:cNvSpPr/>
              <p:nvPr/>
            </p:nvSpPr>
            <p:spPr bwMode="auto">
              <a:xfrm>
                <a:off x="9744946" y="4061192"/>
                <a:ext cx="279798" cy="274343"/>
              </a:xfrm>
              <a:custGeom>
                <a:avLst/>
                <a:gdLst>
                  <a:gd name="T0" fmla="*/ 1312 w 1990"/>
                  <a:gd name="T1" fmla="*/ 1552 h 1954"/>
                  <a:gd name="T2" fmla="*/ 291 w 1990"/>
                  <a:gd name="T3" fmla="*/ 1746 h 1954"/>
                  <a:gd name="T4" fmla="*/ 0 w 1990"/>
                  <a:gd name="T5" fmla="*/ 540 h 1954"/>
                  <a:gd name="T6" fmla="*/ 515 w 1990"/>
                  <a:gd name="T7" fmla="*/ 249 h 1954"/>
                  <a:gd name="T8" fmla="*/ 1205 w 1990"/>
                  <a:gd name="T9" fmla="*/ 0 h 1954"/>
                  <a:gd name="T10" fmla="*/ 1496 w 1990"/>
                  <a:gd name="T11" fmla="*/ 489 h 1954"/>
                  <a:gd name="T12" fmla="*/ 1413 w 1990"/>
                  <a:gd name="T13" fmla="*/ 291 h 1954"/>
                  <a:gd name="T14" fmla="*/ 802 w 1990"/>
                  <a:gd name="T15" fmla="*/ 83 h 1954"/>
                  <a:gd name="T16" fmla="*/ 1039 w 1990"/>
                  <a:gd name="T17" fmla="*/ 249 h 1954"/>
                  <a:gd name="T18" fmla="*/ 1243 w 1990"/>
                  <a:gd name="T19" fmla="*/ 499 h 1954"/>
                  <a:gd name="T20" fmla="*/ 291 w 1990"/>
                  <a:gd name="T21" fmla="*/ 333 h 1954"/>
                  <a:gd name="T22" fmla="*/ 83 w 1990"/>
                  <a:gd name="T23" fmla="*/ 1455 h 1954"/>
                  <a:gd name="T24" fmla="*/ 1039 w 1990"/>
                  <a:gd name="T25" fmla="*/ 1663 h 1954"/>
                  <a:gd name="T26" fmla="*/ 1641 w 1990"/>
                  <a:gd name="T27" fmla="*/ 1453 h 1954"/>
                  <a:gd name="T28" fmla="*/ 1138 w 1990"/>
                  <a:gd name="T29" fmla="*/ 583 h 1954"/>
                  <a:gd name="T30" fmla="*/ 1641 w 1990"/>
                  <a:gd name="T31" fmla="*/ 1453 h 1954"/>
                  <a:gd name="T32" fmla="*/ 1752 w 1990"/>
                  <a:gd name="T33" fmla="*/ 809 h 1954"/>
                  <a:gd name="T34" fmla="*/ 1026 w 1990"/>
                  <a:gd name="T35" fmla="*/ 1228 h 1954"/>
                  <a:gd name="T36" fmla="*/ 1767 w 1990"/>
                  <a:gd name="T37" fmla="*/ 1422 h 1954"/>
                  <a:gd name="T38" fmla="*/ 1717 w 1990"/>
                  <a:gd name="T39" fmla="*/ 1835 h 1954"/>
                  <a:gd name="T40" fmla="*/ 1767 w 1990"/>
                  <a:gd name="T41" fmla="*/ 1422 h 1954"/>
                  <a:gd name="T42" fmla="*/ 1739 w 1990"/>
                  <a:gd name="T43" fmla="*/ 1874 h 1954"/>
                  <a:gd name="T44" fmla="*/ 1956 w 1990"/>
                  <a:gd name="T45" fmla="*/ 1749 h 1954"/>
                  <a:gd name="T46" fmla="*/ 249 w 1990"/>
                  <a:gd name="T47" fmla="*/ 551 h 1954"/>
                  <a:gd name="T48" fmla="*/ 803 w 1990"/>
                  <a:gd name="T49" fmla="*/ 613 h 1954"/>
                  <a:gd name="T50" fmla="*/ 675 w 1990"/>
                  <a:gd name="T51" fmla="*/ 828 h 1954"/>
                  <a:gd name="T52" fmla="*/ 249 w 1990"/>
                  <a:gd name="T53" fmla="*/ 890 h 1954"/>
                  <a:gd name="T54" fmla="*/ 675 w 1990"/>
                  <a:gd name="T55" fmla="*/ 828 h 1954"/>
                  <a:gd name="T56" fmla="*/ 675 w 1990"/>
                  <a:gd name="T57" fmla="*/ 1167 h 1954"/>
                  <a:gd name="T58" fmla="*/ 249 w 1990"/>
                  <a:gd name="T59" fmla="*/ 1105 h 1954"/>
                  <a:gd name="T60" fmla="*/ 249 w 1990"/>
                  <a:gd name="T61" fmla="*/ 1444 h 1954"/>
                  <a:gd name="T62" fmla="*/ 803 w 1990"/>
                  <a:gd name="T63" fmla="*/ 1382 h 1954"/>
                  <a:gd name="T64" fmla="*/ 249 w 1990"/>
                  <a:gd name="T65" fmla="*/ 1444 h 1954"/>
                  <a:gd name="T66" fmla="*/ 1179 w 1990"/>
                  <a:gd name="T67" fmla="*/ 961 h 1954"/>
                  <a:gd name="T68" fmla="*/ 1300 w 1990"/>
                  <a:gd name="T69" fmla="*/ 1219 h 1954"/>
                  <a:gd name="T70" fmla="*/ 1604 w 1990"/>
                  <a:gd name="T71" fmla="*/ 858 h 19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990" h="1954">
                    <a:moveTo>
                      <a:pt x="1231" y="1534"/>
                    </a:moveTo>
                    <a:cubicBezTo>
                      <a:pt x="1258" y="1542"/>
                      <a:pt x="1285" y="1548"/>
                      <a:pt x="1312" y="1552"/>
                    </a:cubicBezTo>
                    <a:cubicBezTo>
                      <a:pt x="1272" y="1665"/>
                      <a:pt x="1165" y="1746"/>
                      <a:pt x="1039" y="1746"/>
                    </a:cubicBezTo>
                    <a:lnTo>
                      <a:pt x="291" y="1746"/>
                    </a:lnTo>
                    <a:cubicBezTo>
                      <a:pt x="131" y="1746"/>
                      <a:pt x="0" y="1615"/>
                      <a:pt x="0" y="1455"/>
                    </a:cubicBezTo>
                    <a:lnTo>
                      <a:pt x="0" y="540"/>
                    </a:lnTo>
                    <a:cubicBezTo>
                      <a:pt x="0" y="380"/>
                      <a:pt x="131" y="249"/>
                      <a:pt x="291" y="249"/>
                    </a:cubicBezTo>
                    <a:lnTo>
                      <a:pt x="515" y="249"/>
                    </a:lnTo>
                    <a:cubicBezTo>
                      <a:pt x="535" y="109"/>
                      <a:pt x="656" y="0"/>
                      <a:pt x="802" y="0"/>
                    </a:cubicBezTo>
                    <a:lnTo>
                      <a:pt x="1205" y="0"/>
                    </a:lnTo>
                    <a:cubicBezTo>
                      <a:pt x="1366" y="0"/>
                      <a:pt x="1496" y="131"/>
                      <a:pt x="1496" y="291"/>
                    </a:cubicBezTo>
                    <a:lnTo>
                      <a:pt x="1496" y="489"/>
                    </a:lnTo>
                    <a:cubicBezTo>
                      <a:pt x="1469" y="484"/>
                      <a:pt x="1441" y="480"/>
                      <a:pt x="1413" y="479"/>
                    </a:cubicBezTo>
                    <a:lnTo>
                      <a:pt x="1413" y="291"/>
                    </a:lnTo>
                    <a:cubicBezTo>
                      <a:pt x="1413" y="176"/>
                      <a:pt x="1320" y="83"/>
                      <a:pt x="1205" y="83"/>
                    </a:cubicBezTo>
                    <a:lnTo>
                      <a:pt x="802" y="83"/>
                    </a:lnTo>
                    <a:cubicBezTo>
                      <a:pt x="701" y="83"/>
                      <a:pt x="617" y="155"/>
                      <a:pt x="598" y="249"/>
                    </a:cubicBezTo>
                    <a:lnTo>
                      <a:pt x="1039" y="249"/>
                    </a:lnTo>
                    <a:cubicBezTo>
                      <a:pt x="1180" y="249"/>
                      <a:pt x="1297" y="349"/>
                      <a:pt x="1324" y="482"/>
                    </a:cubicBezTo>
                    <a:cubicBezTo>
                      <a:pt x="1297" y="485"/>
                      <a:pt x="1270" y="491"/>
                      <a:pt x="1243" y="499"/>
                    </a:cubicBezTo>
                    <a:cubicBezTo>
                      <a:pt x="1224" y="404"/>
                      <a:pt x="1140" y="333"/>
                      <a:pt x="1039" y="333"/>
                    </a:cubicBezTo>
                    <a:lnTo>
                      <a:pt x="291" y="333"/>
                    </a:lnTo>
                    <a:cubicBezTo>
                      <a:pt x="177" y="333"/>
                      <a:pt x="83" y="426"/>
                      <a:pt x="83" y="540"/>
                    </a:cubicBezTo>
                    <a:lnTo>
                      <a:pt x="83" y="1455"/>
                    </a:lnTo>
                    <a:cubicBezTo>
                      <a:pt x="83" y="1569"/>
                      <a:pt x="177" y="1663"/>
                      <a:pt x="291" y="1663"/>
                    </a:cubicBezTo>
                    <a:lnTo>
                      <a:pt x="1039" y="1663"/>
                    </a:lnTo>
                    <a:cubicBezTo>
                      <a:pt x="1126" y="1663"/>
                      <a:pt x="1200" y="1609"/>
                      <a:pt x="1231" y="1534"/>
                    </a:cubicBezTo>
                    <a:close/>
                    <a:moveTo>
                      <a:pt x="1641" y="1453"/>
                    </a:moveTo>
                    <a:cubicBezTo>
                      <a:pt x="1401" y="1591"/>
                      <a:pt x="1093" y="1509"/>
                      <a:pt x="955" y="1269"/>
                    </a:cubicBezTo>
                    <a:cubicBezTo>
                      <a:pt x="816" y="1029"/>
                      <a:pt x="899" y="722"/>
                      <a:pt x="1138" y="583"/>
                    </a:cubicBezTo>
                    <a:cubicBezTo>
                      <a:pt x="1378" y="445"/>
                      <a:pt x="1686" y="527"/>
                      <a:pt x="1824" y="767"/>
                    </a:cubicBezTo>
                    <a:cubicBezTo>
                      <a:pt x="1963" y="1007"/>
                      <a:pt x="1880" y="1314"/>
                      <a:pt x="1641" y="1453"/>
                    </a:cubicBezTo>
                    <a:close/>
                    <a:moveTo>
                      <a:pt x="1599" y="1381"/>
                    </a:moveTo>
                    <a:cubicBezTo>
                      <a:pt x="1799" y="1266"/>
                      <a:pt x="1868" y="1009"/>
                      <a:pt x="1752" y="809"/>
                    </a:cubicBezTo>
                    <a:cubicBezTo>
                      <a:pt x="1637" y="608"/>
                      <a:pt x="1380" y="539"/>
                      <a:pt x="1180" y="655"/>
                    </a:cubicBezTo>
                    <a:cubicBezTo>
                      <a:pt x="980" y="771"/>
                      <a:pt x="911" y="1027"/>
                      <a:pt x="1026" y="1228"/>
                    </a:cubicBezTo>
                    <a:cubicBezTo>
                      <a:pt x="1142" y="1428"/>
                      <a:pt x="1399" y="1497"/>
                      <a:pt x="1599" y="1381"/>
                    </a:cubicBezTo>
                    <a:close/>
                    <a:moveTo>
                      <a:pt x="1767" y="1422"/>
                    </a:moveTo>
                    <a:lnTo>
                      <a:pt x="1551" y="1547"/>
                    </a:lnTo>
                    <a:lnTo>
                      <a:pt x="1717" y="1835"/>
                    </a:lnTo>
                    <a:lnTo>
                      <a:pt x="1933" y="1710"/>
                    </a:lnTo>
                    <a:lnTo>
                      <a:pt x="1767" y="1422"/>
                    </a:lnTo>
                    <a:close/>
                    <a:moveTo>
                      <a:pt x="1956" y="1749"/>
                    </a:moveTo>
                    <a:lnTo>
                      <a:pt x="1739" y="1874"/>
                    </a:lnTo>
                    <a:cubicBezTo>
                      <a:pt x="1774" y="1934"/>
                      <a:pt x="1850" y="1954"/>
                      <a:pt x="1910" y="1919"/>
                    </a:cubicBezTo>
                    <a:cubicBezTo>
                      <a:pt x="1969" y="1885"/>
                      <a:pt x="1990" y="1809"/>
                      <a:pt x="1956" y="1749"/>
                    </a:cubicBezTo>
                    <a:close/>
                    <a:moveTo>
                      <a:pt x="803" y="551"/>
                    </a:moveTo>
                    <a:lnTo>
                      <a:pt x="249" y="551"/>
                    </a:lnTo>
                    <a:lnTo>
                      <a:pt x="249" y="613"/>
                    </a:lnTo>
                    <a:lnTo>
                      <a:pt x="803" y="613"/>
                    </a:lnTo>
                    <a:lnTo>
                      <a:pt x="803" y="551"/>
                    </a:lnTo>
                    <a:close/>
                    <a:moveTo>
                      <a:pt x="675" y="828"/>
                    </a:moveTo>
                    <a:lnTo>
                      <a:pt x="249" y="828"/>
                    </a:lnTo>
                    <a:lnTo>
                      <a:pt x="249" y="890"/>
                    </a:lnTo>
                    <a:lnTo>
                      <a:pt x="675" y="890"/>
                    </a:lnTo>
                    <a:lnTo>
                      <a:pt x="675" y="828"/>
                    </a:lnTo>
                    <a:close/>
                    <a:moveTo>
                      <a:pt x="249" y="1167"/>
                    </a:moveTo>
                    <a:lnTo>
                      <a:pt x="675" y="1167"/>
                    </a:lnTo>
                    <a:lnTo>
                      <a:pt x="675" y="1105"/>
                    </a:lnTo>
                    <a:lnTo>
                      <a:pt x="249" y="1105"/>
                    </a:lnTo>
                    <a:lnTo>
                      <a:pt x="249" y="1167"/>
                    </a:lnTo>
                    <a:close/>
                    <a:moveTo>
                      <a:pt x="249" y="1444"/>
                    </a:moveTo>
                    <a:lnTo>
                      <a:pt x="803" y="1444"/>
                    </a:lnTo>
                    <a:lnTo>
                      <a:pt x="803" y="1382"/>
                    </a:lnTo>
                    <a:lnTo>
                      <a:pt x="249" y="1382"/>
                    </a:lnTo>
                    <a:lnTo>
                      <a:pt x="249" y="1444"/>
                    </a:lnTo>
                    <a:close/>
                    <a:moveTo>
                      <a:pt x="1308" y="1105"/>
                    </a:moveTo>
                    <a:lnTo>
                      <a:pt x="1179" y="961"/>
                    </a:lnTo>
                    <a:lnTo>
                      <a:pt x="1118" y="1017"/>
                    </a:lnTo>
                    <a:lnTo>
                      <a:pt x="1300" y="1219"/>
                    </a:lnTo>
                    <a:lnTo>
                      <a:pt x="1657" y="922"/>
                    </a:lnTo>
                    <a:lnTo>
                      <a:pt x="1604" y="858"/>
                    </a:lnTo>
                    <a:lnTo>
                      <a:pt x="1308" y="110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vert="horz" wrap="square" lIns="182832" tIns="91416" rIns="182832" bIns="91416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/>
              </a:p>
            </p:txBody>
          </p:sp>
        </p:grpSp>
      </p:grp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b9ca036a-98b6-46f8-b8a2-797843b2c00b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600" b="1" i="0" u="none">
                <a:solidFill>
                  <a:srgbClr val="FFFFFF"/>
                </a:solidFill>
                <a:latin typeface="Arial" panose="020B0604020202020204"/>
              </a:rPr>
              <a:t>AI编程的三大核心要素</a:t>
            </a:r>
            <a:endParaRPr lang="en-US" sz="3600" b="1" i="0" u="none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3" name="文本占位符 2" descr="940db717-0ce0-4017-b1dc-fabda493c3bb"/>
          <p:cNvSpPr>
            <a:spLocks noGrp="1"/>
          </p:cNvSpPr>
          <p:nvPr>
            <p:ph type="body" idx="1" hasCustomPrompt="1"/>
          </p:nvPr>
        </p:nvSpPr>
        <p:spPr/>
        <p:txBody>
          <a:bodyPr anchorCtr="0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 sz="1600" b="0" i="0" u="none">
                <a:solidFill>
                  <a:srgbClr val="FFFFFF"/>
                </a:solidFill>
                <a:ea typeface="微软雅黑" panose="020B0503020204020204" charset="-122"/>
              </a:rPr>
              <a:t>理解模型、工具和人的关系与作用</a:t>
            </a:r>
            <a:endParaRPr lang="en-US" sz="1600" b="0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5a12860-57d0-435d-97c1-4c6d2d8d7d77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FFFFFF"/>
                </a:solidFill>
                <a:ea typeface="微软雅黑" panose="020B0503020204020204" charset="-122"/>
              </a:rPr>
              <a:t>模型：智能引擎</a:t>
            </a:r>
            <a:endParaRPr lang="en-US" sz="2800" b="1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grpSp>
        <p:nvGrpSpPr>
          <p:cNvPr id="9" name="20383f94-b131-438e-aec3-067c6c002b7d.source.4.zh-Hans.pptx" descr="e94a3c02-46d5-40b5-a1c7-14c60cded616"/>
          <p:cNvGrpSpPr/>
          <p:nvPr/>
        </p:nvGrpSpPr>
        <p:grpSpPr>
          <a:xfrm>
            <a:off x="660401" y="1130302"/>
            <a:ext cx="10858500" cy="4953269"/>
            <a:chOff x="660401" y="1130300"/>
            <a:chExt cx="10858500" cy="4953269"/>
          </a:xfrm>
        </p:grpSpPr>
        <p:sp>
          <p:nvSpPr>
            <p:cNvPr id="57" name="圆角矩形 56" descr="11ef6d36-e9ae-4152-b759-2bf51d56ba0c"/>
            <p:cNvSpPr/>
            <p:nvPr/>
          </p:nvSpPr>
          <p:spPr>
            <a:xfrm>
              <a:off x="682558" y="2543753"/>
              <a:ext cx="2572197" cy="3533992"/>
            </a:xfrm>
            <a:prstGeom prst="roundRect">
              <a:avLst>
                <a:gd name="adj" fmla="val 5600"/>
              </a:avLst>
            </a:prstGeom>
            <a:solidFill>
              <a:schemeClr val="tx2">
                <a:alpha val="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</a:p>
          </p:txBody>
        </p:sp>
        <p:sp>
          <p:nvSpPr>
            <p:cNvPr id="34" name="任意多边形 33" descr="704fca54-dc86-477b-aa07-74654bfd658d"/>
            <p:cNvSpPr/>
            <p:nvPr/>
          </p:nvSpPr>
          <p:spPr>
            <a:xfrm>
              <a:off x="1113554" y="3333266"/>
              <a:ext cx="1551505" cy="2009166"/>
            </a:xfrm>
            <a:custGeom>
              <a:avLst/>
              <a:gdLst>
                <a:gd name="T0" fmla="*/ 331 w 812"/>
                <a:gd name="T1" fmla="*/ 803 h 1053"/>
                <a:gd name="T2" fmla="*/ 537 w 812"/>
                <a:gd name="T3" fmla="*/ 507 h 1053"/>
                <a:gd name="T4" fmla="*/ 594 w 812"/>
                <a:gd name="T5" fmla="*/ 419 h 1053"/>
                <a:gd name="T6" fmla="*/ 632 w 812"/>
                <a:gd name="T7" fmla="*/ 418 h 1053"/>
                <a:gd name="T8" fmla="*/ 426 w 812"/>
                <a:gd name="T9" fmla="*/ 0 h 1053"/>
                <a:gd name="T10" fmla="*/ 501 w 812"/>
                <a:gd name="T11" fmla="*/ 497 h 1053"/>
                <a:gd name="T12" fmla="*/ 256 w 812"/>
                <a:gd name="T13" fmla="*/ 306 h 1053"/>
                <a:gd name="T14" fmla="*/ 501 w 812"/>
                <a:gd name="T15" fmla="*/ 497 h 1053"/>
                <a:gd name="T16" fmla="*/ 503 w 812"/>
                <a:gd name="T17" fmla="*/ 939 h 1053"/>
                <a:gd name="T18" fmla="*/ 173 w 812"/>
                <a:gd name="T19" fmla="*/ 1053 h 1053"/>
                <a:gd name="T20" fmla="*/ 544 w 812"/>
                <a:gd name="T21" fmla="*/ 898 h 1053"/>
                <a:gd name="T22" fmla="*/ 241 w 812"/>
                <a:gd name="T23" fmla="*/ 917 h 1053"/>
                <a:gd name="T24" fmla="*/ 167 w 812"/>
                <a:gd name="T25" fmla="*/ 702 h 1053"/>
                <a:gd name="T26" fmla="*/ 209 w 812"/>
                <a:gd name="T27" fmla="*/ 843 h 1053"/>
                <a:gd name="T28" fmla="*/ 435 w 812"/>
                <a:gd name="T29" fmla="*/ 875 h 1053"/>
                <a:gd name="T30" fmla="*/ 747 w 812"/>
                <a:gd name="T31" fmla="*/ 780 h 1053"/>
                <a:gd name="T32" fmla="*/ 766 w 812"/>
                <a:gd name="T33" fmla="*/ 740 h 1053"/>
                <a:gd name="T34" fmla="*/ 635 w 812"/>
                <a:gd name="T35" fmla="*/ 481 h 1053"/>
                <a:gd name="T36" fmla="*/ 604 w 812"/>
                <a:gd name="T37" fmla="*/ 494 h 1053"/>
                <a:gd name="T38" fmla="*/ 640 w 812"/>
                <a:gd name="T39" fmla="*/ 643 h 1053"/>
                <a:gd name="T40" fmla="*/ 583 w 812"/>
                <a:gd name="T41" fmla="*/ 720 h 1053"/>
                <a:gd name="T42" fmla="*/ 570 w 812"/>
                <a:gd name="T43" fmla="*/ 678 h 1053"/>
                <a:gd name="T44" fmla="*/ 598 w 812"/>
                <a:gd name="T45" fmla="*/ 672 h 1053"/>
                <a:gd name="T46" fmla="*/ 562 w 812"/>
                <a:gd name="T47" fmla="*/ 526 h 1053"/>
                <a:gd name="T48" fmla="*/ 616 w 812"/>
                <a:gd name="T49" fmla="*/ 441 h 1053"/>
                <a:gd name="T50" fmla="*/ 722 w 812"/>
                <a:gd name="T51" fmla="*/ 495 h 1053"/>
                <a:gd name="T52" fmla="*/ 803 w 812"/>
                <a:gd name="T53" fmla="*/ 782 h 1053"/>
                <a:gd name="T54" fmla="*/ 544 w 812"/>
                <a:gd name="T55" fmla="*/ 898 h 1053"/>
                <a:gd name="T56" fmla="*/ 309 w 812"/>
                <a:gd name="T57" fmla="*/ 388 h 1053"/>
                <a:gd name="T58" fmla="*/ 374 w 812"/>
                <a:gd name="T59" fmla="*/ 355 h 1053"/>
                <a:gd name="T60" fmla="*/ 339 w 812"/>
                <a:gd name="T61" fmla="*/ 431 h 1053"/>
                <a:gd name="T62" fmla="*/ 357 w 812"/>
                <a:gd name="T63" fmla="*/ 445 h 1053"/>
                <a:gd name="T64" fmla="*/ 419 w 812"/>
                <a:gd name="T65" fmla="*/ 398 h 1053"/>
                <a:gd name="T66" fmla="*/ 406 w 812"/>
                <a:gd name="T67" fmla="*/ 466 h 1053"/>
                <a:gd name="T68" fmla="*/ 456 w 812"/>
                <a:gd name="T69" fmla="*/ 401 h 1053"/>
                <a:gd name="T70" fmla="*/ 451 w 812"/>
                <a:gd name="T71" fmla="*/ 354 h 1053"/>
                <a:gd name="T72" fmla="*/ 468 w 812"/>
                <a:gd name="T73" fmla="*/ 464 h 1053"/>
                <a:gd name="T74" fmla="*/ 359 w 812"/>
                <a:gd name="T75" fmla="*/ 475 h 1053"/>
                <a:gd name="T76" fmla="*/ 325 w 812"/>
                <a:gd name="T77" fmla="*/ 486 h 1053"/>
                <a:gd name="T78" fmla="*/ 333 w 812"/>
                <a:gd name="T79" fmla="*/ 457 h 1053"/>
                <a:gd name="T80" fmla="*/ 304 w 812"/>
                <a:gd name="T81" fmla="*/ 477 h 1053"/>
                <a:gd name="T82" fmla="*/ 310 w 812"/>
                <a:gd name="T83" fmla="*/ 437 h 1053"/>
                <a:gd name="T84" fmla="*/ 299 w 812"/>
                <a:gd name="T85" fmla="*/ 328 h 1053"/>
                <a:gd name="T86" fmla="*/ 396 w 812"/>
                <a:gd name="T87" fmla="*/ 313 h 1053"/>
                <a:gd name="T88" fmla="*/ 347 w 812"/>
                <a:gd name="T89" fmla="*/ 324 h 10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12" h="1053">
                  <a:moveTo>
                    <a:pt x="0" y="544"/>
                  </a:moveTo>
                  <a:lnTo>
                    <a:pt x="331" y="803"/>
                  </a:lnTo>
                  <a:lnTo>
                    <a:pt x="544" y="531"/>
                  </a:lnTo>
                  <a:lnTo>
                    <a:pt x="537" y="507"/>
                  </a:lnTo>
                  <a:cubicBezTo>
                    <a:pt x="531" y="487"/>
                    <a:pt x="534" y="466"/>
                    <a:pt x="545" y="450"/>
                  </a:cubicBezTo>
                  <a:cubicBezTo>
                    <a:pt x="556" y="433"/>
                    <a:pt x="573" y="422"/>
                    <a:pt x="594" y="419"/>
                  </a:cubicBezTo>
                  <a:lnTo>
                    <a:pt x="607" y="417"/>
                  </a:lnTo>
                  <a:cubicBezTo>
                    <a:pt x="616" y="416"/>
                    <a:pt x="624" y="417"/>
                    <a:pt x="632" y="418"/>
                  </a:cubicBezTo>
                  <a:lnTo>
                    <a:pt x="757" y="259"/>
                  </a:lnTo>
                  <a:lnTo>
                    <a:pt x="426" y="0"/>
                  </a:lnTo>
                  <a:lnTo>
                    <a:pt x="0" y="544"/>
                  </a:lnTo>
                  <a:close/>
                  <a:moveTo>
                    <a:pt x="501" y="497"/>
                  </a:moveTo>
                  <a:cubicBezTo>
                    <a:pt x="448" y="565"/>
                    <a:pt x="350" y="576"/>
                    <a:pt x="283" y="524"/>
                  </a:cubicBezTo>
                  <a:cubicBezTo>
                    <a:pt x="215" y="471"/>
                    <a:pt x="204" y="373"/>
                    <a:pt x="256" y="306"/>
                  </a:cubicBezTo>
                  <a:cubicBezTo>
                    <a:pt x="309" y="238"/>
                    <a:pt x="407" y="226"/>
                    <a:pt x="474" y="279"/>
                  </a:cubicBezTo>
                  <a:cubicBezTo>
                    <a:pt x="542" y="332"/>
                    <a:pt x="554" y="430"/>
                    <a:pt x="501" y="497"/>
                  </a:cubicBezTo>
                  <a:close/>
                  <a:moveTo>
                    <a:pt x="173" y="939"/>
                  </a:moveTo>
                  <a:lnTo>
                    <a:pt x="503" y="939"/>
                  </a:lnTo>
                  <a:lnTo>
                    <a:pt x="503" y="1053"/>
                  </a:lnTo>
                  <a:lnTo>
                    <a:pt x="173" y="1053"/>
                  </a:lnTo>
                  <a:lnTo>
                    <a:pt x="173" y="939"/>
                  </a:lnTo>
                  <a:close/>
                  <a:moveTo>
                    <a:pt x="544" y="898"/>
                  </a:moveTo>
                  <a:cubicBezTo>
                    <a:pt x="515" y="908"/>
                    <a:pt x="467" y="917"/>
                    <a:pt x="435" y="917"/>
                  </a:cubicBezTo>
                  <a:lnTo>
                    <a:pt x="241" y="917"/>
                  </a:lnTo>
                  <a:cubicBezTo>
                    <a:pt x="200" y="917"/>
                    <a:pt x="167" y="884"/>
                    <a:pt x="167" y="843"/>
                  </a:cubicBezTo>
                  <a:lnTo>
                    <a:pt x="167" y="702"/>
                  </a:lnTo>
                  <a:cubicBezTo>
                    <a:pt x="181" y="713"/>
                    <a:pt x="195" y="725"/>
                    <a:pt x="209" y="736"/>
                  </a:cubicBezTo>
                  <a:lnTo>
                    <a:pt x="209" y="843"/>
                  </a:lnTo>
                  <a:cubicBezTo>
                    <a:pt x="209" y="861"/>
                    <a:pt x="223" y="875"/>
                    <a:pt x="241" y="875"/>
                  </a:cubicBezTo>
                  <a:lnTo>
                    <a:pt x="435" y="875"/>
                  </a:lnTo>
                  <a:cubicBezTo>
                    <a:pt x="462" y="875"/>
                    <a:pt x="505" y="867"/>
                    <a:pt x="530" y="858"/>
                  </a:cubicBezTo>
                  <a:lnTo>
                    <a:pt x="747" y="780"/>
                  </a:lnTo>
                  <a:cubicBezTo>
                    <a:pt x="755" y="778"/>
                    <a:pt x="762" y="772"/>
                    <a:pt x="765" y="764"/>
                  </a:cubicBezTo>
                  <a:cubicBezTo>
                    <a:pt x="769" y="757"/>
                    <a:pt x="769" y="748"/>
                    <a:pt x="766" y="740"/>
                  </a:cubicBezTo>
                  <a:lnTo>
                    <a:pt x="682" y="509"/>
                  </a:lnTo>
                  <a:cubicBezTo>
                    <a:pt x="676" y="492"/>
                    <a:pt x="654" y="478"/>
                    <a:pt x="635" y="481"/>
                  </a:cubicBezTo>
                  <a:lnTo>
                    <a:pt x="622" y="483"/>
                  </a:lnTo>
                  <a:cubicBezTo>
                    <a:pt x="614" y="484"/>
                    <a:pt x="608" y="488"/>
                    <a:pt x="604" y="494"/>
                  </a:cubicBezTo>
                  <a:cubicBezTo>
                    <a:pt x="601" y="499"/>
                    <a:pt x="600" y="507"/>
                    <a:pt x="602" y="514"/>
                  </a:cubicBezTo>
                  <a:lnTo>
                    <a:pt x="640" y="643"/>
                  </a:lnTo>
                  <a:lnTo>
                    <a:pt x="663" y="720"/>
                  </a:lnTo>
                  <a:lnTo>
                    <a:pt x="583" y="720"/>
                  </a:lnTo>
                  <a:lnTo>
                    <a:pt x="548" y="720"/>
                  </a:lnTo>
                  <a:lnTo>
                    <a:pt x="570" y="678"/>
                  </a:lnTo>
                  <a:lnTo>
                    <a:pt x="583" y="678"/>
                  </a:lnTo>
                  <a:cubicBezTo>
                    <a:pt x="588" y="678"/>
                    <a:pt x="594" y="677"/>
                    <a:pt x="598" y="672"/>
                  </a:cubicBezTo>
                  <a:cubicBezTo>
                    <a:pt x="601" y="668"/>
                    <a:pt x="601" y="662"/>
                    <a:pt x="599" y="654"/>
                  </a:cubicBezTo>
                  <a:lnTo>
                    <a:pt x="562" y="526"/>
                  </a:lnTo>
                  <a:cubicBezTo>
                    <a:pt x="556" y="507"/>
                    <a:pt x="559" y="487"/>
                    <a:pt x="569" y="471"/>
                  </a:cubicBezTo>
                  <a:cubicBezTo>
                    <a:pt x="579" y="455"/>
                    <a:pt x="596" y="444"/>
                    <a:pt x="616" y="441"/>
                  </a:cubicBezTo>
                  <a:lnTo>
                    <a:pt x="629" y="440"/>
                  </a:lnTo>
                  <a:cubicBezTo>
                    <a:pt x="668" y="434"/>
                    <a:pt x="708" y="458"/>
                    <a:pt x="722" y="495"/>
                  </a:cubicBezTo>
                  <a:lnTo>
                    <a:pt x="806" y="726"/>
                  </a:lnTo>
                  <a:cubicBezTo>
                    <a:pt x="812" y="744"/>
                    <a:pt x="812" y="764"/>
                    <a:pt x="803" y="782"/>
                  </a:cubicBezTo>
                  <a:cubicBezTo>
                    <a:pt x="795" y="800"/>
                    <a:pt x="780" y="813"/>
                    <a:pt x="762" y="820"/>
                  </a:cubicBezTo>
                  <a:lnTo>
                    <a:pt x="544" y="898"/>
                  </a:lnTo>
                  <a:close/>
                  <a:moveTo>
                    <a:pt x="318" y="342"/>
                  </a:moveTo>
                  <a:cubicBezTo>
                    <a:pt x="307" y="356"/>
                    <a:pt x="304" y="371"/>
                    <a:pt x="309" y="388"/>
                  </a:cubicBezTo>
                  <a:cubicBezTo>
                    <a:pt x="312" y="398"/>
                    <a:pt x="317" y="407"/>
                    <a:pt x="325" y="417"/>
                  </a:cubicBezTo>
                  <a:lnTo>
                    <a:pt x="374" y="355"/>
                  </a:lnTo>
                  <a:lnTo>
                    <a:pt x="386" y="372"/>
                  </a:lnTo>
                  <a:lnTo>
                    <a:pt x="339" y="431"/>
                  </a:lnTo>
                  <a:cubicBezTo>
                    <a:pt x="343" y="435"/>
                    <a:pt x="347" y="438"/>
                    <a:pt x="351" y="441"/>
                  </a:cubicBezTo>
                  <a:cubicBezTo>
                    <a:pt x="353" y="443"/>
                    <a:pt x="355" y="444"/>
                    <a:pt x="357" y="445"/>
                  </a:cubicBezTo>
                  <a:lnTo>
                    <a:pt x="407" y="381"/>
                  </a:lnTo>
                  <a:lnTo>
                    <a:pt x="419" y="398"/>
                  </a:lnTo>
                  <a:lnTo>
                    <a:pt x="374" y="456"/>
                  </a:lnTo>
                  <a:cubicBezTo>
                    <a:pt x="385" y="462"/>
                    <a:pt x="396" y="465"/>
                    <a:pt x="406" y="466"/>
                  </a:cubicBezTo>
                  <a:cubicBezTo>
                    <a:pt x="424" y="468"/>
                    <a:pt x="439" y="462"/>
                    <a:pt x="450" y="447"/>
                  </a:cubicBezTo>
                  <a:cubicBezTo>
                    <a:pt x="461" y="433"/>
                    <a:pt x="463" y="418"/>
                    <a:pt x="456" y="401"/>
                  </a:cubicBezTo>
                  <a:cubicBezTo>
                    <a:pt x="452" y="392"/>
                    <a:pt x="446" y="382"/>
                    <a:pt x="437" y="372"/>
                  </a:cubicBezTo>
                  <a:lnTo>
                    <a:pt x="451" y="354"/>
                  </a:lnTo>
                  <a:cubicBezTo>
                    <a:pt x="467" y="369"/>
                    <a:pt x="477" y="386"/>
                    <a:pt x="481" y="404"/>
                  </a:cubicBezTo>
                  <a:cubicBezTo>
                    <a:pt x="487" y="426"/>
                    <a:pt x="482" y="446"/>
                    <a:pt x="468" y="464"/>
                  </a:cubicBezTo>
                  <a:cubicBezTo>
                    <a:pt x="455" y="480"/>
                    <a:pt x="439" y="489"/>
                    <a:pt x="419" y="491"/>
                  </a:cubicBezTo>
                  <a:cubicBezTo>
                    <a:pt x="401" y="493"/>
                    <a:pt x="381" y="487"/>
                    <a:pt x="359" y="475"/>
                  </a:cubicBezTo>
                  <a:lnTo>
                    <a:pt x="337" y="503"/>
                  </a:lnTo>
                  <a:lnTo>
                    <a:pt x="325" y="486"/>
                  </a:lnTo>
                  <a:lnTo>
                    <a:pt x="342" y="464"/>
                  </a:lnTo>
                  <a:cubicBezTo>
                    <a:pt x="339" y="462"/>
                    <a:pt x="336" y="460"/>
                    <a:pt x="333" y="457"/>
                  </a:cubicBezTo>
                  <a:cubicBezTo>
                    <a:pt x="330" y="455"/>
                    <a:pt x="327" y="453"/>
                    <a:pt x="325" y="451"/>
                  </a:cubicBezTo>
                  <a:lnTo>
                    <a:pt x="304" y="477"/>
                  </a:lnTo>
                  <a:lnTo>
                    <a:pt x="292" y="460"/>
                  </a:lnTo>
                  <a:lnTo>
                    <a:pt x="310" y="437"/>
                  </a:lnTo>
                  <a:cubicBezTo>
                    <a:pt x="299" y="423"/>
                    <a:pt x="291" y="410"/>
                    <a:pt x="286" y="395"/>
                  </a:cubicBezTo>
                  <a:cubicBezTo>
                    <a:pt x="279" y="371"/>
                    <a:pt x="283" y="348"/>
                    <a:pt x="299" y="328"/>
                  </a:cubicBezTo>
                  <a:cubicBezTo>
                    <a:pt x="312" y="310"/>
                    <a:pt x="328" y="301"/>
                    <a:pt x="346" y="300"/>
                  </a:cubicBezTo>
                  <a:cubicBezTo>
                    <a:pt x="365" y="299"/>
                    <a:pt x="381" y="304"/>
                    <a:pt x="396" y="313"/>
                  </a:cubicBezTo>
                  <a:lnTo>
                    <a:pt x="382" y="331"/>
                  </a:lnTo>
                  <a:cubicBezTo>
                    <a:pt x="370" y="325"/>
                    <a:pt x="358" y="323"/>
                    <a:pt x="347" y="324"/>
                  </a:cubicBezTo>
                  <a:cubicBezTo>
                    <a:pt x="336" y="325"/>
                    <a:pt x="326" y="331"/>
                    <a:pt x="318" y="342"/>
                  </a:cubicBezTo>
                  <a:close/>
                </a:path>
              </a:pathLst>
            </a:custGeom>
            <a:gradFill>
              <a:gsLst>
                <a:gs pos="0">
                  <a:schemeClr val="accent3">
                    <a:lumMod val="60000"/>
                    <a:lumOff val="40000"/>
                  </a:schemeClr>
                </a:gs>
                <a:gs pos="60000">
                  <a:schemeClr val="accent3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3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/>
            </a:p>
          </p:txBody>
        </p:sp>
        <p:sp>
          <p:nvSpPr>
            <p:cNvPr id="3" name="Title" descr="18a3235d-471c-43d5-b07e-800a0afc2758"/>
            <p:cNvSpPr/>
            <p:nvPr/>
          </p:nvSpPr>
          <p:spPr>
            <a:xfrm>
              <a:off x="660401" y="1130300"/>
              <a:ext cx="10858500" cy="723900"/>
            </a:xfrm>
            <a:prstGeom prst="rect">
              <a:avLst/>
            </a:prstGeom>
          </p:spPr>
          <p:txBody>
            <a:bodyPr wrap="square" anchor="t" anchorCtr="1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FFFFFF"/>
                  </a:solidFill>
                  <a:ea typeface="微软雅黑" panose="020B0503020204020204" charset="-122"/>
                </a:rPr>
                <a:t>模型决定AI编程的能力上限</a:t>
              </a:r>
              <a:endParaRPr lang="en-US" sz="2400" b="1" i="0" u="none">
                <a:solidFill>
                  <a:srgbClr val="FFFFFF"/>
                </a:solidFill>
                <a:ea typeface="微软雅黑" panose="020B0503020204020204" charset="-122"/>
              </a:endParaRPr>
            </a:p>
          </p:txBody>
        </p:sp>
        <p:grpSp>
          <p:nvGrpSpPr>
            <p:cNvPr id="4" name="组合 3" descr="b346043a-0b0d-481a-bd7f-d9e95989669c"/>
            <p:cNvGrpSpPr/>
            <p:nvPr/>
          </p:nvGrpSpPr>
          <p:grpSpPr>
            <a:xfrm>
              <a:off x="3500470" y="2543753"/>
              <a:ext cx="8018430" cy="795337"/>
              <a:chOff x="3500470" y="2543753"/>
              <a:chExt cx="8018430" cy="795337"/>
            </a:xfrm>
          </p:grpSpPr>
          <p:sp>
            <p:nvSpPr>
              <p:cNvPr id="35" name="Bullet1" descr="fc0f4614-d73a-48b6-a1be-5d89e3322fc4"/>
              <p:cNvSpPr/>
              <p:nvPr/>
            </p:nvSpPr>
            <p:spPr>
              <a:xfrm>
                <a:off x="3500470" y="2543753"/>
                <a:ext cx="3444875" cy="795337"/>
              </a:xfrm>
              <a:prstGeom prst="roundRect">
                <a:avLst>
                  <a:gd name="adj" fmla="val 7000"/>
                </a:avLst>
              </a:prstGeom>
              <a:solidFill>
                <a:schemeClr val="tx2">
                  <a:alpha val="5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模型决定能力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36" name="shape1" descr="144abd23-0634-45b9-9092-dd33e4d68c9f"/>
              <p:cNvSpPr/>
              <p:nvPr/>
            </p:nvSpPr>
            <p:spPr>
              <a:xfrm>
                <a:off x="3506820" y="2543753"/>
                <a:ext cx="415925" cy="500062"/>
              </a:xfrm>
              <a:custGeom>
                <a:avLst/>
                <a:gdLst>
                  <a:gd name="connsiteX0" fmla="*/ 111347 w 415925"/>
                  <a:gd name="connsiteY0" fmla="*/ 0 h 500062"/>
                  <a:gd name="connsiteX1" fmla="*/ 405138 w 415925"/>
                  <a:gd name="connsiteY1" fmla="*/ 0 h 500062"/>
                  <a:gd name="connsiteX2" fmla="*/ 407604 w 415925"/>
                  <a:gd name="connsiteY2" fmla="*/ 7944 h 500062"/>
                  <a:gd name="connsiteX3" fmla="*/ 415925 w 415925"/>
                  <a:gd name="connsiteY3" fmla="*/ 90487 h 500062"/>
                  <a:gd name="connsiteX4" fmla="*/ 6350 w 415925"/>
                  <a:gd name="connsiteY4" fmla="*/ 500062 h 500062"/>
                  <a:gd name="connsiteX5" fmla="*/ 0 w 415925"/>
                  <a:gd name="connsiteY5" fmla="*/ 499422 h 500062"/>
                  <a:gd name="connsiteX6" fmla="*/ 0 w 415925"/>
                  <a:gd name="connsiteY6" fmla="*/ 111347 h 500062"/>
                  <a:gd name="connsiteX7" fmla="*/ 111347 w 415925"/>
                  <a:gd name="connsiteY7" fmla="*/ 0 h 5000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5925" h="500062">
                    <a:moveTo>
                      <a:pt x="111347" y="0"/>
                    </a:moveTo>
                    <a:lnTo>
                      <a:pt x="405138" y="0"/>
                    </a:lnTo>
                    <a:lnTo>
                      <a:pt x="407604" y="7944"/>
                    </a:lnTo>
                    <a:cubicBezTo>
                      <a:pt x="413060" y="34606"/>
                      <a:pt x="415925" y="62212"/>
                      <a:pt x="415925" y="90487"/>
                    </a:cubicBezTo>
                    <a:cubicBezTo>
                      <a:pt x="415925" y="316689"/>
                      <a:pt x="232552" y="500062"/>
                      <a:pt x="6350" y="500062"/>
                    </a:cubicBezTo>
                    <a:lnTo>
                      <a:pt x="0" y="499422"/>
                    </a:lnTo>
                    <a:lnTo>
                      <a:pt x="0" y="111347"/>
                    </a:lnTo>
                    <a:cubicBezTo>
                      <a:pt x="0" y="49852"/>
                      <a:pt x="49852" y="0"/>
                      <a:pt x="11134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4">
                      <a:lumMod val="60000"/>
                      <a:lumOff val="40000"/>
                    </a:schemeClr>
                  </a:gs>
                  <a:gs pos="60000">
                    <a:schemeClr val="accent4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4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/>
              </a:p>
            </p:txBody>
          </p:sp>
          <p:sp>
            <p:nvSpPr>
              <p:cNvPr id="40" name="Text1" descr="c59428bb-61fc-4dfa-b625-e031a0a02aee"/>
              <p:cNvSpPr/>
              <p:nvPr/>
            </p:nvSpPr>
            <p:spPr>
              <a:xfrm>
                <a:off x="7191061" y="2543753"/>
                <a:ext cx="4327839" cy="789513"/>
              </a:xfrm>
              <a:prstGeom prst="roundRect">
                <a:avLst>
                  <a:gd name="adj" fmla="val 7000"/>
                </a:avLst>
              </a:prstGeom>
              <a:solidFill>
                <a:schemeClr val="tx2">
                  <a:alpha val="5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模型是智能的引擎，决定了AI编程能力的天花板。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5" name="组合 4" descr="e18e7f06-670d-40eb-92a0-4d2ffacfa7ba"/>
            <p:cNvGrpSpPr/>
            <p:nvPr/>
          </p:nvGrpSpPr>
          <p:grpSpPr>
            <a:xfrm>
              <a:off x="3500470" y="3449360"/>
              <a:ext cx="8018430" cy="795337"/>
              <a:chOff x="3500470" y="3449360"/>
              <a:chExt cx="8018430" cy="795337"/>
            </a:xfrm>
          </p:grpSpPr>
          <p:sp>
            <p:nvSpPr>
              <p:cNvPr id="41" name="Bullet2" descr="85f57f85-0054-499f-9037-7de32e778373"/>
              <p:cNvSpPr/>
              <p:nvPr/>
            </p:nvSpPr>
            <p:spPr>
              <a:xfrm>
                <a:off x="3500470" y="3449360"/>
                <a:ext cx="3444875" cy="795337"/>
              </a:xfrm>
              <a:prstGeom prst="roundRect">
                <a:avLst>
                  <a:gd name="adj" fmla="val 7000"/>
                </a:avLst>
              </a:prstGeom>
              <a:solidFill>
                <a:schemeClr val="tx2">
                  <a:alpha val="5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头部模型特点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42" name="shape2" descr="be3bbca1-8808-44ce-b840-9cb112631d0f"/>
              <p:cNvSpPr/>
              <p:nvPr/>
            </p:nvSpPr>
            <p:spPr>
              <a:xfrm>
                <a:off x="3506820" y="3449360"/>
                <a:ext cx="415925" cy="500062"/>
              </a:xfrm>
              <a:custGeom>
                <a:avLst/>
                <a:gdLst>
                  <a:gd name="connsiteX0" fmla="*/ 111347 w 415925"/>
                  <a:gd name="connsiteY0" fmla="*/ 0 h 500062"/>
                  <a:gd name="connsiteX1" fmla="*/ 405138 w 415925"/>
                  <a:gd name="connsiteY1" fmla="*/ 0 h 500062"/>
                  <a:gd name="connsiteX2" fmla="*/ 407604 w 415925"/>
                  <a:gd name="connsiteY2" fmla="*/ 7944 h 500062"/>
                  <a:gd name="connsiteX3" fmla="*/ 415925 w 415925"/>
                  <a:gd name="connsiteY3" fmla="*/ 90487 h 500062"/>
                  <a:gd name="connsiteX4" fmla="*/ 6350 w 415925"/>
                  <a:gd name="connsiteY4" fmla="*/ 500062 h 500062"/>
                  <a:gd name="connsiteX5" fmla="*/ 0 w 415925"/>
                  <a:gd name="connsiteY5" fmla="*/ 499422 h 500062"/>
                  <a:gd name="connsiteX6" fmla="*/ 0 w 415925"/>
                  <a:gd name="connsiteY6" fmla="*/ 111347 h 500062"/>
                  <a:gd name="connsiteX7" fmla="*/ 111347 w 415925"/>
                  <a:gd name="connsiteY7" fmla="*/ 0 h 5000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5925" h="500062">
                    <a:moveTo>
                      <a:pt x="111347" y="0"/>
                    </a:moveTo>
                    <a:lnTo>
                      <a:pt x="405138" y="0"/>
                    </a:lnTo>
                    <a:lnTo>
                      <a:pt x="407604" y="7944"/>
                    </a:lnTo>
                    <a:cubicBezTo>
                      <a:pt x="413060" y="34606"/>
                      <a:pt x="415925" y="62212"/>
                      <a:pt x="415925" y="90487"/>
                    </a:cubicBezTo>
                    <a:cubicBezTo>
                      <a:pt x="415925" y="316689"/>
                      <a:pt x="232552" y="500062"/>
                      <a:pt x="6350" y="500062"/>
                    </a:cubicBezTo>
                    <a:lnTo>
                      <a:pt x="0" y="499422"/>
                    </a:lnTo>
                    <a:lnTo>
                      <a:pt x="0" y="111347"/>
                    </a:lnTo>
                    <a:cubicBezTo>
                      <a:pt x="0" y="49852"/>
                      <a:pt x="49852" y="0"/>
                      <a:pt x="11134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60000">
                    <a:schemeClr val="accent2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2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/>
              </a:p>
            </p:txBody>
          </p:sp>
          <p:sp>
            <p:nvSpPr>
              <p:cNvPr id="45" name="Text2" descr="20bc0d1a-f92f-483e-bede-3d88c4ea051e"/>
              <p:cNvSpPr/>
              <p:nvPr/>
            </p:nvSpPr>
            <p:spPr>
              <a:xfrm>
                <a:off x="7191061" y="3449360"/>
                <a:ext cx="4327839" cy="789513"/>
              </a:xfrm>
              <a:prstGeom prst="roundRect">
                <a:avLst>
                  <a:gd name="adj" fmla="val 7000"/>
                </a:avLst>
              </a:prstGeom>
              <a:solidFill>
                <a:schemeClr val="tx2">
                  <a:alpha val="5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不同模型有不同的优势，头部模型GPT - 5、Claude 4、Gemini 2.5各有侧重。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6" name="组合 5" descr="104230b8-8675-48a4-8a79-054b521ec675"/>
            <p:cNvGrpSpPr/>
            <p:nvPr/>
          </p:nvGrpSpPr>
          <p:grpSpPr>
            <a:xfrm>
              <a:off x="3500470" y="4365884"/>
              <a:ext cx="8018430" cy="795337"/>
              <a:chOff x="3500470" y="4365884"/>
              <a:chExt cx="8018430" cy="795337"/>
            </a:xfrm>
          </p:grpSpPr>
          <p:sp>
            <p:nvSpPr>
              <p:cNvPr id="46" name="Bullet3" descr="1a04c4c4-d041-4b7e-931d-710d3925ab20"/>
              <p:cNvSpPr/>
              <p:nvPr/>
            </p:nvSpPr>
            <p:spPr>
              <a:xfrm>
                <a:off x="3500470" y="4365884"/>
                <a:ext cx="3444875" cy="795337"/>
              </a:xfrm>
              <a:prstGeom prst="roundRect">
                <a:avLst>
                  <a:gd name="adj" fmla="val 7000"/>
                </a:avLst>
              </a:prstGeom>
              <a:solidFill>
                <a:schemeClr val="tx2">
                  <a:alpha val="5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国产模型优势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47" name="shape3" descr="0ac1957d-f357-43a3-b34c-caa9d8886533"/>
              <p:cNvSpPr/>
              <p:nvPr/>
            </p:nvSpPr>
            <p:spPr>
              <a:xfrm>
                <a:off x="3506820" y="4365884"/>
                <a:ext cx="415925" cy="500062"/>
              </a:xfrm>
              <a:custGeom>
                <a:avLst/>
                <a:gdLst>
                  <a:gd name="connsiteX0" fmla="*/ 111347 w 415925"/>
                  <a:gd name="connsiteY0" fmla="*/ 0 h 500062"/>
                  <a:gd name="connsiteX1" fmla="*/ 405138 w 415925"/>
                  <a:gd name="connsiteY1" fmla="*/ 0 h 500062"/>
                  <a:gd name="connsiteX2" fmla="*/ 407604 w 415925"/>
                  <a:gd name="connsiteY2" fmla="*/ 7944 h 500062"/>
                  <a:gd name="connsiteX3" fmla="*/ 415925 w 415925"/>
                  <a:gd name="connsiteY3" fmla="*/ 90487 h 500062"/>
                  <a:gd name="connsiteX4" fmla="*/ 6350 w 415925"/>
                  <a:gd name="connsiteY4" fmla="*/ 500062 h 500062"/>
                  <a:gd name="connsiteX5" fmla="*/ 0 w 415925"/>
                  <a:gd name="connsiteY5" fmla="*/ 499422 h 500062"/>
                  <a:gd name="connsiteX6" fmla="*/ 0 w 415925"/>
                  <a:gd name="connsiteY6" fmla="*/ 111347 h 500062"/>
                  <a:gd name="connsiteX7" fmla="*/ 111347 w 415925"/>
                  <a:gd name="connsiteY7" fmla="*/ 0 h 5000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5925" h="500062">
                    <a:moveTo>
                      <a:pt x="111347" y="0"/>
                    </a:moveTo>
                    <a:lnTo>
                      <a:pt x="405138" y="0"/>
                    </a:lnTo>
                    <a:lnTo>
                      <a:pt x="407604" y="7944"/>
                    </a:lnTo>
                    <a:cubicBezTo>
                      <a:pt x="413060" y="34606"/>
                      <a:pt x="415925" y="62212"/>
                      <a:pt x="415925" y="90487"/>
                    </a:cubicBezTo>
                    <a:cubicBezTo>
                      <a:pt x="415925" y="316689"/>
                      <a:pt x="232552" y="500062"/>
                      <a:pt x="6350" y="500062"/>
                    </a:cubicBezTo>
                    <a:lnTo>
                      <a:pt x="0" y="499422"/>
                    </a:lnTo>
                    <a:lnTo>
                      <a:pt x="0" y="111347"/>
                    </a:lnTo>
                    <a:cubicBezTo>
                      <a:pt x="0" y="49852"/>
                      <a:pt x="49852" y="0"/>
                      <a:pt x="11134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60000">
                    <a:schemeClr val="accent3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3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/>
              </a:p>
            </p:txBody>
          </p:sp>
          <p:sp>
            <p:nvSpPr>
              <p:cNvPr id="51" name="Text3" descr="4ae8e21d-bbb9-44fd-b9f6-e7fe7c779fe1"/>
              <p:cNvSpPr/>
              <p:nvPr/>
            </p:nvSpPr>
            <p:spPr>
              <a:xfrm>
                <a:off x="7191061" y="4365884"/>
                <a:ext cx="4327839" cy="789513"/>
              </a:xfrm>
              <a:prstGeom prst="roundRect">
                <a:avLst>
                  <a:gd name="adj" fmla="val 7000"/>
                </a:avLst>
              </a:prstGeom>
              <a:solidFill>
                <a:schemeClr val="tx2">
                  <a:alpha val="5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国产模型性价比较高，在某些场景下表现良好。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7" name="组合 6" descr="e4ad0786-d55b-4afb-9189-2204cf27a3f9"/>
            <p:cNvGrpSpPr/>
            <p:nvPr/>
          </p:nvGrpSpPr>
          <p:grpSpPr>
            <a:xfrm>
              <a:off x="3500470" y="5288232"/>
              <a:ext cx="8018430" cy="795337"/>
              <a:chOff x="3500470" y="5288232"/>
              <a:chExt cx="8018430" cy="795337"/>
            </a:xfrm>
          </p:grpSpPr>
          <p:sp>
            <p:nvSpPr>
              <p:cNvPr id="52" name="Bullet4" descr="b7a0489a-df80-4e23-8e52-2a450f0e9331"/>
              <p:cNvSpPr/>
              <p:nvPr/>
            </p:nvSpPr>
            <p:spPr>
              <a:xfrm>
                <a:off x="3500470" y="5288232"/>
                <a:ext cx="3444875" cy="795337"/>
              </a:xfrm>
              <a:prstGeom prst="roundRect">
                <a:avLst>
                  <a:gd name="adj" fmla="val 7000"/>
                </a:avLst>
              </a:prstGeom>
              <a:solidFill>
                <a:schemeClr val="tx2">
                  <a:alpha val="5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复杂任务需求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53" name="shape4" descr="f06bca90-8be5-4067-8919-8f1d2d6680a1"/>
              <p:cNvSpPr/>
              <p:nvPr/>
            </p:nvSpPr>
            <p:spPr>
              <a:xfrm>
                <a:off x="3506820" y="5288232"/>
                <a:ext cx="415925" cy="500062"/>
              </a:xfrm>
              <a:custGeom>
                <a:avLst/>
                <a:gdLst>
                  <a:gd name="connsiteX0" fmla="*/ 111347 w 415925"/>
                  <a:gd name="connsiteY0" fmla="*/ 0 h 500062"/>
                  <a:gd name="connsiteX1" fmla="*/ 405138 w 415925"/>
                  <a:gd name="connsiteY1" fmla="*/ 0 h 500062"/>
                  <a:gd name="connsiteX2" fmla="*/ 407604 w 415925"/>
                  <a:gd name="connsiteY2" fmla="*/ 7944 h 500062"/>
                  <a:gd name="connsiteX3" fmla="*/ 415925 w 415925"/>
                  <a:gd name="connsiteY3" fmla="*/ 90487 h 500062"/>
                  <a:gd name="connsiteX4" fmla="*/ 6350 w 415925"/>
                  <a:gd name="connsiteY4" fmla="*/ 500062 h 500062"/>
                  <a:gd name="connsiteX5" fmla="*/ 0 w 415925"/>
                  <a:gd name="connsiteY5" fmla="*/ 499422 h 500062"/>
                  <a:gd name="connsiteX6" fmla="*/ 0 w 415925"/>
                  <a:gd name="connsiteY6" fmla="*/ 111347 h 500062"/>
                  <a:gd name="connsiteX7" fmla="*/ 111347 w 415925"/>
                  <a:gd name="connsiteY7" fmla="*/ 0 h 5000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5925" h="500062">
                    <a:moveTo>
                      <a:pt x="111347" y="0"/>
                    </a:moveTo>
                    <a:lnTo>
                      <a:pt x="405138" y="0"/>
                    </a:lnTo>
                    <a:lnTo>
                      <a:pt x="407604" y="7944"/>
                    </a:lnTo>
                    <a:cubicBezTo>
                      <a:pt x="413060" y="34606"/>
                      <a:pt x="415925" y="62212"/>
                      <a:pt x="415925" y="90487"/>
                    </a:cubicBezTo>
                    <a:cubicBezTo>
                      <a:pt x="415925" y="316689"/>
                      <a:pt x="232552" y="500062"/>
                      <a:pt x="6350" y="500062"/>
                    </a:cubicBezTo>
                    <a:lnTo>
                      <a:pt x="0" y="499422"/>
                    </a:lnTo>
                    <a:lnTo>
                      <a:pt x="0" y="111347"/>
                    </a:lnTo>
                    <a:cubicBezTo>
                      <a:pt x="0" y="49852"/>
                      <a:pt x="49852" y="0"/>
                      <a:pt x="11134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6">
                      <a:lumMod val="60000"/>
                      <a:lumOff val="40000"/>
                    </a:schemeClr>
                  </a:gs>
                  <a:gs pos="60000">
                    <a:schemeClr val="accent6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6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/>
              </a:p>
            </p:txBody>
          </p:sp>
          <p:sp>
            <p:nvSpPr>
              <p:cNvPr id="56" name="Text4" descr="075f05d5-0528-409c-8ad9-12d49cbd05c5"/>
              <p:cNvSpPr/>
              <p:nvPr/>
            </p:nvSpPr>
            <p:spPr>
              <a:xfrm>
                <a:off x="7191061" y="5288232"/>
                <a:ext cx="4327839" cy="789513"/>
              </a:xfrm>
              <a:prstGeom prst="roundRect">
                <a:avLst>
                  <a:gd name="adj" fmla="val 7000"/>
                </a:avLst>
              </a:prstGeom>
              <a:solidFill>
                <a:schemeClr val="tx2">
                  <a:alpha val="5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一些复杂的任务，需要更强的模型能力，如代理能力、上下文理解、多模态等。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</p:grp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5a12860-57d0-435d-97c1-4c6d2d8d7d77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FFFFFF"/>
                </a:solidFill>
                <a:ea typeface="微软雅黑" panose="020B0503020204020204" charset="-122"/>
              </a:rPr>
              <a:t>工具：桥梁</a:t>
            </a:r>
            <a:endParaRPr lang="en-US" sz="2800" b="1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grpSp>
        <p:nvGrpSpPr>
          <p:cNvPr id="46" name="b182a9cd-3286-4bf5-a71d-e6e61f3dd36b.source.3.zh-Hans.pptx" descr="7fe39313-bfb0-49e3-a18e-8ce726e7f89f"/>
          <p:cNvGrpSpPr/>
          <p:nvPr/>
        </p:nvGrpSpPr>
        <p:grpSpPr>
          <a:xfrm>
            <a:off x="697576" y="1130300"/>
            <a:ext cx="10821324" cy="5003799"/>
            <a:chOff x="697576" y="1130300"/>
            <a:chExt cx="10821324" cy="5003799"/>
          </a:xfrm>
        </p:grpSpPr>
        <p:sp>
          <p:nvSpPr>
            <p:cNvPr id="18" name="Title" descr="80441db3-3bee-4b38-b44d-ed83362bde7f"/>
            <p:cNvSpPr txBox="1"/>
            <p:nvPr/>
          </p:nvSpPr>
          <p:spPr>
            <a:xfrm>
              <a:off x="697576" y="1130300"/>
              <a:ext cx="10821324" cy="1119950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FFFFFF"/>
                  </a:solidFill>
                  <a:ea typeface="微软雅黑" panose="020B0503020204020204" charset="-122"/>
                </a:rPr>
                <a:t>工具将模型能力转化为生产力</a:t>
              </a:r>
              <a:endParaRPr lang="en-US" sz="2400" b="1" i="0" u="none">
                <a:solidFill>
                  <a:srgbClr val="FFFFFF"/>
                </a:solidFill>
                <a:ea typeface="微软雅黑" panose="020B0503020204020204" charset="-122"/>
              </a:endParaRPr>
            </a:p>
          </p:txBody>
        </p:sp>
        <p:cxnSp>
          <p:nvCxnSpPr>
            <p:cNvPr id="20" name="isḻîďê" descr="c081ca9c-1e2f-4181-bbef-c038dffb092e"/>
            <p:cNvCxnSpPr/>
            <p:nvPr/>
          </p:nvCxnSpPr>
          <p:spPr>
            <a:xfrm>
              <a:off x="8133574" y="3935989"/>
              <a:ext cx="0" cy="2198110"/>
            </a:xfrm>
            <a:prstGeom prst="line">
              <a:avLst/>
            </a:prstGeom>
            <a:ln w="12700" cap="rnd">
              <a:solidFill>
                <a:schemeClr val="tx2">
                  <a:alpha val="5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isḻîďê" descr="a82a45b3-8c77-462a-bee6-41547cf911bf"/>
            <p:cNvCxnSpPr/>
            <p:nvPr/>
          </p:nvCxnSpPr>
          <p:spPr>
            <a:xfrm>
              <a:off x="4355533" y="3935989"/>
              <a:ext cx="0" cy="2198110"/>
            </a:xfrm>
            <a:prstGeom prst="line">
              <a:avLst/>
            </a:prstGeom>
            <a:ln w="12700" cap="rnd">
              <a:solidFill>
                <a:schemeClr val="tx2">
                  <a:alpha val="5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2" name="组合 41" descr="a4ffbf52-35b9-4b61-aa49-7ad1e9fcee24"/>
            <p:cNvGrpSpPr/>
            <p:nvPr/>
          </p:nvGrpSpPr>
          <p:grpSpPr>
            <a:xfrm>
              <a:off x="1423279" y="2348490"/>
              <a:ext cx="2512996" cy="3785609"/>
              <a:chOff x="1423279" y="2348490"/>
              <a:chExt cx="2512996" cy="3785609"/>
            </a:xfrm>
          </p:grpSpPr>
          <p:sp>
            <p:nvSpPr>
              <p:cNvPr id="38" name="IconBackground1" descr="d83af3e9-8d23-4240-822b-0a9b6e31c98d"/>
              <p:cNvSpPr/>
              <p:nvPr/>
            </p:nvSpPr>
            <p:spPr>
              <a:xfrm>
                <a:off x="1879676" y="2348490"/>
                <a:ext cx="1600200" cy="1600200"/>
              </a:xfrm>
              <a:prstGeom prst="roundRect">
                <a:avLst>
                  <a:gd name="adj" fmla="val 2049"/>
                </a:avLst>
              </a:prstGeom>
              <a:solidFill>
                <a:schemeClr val="accent1">
                  <a:lumMod val="100000"/>
                </a:schemeClr>
              </a:solidFill>
              <a:ln w="571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/>
              </a:p>
            </p:txBody>
          </p:sp>
          <p:sp>
            <p:nvSpPr>
              <p:cNvPr id="39" name="Icon1" descr="f44f51b8-ff08-4838-aab2-f34924abcbf6"/>
              <p:cNvSpPr/>
              <p:nvPr/>
            </p:nvSpPr>
            <p:spPr>
              <a:xfrm>
                <a:off x="2248792" y="2791648"/>
                <a:ext cx="861968" cy="789744"/>
              </a:xfrm>
              <a:custGeom>
                <a:avLst/>
                <a:gdLst>
                  <a:gd name="connsiteX0" fmla="*/ 289788 w 563219"/>
                  <a:gd name="connsiteY0" fmla="*/ 288410 h 516027"/>
                  <a:gd name="connsiteX1" fmla="*/ 498403 w 563219"/>
                  <a:gd name="connsiteY1" fmla="*/ 304986 h 516027"/>
                  <a:gd name="connsiteX2" fmla="*/ 443019 w 563219"/>
                  <a:gd name="connsiteY2" fmla="*/ 491008 h 516027"/>
                  <a:gd name="connsiteX3" fmla="*/ 234403 w 563219"/>
                  <a:gd name="connsiteY3" fmla="*/ 485483 h 516027"/>
                  <a:gd name="connsiteX4" fmla="*/ 154376 w 563219"/>
                  <a:gd name="connsiteY4" fmla="*/ 232719 h 516027"/>
                  <a:gd name="connsiteX5" fmla="*/ 256601 w 563219"/>
                  <a:gd name="connsiteY5" fmla="*/ 260608 h 516027"/>
                  <a:gd name="connsiteX6" fmla="*/ 206757 w 563219"/>
                  <a:gd name="connsiteY6" fmla="*/ 452373 h 516027"/>
                  <a:gd name="connsiteX7" fmla="*/ 0 w 563219"/>
                  <a:gd name="connsiteY7" fmla="*/ 439466 h 516027"/>
                  <a:gd name="connsiteX8" fmla="*/ 47997 w 563219"/>
                  <a:gd name="connsiteY8" fmla="*/ 253232 h 516027"/>
                  <a:gd name="connsiteX9" fmla="*/ 154376 w 563219"/>
                  <a:gd name="connsiteY9" fmla="*/ 232719 h 516027"/>
                  <a:gd name="connsiteX10" fmla="*/ 349008 w 563219"/>
                  <a:gd name="connsiteY10" fmla="*/ 54302 h 516027"/>
                  <a:gd name="connsiteX11" fmla="*/ 563219 w 563219"/>
                  <a:gd name="connsiteY11" fmla="*/ 74573 h 516027"/>
                  <a:gd name="connsiteX12" fmla="*/ 507820 w 563219"/>
                  <a:gd name="connsiteY12" fmla="*/ 260700 h 516027"/>
                  <a:gd name="connsiteX13" fmla="*/ 300995 w 563219"/>
                  <a:gd name="connsiteY13" fmla="*/ 247800 h 516027"/>
                  <a:gd name="connsiteX14" fmla="*/ 214742 w 563219"/>
                  <a:gd name="connsiteY14" fmla="*/ 284 h 516027"/>
                  <a:gd name="connsiteX15" fmla="*/ 321121 w 563219"/>
                  <a:gd name="connsiteY15" fmla="*/ 26544 h 516027"/>
                  <a:gd name="connsiteX16" fmla="*/ 273124 w 563219"/>
                  <a:gd name="connsiteY16" fmla="*/ 220042 h 516027"/>
                  <a:gd name="connsiteX17" fmla="*/ 64520 w 563219"/>
                  <a:gd name="connsiteY17" fmla="*/ 205299 h 516027"/>
                  <a:gd name="connsiteX18" fmla="*/ 112517 w 563219"/>
                  <a:gd name="connsiteY18" fmla="*/ 26544 h 516027"/>
                  <a:gd name="connsiteX19" fmla="*/ 214742 w 563219"/>
                  <a:gd name="connsiteY19" fmla="*/ 284 h 5160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563219" h="516027">
                    <a:moveTo>
                      <a:pt x="289788" y="288410"/>
                    </a:moveTo>
                    <a:cubicBezTo>
                      <a:pt x="341480" y="325246"/>
                      <a:pt x="431942" y="330771"/>
                      <a:pt x="498403" y="304986"/>
                    </a:cubicBezTo>
                    <a:lnTo>
                      <a:pt x="443019" y="491008"/>
                    </a:lnTo>
                    <a:cubicBezTo>
                      <a:pt x="389480" y="527844"/>
                      <a:pt x="284249" y="522319"/>
                      <a:pt x="234403" y="485483"/>
                    </a:cubicBezTo>
                    <a:close/>
                    <a:moveTo>
                      <a:pt x="154376" y="232719"/>
                    </a:moveTo>
                    <a:cubicBezTo>
                      <a:pt x="193835" y="234793"/>
                      <a:pt x="232602" y="244935"/>
                      <a:pt x="256601" y="260608"/>
                    </a:cubicBezTo>
                    <a:lnTo>
                      <a:pt x="206757" y="452373"/>
                    </a:lnTo>
                    <a:cubicBezTo>
                      <a:pt x="145838" y="424715"/>
                      <a:pt x="68304" y="406276"/>
                      <a:pt x="0" y="439466"/>
                    </a:cubicBezTo>
                    <a:cubicBezTo>
                      <a:pt x="0" y="439466"/>
                      <a:pt x="31383" y="314081"/>
                      <a:pt x="47997" y="253232"/>
                    </a:cubicBezTo>
                    <a:cubicBezTo>
                      <a:pt x="74765" y="236637"/>
                      <a:pt x="114917" y="230644"/>
                      <a:pt x="154376" y="232719"/>
                    </a:cubicBezTo>
                    <a:close/>
                    <a:moveTo>
                      <a:pt x="349008" y="54302"/>
                    </a:moveTo>
                    <a:cubicBezTo>
                      <a:pt x="402561" y="85630"/>
                      <a:pt x="494893" y="94844"/>
                      <a:pt x="563219" y="74573"/>
                    </a:cubicBezTo>
                    <a:lnTo>
                      <a:pt x="507820" y="260700"/>
                    </a:lnTo>
                    <a:cubicBezTo>
                      <a:pt x="450574" y="290185"/>
                      <a:pt x="341622" y="288342"/>
                      <a:pt x="300995" y="247800"/>
                    </a:cubicBezTo>
                    <a:close/>
                    <a:moveTo>
                      <a:pt x="214742" y="284"/>
                    </a:moveTo>
                    <a:cubicBezTo>
                      <a:pt x="253279" y="2127"/>
                      <a:pt x="292508" y="12723"/>
                      <a:pt x="321121" y="26544"/>
                    </a:cubicBezTo>
                    <a:lnTo>
                      <a:pt x="273124" y="220042"/>
                    </a:lnTo>
                    <a:cubicBezTo>
                      <a:pt x="214050" y="194242"/>
                      <a:pt x="134670" y="183185"/>
                      <a:pt x="64520" y="205299"/>
                    </a:cubicBezTo>
                    <a:cubicBezTo>
                      <a:pt x="79288" y="142643"/>
                      <a:pt x="112517" y="26544"/>
                      <a:pt x="112517" y="26544"/>
                    </a:cubicBezTo>
                    <a:cubicBezTo>
                      <a:pt x="138362" y="5352"/>
                      <a:pt x="176206" y="-1559"/>
                      <a:pt x="214742" y="28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40" name="Text1" descr="4fdc1930-7274-46d8-ab70-3d07d38caa2e"/>
              <p:cNvSpPr txBox="1"/>
              <p:nvPr/>
            </p:nvSpPr>
            <p:spPr>
              <a:xfrm>
                <a:off x="1423279" y="4607750"/>
                <a:ext cx="2512996" cy="152634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工具是桥梁，将模型能力转化为实际生产力。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41" name="Bullet1" descr="d5361e36-b8df-4078-afb3-9d39a275638a"/>
              <p:cNvSpPr txBox="1"/>
              <p:nvPr/>
            </p:nvSpPr>
            <p:spPr>
              <a:xfrm>
                <a:off x="1423279" y="4016879"/>
                <a:ext cx="2512996" cy="59087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工具转化能力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43" name="组合 42" descr="04dd520b-cc0b-4475-ac8e-e6b993b2af3a"/>
            <p:cNvGrpSpPr/>
            <p:nvPr/>
          </p:nvGrpSpPr>
          <p:grpSpPr>
            <a:xfrm>
              <a:off x="4965909" y="2348490"/>
              <a:ext cx="2512996" cy="3785609"/>
              <a:chOff x="4965909" y="2348490"/>
              <a:chExt cx="2512996" cy="3785609"/>
            </a:xfrm>
          </p:grpSpPr>
          <p:sp>
            <p:nvSpPr>
              <p:cNvPr id="34" name="IconBackground2" descr="f2809042-c3f5-4d36-b67d-dbba1a27ad7d"/>
              <p:cNvSpPr/>
              <p:nvPr/>
            </p:nvSpPr>
            <p:spPr>
              <a:xfrm>
                <a:off x="5422306" y="2348490"/>
                <a:ext cx="1600200" cy="1600200"/>
              </a:xfrm>
              <a:prstGeom prst="roundRect">
                <a:avLst>
                  <a:gd name="adj" fmla="val 2049"/>
                </a:avLst>
              </a:prstGeom>
              <a:solidFill>
                <a:schemeClr val="tx2">
                  <a:alpha val="15000"/>
                </a:schemeClr>
              </a:solidFill>
              <a:ln w="571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/>
              </a:p>
            </p:txBody>
          </p:sp>
          <p:sp>
            <p:nvSpPr>
              <p:cNvPr id="35" name="Icon2" descr="03d055ae-31a6-4a79-bc7b-d511663436df"/>
              <p:cNvSpPr/>
              <p:nvPr/>
            </p:nvSpPr>
            <p:spPr>
              <a:xfrm>
                <a:off x="5791420" y="2806439"/>
                <a:ext cx="861972" cy="760162"/>
              </a:xfrm>
              <a:custGeom>
                <a:avLst/>
                <a:gdLst>
                  <a:gd name="T0" fmla="*/ 400 w 530"/>
                  <a:gd name="T1" fmla="*/ 235 h 468"/>
                  <a:gd name="T2" fmla="*/ 385 w 530"/>
                  <a:gd name="T3" fmla="*/ 205 h 468"/>
                  <a:gd name="T4" fmla="*/ 342 w 530"/>
                  <a:gd name="T5" fmla="*/ 147 h 468"/>
                  <a:gd name="T6" fmla="*/ 284 w 530"/>
                  <a:gd name="T7" fmla="*/ 157 h 468"/>
                  <a:gd name="T8" fmla="*/ 253 w 530"/>
                  <a:gd name="T9" fmla="*/ 168 h 468"/>
                  <a:gd name="T10" fmla="*/ 258 w 530"/>
                  <a:gd name="T11" fmla="*/ 125 h 468"/>
                  <a:gd name="T12" fmla="*/ 217 w 530"/>
                  <a:gd name="T13" fmla="*/ 86 h 468"/>
                  <a:gd name="T14" fmla="*/ 173 w 530"/>
                  <a:gd name="T15" fmla="*/ 96 h 468"/>
                  <a:gd name="T16" fmla="*/ 10 w 530"/>
                  <a:gd name="T17" fmla="*/ 262 h 468"/>
                  <a:gd name="T18" fmla="*/ 0 w 530"/>
                  <a:gd name="T19" fmla="*/ 318 h 468"/>
                  <a:gd name="T20" fmla="*/ 63 w 530"/>
                  <a:gd name="T21" fmla="*/ 414 h 468"/>
                  <a:gd name="T22" fmla="*/ 303 w 530"/>
                  <a:gd name="T23" fmla="*/ 445 h 468"/>
                  <a:gd name="T24" fmla="*/ 431 w 530"/>
                  <a:gd name="T25" fmla="*/ 361 h 468"/>
                  <a:gd name="T26" fmla="*/ 400 w 530"/>
                  <a:gd name="T27" fmla="*/ 235 h 468"/>
                  <a:gd name="T28" fmla="*/ 349 w 530"/>
                  <a:gd name="T29" fmla="*/ 351 h 468"/>
                  <a:gd name="T30" fmla="*/ 288 w 530"/>
                  <a:gd name="T31" fmla="*/ 399 h 468"/>
                  <a:gd name="T32" fmla="*/ 120 w 530"/>
                  <a:gd name="T33" fmla="*/ 406 h 468"/>
                  <a:gd name="T34" fmla="*/ 85 w 530"/>
                  <a:gd name="T35" fmla="*/ 386 h 468"/>
                  <a:gd name="T36" fmla="*/ 74 w 530"/>
                  <a:gd name="T37" fmla="*/ 270 h 468"/>
                  <a:gd name="T38" fmla="*/ 188 w 530"/>
                  <a:gd name="T39" fmla="*/ 214 h 468"/>
                  <a:gd name="T40" fmla="*/ 219 w 530"/>
                  <a:gd name="T41" fmla="*/ 212 h 468"/>
                  <a:gd name="T42" fmla="*/ 341 w 530"/>
                  <a:gd name="T43" fmla="*/ 256 h 468"/>
                  <a:gd name="T44" fmla="*/ 349 w 530"/>
                  <a:gd name="T45" fmla="*/ 351 h 468"/>
                  <a:gd name="T46" fmla="*/ 530 w 530"/>
                  <a:gd name="T47" fmla="*/ 154 h 468"/>
                  <a:gd name="T48" fmla="*/ 513 w 530"/>
                  <a:gd name="T49" fmla="*/ 178 h 468"/>
                  <a:gd name="T50" fmla="*/ 492 w 530"/>
                  <a:gd name="T51" fmla="*/ 155 h 468"/>
                  <a:gd name="T52" fmla="*/ 375 w 530"/>
                  <a:gd name="T53" fmla="*/ 38 h 468"/>
                  <a:gd name="T54" fmla="*/ 352 w 530"/>
                  <a:gd name="T55" fmla="*/ 18 h 468"/>
                  <a:gd name="T56" fmla="*/ 377 w 530"/>
                  <a:gd name="T57" fmla="*/ 0 h 468"/>
                  <a:gd name="T58" fmla="*/ 530 w 530"/>
                  <a:gd name="T59" fmla="*/ 154 h 468"/>
                  <a:gd name="T60" fmla="*/ 455 w 530"/>
                  <a:gd name="T61" fmla="*/ 152 h 468"/>
                  <a:gd name="T62" fmla="*/ 443 w 530"/>
                  <a:gd name="T63" fmla="*/ 178 h 468"/>
                  <a:gd name="T64" fmla="*/ 419 w 530"/>
                  <a:gd name="T65" fmla="*/ 163 h 468"/>
                  <a:gd name="T66" fmla="*/ 366 w 530"/>
                  <a:gd name="T67" fmla="*/ 111 h 468"/>
                  <a:gd name="T68" fmla="*/ 351 w 530"/>
                  <a:gd name="T69" fmla="*/ 90 h 468"/>
                  <a:gd name="T70" fmla="*/ 373 w 530"/>
                  <a:gd name="T71" fmla="*/ 74 h 468"/>
                  <a:gd name="T72" fmla="*/ 391 w 530"/>
                  <a:gd name="T73" fmla="*/ 80 h 468"/>
                  <a:gd name="T74" fmla="*/ 455 w 530"/>
                  <a:gd name="T75" fmla="*/ 152 h 468"/>
                  <a:gd name="T76" fmla="*/ 233 w 530"/>
                  <a:gd name="T77" fmla="*/ 351 h 468"/>
                  <a:gd name="T78" fmla="*/ 151 w 530"/>
                  <a:gd name="T79" fmla="*/ 368 h 468"/>
                  <a:gd name="T80" fmla="*/ 138 w 530"/>
                  <a:gd name="T81" fmla="*/ 286 h 468"/>
                  <a:gd name="T82" fmla="*/ 189 w 530"/>
                  <a:gd name="T83" fmla="*/ 266 h 468"/>
                  <a:gd name="T84" fmla="*/ 214 w 530"/>
                  <a:gd name="T85" fmla="*/ 272 h 468"/>
                  <a:gd name="T86" fmla="*/ 233 w 530"/>
                  <a:gd name="T87" fmla="*/ 351 h 4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530" h="468">
                    <a:moveTo>
                      <a:pt x="400" y="235"/>
                    </a:moveTo>
                    <a:cubicBezTo>
                      <a:pt x="380" y="226"/>
                      <a:pt x="380" y="226"/>
                      <a:pt x="385" y="205"/>
                    </a:cubicBezTo>
                    <a:cubicBezTo>
                      <a:pt x="394" y="170"/>
                      <a:pt x="378" y="147"/>
                      <a:pt x="342" y="147"/>
                    </a:cubicBezTo>
                    <a:cubicBezTo>
                      <a:pt x="323" y="147"/>
                      <a:pt x="303" y="153"/>
                      <a:pt x="284" y="157"/>
                    </a:cubicBezTo>
                    <a:cubicBezTo>
                      <a:pt x="274" y="159"/>
                      <a:pt x="265" y="163"/>
                      <a:pt x="253" y="168"/>
                    </a:cubicBezTo>
                    <a:cubicBezTo>
                      <a:pt x="255" y="151"/>
                      <a:pt x="257" y="138"/>
                      <a:pt x="258" y="125"/>
                    </a:cubicBezTo>
                    <a:cubicBezTo>
                      <a:pt x="258" y="100"/>
                      <a:pt x="242" y="84"/>
                      <a:pt x="217" y="86"/>
                    </a:cubicBezTo>
                    <a:cubicBezTo>
                      <a:pt x="202" y="87"/>
                      <a:pt x="186" y="90"/>
                      <a:pt x="173" y="96"/>
                    </a:cubicBezTo>
                    <a:cubicBezTo>
                      <a:pt x="98" y="131"/>
                      <a:pt x="43" y="186"/>
                      <a:pt x="10" y="262"/>
                    </a:cubicBezTo>
                    <a:cubicBezTo>
                      <a:pt x="2" y="279"/>
                      <a:pt x="0" y="299"/>
                      <a:pt x="0" y="318"/>
                    </a:cubicBezTo>
                    <a:cubicBezTo>
                      <a:pt x="1" y="362"/>
                      <a:pt x="28" y="392"/>
                      <a:pt x="63" y="414"/>
                    </a:cubicBezTo>
                    <a:cubicBezTo>
                      <a:pt x="138" y="460"/>
                      <a:pt x="219" y="468"/>
                      <a:pt x="303" y="445"/>
                    </a:cubicBezTo>
                    <a:cubicBezTo>
                      <a:pt x="355" y="431"/>
                      <a:pt x="399" y="405"/>
                      <a:pt x="431" y="361"/>
                    </a:cubicBezTo>
                    <a:cubicBezTo>
                      <a:pt x="469" y="310"/>
                      <a:pt x="456" y="258"/>
                      <a:pt x="400" y="235"/>
                    </a:cubicBezTo>
                    <a:close/>
                    <a:moveTo>
                      <a:pt x="349" y="351"/>
                    </a:moveTo>
                    <a:cubicBezTo>
                      <a:pt x="333" y="374"/>
                      <a:pt x="312" y="389"/>
                      <a:pt x="288" y="399"/>
                    </a:cubicBezTo>
                    <a:cubicBezTo>
                      <a:pt x="233" y="423"/>
                      <a:pt x="177" y="427"/>
                      <a:pt x="120" y="406"/>
                    </a:cubicBezTo>
                    <a:cubicBezTo>
                      <a:pt x="108" y="401"/>
                      <a:pt x="96" y="394"/>
                      <a:pt x="85" y="386"/>
                    </a:cubicBezTo>
                    <a:cubicBezTo>
                      <a:pt x="44" y="356"/>
                      <a:pt x="40" y="307"/>
                      <a:pt x="74" y="270"/>
                    </a:cubicBezTo>
                    <a:cubicBezTo>
                      <a:pt x="105" y="236"/>
                      <a:pt x="144" y="221"/>
                      <a:pt x="188" y="214"/>
                    </a:cubicBezTo>
                    <a:cubicBezTo>
                      <a:pt x="199" y="213"/>
                      <a:pt x="210" y="212"/>
                      <a:pt x="219" y="212"/>
                    </a:cubicBezTo>
                    <a:cubicBezTo>
                      <a:pt x="265" y="213"/>
                      <a:pt x="308" y="222"/>
                      <a:pt x="341" y="256"/>
                    </a:cubicBezTo>
                    <a:cubicBezTo>
                      <a:pt x="369" y="283"/>
                      <a:pt x="371" y="319"/>
                      <a:pt x="349" y="351"/>
                    </a:cubicBezTo>
                    <a:close/>
                    <a:moveTo>
                      <a:pt x="530" y="154"/>
                    </a:moveTo>
                    <a:cubicBezTo>
                      <a:pt x="530" y="169"/>
                      <a:pt x="524" y="177"/>
                      <a:pt x="513" y="178"/>
                    </a:cubicBezTo>
                    <a:cubicBezTo>
                      <a:pt x="501" y="179"/>
                      <a:pt x="493" y="170"/>
                      <a:pt x="492" y="155"/>
                    </a:cubicBezTo>
                    <a:cubicBezTo>
                      <a:pt x="489" y="90"/>
                      <a:pt x="441" y="41"/>
                      <a:pt x="375" y="38"/>
                    </a:cubicBezTo>
                    <a:cubicBezTo>
                      <a:pt x="359" y="37"/>
                      <a:pt x="351" y="30"/>
                      <a:pt x="352" y="18"/>
                    </a:cubicBezTo>
                    <a:cubicBezTo>
                      <a:pt x="352" y="6"/>
                      <a:pt x="361" y="0"/>
                      <a:pt x="377" y="0"/>
                    </a:cubicBezTo>
                    <a:cubicBezTo>
                      <a:pt x="461" y="5"/>
                      <a:pt x="527" y="71"/>
                      <a:pt x="530" y="154"/>
                    </a:cubicBezTo>
                    <a:close/>
                    <a:moveTo>
                      <a:pt x="455" y="152"/>
                    </a:moveTo>
                    <a:cubicBezTo>
                      <a:pt x="458" y="166"/>
                      <a:pt x="453" y="175"/>
                      <a:pt x="443" y="178"/>
                    </a:cubicBezTo>
                    <a:cubicBezTo>
                      <a:pt x="431" y="181"/>
                      <a:pt x="422" y="176"/>
                      <a:pt x="419" y="163"/>
                    </a:cubicBezTo>
                    <a:cubicBezTo>
                      <a:pt x="411" y="135"/>
                      <a:pt x="394" y="118"/>
                      <a:pt x="366" y="111"/>
                    </a:cubicBezTo>
                    <a:cubicBezTo>
                      <a:pt x="355" y="108"/>
                      <a:pt x="350" y="101"/>
                      <a:pt x="351" y="90"/>
                    </a:cubicBezTo>
                    <a:cubicBezTo>
                      <a:pt x="352" y="80"/>
                      <a:pt x="359" y="74"/>
                      <a:pt x="373" y="74"/>
                    </a:cubicBezTo>
                    <a:cubicBezTo>
                      <a:pt x="377" y="75"/>
                      <a:pt x="384" y="77"/>
                      <a:pt x="391" y="80"/>
                    </a:cubicBezTo>
                    <a:cubicBezTo>
                      <a:pt x="424" y="94"/>
                      <a:pt x="445" y="118"/>
                      <a:pt x="455" y="152"/>
                    </a:cubicBezTo>
                    <a:close/>
                    <a:moveTo>
                      <a:pt x="233" y="351"/>
                    </a:moveTo>
                    <a:cubicBezTo>
                      <a:pt x="213" y="373"/>
                      <a:pt x="178" y="381"/>
                      <a:pt x="151" y="368"/>
                    </a:cubicBezTo>
                    <a:cubicBezTo>
                      <a:pt x="116" y="352"/>
                      <a:pt x="110" y="312"/>
                      <a:pt x="138" y="286"/>
                    </a:cubicBezTo>
                    <a:cubicBezTo>
                      <a:pt x="153" y="273"/>
                      <a:pt x="170" y="267"/>
                      <a:pt x="189" y="266"/>
                    </a:cubicBezTo>
                    <a:cubicBezTo>
                      <a:pt x="197" y="268"/>
                      <a:pt x="206" y="269"/>
                      <a:pt x="214" y="272"/>
                    </a:cubicBezTo>
                    <a:cubicBezTo>
                      <a:pt x="249" y="284"/>
                      <a:pt x="258" y="324"/>
                      <a:pt x="233" y="35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36" name="Text2" descr="29edd170-1b2b-451c-b674-0071f757b76e"/>
              <p:cNvSpPr txBox="1"/>
              <p:nvPr/>
            </p:nvSpPr>
            <p:spPr>
              <a:xfrm>
                <a:off x="4965909" y="4607750"/>
                <a:ext cx="2512996" cy="152634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好的工具能让模型的价值放大数十倍，如完整理解项目、使用各种工具等。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37" name="Bullet2" descr="cb549d58-74b3-4485-8fe5-74ed3bfccae8"/>
              <p:cNvSpPr txBox="1"/>
              <p:nvPr/>
            </p:nvSpPr>
            <p:spPr>
              <a:xfrm>
                <a:off x="4965909" y="4016879"/>
                <a:ext cx="2512996" cy="59087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优秀工具特点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44" name="组合 43" descr="68f431e8-9a5b-4c86-9a3b-fdba2cdb3a95"/>
            <p:cNvGrpSpPr/>
            <p:nvPr/>
          </p:nvGrpSpPr>
          <p:grpSpPr>
            <a:xfrm>
              <a:off x="8609824" y="2348490"/>
              <a:ext cx="2512996" cy="3785609"/>
              <a:chOff x="8609824" y="2348490"/>
              <a:chExt cx="2512996" cy="3785609"/>
            </a:xfrm>
          </p:grpSpPr>
          <p:sp>
            <p:nvSpPr>
              <p:cNvPr id="30" name="IconBackground3" descr="3c670ac4-3e88-4c2d-95c0-9efa2900dd06"/>
              <p:cNvSpPr/>
              <p:nvPr/>
            </p:nvSpPr>
            <p:spPr>
              <a:xfrm>
                <a:off x="9066221" y="2348490"/>
                <a:ext cx="1600200" cy="1600200"/>
              </a:xfrm>
              <a:prstGeom prst="roundRect">
                <a:avLst>
                  <a:gd name="adj" fmla="val 2049"/>
                </a:avLst>
              </a:prstGeom>
              <a:solidFill>
                <a:schemeClr val="accent1"/>
              </a:solidFill>
              <a:ln w="571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/>
              </a:p>
            </p:txBody>
          </p:sp>
          <p:sp>
            <p:nvSpPr>
              <p:cNvPr id="31" name="Icon3" descr="997ea853-7e5b-49ab-9d0b-39fe3a09e91e"/>
              <p:cNvSpPr/>
              <p:nvPr/>
            </p:nvSpPr>
            <p:spPr>
              <a:xfrm>
                <a:off x="9483409" y="2799022"/>
                <a:ext cx="765824" cy="774996"/>
              </a:xfrm>
              <a:custGeom>
                <a:avLst/>
                <a:gdLst>
                  <a:gd name="T0" fmla="*/ 3769 w 3866"/>
                  <a:gd name="T1" fmla="*/ 2328 h 3918"/>
                  <a:gd name="T2" fmla="*/ 3803 w 3866"/>
                  <a:gd name="T3" fmla="*/ 1978 h 3918"/>
                  <a:gd name="T4" fmla="*/ 1952 w 3866"/>
                  <a:gd name="T5" fmla="*/ 127 h 3918"/>
                  <a:gd name="T6" fmla="*/ 1687 w 3866"/>
                  <a:gd name="T7" fmla="*/ 146 h 3918"/>
                  <a:gd name="T8" fmla="*/ 1131 w 3866"/>
                  <a:gd name="T9" fmla="*/ 0 h 3918"/>
                  <a:gd name="T10" fmla="*/ 0 w 3866"/>
                  <a:gd name="T11" fmla="*/ 1131 h 3918"/>
                  <a:gd name="T12" fmla="*/ 129 w 3866"/>
                  <a:gd name="T13" fmla="*/ 1657 h 3918"/>
                  <a:gd name="T14" fmla="*/ 101 w 3866"/>
                  <a:gd name="T15" fmla="*/ 1978 h 3918"/>
                  <a:gd name="T16" fmla="*/ 1952 w 3866"/>
                  <a:gd name="T17" fmla="*/ 3828 h 3918"/>
                  <a:gd name="T18" fmla="*/ 2244 w 3866"/>
                  <a:gd name="T19" fmla="*/ 3805 h 3918"/>
                  <a:gd name="T20" fmla="*/ 2735 w 3866"/>
                  <a:gd name="T21" fmla="*/ 3918 h 3918"/>
                  <a:gd name="T22" fmla="*/ 3866 w 3866"/>
                  <a:gd name="T23" fmla="*/ 2786 h 3918"/>
                  <a:gd name="T24" fmla="*/ 3769 w 3866"/>
                  <a:gd name="T25" fmla="*/ 2328 h 3918"/>
                  <a:gd name="T26" fmla="*/ 1895 w 3866"/>
                  <a:gd name="T27" fmla="*/ 1706 h 3918"/>
                  <a:gd name="T28" fmla="*/ 1972 w 3866"/>
                  <a:gd name="T29" fmla="*/ 1731 h 3918"/>
                  <a:gd name="T30" fmla="*/ 2077 w 3866"/>
                  <a:gd name="T31" fmla="*/ 1765 h 3918"/>
                  <a:gd name="T32" fmla="*/ 2494 w 3866"/>
                  <a:gd name="T33" fmla="*/ 1943 h 3918"/>
                  <a:gd name="T34" fmla="*/ 2737 w 3866"/>
                  <a:gd name="T35" fmla="*/ 2425 h 3918"/>
                  <a:gd name="T36" fmla="*/ 2502 w 3866"/>
                  <a:gd name="T37" fmla="*/ 2889 h 3918"/>
                  <a:gd name="T38" fmla="*/ 1963 w 3866"/>
                  <a:gd name="T39" fmla="*/ 3040 h 3918"/>
                  <a:gd name="T40" fmla="*/ 1125 w 3866"/>
                  <a:gd name="T41" fmla="*/ 2542 h 3918"/>
                  <a:gd name="T42" fmla="*/ 1264 w 3866"/>
                  <a:gd name="T43" fmla="*/ 2296 h 3918"/>
                  <a:gd name="T44" fmla="*/ 1510 w 3866"/>
                  <a:gd name="T45" fmla="*/ 2435 h 3918"/>
                  <a:gd name="T46" fmla="*/ 1963 w 3866"/>
                  <a:gd name="T47" fmla="*/ 2640 h 3918"/>
                  <a:gd name="T48" fmla="*/ 2337 w 3866"/>
                  <a:gd name="T49" fmla="*/ 2425 h 3918"/>
                  <a:gd name="T50" fmla="*/ 1959 w 3866"/>
                  <a:gd name="T51" fmla="*/ 2147 h 3918"/>
                  <a:gd name="T52" fmla="*/ 1846 w 3866"/>
                  <a:gd name="T53" fmla="*/ 2111 h 3918"/>
                  <a:gd name="T54" fmla="*/ 1771 w 3866"/>
                  <a:gd name="T55" fmla="*/ 2087 h 3918"/>
                  <a:gd name="T56" fmla="*/ 1363 w 3866"/>
                  <a:gd name="T57" fmla="*/ 1911 h 3918"/>
                  <a:gd name="T58" fmla="*/ 1138 w 3866"/>
                  <a:gd name="T59" fmla="*/ 1467 h 3918"/>
                  <a:gd name="T60" fmla="*/ 1956 w 3866"/>
                  <a:gd name="T61" fmla="*/ 877 h 3918"/>
                  <a:gd name="T62" fmla="*/ 2722 w 3866"/>
                  <a:gd name="T63" fmla="*/ 1248 h 3918"/>
                  <a:gd name="T64" fmla="*/ 2647 w 3866"/>
                  <a:gd name="T65" fmla="*/ 1520 h 3918"/>
                  <a:gd name="T66" fmla="*/ 2374 w 3866"/>
                  <a:gd name="T67" fmla="*/ 1444 h 3918"/>
                  <a:gd name="T68" fmla="*/ 1956 w 3866"/>
                  <a:gd name="T69" fmla="*/ 1277 h 3918"/>
                  <a:gd name="T70" fmla="*/ 1538 w 3866"/>
                  <a:gd name="T71" fmla="*/ 1467 h 3918"/>
                  <a:gd name="T72" fmla="*/ 1895 w 3866"/>
                  <a:gd name="T73" fmla="*/ 1706 h 39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866" h="3918">
                    <a:moveTo>
                      <a:pt x="3769" y="2328"/>
                    </a:moveTo>
                    <a:cubicBezTo>
                      <a:pt x="3791" y="2212"/>
                      <a:pt x="3803" y="2095"/>
                      <a:pt x="3803" y="1978"/>
                    </a:cubicBezTo>
                    <a:cubicBezTo>
                      <a:pt x="3803" y="958"/>
                      <a:pt x="2972" y="127"/>
                      <a:pt x="1952" y="127"/>
                    </a:cubicBezTo>
                    <a:cubicBezTo>
                      <a:pt x="1864" y="127"/>
                      <a:pt x="1775" y="134"/>
                      <a:pt x="1687" y="146"/>
                    </a:cubicBezTo>
                    <a:cubicBezTo>
                      <a:pt x="1518" y="51"/>
                      <a:pt x="1326" y="0"/>
                      <a:pt x="1131" y="0"/>
                    </a:cubicBezTo>
                    <a:cubicBezTo>
                      <a:pt x="507" y="0"/>
                      <a:pt x="0" y="508"/>
                      <a:pt x="0" y="1131"/>
                    </a:cubicBezTo>
                    <a:cubicBezTo>
                      <a:pt x="0" y="1314"/>
                      <a:pt x="44" y="1495"/>
                      <a:pt x="129" y="1657"/>
                    </a:cubicBezTo>
                    <a:cubicBezTo>
                      <a:pt x="111" y="1763"/>
                      <a:pt x="101" y="1870"/>
                      <a:pt x="101" y="1978"/>
                    </a:cubicBezTo>
                    <a:cubicBezTo>
                      <a:pt x="101" y="2998"/>
                      <a:pt x="931" y="3828"/>
                      <a:pt x="1952" y="3828"/>
                    </a:cubicBezTo>
                    <a:cubicBezTo>
                      <a:pt x="2050" y="3828"/>
                      <a:pt x="2148" y="3821"/>
                      <a:pt x="2244" y="3805"/>
                    </a:cubicBezTo>
                    <a:cubicBezTo>
                      <a:pt x="2396" y="3879"/>
                      <a:pt x="2565" y="3918"/>
                      <a:pt x="2735" y="3918"/>
                    </a:cubicBezTo>
                    <a:cubicBezTo>
                      <a:pt x="3359" y="3918"/>
                      <a:pt x="3866" y="3410"/>
                      <a:pt x="3866" y="2786"/>
                    </a:cubicBezTo>
                    <a:cubicBezTo>
                      <a:pt x="3866" y="2627"/>
                      <a:pt x="3834" y="2472"/>
                      <a:pt x="3769" y="2328"/>
                    </a:cubicBezTo>
                    <a:close/>
                    <a:moveTo>
                      <a:pt x="1895" y="1706"/>
                    </a:moveTo>
                    <a:cubicBezTo>
                      <a:pt x="1920" y="1714"/>
                      <a:pt x="1946" y="1723"/>
                      <a:pt x="1972" y="1731"/>
                    </a:cubicBezTo>
                    <a:cubicBezTo>
                      <a:pt x="2006" y="1743"/>
                      <a:pt x="2042" y="1754"/>
                      <a:pt x="2077" y="1765"/>
                    </a:cubicBezTo>
                    <a:cubicBezTo>
                      <a:pt x="2222" y="1810"/>
                      <a:pt x="2372" y="1856"/>
                      <a:pt x="2494" y="1943"/>
                    </a:cubicBezTo>
                    <a:cubicBezTo>
                      <a:pt x="2655" y="2058"/>
                      <a:pt x="2737" y="2220"/>
                      <a:pt x="2737" y="2425"/>
                    </a:cubicBezTo>
                    <a:cubicBezTo>
                      <a:pt x="2737" y="2614"/>
                      <a:pt x="2654" y="2779"/>
                      <a:pt x="2502" y="2889"/>
                    </a:cubicBezTo>
                    <a:cubicBezTo>
                      <a:pt x="2367" y="2988"/>
                      <a:pt x="2180" y="3040"/>
                      <a:pt x="1963" y="3040"/>
                    </a:cubicBezTo>
                    <a:cubicBezTo>
                      <a:pt x="1313" y="3040"/>
                      <a:pt x="1157" y="2659"/>
                      <a:pt x="1125" y="2542"/>
                    </a:cubicBezTo>
                    <a:cubicBezTo>
                      <a:pt x="1095" y="2435"/>
                      <a:pt x="1158" y="2325"/>
                      <a:pt x="1264" y="2296"/>
                    </a:cubicBezTo>
                    <a:cubicBezTo>
                      <a:pt x="1371" y="2266"/>
                      <a:pt x="1481" y="2329"/>
                      <a:pt x="1510" y="2435"/>
                    </a:cubicBezTo>
                    <a:cubicBezTo>
                      <a:pt x="1546" y="2566"/>
                      <a:pt x="1711" y="2640"/>
                      <a:pt x="1963" y="2640"/>
                    </a:cubicBezTo>
                    <a:cubicBezTo>
                      <a:pt x="2075" y="2640"/>
                      <a:pt x="2337" y="2619"/>
                      <a:pt x="2337" y="2425"/>
                    </a:cubicBezTo>
                    <a:cubicBezTo>
                      <a:pt x="2337" y="2283"/>
                      <a:pt x="2261" y="2241"/>
                      <a:pt x="1959" y="2147"/>
                    </a:cubicBezTo>
                    <a:cubicBezTo>
                      <a:pt x="1922" y="2136"/>
                      <a:pt x="1884" y="2124"/>
                      <a:pt x="1846" y="2111"/>
                    </a:cubicBezTo>
                    <a:cubicBezTo>
                      <a:pt x="1821" y="2103"/>
                      <a:pt x="1796" y="2095"/>
                      <a:pt x="1771" y="2087"/>
                    </a:cubicBezTo>
                    <a:cubicBezTo>
                      <a:pt x="1619" y="2038"/>
                      <a:pt x="1476" y="1991"/>
                      <a:pt x="1363" y="1911"/>
                    </a:cubicBezTo>
                    <a:cubicBezTo>
                      <a:pt x="1214" y="1806"/>
                      <a:pt x="1138" y="1656"/>
                      <a:pt x="1138" y="1467"/>
                    </a:cubicBezTo>
                    <a:cubicBezTo>
                      <a:pt x="1138" y="1174"/>
                      <a:pt x="1419" y="877"/>
                      <a:pt x="1956" y="877"/>
                    </a:cubicBezTo>
                    <a:cubicBezTo>
                      <a:pt x="2417" y="877"/>
                      <a:pt x="2627" y="1079"/>
                      <a:pt x="2722" y="1248"/>
                    </a:cubicBezTo>
                    <a:cubicBezTo>
                      <a:pt x="2777" y="1344"/>
                      <a:pt x="2743" y="1466"/>
                      <a:pt x="2647" y="1520"/>
                    </a:cubicBezTo>
                    <a:cubicBezTo>
                      <a:pt x="2550" y="1574"/>
                      <a:pt x="2428" y="1540"/>
                      <a:pt x="2374" y="1444"/>
                    </a:cubicBezTo>
                    <a:cubicBezTo>
                      <a:pt x="2351" y="1403"/>
                      <a:pt x="2280" y="1277"/>
                      <a:pt x="1956" y="1277"/>
                    </a:cubicBezTo>
                    <a:cubicBezTo>
                      <a:pt x="1683" y="1277"/>
                      <a:pt x="1538" y="1387"/>
                      <a:pt x="1538" y="1467"/>
                    </a:cubicBezTo>
                    <a:cubicBezTo>
                      <a:pt x="1538" y="1569"/>
                      <a:pt x="1569" y="1601"/>
                      <a:pt x="1895" y="170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32" name="Text3" descr="0411c60e-3af0-4a92-bd0b-2c00b71df848"/>
              <p:cNvSpPr txBox="1"/>
              <p:nvPr/>
            </p:nvSpPr>
            <p:spPr>
              <a:xfrm>
                <a:off x="8609824" y="4607750"/>
                <a:ext cx="2512996" cy="152634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优秀的工具具备多种功能，可大幅提升开发效率。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33" name="Bullet3" descr="da4b531e-8ec5-4d2c-b1d0-70779090c25d"/>
              <p:cNvSpPr txBox="1"/>
              <p:nvPr/>
            </p:nvSpPr>
            <p:spPr>
              <a:xfrm>
                <a:off x="8609824" y="4016879"/>
                <a:ext cx="2512996" cy="59087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提升开发效率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</p:grp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5a12860-57d0-435d-97c1-4c6d2d8d7d77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FFFFFF"/>
                </a:solidFill>
                <a:ea typeface="微软雅黑" panose="020B0503020204020204" charset="-122"/>
              </a:rPr>
              <a:t>人：核心决策者</a:t>
            </a:r>
            <a:endParaRPr lang="en-US" sz="2800" b="1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grpSp>
        <p:nvGrpSpPr>
          <p:cNvPr id="8" name="56f47863-dbde-44fd-afff-5a3353949883.source.4.zh-Hans.pptx" descr="d338b4d4-8a23-4cd3-96c2-0bfb427165d2"/>
          <p:cNvGrpSpPr/>
          <p:nvPr/>
        </p:nvGrpSpPr>
        <p:grpSpPr>
          <a:xfrm>
            <a:off x="673100" y="1569014"/>
            <a:ext cx="10845800" cy="4043709"/>
            <a:chOff x="673100" y="1569014"/>
            <a:chExt cx="10845800" cy="4043709"/>
          </a:xfrm>
        </p:grpSpPr>
        <p:sp>
          <p:nvSpPr>
            <p:cNvPr id="118" name="Title" descr="ef2c20f8-d1e3-4a17-9587-f45b9457e22b"/>
            <p:cNvSpPr/>
            <p:nvPr/>
          </p:nvSpPr>
          <p:spPr>
            <a:xfrm>
              <a:off x="673100" y="2168285"/>
              <a:ext cx="3001922" cy="3001922"/>
            </a:xfrm>
            <a:prstGeom prst="ellipse">
              <a:avLst/>
            </a:prstGeom>
            <a:gradFill>
              <a:gsLst>
                <a:gs pos="0">
                  <a:schemeClr val="accent1">
                    <a:alpha val="15000"/>
                  </a:schemeClr>
                </a:gs>
                <a:gs pos="100000">
                  <a:schemeClr val="bg1"/>
                </a:gs>
              </a:gsLst>
              <a:lin ang="5400000" scaled="0"/>
            </a:gra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>
              <a:norm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20000"/>
                </a:lnSpc>
              </a:pPr>
              <a:r>
                <a:rPr lang="en-US" sz="2400" b="1" i="0" u="none">
                  <a:solidFill>
                    <a:srgbClr val="FFFFFF"/>
                  </a:solidFill>
                  <a:ea typeface="微软雅黑" panose="020B0503020204020204" charset="-122"/>
                </a:rPr>
                <a:t>人在AI编程中发挥关键作用</a:t>
              </a:r>
              <a:endParaRPr lang="en-US" sz="2400" b="1" i="0" u="none">
                <a:solidFill>
                  <a:srgbClr val="FFFFFF"/>
                </a:solidFill>
                <a:ea typeface="微软雅黑" panose="020B0503020204020204" charset="-122"/>
              </a:endParaRPr>
            </a:p>
          </p:txBody>
        </p:sp>
        <p:grpSp>
          <p:nvGrpSpPr>
            <p:cNvPr id="3" name="组合 2" descr="4d827b79-0ae7-41b9-a66f-4ff169a7d6ef"/>
            <p:cNvGrpSpPr/>
            <p:nvPr/>
          </p:nvGrpSpPr>
          <p:grpSpPr>
            <a:xfrm>
              <a:off x="3675022" y="1569014"/>
              <a:ext cx="7843878" cy="2100232"/>
              <a:chOff x="3675022" y="1569014"/>
              <a:chExt cx="7843878" cy="2100232"/>
            </a:xfrm>
          </p:grpSpPr>
          <p:sp>
            <p:nvSpPr>
              <p:cNvPr id="139" name="Bullet1" descr="0489c0fc-ca6d-449a-964c-0bcde8944085"/>
              <p:cNvSpPr/>
              <p:nvPr/>
            </p:nvSpPr>
            <p:spPr>
              <a:xfrm>
                <a:off x="4299992" y="1569014"/>
                <a:ext cx="2134309" cy="734006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50000">
                    <a:schemeClr val="accent1"/>
                  </a:gs>
                </a:gsLst>
                <a:lin ang="2700000" scaled="0"/>
              </a:gradFill>
            </p:spPr>
            <p:txBody>
              <a:bodyPr wrap="square" lIns="108000" tIns="108000" rIns="108000" bIns="108000" rtlCol="0" anchor="ctr" anchorCtr="0">
                <a:norm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6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人定义需求</a:t>
                </a:r>
                <a:endParaRPr lang="en-US" sz="16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43" name="ComponentBackground1" descr="60d5ebad-f65b-49d7-bde3-1e1810e7f4d1"/>
              <p:cNvSpPr/>
              <p:nvPr/>
            </p:nvSpPr>
            <p:spPr>
              <a:xfrm>
                <a:off x="6933742" y="1569014"/>
                <a:ext cx="4585158" cy="7344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6350">
                <a:noFill/>
              </a:ln>
              <a:effectLst>
                <a:outerShdw blurRad="127000" dist="50800" dir="5400000" algn="ctr" rotWithShape="0">
                  <a:schemeClr val="bg2">
                    <a:lumMod val="75000"/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</a:p>
            </p:txBody>
          </p:sp>
          <p:sp>
            <p:nvSpPr>
              <p:cNvPr id="142" name="Text1" descr="68d29e87-ab02-45d6-9b49-1a4ad9a143e9"/>
              <p:cNvSpPr txBox="1"/>
              <p:nvPr/>
            </p:nvSpPr>
            <p:spPr>
              <a:xfrm>
                <a:off x="7717060" y="1704144"/>
                <a:ext cx="3468391" cy="464141"/>
              </a:xfrm>
              <a:prstGeom prst="rect">
                <a:avLst/>
              </a:prstGeom>
              <a:noFill/>
              <a:effectLst/>
            </p:spPr>
            <p:txBody>
              <a:bodyPr wrap="square" lIns="53950" tIns="26975" rIns="53950" bIns="26975" rtlCol="0" anchor="ctr" anchorCtr="0">
                <a:normAutofit fontScale="92500" lnSpcReduction="10000"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17000"/>
                  </a:lnSpc>
                </a:pPr>
                <a:r>
                  <a:rPr lang="en-US" sz="1200" b="0" i="0" u="none" strike="noStrike">
                    <a:solidFill>
                      <a:srgbClr val="FFFFFF"/>
                    </a:solidFill>
                    <a:ea typeface="微软雅黑" panose="020B0503020204020204" charset="-122"/>
                  </a:rPr>
                  <a:t>人定义需求、设计架构、把控质量、做价值判断。</a:t>
                </a:r>
                <a:endParaRPr lang="en-US" sz="1200" b="0" i="0" u="none" strike="noStrik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44" name="IconBackground1" descr="06d6c56f-912a-4e27-b5ba-9b80a66caf40"/>
              <p:cNvSpPr/>
              <p:nvPr/>
            </p:nvSpPr>
            <p:spPr>
              <a:xfrm>
                <a:off x="7029712" y="1632965"/>
                <a:ext cx="606499" cy="606499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50000">
                    <a:schemeClr val="accent1"/>
                  </a:gs>
                </a:gsLst>
                <a:lin ang="2700000" scaled="0"/>
              </a:gradFill>
            </p:spPr>
            <p:txBody>
              <a:bodyPr wrap="square" lIns="108000" tIns="108000" rIns="108000" bIns="108000" rtlCol="0" anchor="ctr" anchorCtr="0">
                <a:normAutofit fontScale="47500" lnSpcReduction="20000"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12000"/>
                  </a:lnSpc>
                </a:pPr>
              </a:p>
            </p:txBody>
          </p:sp>
          <p:sp>
            <p:nvSpPr>
              <p:cNvPr id="145" name="Icon1" descr="1b0dfa82-f3af-4408-923e-b40f82859461"/>
              <p:cNvSpPr/>
              <p:nvPr/>
            </p:nvSpPr>
            <p:spPr>
              <a:xfrm>
                <a:off x="7213664" y="1797062"/>
                <a:ext cx="238595" cy="278304"/>
              </a:xfrm>
              <a:custGeom>
                <a:avLst/>
                <a:gdLst>
                  <a:gd name="T0" fmla="*/ 6073 w 8573"/>
                  <a:gd name="T1" fmla="*/ 0 h 10000"/>
                  <a:gd name="T2" fmla="*/ 7840 w 8573"/>
                  <a:gd name="T3" fmla="*/ 521 h 10000"/>
                  <a:gd name="T4" fmla="*/ 8573 w 8573"/>
                  <a:gd name="T5" fmla="*/ 1785 h 10000"/>
                  <a:gd name="T6" fmla="*/ 8573 w 8573"/>
                  <a:gd name="T7" fmla="*/ 6785 h 10000"/>
                  <a:gd name="T8" fmla="*/ 7873 w 8573"/>
                  <a:gd name="T9" fmla="*/ 8024 h 10000"/>
                  <a:gd name="T10" fmla="*/ 6167 w 8573"/>
                  <a:gd name="T11" fmla="*/ 8565 h 10000"/>
                  <a:gd name="T12" fmla="*/ 7356 w 8573"/>
                  <a:gd name="T13" fmla="*/ 9693 h 10000"/>
                  <a:gd name="T14" fmla="*/ 7400 w 8573"/>
                  <a:gd name="T15" fmla="*/ 9888 h 10000"/>
                  <a:gd name="T16" fmla="*/ 7232 w 8573"/>
                  <a:gd name="T17" fmla="*/ 10000 h 10000"/>
                  <a:gd name="T18" fmla="*/ 1341 w 8573"/>
                  <a:gd name="T19" fmla="*/ 10000 h 10000"/>
                  <a:gd name="T20" fmla="*/ 1173 w 8573"/>
                  <a:gd name="T21" fmla="*/ 9888 h 10000"/>
                  <a:gd name="T22" fmla="*/ 1217 w 8573"/>
                  <a:gd name="T23" fmla="*/ 9693 h 10000"/>
                  <a:gd name="T24" fmla="*/ 2406 w 8573"/>
                  <a:gd name="T25" fmla="*/ 8565 h 10000"/>
                  <a:gd name="T26" fmla="*/ 700 w 8573"/>
                  <a:gd name="T27" fmla="*/ 8024 h 10000"/>
                  <a:gd name="T28" fmla="*/ 0 w 8573"/>
                  <a:gd name="T29" fmla="*/ 6785 h 10000"/>
                  <a:gd name="T30" fmla="*/ 0 w 8573"/>
                  <a:gd name="T31" fmla="*/ 1786 h 10000"/>
                  <a:gd name="T32" fmla="*/ 733 w 8573"/>
                  <a:gd name="T33" fmla="*/ 523 h 10000"/>
                  <a:gd name="T34" fmla="*/ 2500 w 8573"/>
                  <a:gd name="T35" fmla="*/ 1 h 10000"/>
                  <a:gd name="T36" fmla="*/ 6073 w 8573"/>
                  <a:gd name="T37" fmla="*/ 0 h 10000"/>
                  <a:gd name="T38" fmla="*/ 7501 w 8573"/>
                  <a:gd name="T39" fmla="*/ 4286 h 10000"/>
                  <a:gd name="T40" fmla="*/ 7501 w 8573"/>
                  <a:gd name="T41" fmla="*/ 1429 h 10000"/>
                  <a:gd name="T42" fmla="*/ 1073 w 8573"/>
                  <a:gd name="T43" fmla="*/ 1429 h 10000"/>
                  <a:gd name="T44" fmla="*/ 1073 w 8573"/>
                  <a:gd name="T45" fmla="*/ 4285 h 10000"/>
                  <a:gd name="T46" fmla="*/ 7501 w 8573"/>
                  <a:gd name="T47" fmla="*/ 4286 h 10000"/>
                  <a:gd name="T48" fmla="*/ 3528 w 8573"/>
                  <a:gd name="T49" fmla="*/ 7188 h 10000"/>
                  <a:gd name="T50" fmla="*/ 4287 w 8573"/>
                  <a:gd name="T51" fmla="*/ 7500 h 10000"/>
                  <a:gd name="T52" fmla="*/ 5046 w 8573"/>
                  <a:gd name="T53" fmla="*/ 7188 h 10000"/>
                  <a:gd name="T54" fmla="*/ 5358 w 8573"/>
                  <a:gd name="T55" fmla="*/ 6429 h 10000"/>
                  <a:gd name="T56" fmla="*/ 5046 w 8573"/>
                  <a:gd name="T57" fmla="*/ 5670 h 10000"/>
                  <a:gd name="T58" fmla="*/ 4287 w 8573"/>
                  <a:gd name="T59" fmla="*/ 5357 h 10000"/>
                  <a:gd name="T60" fmla="*/ 3528 w 8573"/>
                  <a:gd name="T61" fmla="*/ 5670 h 10000"/>
                  <a:gd name="T62" fmla="*/ 3216 w 8573"/>
                  <a:gd name="T63" fmla="*/ 6429 h 10000"/>
                  <a:gd name="T64" fmla="*/ 3528 w 8573"/>
                  <a:gd name="T65" fmla="*/ 7188 h 1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8573" h="10000">
                    <a:moveTo>
                      <a:pt x="6073" y="0"/>
                    </a:moveTo>
                    <a:cubicBezTo>
                      <a:pt x="6761" y="0"/>
                      <a:pt x="7351" y="174"/>
                      <a:pt x="7840" y="521"/>
                    </a:cubicBezTo>
                    <a:cubicBezTo>
                      <a:pt x="8330" y="869"/>
                      <a:pt x="8573" y="1290"/>
                      <a:pt x="8573" y="1785"/>
                    </a:cubicBezTo>
                    <a:lnTo>
                      <a:pt x="8573" y="6785"/>
                    </a:lnTo>
                    <a:cubicBezTo>
                      <a:pt x="8573" y="7269"/>
                      <a:pt x="8340" y="7682"/>
                      <a:pt x="7873" y="8024"/>
                    </a:cubicBezTo>
                    <a:cubicBezTo>
                      <a:pt x="7406" y="8366"/>
                      <a:pt x="6838" y="8545"/>
                      <a:pt x="6167" y="8565"/>
                    </a:cubicBezTo>
                    <a:lnTo>
                      <a:pt x="7356" y="9693"/>
                    </a:lnTo>
                    <a:cubicBezTo>
                      <a:pt x="7416" y="9749"/>
                      <a:pt x="7430" y="9813"/>
                      <a:pt x="7400" y="9888"/>
                    </a:cubicBezTo>
                    <a:cubicBezTo>
                      <a:pt x="7370" y="9961"/>
                      <a:pt x="7313" y="10000"/>
                      <a:pt x="7232" y="10000"/>
                    </a:cubicBezTo>
                    <a:lnTo>
                      <a:pt x="1341" y="10000"/>
                    </a:lnTo>
                    <a:cubicBezTo>
                      <a:pt x="1258" y="10000"/>
                      <a:pt x="1203" y="9961"/>
                      <a:pt x="1173" y="9888"/>
                    </a:cubicBezTo>
                    <a:cubicBezTo>
                      <a:pt x="1143" y="9814"/>
                      <a:pt x="1158" y="9749"/>
                      <a:pt x="1217" y="9693"/>
                    </a:cubicBezTo>
                    <a:lnTo>
                      <a:pt x="2406" y="8565"/>
                    </a:lnTo>
                    <a:cubicBezTo>
                      <a:pt x="1735" y="8546"/>
                      <a:pt x="1168" y="8366"/>
                      <a:pt x="700" y="8024"/>
                    </a:cubicBezTo>
                    <a:cubicBezTo>
                      <a:pt x="232" y="7681"/>
                      <a:pt x="0" y="7270"/>
                      <a:pt x="0" y="6785"/>
                    </a:cubicBezTo>
                    <a:lnTo>
                      <a:pt x="0" y="1786"/>
                    </a:lnTo>
                    <a:cubicBezTo>
                      <a:pt x="0" y="1291"/>
                      <a:pt x="243" y="870"/>
                      <a:pt x="733" y="523"/>
                    </a:cubicBezTo>
                    <a:cubicBezTo>
                      <a:pt x="1223" y="175"/>
                      <a:pt x="1811" y="1"/>
                      <a:pt x="2500" y="1"/>
                    </a:cubicBezTo>
                    <a:lnTo>
                      <a:pt x="6073" y="0"/>
                    </a:lnTo>
                    <a:close/>
                    <a:moveTo>
                      <a:pt x="7501" y="4286"/>
                    </a:moveTo>
                    <a:lnTo>
                      <a:pt x="7501" y="1429"/>
                    </a:lnTo>
                    <a:lnTo>
                      <a:pt x="1073" y="1429"/>
                    </a:lnTo>
                    <a:lnTo>
                      <a:pt x="1073" y="4285"/>
                    </a:lnTo>
                    <a:lnTo>
                      <a:pt x="7501" y="4286"/>
                    </a:lnTo>
                    <a:close/>
                    <a:moveTo>
                      <a:pt x="3528" y="7188"/>
                    </a:moveTo>
                    <a:cubicBezTo>
                      <a:pt x="3736" y="7396"/>
                      <a:pt x="3990" y="7500"/>
                      <a:pt x="4287" y="7500"/>
                    </a:cubicBezTo>
                    <a:cubicBezTo>
                      <a:pt x="4584" y="7500"/>
                      <a:pt x="4837" y="7395"/>
                      <a:pt x="5046" y="7188"/>
                    </a:cubicBezTo>
                    <a:cubicBezTo>
                      <a:pt x="5253" y="6980"/>
                      <a:pt x="5358" y="6726"/>
                      <a:pt x="5358" y="6429"/>
                    </a:cubicBezTo>
                    <a:cubicBezTo>
                      <a:pt x="5358" y="6131"/>
                      <a:pt x="5253" y="5879"/>
                      <a:pt x="5046" y="5670"/>
                    </a:cubicBezTo>
                    <a:cubicBezTo>
                      <a:pt x="4837" y="5462"/>
                      <a:pt x="4585" y="5357"/>
                      <a:pt x="4287" y="5357"/>
                    </a:cubicBezTo>
                    <a:cubicBezTo>
                      <a:pt x="3989" y="5357"/>
                      <a:pt x="3737" y="5462"/>
                      <a:pt x="3528" y="5670"/>
                    </a:cubicBezTo>
                    <a:cubicBezTo>
                      <a:pt x="3320" y="5879"/>
                      <a:pt x="3216" y="6131"/>
                      <a:pt x="3216" y="6429"/>
                    </a:cubicBezTo>
                    <a:cubicBezTo>
                      <a:pt x="3216" y="6726"/>
                      <a:pt x="3320" y="6980"/>
                      <a:pt x="3528" y="718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</a:p>
            </p:txBody>
          </p:sp>
          <p:cxnSp>
            <p:nvCxnSpPr>
              <p:cNvPr id="141" name="Linee1" descr="862e2890-be00-4271-aab4-17c925d220eb"/>
              <p:cNvCxnSpPr>
                <a:stCxn id="139" idx="3"/>
                <a:endCxn id="143" idx="1"/>
              </p:cNvCxnSpPr>
              <p:nvPr/>
            </p:nvCxnSpPr>
            <p:spPr>
              <a:xfrm>
                <a:off x="6434301" y="1936017"/>
                <a:ext cx="499441" cy="197"/>
              </a:xfrm>
              <a:prstGeom prst="straightConnector1">
                <a:avLst/>
              </a:prstGeom>
              <a:ln w="6350">
                <a:solidFill>
                  <a:schemeClr val="tx2">
                    <a:alpha val="50000"/>
                  </a:schemeClr>
                </a:solidFill>
                <a:tailEnd type="triangl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Line1" descr="c05cb79a-fe9c-46ba-a6f8-2d52c84a490f"/>
              <p:cNvCxnSpPr>
                <a:stCxn id="118" idx="6"/>
                <a:endCxn id="139" idx="1"/>
              </p:cNvCxnSpPr>
              <p:nvPr/>
            </p:nvCxnSpPr>
            <p:spPr>
              <a:xfrm flipV="1">
                <a:off x="3675022" y="1936017"/>
                <a:ext cx="624970" cy="1733229"/>
              </a:xfrm>
              <a:prstGeom prst="bentConnector3">
                <a:avLst>
                  <a:gd name="adj1" fmla="val 50000"/>
                </a:avLst>
              </a:prstGeom>
              <a:ln w="6350">
                <a:solidFill>
                  <a:schemeClr val="tx2">
                    <a:alpha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组合 3" descr="8abd2316-893f-48dc-b201-259e1c0271bb"/>
            <p:cNvGrpSpPr/>
            <p:nvPr/>
          </p:nvGrpSpPr>
          <p:grpSpPr>
            <a:xfrm>
              <a:off x="3675022" y="2659182"/>
              <a:ext cx="7843878" cy="1010064"/>
              <a:chOff x="3675022" y="2659182"/>
              <a:chExt cx="7843878" cy="1010064"/>
            </a:xfrm>
          </p:grpSpPr>
          <p:sp>
            <p:nvSpPr>
              <p:cNvPr id="132" name="Bullet2" descr="ef6ef1cf-c145-4531-bb6c-22c88efe3cda"/>
              <p:cNvSpPr/>
              <p:nvPr/>
            </p:nvSpPr>
            <p:spPr>
              <a:xfrm>
                <a:off x="4299992" y="2659379"/>
                <a:ext cx="2134309" cy="734006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dk2">
                      <a:lumMod val="60000"/>
                      <a:lumOff val="40000"/>
                    </a:schemeClr>
                  </a:gs>
                  <a:gs pos="50000">
                    <a:schemeClr val="dk2">
                      <a:lumMod val="100000"/>
                    </a:schemeClr>
                  </a:gs>
                </a:gsLst>
                <a:lin ang="2700000" scaled="0"/>
                <a:tileRect/>
              </a:gradFill>
            </p:spPr>
            <p:txBody>
              <a:bodyPr wrap="square" lIns="108000" tIns="108000" rIns="108000" bIns="108000" rtlCol="0" anchor="ctr" anchorCtr="0">
                <a:norm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6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人把控质量</a:t>
                </a:r>
                <a:endParaRPr lang="en-US" sz="16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36" name="ComponentBackground2" descr="5ad43906-00bd-417a-a45e-0ea4b767523f"/>
              <p:cNvSpPr/>
              <p:nvPr/>
            </p:nvSpPr>
            <p:spPr>
              <a:xfrm>
                <a:off x="6933742" y="2659182"/>
                <a:ext cx="4585158" cy="7344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6350">
                <a:noFill/>
              </a:ln>
              <a:effectLst>
                <a:outerShdw blurRad="127000" dist="50800" dir="5400000" algn="ctr" rotWithShape="0">
                  <a:schemeClr val="bg2">
                    <a:lumMod val="75000"/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</a:p>
            </p:txBody>
          </p:sp>
          <p:sp>
            <p:nvSpPr>
              <p:cNvPr id="135" name="Text2" descr="52eb7020-7e22-4eaa-93e0-351362502a4b"/>
              <p:cNvSpPr txBox="1"/>
              <p:nvPr/>
            </p:nvSpPr>
            <p:spPr>
              <a:xfrm>
                <a:off x="7717060" y="2794312"/>
                <a:ext cx="3468391" cy="464141"/>
              </a:xfrm>
              <a:prstGeom prst="rect">
                <a:avLst/>
              </a:prstGeom>
              <a:noFill/>
              <a:effectLst/>
            </p:spPr>
            <p:txBody>
              <a:bodyPr wrap="square" lIns="53950" tIns="26975" rIns="53950" bIns="26975" rtlCol="0" anchor="ctr" anchorCtr="0">
                <a:normAutofit fontScale="92500" lnSpcReduction="10000"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17000"/>
                  </a:lnSpc>
                </a:pPr>
                <a:r>
                  <a:rPr lang="en-US" sz="1200" b="0" i="0" u="none" strike="noStrike">
                    <a:solidFill>
                      <a:srgbClr val="FFFFFF"/>
                    </a:solidFill>
                    <a:latin typeface="Arial" panose="020B0604020202020204"/>
                  </a:rPr>
                  <a:t>AI再强大，也需要人来设定目标、提供上下文、验证结果。</a:t>
                </a:r>
                <a:endParaRPr lang="en-US" sz="1200" b="0" i="0" u="none" strike="noStrik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137" name="IconBackground2" descr="2737bca5-6a26-4d94-a1f3-ed4d7d0b21e7"/>
              <p:cNvSpPr/>
              <p:nvPr/>
            </p:nvSpPr>
            <p:spPr>
              <a:xfrm>
                <a:off x="7029712" y="2723133"/>
                <a:ext cx="606499" cy="606499"/>
              </a:xfrm>
              <a:prstGeom prst="ellipse">
                <a:avLst/>
              </a:prstGeom>
              <a:gradFill flip="none" rotWithShape="1">
                <a:gsLst>
                  <a:gs pos="0">
                    <a:schemeClr val="dk2">
                      <a:lumMod val="60000"/>
                      <a:lumOff val="40000"/>
                    </a:schemeClr>
                  </a:gs>
                  <a:gs pos="50000">
                    <a:schemeClr val="dk2">
                      <a:lumMod val="100000"/>
                    </a:schemeClr>
                  </a:gs>
                </a:gsLst>
                <a:lin ang="2700000" scaled="0"/>
                <a:tileRect/>
              </a:gradFill>
            </p:spPr>
            <p:txBody>
              <a:bodyPr wrap="square" lIns="108000" tIns="108000" rIns="108000" bIns="108000" rtlCol="0" anchor="ctr" anchorCtr="0">
                <a:normAutofit fontScale="77500" lnSpcReduction="20000"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96000"/>
                  </a:lnSpc>
                </a:pPr>
              </a:p>
            </p:txBody>
          </p:sp>
          <p:sp>
            <p:nvSpPr>
              <p:cNvPr id="138" name="Icon2" descr="28d7308f-dc93-42f3-b8d0-55ed27b704ec"/>
              <p:cNvSpPr/>
              <p:nvPr/>
            </p:nvSpPr>
            <p:spPr>
              <a:xfrm>
                <a:off x="7193809" y="2905780"/>
                <a:ext cx="278304" cy="241205"/>
              </a:xfrm>
              <a:custGeom>
                <a:avLst/>
                <a:gdLst>
                  <a:gd name="T0" fmla="*/ 8666 w 10000"/>
                  <a:gd name="T1" fmla="*/ 1334 h 8668"/>
                  <a:gd name="T2" fmla="*/ 9609 w 10000"/>
                  <a:gd name="T3" fmla="*/ 1725 h 8668"/>
                  <a:gd name="T4" fmla="*/ 10000 w 10000"/>
                  <a:gd name="T5" fmla="*/ 2668 h 8668"/>
                  <a:gd name="T6" fmla="*/ 10000 w 10000"/>
                  <a:gd name="T7" fmla="*/ 7334 h 8668"/>
                  <a:gd name="T8" fmla="*/ 9609 w 10000"/>
                  <a:gd name="T9" fmla="*/ 8277 h 8668"/>
                  <a:gd name="T10" fmla="*/ 8666 w 10000"/>
                  <a:gd name="T11" fmla="*/ 8668 h 8668"/>
                  <a:gd name="T12" fmla="*/ 1334 w 10000"/>
                  <a:gd name="T13" fmla="*/ 8668 h 8668"/>
                  <a:gd name="T14" fmla="*/ 391 w 10000"/>
                  <a:gd name="T15" fmla="*/ 8277 h 8668"/>
                  <a:gd name="T16" fmla="*/ 0 w 10000"/>
                  <a:gd name="T17" fmla="*/ 7334 h 8668"/>
                  <a:gd name="T18" fmla="*/ 0 w 10000"/>
                  <a:gd name="T19" fmla="*/ 2667 h 8668"/>
                  <a:gd name="T20" fmla="*/ 391 w 10000"/>
                  <a:gd name="T21" fmla="*/ 1724 h 8668"/>
                  <a:gd name="T22" fmla="*/ 1334 w 10000"/>
                  <a:gd name="T23" fmla="*/ 1333 h 8668"/>
                  <a:gd name="T24" fmla="*/ 2501 w 10000"/>
                  <a:gd name="T25" fmla="*/ 1333 h 8668"/>
                  <a:gd name="T26" fmla="*/ 2766 w 10000"/>
                  <a:gd name="T27" fmla="*/ 625 h 8668"/>
                  <a:gd name="T28" fmla="*/ 3129 w 10000"/>
                  <a:gd name="T29" fmla="*/ 185 h 8668"/>
                  <a:gd name="T30" fmla="*/ 3668 w 10000"/>
                  <a:gd name="T31" fmla="*/ 0 h 8668"/>
                  <a:gd name="T32" fmla="*/ 6334 w 10000"/>
                  <a:gd name="T33" fmla="*/ 0 h 8668"/>
                  <a:gd name="T34" fmla="*/ 6873 w 10000"/>
                  <a:gd name="T35" fmla="*/ 185 h 8668"/>
                  <a:gd name="T36" fmla="*/ 7235 w 10000"/>
                  <a:gd name="T37" fmla="*/ 625 h 8668"/>
                  <a:gd name="T38" fmla="*/ 7500 w 10000"/>
                  <a:gd name="T39" fmla="*/ 1333 h 8668"/>
                  <a:gd name="T40" fmla="*/ 8669 w 10000"/>
                  <a:gd name="T41" fmla="*/ 1333 h 8668"/>
                  <a:gd name="T42" fmla="*/ 8669 w 10000"/>
                  <a:gd name="T43" fmla="*/ 1334 h 8668"/>
                  <a:gd name="T44" fmla="*/ 8666 w 10000"/>
                  <a:gd name="T45" fmla="*/ 1334 h 8668"/>
                  <a:gd name="T46" fmla="*/ 3353 w 10000"/>
                  <a:gd name="T47" fmla="*/ 6648 h 8668"/>
                  <a:gd name="T48" fmla="*/ 5000 w 10000"/>
                  <a:gd name="T49" fmla="*/ 7333 h 8668"/>
                  <a:gd name="T50" fmla="*/ 6647 w 10000"/>
                  <a:gd name="T51" fmla="*/ 6648 h 8668"/>
                  <a:gd name="T52" fmla="*/ 7332 w 10000"/>
                  <a:gd name="T53" fmla="*/ 5000 h 8668"/>
                  <a:gd name="T54" fmla="*/ 6647 w 10000"/>
                  <a:gd name="T55" fmla="*/ 3353 h 8668"/>
                  <a:gd name="T56" fmla="*/ 5000 w 10000"/>
                  <a:gd name="T57" fmla="*/ 2668 h 8668"/>
                  <a:gd name="T58" fmla="*/ 3352 w 10000"/>
                  <a:gd name="T59" fmla="*/ 3353 h 8668"/>
                  <a:gd name="T60" fmla="*/ 2667 w 10000"/>
                  <a:gd name="T61" fmla="*/ 5000 h 8668"/>
                  <a:gd name="T62" fmla="*/ 3353 w 10000"/>
                  <a:gd name="T63" fmla="*/ 6648 h 8668"/>
                  <a:gd name="T64" fmla="*/ 3941 w 10000"/>
                  <a:gd name="T65" fmla="*/ 3940 h 8668"/>
                  <a:gd name="T66" fmla="*/ 5000 w 10000"/>
                  <a:gd name="T67" fmla="*/ 3500 h 8668"/>
                  <a:gd name="T68" fmla="*/ 6059 w 10000"/>
                  <a:gd name="T69" fmla="*/ 3940 h 8668"/>
                  <a:gd name="T70" fmla="*/ 6499 w 10000"/>
                  <a:gd name="T71" fmla="*/ 4999 h 8668"/>
                  <a:gd name="T72" fmla="*/ 6059 w 10000"/>
                  <a:gd name="T73" fmla="*/ 6058 h 8668"/>
                  <a:gd name="T74" fmla="*/ 5000 w 10000"/>
                  <a:gd name="T75" fmla="*/ 6498 h 8668"/>
                  <a:gd name="T76" fmla="*/ 3941 w 10000"/>
                  <a:gd name="T77" fmla="*/ 6058 h 8668"/>
                  <a:gd name="T78" fmla="*/ 3501 w 10000"/>
                  <a:gd name="T79" fmla="*/ 4999 h 8668"/>
                  <a:gd name="T80" fmla="*/ 3941 w 10000"/>
                  <a:gd name="T81" fmla="*/ 3940 h 86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0000" h="8668">
                    <a:moveTo>
                      <a:pt x="8666" y="1334"/>
                    </a:moveTo>
                    <a:cubicBezTo>
                      <a:pt x="9034" y="1334"/>
                      <a:pt x="9349" y="1464"/>
                      <a:pt x="9609" y="1725"/>
                    </a:cubicBezTo>
                    <a:cubicBezTo>
                      <a:pt x="9870" y="1987"/>
                      <a:pt x="10000" y="2299"/>
                      <a:pt x="10000" y="2668"/>
                    </a:cubicBezTo>
                    <a:lnTo>
                      <a:pt x="10000" y="7334"/>
                    </a:lnTo>
                    <a:cubicBezTo>
                      <a:pt x="10000" y="7702"/>
                      <a:pt x="9870" y="8017"/>
                      <a:pt x="9609" y="8277"/>
                    </a:cubicBezTo>
                    <a:cubicBezTo>
                      <a:pt x="9348" y="8538"/>
                      <a:pt x="9035" y="8668"/>
                      <a:pt x="8666" y="8668"/>
                    </a:cubicBezTo>
                    <a:lnTo>
                      <a:pt x="1334" y="8668"/>
                    </a:lnTo>
                    <a:cubicBezTo>
                      <a:pt x="966" y="8668"/>
                      <a:pt x="651" y="8538"/>
                      <a:pt x="391" y="8277"/>
                    </a:cubicBezTo>
                    <a:cubicBezTo>
                      <a:pt x="131" y="8015"/>
                      <a:pt x="0" y="7703"/>
                      <a:pt x="0" y="7334"/>
                    </a:cubicBezTo>
                    <a:lnTo>
                      <a:pt x="0" y="2667"/>
                    </a:lnTo>
                    <a:cubicBezTo>
                      <a:pt x="0" y="2299"/>
                      <a:pt x="130" y="1984"/>
                      <a:pt x="391" y="1724"/>
                    </a:cubicBezTo>
                    <a:cubicBezTo>
                      <a:pt x="653" y="1464"/>
                      <a:pt x="965" y="1333"/>
                      <a:pt x="1334" y="1333"/>
                    </a:cubicBezTo>
                    <a:lnTo>
                      <a:pt x="2501" y="1333"/>
                    </a:lnTo>
                    <a:lnTo>
                      <a:pt x="2766" y="625"/>
                    </a:lnTo>
                    <a:cubicBezTo>
                      <a:pt x="2831" y="455"/>
                      <a:pt x="2954" y="308"/>
                      <a:pt x="3129" y="185"/>
                    </a:cubicBezTo>
                    <a:cubicBezTo>
                      <a:pt x="3304" y="63"/>
                      <a:pt x="3484" y="0"/>
                      <a:pt x="3668" y="0"/>
                    </a:cubicBezTo>
                    <a:lnTo>
                      <a:pt x="6334" y="0"/>
                    </a:lnTo>
                    <a:cubicBezTo>
                      <a:pt x="6519" y="0"/>
                      <a:pt x="6698" y="62"/>
                      <a:pt x="6873" y="185"/>
                    </a:cubicBezTo>
                    <a:cubicBezTo>
                      <a:pt x="7048" y="308"/>
                      <a:pt x="7169" y="455"/>
                      <a:pt x="7235" y="625"/>
                    </a:cubicBezTo>
                    <a:lnTo>
                      <a:pt x="7500" y="1333"/>
                    </a:lnTo>
                    <a:lnTo>
                      <a:pt x="8669" y="1333"/>
                    </a:lnTo>
                    <a:lnTo>
                      <a:pt x="8669" y="1334"/>
                    </a:lnTo>
                    <a:lnTo>
                      <a:pt x="8666" y="1334"/>
                    </a:lnTo>
                    <a:close/>
                    <a:moveTo>
                      <a:pt x="3353" y="6648"/>
                    </a:moveTo>
                    <a:cubicBezTo>
                      <a:pt x="3809" y="7104"/>
                      <a:pt x="4359" y="7333"/>
                      <a:pt x="5000" y="7333"/>
                    </a:cubicBezTo>
                    <a:cubicBezTo>
                      <a:pt x="5643" y="7333"/>
                      <a:pt x="6191" y="7104"/>
                      <a:pt x="6647" y="6648"/>
                    </a:cubicBezTo>
                    <a:cubicBezTo>
                      <a:pt x="7104" y="6192"/>
                      <a:pt x="7332" y="5642"/>
                      <a:pt x="7332" y="5000"/>
                    </a:cubicBezTo>
                    <a:cubicBezTo>
                      <a:pt x="7332" y="4358"/>
                      <a:pt x="7104" y="3809"/>
                      <a:pt x="6647" y="3353"/>
                    </a:cubicBezTo>
                    <a:cubicBezTo>
                      <a:pt x="6191" y="2896"/>
                      <a:pt x="5641" y="2668"/>
                      <a:pt x="5000" y="2668"/>
                    </a:cubicBezTo>
                    <a:cubicBezTo>
                      <a:pt x="4359" y="2668"/>
                      <a:pt x="3809" y="2896"/>
                      <a:pt x="3352" y="3353"/>
                    </a:cubicBezTo>
                    <a:cubicBezTo>
                      <a:pt x="2896" y="3809"/>
                      <a:pt x="2667" y="4359"/>
                      <a:pt x="2667" y="5000"/>
                    </a:cubicBezTo>
                    <a:cubicBezTo>
                      <a:pt x="2667" y="5641"/>
                      <a:pt x="2895" y="6191"/>
                      <a:pt x="3353" y="6648"/>
                    </a:cubicBezTo>
                    <a:close/>
                    <a:moveTo>
                      <a:pt x="3941" y="3940"/>
                    </a:moveTo>
                    <a:cubicBezTo>
                      <a:pt x="4235" y="3647"/>
                      <a:pt x="4588" y="3500"/>
                      <a:pt x="5000" y="3500"/>
                    </a:cubicBezTo>
                    <a:cubicBezTo>
                      <a:pt x="5413" y="3500"/>
                      <a:pt x="5766" y="3647"/>
                      <a:pt x="6059" y="3940"/>
                    </a:cubicBezTo>
                    <a:cubicBezTo>
                      <a:pt x="6353" y="4234"/>
                      <a:pt x="6499" y="4587"/>
                      <a:pt x="6499" y="4999"/>
                    </a:cubicBezTo>
                    <a:cubicBezTo>
                      <a:pt x="6499" y="5412"/>
                      <a:pt x="6353" y="5765"/>
                      <a:pt x="6059" y="6058"/>
                    </a:cubicBezTo>
                    <a:cubicBezTo>
                      <a:pt x="5765" y="6352"/>
                      <a:pt x="5413" y="6498"/>
                      <a:pt x="5000" y="6498"/>
                    </a:cubicBezTo>
                    <a:cubicBezTo>
                      <a:pt x="4588" y="6498"/>
                      <a:pt x="4234" y="6352"/>
                      <a:pt x="3941" y="6058"/>
                    </a:cubicBezTo>
                    <a:cubicBezTo>
                      <a:pt x="3648" y="5764"/>
                      <a:pt x="3501" y="5412"/>
                      <a:pt x="3501" y="4999"/>
                    </a:cubicBezTo>
                    <a:cubicBezTo>
                      <a:pt x="3501" y="4587"/>
                      <a:pt x="3648" y="4234"/>
                      <a:pt x="3941" y="394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</a:p>
            </p:txBody>
          </p:sp>
          <p:cxnSp>
            <p:nvCxnSpPr>
              <p:cNvPr id="134" name="Linee2" descr="e2bb8885-904e-4c90-a16b-f4c7bb6cf20d"/>
              <p:cNvCxnSpPr>
                <a:stCxn id="132" idx="3"/>
                <a:endCxn id="136" idx="1"/>
              </p:cNvCxnSpPr>
              <p:nvPr/>
            </p:nvCxnSpPr>
            <p:spPr>
              <a:xfrm>
                <a:off x="6434301" y="3026382"/>
                <a:ext cx="499441" cy="0"/>
              </a:xfrm>
              <a:prstGeom prst="straightConnector1">
                <a:avLst/>
              </a:prstGeom>
              <a:ln w="6350">
                <a:solidFill>
                  <a:schemeClr val="tx2">
                    <a:alpha val="50000"/>
                  </a:schemeClr>
                </a:solidFill>
                <a:tailEnd type="triangl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Line2" descr="05a811d0-fd3c-4aa2-b6b6-c5fb6f307e39"/>
              <p:cNvCxnSpPr>
                <a:stCxn id="118" idx="6"/>
                <a:endCxn id="132" idx="1"/>
              </p:cNvCxnSpPr>
              <p:nvPr/>
            </p:nvCxnSpPr>
            <p:spPr>
              <a:xfrm flipV="1">
                <a:off x="3675022" y="3026382"/>
                <a:ext cx="624970" cy="642864"/>
              </a:xfrm>
              <a:prstGeom prst="bentConnector3">
                <a:avLst>
                  <a:gd name="adj1" fmla="val 50000"/>
                </a:avLst>
              </a:prstGeom>
              <a:ln w="6350">
                <a:solidFill>
                  <a:schemeClr val="tx2">
                    <a:alpha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组合 4" descr="fff2dab5-56f7-4621-99b5-0cd92203b27d"/>
            <p:cNvGrpSpPr/>
            <p:nvPr/>
          </p:nvGrpSpPr>
          <p:grpSpPr>
            <a:xfrm>
              <a:off x="3675022" y="3669246"/>
              <a:ext cx="7843878" cy="838072"/>
              <a:chOff x="3675022" y="3669246"/>
              <a:chExt cx="7843878" cy="838072"/>
            </a:xfrm>
          </p:grpSpPr>
          <p:sp>
            <p:nvSpPr>
              <p:cNvPr id="125" name="Bullet3" descr="3cdd3dea-a58f-4c2a-844e-de693663b954"/>
              <p:cNvSpPr/>
              <p:nvPr/>
            </p:nvSpPr>
            <p:spPr>
              <a:xfrm>
                <a:off x="4299992" y="3773115"/>
                <a:ext cx="2134309" cy="734006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50000">
                    <a:schemeClr val="accent1"/>
                  </a:gs>
                </a:gsLst>
                <a:lin ang="2700000" scaled="0"/>
              </a:gradFill>
            </p:spPr>
            <p:txBody>
              <a:bodyPr wrap="square" lIns="108000" tIns="108000" rIns="108000" bIns="108000" rtlCol="0" anchor="ctr" anchorCtr="0">
                <a:norm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6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人的独特能力</a:t>
                </a:r>
                <a:endParaRPr lang="en-US" sz="16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cxnSp>
            <p:nvCxnSpPr>
              <p:cNvPr id="126" name="Linee3" descr="78363ad3-b9b4-4e0a-8bef-c93fac96baf5"/>
              <p:cNvCxnSpPr>
                <a:stCxn id="125" idx="3"/>
                <a:endCxn id="129" idx="1"/>
              </p:cNvCxnSpPr>
              <p:nvPr/>
            </p:nvCxnSpPr>
            <p:spPr>
              <a:xfrm>
                <a:off x="6434301" y="4140118"/>
                <a:ext cx="499441" cy="0"/>
              </a:xfrm>
              <a:prstGeom prst="straightConnector1">
                <a:avLst/>
              </a:prstGeom>
              <a:ln w="6350">
                <a:solidFill>
                  <a:schemeClr val="tx2">
                    <a:alpha val="50000"/>
                  </a:schemeClr>
                </a:solidFill>
                <a:tailEnd type="triangl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9" name="ComponentBackground3" descr="e45f2203-9f6a-4752-9d6e-f91c71226d1a"/>
              <p:cNvSpPr/>
              <p:nvPr/>
            </p:nvSpPr>
            <p:spPr>
              <a:xfrm>
                <a:off x="6933742" y="3772918"/>
                <a:ext cx="4585158" cy="7344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6350">
                <a:noFill/>
              </a:ln>
              <a:effectLst>
                <a:outerShdw blurRad="127000" dist="50800" dir="5400000" algn="ctr" rotWithShape="0">
                  <a:schemeClr val="bg2">
                    <a:lumMod val="75000"/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</a:p>
            </p:txBody>
          </p:sp>
          <p:sp>
            <p:nvSpPr>
              <p:cNvPr id="128" name="Text3" descr="bfe18e03-f1fe-4a46-af90-43e02dcab818"/>
              <p:cNvSpPr txBox="1"/>
              <p:nvPr/>
            </p:nvSpPr>
            <p:spPr>
              <a:xfrm>
                <a:off x="7717060" y="3908048"/>
                <a:ext cx="3468391" cy="464141"/>
              </a:xfrm>
              <a:prstGeom prst="rect">
                <a:avLst/>
              </a:prstGeom>
              <a:noFill/>
              <a:effectLst/>
            </p:spPr>
            <p:txBody>
              <a:bodyPr wrap="square" lIns="53950" tIns="26975" rIns="53950" bIns="26975" rtlCol="0" anchor="ctr" anchorCtr="0">
                <a:normAutofit fontScale="92500" lnSpcReduction="10000"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17000"/>
                  </a:lnSpc>
                </a:pPr>
                <a:r>
                  <a:rPr lang="en-US" sz="1200" b="0" i="0" u="none" strike="noStrike">
                    <a:solidFill>
                      <a:srgbClr val="FFFFFF"/>
                    </a:solidFill>
                    <a:ea typeface="微软雅黑" panose="020B0503020204020204" charset="-122"/>
                  </a:rPr>
                  <a:t>人具有AI不具备的能力：创造性思维、道德判断、责任承担。</a:t>
                </a:r>
                <a:endParaRPr lang="en-US" sz="1200" b="0" i="0" u="none" strike="noStrik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30" name="IconBackground3" descr="21102e6e-1bf3-48bc-b7bf-36a4cb0ec1db"/>
              <p:cNvSpPr/>
              <p:nvPr/>
            </p:nvSpPr>
            <p:spPr>
              <a:xfrm>
                <a:off x="7029712" y="3836869"/>
                <a:ext cx="606499" cy="606499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50000">
                    <a:schemeClr val="accent1"/>
                  </a:gs>
                </a:gsLst>
                <a:lin ang="2700000" scaled="0"/>
              </a:gradFill>
            </p:spPr>
            <p:txBody>
              <a:bodyPr wrap="square" lIns="108000" tIns="108000" rIns="108000" bIns="108000" rtlCol="0" anchor="ctr" anchorCtr="0">
                <a:normAutofit fontScale="47500" lnSpcReduction="20000"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12000"/>
                  </a:lnSpc>
                </a:pPr>
              </a:p>
            </p:txBody>
          </p:sp>
          <p:sp>
            <p:nvSpPr>
              <p:cNvPr id="131" name="Icon3" descr="038f03d4-3575-4e60-ab5f-86e9ebe9bd4d"/>
              <p:cNvSpPr/>
              <p:nvPr/>
            </p:nvSpPr>
            <p:spPr>
              <a:xfrm>
                <a:off x="7194311" y="4000966"/>
                <a:ext cx="277300" cy="278304"/>
              </a:xfrm>
              <a:custGeom>
                <a:avLst/>
                <a:gdLst>
                  <a:gd name="connsiteX0" fmla="*/ 437759 w 605377"/>
                  <a:gd name="connsiteY0" fmla="*/ 359390 h 607568"/>
                  <a:gd name="connsiteX1" fmla="*/ 449353 w 605377"/>
                  <a:gd name="connsiteY1" fmla="*/ 363633 h 607568"/>
                  <a:gd name="connsiteX2" fmla="*/ 590029 w 605377"/>
                  <a:gd name="connsiteY2" fmla="*/ 482746 h 607568"/>
                  <a:gd name="connsiteX3" fmla="*/ 605333 w 605377"/>
                  <a:gd name="connsiteY3" fmla="*/ 513142 h 607568"/>
                  <a:gd name="connsiteX4" fmla="*/ 592811 w 605377"/>
                  <a:gd name="connsiteY4" fmla="*/ 544694 h 607568"/>
                  <a:gd name="connsiteX5" fmla="*/ 542338 w 605377"/>
                  <a:gd name="connsiteY5" fmla="*/ 595071 h 607568"/>
                  <a:gd name="connsiteX6" fmla="*/ 512580 w 605377"/>
                  <a:gd name="connsiteY6" fmla="*/ 607568 h 607568"/>
                  <a:gd name="connsiteX7" fmla="*/ 480426 w 605377"/>
                  <a:gd name="connsiteY7" fmla="*/ 592293 h 607568"/>
                  <a:gd name="connsiteX8" fmla="*/ 361006 w 605377"/>
                  <a:gd name="connsiteY8" fmla="*/ 451734 h 607568"/>
                  <a:gd name="connsiteX9" fmla="*/ 356910 w 605377"/>
                  <a:gd name="connsiteY9" fmla="*/ 437925 h 607568"/>
                  <a:gd name="connsiteX10" fmla="*/ 364562 w 605377"/>
                  <a:gd name="connsiteY10" fmla="*/ 425427 h 607568"/>
                  <a:gd name="connsiteX11" fmla="*/ 422919 w 605377"/>
                  <a:gd name="connsiteY11" fmla="*/ 367182 h 607568"/>
                  <a:gd name="connsiteX12" fmla="*/ 437759 w 605377"/>
                  <a:gd name="connsiteY12" fmla="*/ 359390 h 607568"/>
                  <a:gd name="connsiteX13" fmla="*/ 223481 w 605377"/>
                  <a:gd name="connsiteY13" fmla="*/ 72306 h 607568"/>
                  <a:gd name="connsiteX14" fmla="*/ 72407 w 605377"/>
                  <a:gd name="connsiteY14" fmla="*/ 223167 h 607568"/>
                  <a:gd name="connsiteX15" fmla="*/ 223481 w 605377"/>
                  <a:gd name="connsiteY15" fmla="*/ 373951 h 607568"/>
                  <a:gd name="connsiteX16" fmla="*/ 330198 w 605377"/>
                  <a:gd name="connsiteY16" fmla="*/ 329734 h 607568"/>
                  <a:gd name="connsiteX17" fmla="*/ 374477 w 605377"/>
                  <a:gd name="connsiteY17" fmla="*/ 223167 h 607568"/>
                  <a:gd name="connsiteX18" fmla="*/ 223481 w 605377"/>
                  <a:gd name="connsiteY18" fmla="*/ 72306 h 607568"/>
                  <a:gd name="connsiteX19" fmla="*/ 223481 w 605377"/>
                  <a:gd name="connsiteY19" fmla="*/ 0 h 607568"/>
                  <a:gd name="connsiteX20" fmla="*/ 446961 w 605377"/>
                  <a:gd name="connsiteY20" fmla="*/ 223167 h 607568"/>
                  <a:gd name="connsiteX21" fmla="*/ 381509 w 605377"/>
                  <a:gd name="connsiteY21" fmla="*/ 380896 h 607568"/>
                  <a:gd name="connsiteX22" fmla="*/ 223481 w 605377"/>
                  <a:gd name="connsiteY22" fmla="*/ 446256 h 607568"/>
                  <a:gd name="connsiteX23" fmla="*/ 0 w 605377"/>
                  <a:gd name="connsiteY23" fmla="*/ 223167 h 607568"/>
                  <a:gd name="connsiteX24" fmla="*/ 223481 w 605377"/>
                  <a:gd name="connsiteY24" fmla="*/ 0 h 6075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05377" h="607568">
                    <a:moveTo>
                      <a:pt x="437759" y="359390"/>
                    </a:moveTo>
                    <a:cubicBezTo>
                      <a:pt x="441856" y="359390"/>
                      <a:pt x="445952" y="360856"/>
                      <a:pt x="449353" y="363633"/>
                    </a:cubicBezTo>
                    <a:lnTo>
                      <a:pt x="590029" y="482746"/>
                    </a:lnTo>
                    <a:cubicBezTo>
                      <a:pt x="599381" y="490538"/>
                      <a:pt x="604792" y="501338"/>
                      <a:pt x="605333" y="513142"/>
                    </a:cubicBezTo>
                    <a:cubicBezTo>
                      <a:pt x="605874" y="524868"/>
                      <a:pt x="601468" y="536054"/>
                      <a:pt x="592811" y="544694"/>
                    </a:cubicBezTo>
                    <a:lnTo>
                      <a:pt x="542338" y="595071"/>
                    </a:lnTo>
                    <a:cubicBezTo>
                      <a:pt x="534222" y="603094"/>
                      <a:pt x="523710" y="607568"/>
                      <a:pt x="512580" y="607568"/>
                    </a:cubicBezTo>
                    <a:cubicBezTo>
                      <a:pt x="500213" y="607568"/>
                      <a:pt x="488464" y="602014"/>
                      <a:pt x="480426" y="592293"/>
                    </a:cubicBezTo>
                    <a:lnTo>
                      <a:pt x="361006" y="451734"/>
                    </a:lnTo>
                    <a:cubicBezTo>
                      <a:pt x="357683" y="447799"/>
                      <a:pt x="356214" y="442939"/>
                      <a:pt x="356910" y="437925"/>
                    </a:cubicBezTo>
                    <a:cubicBezTo>
                      <a:pt x="357528" y="432987"/>
                      <a:pt x="360311" y="428436"/>
                      <a:pt x="364562" y="425427"/>
                    </a:cubicBezTo>
                    <a:cubicBezTo>
                      <a:pt x="387286" y="409458"/>
                      <a:pt x="406919" y="389863"/>
                      <a:pt x="422919" y="367182"/>
                    </a:cubicBezTo>
                    <a:cubicBezTo>
                      <a:pt x="426397" y="362322"/>
                      <a:pt x="431885" y="359390"/>
                      <a:pt x="437759" y="359390"/>
                    </a:cubicBezTo>
                    <a:close/>
                    <a:moveTo>
                      <a:pt x="223481" y="72306"/>
                    </a:moveTo>
                    <a:cubicBezTo>
                      <a:pt x="140178" y="72306"/>
                      <a:pt x="72407" y="139981"/>
                      <a:pt x="72407" y="223167"/>
                    </a:cubicBezTo>
                    <a:cubicBezTo>
                      <a:pt x="72407" y="306276"/>
                      <a:pt x="140178" y="373951"/>
                      <a:pt x="223481" y="373951"/>
                    </a:cubicBezTo>
                    <a:cubicBezTo>
                      <a:pt x="263741" y="373951"/>
                      <a:pt x="301683" y="358286"/>
                      <a:pt x="330198" y="329734"/>
                    </a:cubicBezTo>
                    <a:cubicBezTo>
                      <a:pt x="358790" y="301183"/>
                      <a:pt x="374477" y="263371"/>
                      <a:pt x="374477" y="223167"/>
                    </a:cubicBezTo>
                    <a:cubicBezTo>
                      <a:pt x="374477" y="139981"/>
                      <a:pt x="306783" y="72306"/>
                      <a:pt x="223481" y="72306"/>
                    </a:cubicBezTo>
                    <a:close/>
                    <a:moveTo>
                      <a:pt x="223481" y="0"/>
                    </a:moveTo>
                    <a:cubicBezTo>
                      <a:pt x="346657" y="0"/>
                      <a:pt x="446961" y="100086"/>
                      <a:pt x="446961" y="223167"/>
                    </a:cubicBezTo>
                    <a:cubicBezTo>
                      <a:pt x="446961" y="282740"/>
                      <a:pt x="423701" y="338763"/>
                      <a:pt x="381509" y="380896"/>
                    </a:cubicBezTo>
                    <a:cubicBezTo>
                      <a:pt x="339239" y="423029"/>
                      <a:pt x="283137" y="446256"/>
                      <a:pt x="223481" y="446256"/>
                    </a:cubicBezTo>
                    <a:cubicBezTo>
                      <a:pt x="100303" y="446256"/>
                      <a:pt x="0" y="346171"/>
                      <a:pt x="0" y="223167"/>
                    </a:cubicBezTo>
                    <a:cubicBezTo>
                      <a:pt x="0" y="100086"/>
                      <a:pt x="100303" y="0"/>
                      <a:pt x="22348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</a:p>
            </p:txBody>
          </p:sp>
          <p:cxnSp>
            <p:nvCxnSpPr>
              <p:cNvPr id="14" name="Line3" descr="a6357452-405f-4ae1-ba7e-c9835fcfe8af"/>
              <p:cNvCxnSpPr>
                <a:stCxn id="118" idx="6"/>
                <a:endCxn id="125" idx="1"/>
              </p:cNvCxnSpPr>
              <p:nvPr/>
            </p:nvCxnSpPr>
            <p:spPr>
              <a:xfrm>
                <a:off x="3675022" y="3669246"/>
                <a:ext cx="624970" cy="470872"/>
              </a:xfrm>
              <a:prstGeom prst="bentConnector3">
                <a:avLst/>
              </a:prstGeom>
              <a:ln w="6350">
                <a:solidFill>
                  <a:schemeClr val="tx2">
                    <a:alpha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" name="组合 5" descr="59921f1a-0e44-4538-9e7e-2b4b4c3f2c64"/>
            <p:cNvGrpSpPr/>
            <p:nvPr/>
          </p:nvGrpSpPr>
          <p:grpSpPr>
            <a:xfrm>
              <a:off x="3675022" y="3669246"/>
              <a:ext cx="7843878" cy="1943477"/>
              <a:chOff x="3675022" y="3669246"/>
              <a:chExt cx="7843878" cy="1943477"/>
            </a:xfrm>
          </p:grpSpPr>
          <p:sp>
            <p:nvSpPr>
              <p:cNvPr id="18" name="Bullet4" descr="aefdf2a3-5dfc-45a9-9c59-fa0933c2caac"/>
              <p:cNvSpPr/>
              <p:nvPr/>
            </p:nvSpPr>
            <p:spPr>
              <a:xfrm>
                <a:off x="4299992" y="4878520"/>
                <a:ext cx="2134309" cy="734006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dk2">
                      <a:lumMod val="60000"/>
                      <a:lumOff val="40000"/>
                    </a:schemeClr>
                  </a:gs>
                  <a:gs pos="50000">
                    <a:schemeClr val="dk2">
                      <a:lumMod val="100000"/>
                    </a:schemeClr>
                  </a:gs>
                </a:gsLst>
                <a:lin ang="2700000" scaled="0"/>
                <a:tileRect/>
              </a:gradFill>
            </p:spPr>
            <p:txBody>
              <a:bodyPr wrap="square" lIns="108000" tIns="108000" rIns="108000" bIns="108000" rtlCol="0" anchor="ctr" anchorCtr="0">
                <a:norm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6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角色升级</a:t>
                </a:r>
                <a:endParaRPr lang="en-US" sz="16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cxnSp>
            <p:nvCxnSpPr>
              <p:cNvPr id="19" name="Linee4" descr="5ef30aa0-a757-4d51-8820-c143d35f319d"/>
              <p:cNvCxnSpPr>
                <a:stCxn id="18" idx="3"/>
                <a:endCxn id="22" idx="1"/>
              </p:cNvCxnSpPr>
              <p:nvPr/>
            </p:nvCxnSpPr>
            <p:spPr>
              <a:xfrm>
                <a:off x="6434301" y="5245523"/>
                <a:ext cx="499441" cy="0"/>
              </a:xfrm>
              <a:prstGeom prst="straightConnector1">
                <a:avLst/>
              </a:prstGeom>
              <a:ln w="6350">
                <a:solidFill>
                  <a:schemeClr val="tx2">
                    <a:alpha val="50000"/>
                  </a:schemeClr>
                </a:solidFill>
                <a:tailEnd type="triangl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ComponentBackground4" descr="459826f2-ee57-4d65-bdcc-0eccb275348b"/>
              <p:cNvSpPr/>
              <p:nvPr/>
            </p:nvSpPr>
            <p:spPr>
              <a:xfrm>
                <a:off x="6933742" y="4878323"/>
                <a:ext cx="4585158" cy="7344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6350">
                <a:noFill/>
              </a:ln>
              <a:effectLst>
                <a:outerShdw blurRad="127000" dist="50800" dir="5400000" algn="ctr" rotWithShape="0">
                  <a:schemeClr val="bg2">
                    <a:lumMod val="75000"/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</a:p>
            </p:txBody>
          </p:sp>
          <p:sp>
            <p:nvSpPr>
              <p:cNvPr id="21" name="Text4" descr="9862e5d1-7566-4c37-9180-38603db1a56f"/>
              <p:cNvSpPr txBox="1"/>
              <p:nvPr/>
            </p:nvSpPr>
            <p:spPr>
              <a:xfrm>
                <a:off x="7717060" y="5013453"/>
                <a:ext cx="3468391" cy="464141"/>
              </a:xfrm>
              <a:prstGeom prst="rect">
                <a:avLst/>
              </a:prstGeom>
              <a:noFill/>
              <a:effectLst/>
            </p:spPr>
            <p:txBody>
              <a:bodyPr wrap="square" lIns="53950" tIns="26975" rIns="53950" bIns="26975" rtlCol="0" anchor="ctr" anchorCtr="0">
                <a:normAutofit fontScale="92500" lnSpcReduction="10000"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17000"/>
                  </a:lnSpc>
                </a:pPr>
                <a:r>
                  <a:rPr lang="en-US" sz="1200" b="0" i="0" u="none" strike="noStrike">
                    <a:solidFill>
                      <a:srgbClr val="FFFFFF"/>
                    </a:solidFill>
                    <a:ea typeface="微软雅黑" panose="020B0503020204020204" charset="-122"/>
                  </a:rPr>
                  <a:t>在AI时代，人的角色从代码编写者升级为系统设计者，从执行者升级为价值创造者。</a:t>
                </a:r>
                <a:endParaRPr lang="en-US" sz="1200" b="0" i="0" u="none" strike="noStrik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3" name="IconBackground4" descr="2a28381e-4677-4ac1-8990-dd7d67c02ef8"/>
              <p:cNvSpPr/>
              <p:nvPr/>
            </p:nvSpPr>
            <p:spPr>
              <a:xfrm>
                <a:off x="7029712" y="4942274"/>
                <a:ext cx="606499" cy="606499"/>
              </a:xfrm>
              <a:prstGeom prst="ellipse">
                <a:avLst/>
              </a:prstGeom>
              <a:gradFill flip="none" rotWithShape="1">
                <a:gsLst>
                  <a:gs pos="0">
                    <a:schemeClr val="dk2">
                      <a:lumMod val="60000"/>
                      <a:lumOff val="40000"/>
                    </a:schemeClr>
                  </a:gs>
                  <a:gs pos="50000">
                    <a:schemeClr val="dk2">
                      <a:lumMod val="100000"/>
                    </a:schemeClr>
                  </a:gs>
                </a:gsLst>
                <a:lin ang="2700000" scaled="0"/>
                <a:tileRect/>
              </a:gradFill>
            </p:spPr>
            <p:txBody>
              <a:bodyPr wrap="square" lIns="108000" tIns="108000" rIns="108000" bIns="108000" rtlCol="0" anchor="ctr" anchorCtr="0">
                <a:normAutofit fontScale="77500" lnSpcReduction="20000"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96000"/>
                  </a:lnSpc>
                </a:pPr>
              </a:p>
            </p:txBody>
          </p:sp>
          <p:sp>
            <p:nvSpPr>
              <p:cNvPr id="24" name="Icon4" descr="a24f6aaf-c1a7-4411-b175-490e57429ae7"/>
              <p:cNvSpPr/>
              <p:nvPr/>
            </p:nvSpPr>
            <p:spPr>
              <a:xfrm>
                <a:off x="7193808" y="5175301"/>
                <a:ext cx="278304" cy="140444"/>
              </a:xfrm>
              <a:custGeom>
                <a:avLst/>
                <a:gdLst>
                  <a:gd name="T0" fmla="*/ 3696 w 3955"/>
                  <a:gd name="T1" fmla="*/ 554 h 1999"/>
                  <a:gd name="T2" fmla="*/ 3622 w 3955"/>
                  <a:gd name="T3" fmla="*/ 554 h 1999"/>
                  <a:gd name="T4" fmla="*/ 3817 w 3955"/>
                  <a:gd name="T5" fmla="*/ 217 h 1999"/>
                  <a:gd name="T6" fmla="*/ 3768 w 3955"/>
                  <a:gd name="T7" fmla="*/ 36 h 1999"/>
                  <a:gd name="T8" fmla="*/ 3587 w 3955"/>
                  <a:gd name="T9" fmla="*/ 85 h 1999"/>
                  <a:gd name="T10" fmla="*/ 3357 w 3955"/>
                  <a:gd name="T11" fmla="*/ 483 h 1999"/>
                  <a:gd name="T12" fmla="*/ 2886 w 3955"/>
                  <a:gd name="T13" fmla="*/ 79 h 1999"/>
                  <a:gd name="T14" fmla="*/ 2800 w 3955"/>
                  <a:gd name="T15" fmla="*/ 47 h 1999"/>
                  <a:gd name="T16" fmla="*/ 1633 w 3955"/>
                  <a:gd name="T17" fmla="*/ 47 h 1999"/>
                  <a:gd name="T18" fmla="*/ 1552 w 3955"/>
                  <a:gd name="T19" fmla="*/ 75 h 1999"/>
                  <a:gd name="T20" fmla="*/ 861 w 3955"/>
                  <a:gd name="T21" fmla="*/ 608 h 1999"/>
                  <a:gd name="T22" fmla="*/ 602 w 3955"/>
                  <a:gd name="T23" fmla="*/ 605 h 1999"/>
                  <a:gd name="T24" fmla="*/ 93 w 3955"/>
                  <a:gd name="T25" fmla="*/ 1007 h 1999"/>
                  <a:gd name="T26" fmla="*/ 16 w 3955"/>
                  <a:gd name="T27" fmla="*/ 1330 h 1999"/>
                  <a:gd name="T28" fmla="*/ 60 w 3955"/>
                  <a:gd name="T29" fmla="*/ 1526 h 1999"/>
                  <a:gd name="T30" fmla="*/ 240 w 3955"/>
                  <a:gd name="T31" fmla="*/ 1615 h 1999"/>
                  <a:gd name="T32" fmla="*/ 726 w 3955"/>
                  <a:gd name="T33" fmla="*/ 1618 h 1999"/>
                  <a:gd name="T34" fmla="*/ 1218 w 3955"/>
                  <a:gd name="T35" fmla="*/ 1999 h 1999"/>
                  <a:gd name="T36" fmla="*/ 1709 w 3955"/>
                  <a:gd name="T37" fmla="*/ 1622 h 1999"/>
                  <a:gd name="T38" fmla="*/ 2353 w 3955"/>
                  <a:gd name="T39" fmla="*/ 1623 h 1999"/>
                  <a:gd name="T40" fmla="*/ 2437 w 3955"/>
                  <a:gd name="T41" fmla="*/ 1623 h 1999"/>
                  <a:gd name="T42" fmla="*/ 2928 w 3955"/>
                  <a:gd name="T43" fmla="*/ 1999 h 1999"/>
                  <a:gd name="T44" fmla="*/ 3431 w 3955"/>
                  <a:gd name="T45" fmla="*/ 1563 h 1999"/>
                  <a:gd name="T46" fmla="*/ 3754 w 3955"/>
                  <a:gd name="T47" fmla="*/ 1490 h 1999"/>
                  <a:gd name="T48" fmla="*/ 3955 w 3955"/>
                  <a:gd name="T49" fmla="*/ 1237 h 1999"/>
                  <a:gd name="T50" fmla="*/ 3955 w 3955"/>
                  <a:gd name="T51" fmla="*/ 813 h 1999"/>
                  <a:gd name="T52" fmla="*/ 3696 w 3955"/>
                  <a:gd name="T53" fmla="*/ 554 h 19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955" h="1999">
                    <a:moveTo>
                      <a:pt x="3696" y="554"/>
                    </a:moveTo>
                    <a:lnTo>
                      <a:pt x="3622" y="554"/>
                    </a:lnTo>
                    <a:lnTo>
                      <a:pt x="3817" y="217"/>
                    </a:lnTo>
                    <a:cubicBezTo>
                      <a:pt x="3853" y="154"/>
                      <a:pt x="3831" y="73"/>
                      <a:pt x="3768" y="36"/>
                    </a:cubicBezTo>
                    <a:cubicBezTo>
                      <a:pt x="3705" y="0"/>
                      <a:pt x="3624" y="22"/>
                      <a:pt x="3587" y="85"/>
                    </a:cubicBezTo>
                    <a:lnTo>
                      <a:pt x="3357" y="483"/>
                    </a:lnTo>
                    <a:lnTo>
                      <a:pt x="2886" y="79"/>
                    </a:lnTo>
                    <a:cubicBezTo>
                      <a:pt x="2862" y="59"/>
                      <a:pt x="2831" y="47"/>
                      <a:pt x="2800" y="47"/>
                    </a:cubicBezTo>
                    <a:lnTo>
                      <a:pt x="1633" y="47"/>
                    </a:lnTo>
                    <a:cubicBezTo>
                      <a:pt x="1604" y="47"/>
                      <a:pt x="1576" y="57"/>
                      <a:pt x="1552" y="75"/>
                    </a:cubicBezTo>
                    <a:lnTo>
                      <a:pt x="861" y="608"/>
                    </a:lnTo>
                    <a:lnTo>
                      <a:pt x="602" y="605"/>
                    </a:lnTo>
                    <a:cubicBezTo>
                      <a:pt x="359" y="605"/>
                      <a:pt x="150" y="770"/>
                      <a:pt x="93" y="1007"/>
                    </a:cubicBezTo>
                    <a:lnTo>
                      <a:pt x="16" y="1330"/>
                    </a:lnTo>
                    <a:cubicBezTo>
                      <a:pt x="0" y="1398"/>
                      <a:pt x="16" y="1470"/>
                      <a:pt x="60" y="1526"/>
                    </a:cubicBezTo>
                    <a:cubicBezTo>
                      <a:pt x="103" y="1582"/>
                      <a:pt x="169" y="1614"/>
                      <a:pt x="240" y="1615"/>
                    </a:cubicBezTo>
                    <a:lnTo>
                      <a:pt x="726" y="1618"/>
                    </a:lnTo>
                    <a:cubicBezTo>
                      <a:pt x="782" y="1837"/>
                      <a:pt x="982" y="1999"/>
                      <a:pt x="1218" y="1999"/>
                    </a:cubicBezTo>
                    <a:cubicBezTo>
                      <a:pt x="1453" y="1999"/>
                      <a:pt x="1651" y="1839"/>
                      <a:pt x="1709" y="1622"/>
                    </a:cubicBezTo>
                    <a:cubicBezTo>
                      <a:pt x="1931" y="1623"/>
                      <a:pt x="2152" y="1623"/>
                      <a:pt x="2353" y="1623"/>
                    </a:cubicBezTo>
                    <a:lnTo>
                      <a:pt x="2437" y="1623"/>
                    </a:lnTo>
                    <a:cubicBezTo>
                      <a:pt x="2495" y="1839"/>
                      <a:pt x="2693" y="1999"/>
                      <a:pt x="2928" y="1999"/>
                    </a:cubicBezTo>
                    <a:cubicBezTo>
                      <a:pt x="3183" y="1999"/>
                      <a:pt x="3396" y="1809"/>
                      <a:pt x="3431" y="1563"/>
                    </a:cubicBezTo>
                    <a:lnTo>
                      <a:pt x="3754" y="1490"/>
                    </a:lnTo>
                    <a:cubicBezTo>
                      <a:pt x="3873" y="1463"/>
                      <a:pt x="3955" y="1359"/>
                      <a:pt x="3955" y="1237"/>
                    </a:cubicBezTo>
                    <a:lnTo>
                      <a:pt x="3955" y="813"/>
                    </a:lnTo>
                    <a:cubicBezTo>
                      <a:pt x="3955" y="671"/>
                      <a:pt x="3839" y="554"/>
                      <a:pt x="3696" y="55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</a:p>
            </p:txBody>
          </p:sp>
          <p:cxnSp>
            <p:nvCxnSpPr>
              <p:cNvPr id="16" name="Line4" descr="c8353f61-21e7-41b2-a7f5-fbee13b80ca3"/>
              <p:cNvCxnSpPr>
                <a:stCxn id="118" idx="6"/>
                <a:endCxn id="18" idx="1"/>
              </p:cNvCxnSpPr>
              <p:nvPr/>
            </p:nvCxnSpPr>
            <p:spPr>
              <a:xfrm>
                <a:off x="3675022" y="3669246"/>
                <a:ext cx="624970" cy="1576277"/>
              </a:xfrm>
              <a:prstGeom prst="bentConnector3">
                <a:avLst>
                  <a:gd name="adj1" fmla="val 50000"/>
                </a:avLst>
              </a:prstGeom>
              <a:ln w="6350">
                <a:solidFill>
                  <a:schemeClr val="tx2">
                    <a:alpha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5a12860-57d0-435d-97c1-4c6d2d8d7d77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FFFFFF"/>
                </a:solidFill>
                <a:ea typeface="微软雅黑" panose="020B0503020204020204" charset="-122"/>
              </a:rPr>
              <a:t>三者协作闭环</a:t>
            </a:r>
            <a:endParaRPr lang="en-US" sz="2800" b="1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grpSp>
        <p:nvGrpSpPr>
          <p:cNvPr id="10" name="268a14f7-8491-4ae9-a820-5679646a9840.source.4.zh-Hans.pptx" descr="f9b6da8a-cce2-4700-bfac-b94ffbf22000"/>
          <p:cNvGrpSpPr/>
          <p:nvPr/>
        </p:nvGrpSpPr>
        <p:grpSpPr>
          <a:xfrm>
            <a:off x="651661" y="1768957"/>
            <a:ext cx="10867239" cy="3847912"/>
            <a:chOff x="651661" y="1768957"/>
            <a:chExt cx="10867239" cy="3847912"/>
          </a:xfrm>
        </p:grpSpPr>
        <p:sp>
          <p:nvSpPr>
            <p:cNvPr id="9" name="i$ļïḍê" descr="5502d606-cf03-40f8-a1e7-148cbeb927a6"/>
            <p:cNvSpPr/>
            <p:nvPr/>
          </p:nvSpPr>
          <p:spPr>
            <a:xfrm rot="5400000">
              <a:off x="4591195" y="1924196"/>
              <a:ext cx="3009610" cy="3009607"/>
            </a:xfrm>
            <a:prstGeom prst="arc">
              <a:avLst>
                <a:gd name="adj1" fmla="val 5334207"/>
                <a:gd name="adj2" fmla="val 10773378"/>
              </a:avLst>
            </a:prstGeom>
            <a:ln w="254000" cap="rnd">
              <a:gradFill>
                <a:gsLst>
                  <a:gs pos="100000">
                    <a:schemeClr val="bg1"/>
                  </a:gs>
                  <a:gs pos="0">
                    <a:schemeClr val="accent1"/>
                  </a:gs>
                </a:gsLst>
                <a:lin ang="15600000" scaled="0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 anchorCtr="0"/>
            <a:lstStyle/>
            <a:p>
              <a:pPr algn="ctr"/>
            </a:p>
          </p:txBody>
        </p:sp>
        <p:sp>
          <p:nvSpPr>
            <p:cNvPr id="11" name="îs1ïḍe" descr="f1b0aaa6-83c9-42e0-8b3f-4904e53d2089"/>
            <p:cNvSpPr/>
            <p:nvPr/>
          </p:nvSpPr>
          <p:spPr>
            <a:xfrm rot="10800000">
              <a:off x="4591195" y="1924196"/>
              <a:ext cx="3009610" cy="3009607"/>
            </a:xfrm>
            <a:prstGeom prst="arc">
              <a:avLst>
                <a:gd name="adj1" fmla="val 5334207"/>
                <a:gd name="adj2" fmla="val 10773378"/>
              </a:avLst>
            </a:prstGeom>
            <a:ln w="254000" cap="rnd">
              <a:gradFill>
                <a:gsLst>
                  <a:gs pos="100000">
                    <a:schemeClr val="bg1"/>
                  </a:gs>
                  <a:gs pos="0">
                    <a:schemeClr val="accent1"/>
                  </a:gs>
                </a:gsLst>
                <a:lin ang="15600000" scaled="0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 anchorCtr="0"/>
            <a:lstStyle/>
            <a:p>
              <a:pPr algn="ctr"/>
            </a:p>
          </p:txBody>
        </p:sp>
        <p:sp>
          <p:nvSpPr>
            <p:cNvPr id="13" name="íṣḷïḑê" descr="eb38611d-d1f7-4f61-8ebf-85970b074348"/>
            <p:cNvSpPr/>
            <p:nvPr/>
          </p:nvSpPr>
          <p:spPr>
            <a:xfrm rot="16200000">
              <a:off x="4591195" y="1924196"/>
              <a:ext cx="3009610" cy="3009607"/>
            </a:xfrm>
            <a:prstGeom prst="arc">
              <a:avLst>
                <a:gd name="adj1" fmla="val 5334207"/>
                <a:gd name="adj2" fmla="val 10773378"/>
              </a:avLst>
            </a:prstGeom>
            <a:ln w="254000" cap="rnd">
              <a:gradFill>
                <a:gsLst>
                  <a:gs pos="100000">
                    <a:schemeClr val="bg1"/>
                  </a:gs>
                  <a:gs pos="0">
                    <a:schemeClr val="accent1"/>
                  </a:gs>
                </a:gsLst>
                <a:lin ang="15600000" scaled="0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 anchorCtr="0"/>
            <a:lstStyle/>
            <a:p>
              <a:pPr algn="ctr"/>
            </a:p>
          </p:txBody>
        </p:sp>
        <p:sp>
          <p:nvSpPr>
            <p:cNvPr id="63" name="Title" descr="a753323b-def0-4d63-8311-29ff6762638a"/>
            <p:cNvSpPr txBox="1"/>
            <p:nvPr/>
          </p:nvSpPr>
          <p:spPr>
            <a:xfrm>
              <a:off x="5124449" y="2644169"/>
              <a:ext cx="1943100" cy="1569660"/>
            </a:xfrm>
            <a:prstGeom prst="rect">
              <a:avLst/>
            </a:prstGeom>
            <a:noFill/>
          </p:spPr>
          <p:txBody>
            <a:bodyPr wrap="square" rtlCol="0" anchorCtr="0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FFFFFF"/>
                  </a:solidFill>
                  <a:ea typeface="微软雅黑" panose="020B0503020204020204" charset="-122"/>
                </a:rPr>
                <a:t>模型、工具和人协同进化</a:t>
              </a:r>
              <a:endParaRPr lang="en-US" sz="2400" b="1" i="0" u="none">
                <a:solidFill>
                  <a:srgbClr val="FFFFFF"/>
                </a:solidFill>
                <a:ea typeface="微软雅黑" panose="020B0503020204020204" charset="-122"/>
              </a:endParaRPr>
            </a:p>
          </p:txBody>
        </p:sp>
        <p:sp>
          <p:nvSpPr>
            <p:cNvPr id="3" name="ïṥ1iďé" descr="8157edab-dc4c-41d9-93d5-4fa09ca39366"/>
            <p:cNvSpPr/>
            <p:nvPr/>
          </p:nvSpPr>
          <p:spPr>
            <a:xfrm>
              <a:off x="4591195" y="1924196"/>
              <a:ext cx="3009610" cy="3009607"/>
            </a:xfrm>
            <a:prstGeom prst="arc">
              <a:avLst>
                <a:gd name="adj1" fmla="val 5334207"/>
                <a:gd name="adj2" fmla="val 10773378"/>
              </a:avLst>
            </a:prstGeom>
            <a:ln w="254000" cap="rnd">
              <a:gradFill>
                <a:gsLst>
                  <a:gs pos="100000">
                    <a:schemeClr val="bg1"/>
                  </a:gs>
                  <a:gs pos="0">
                    <a:schemeClr val="accent1"/>
                  </a:gs>
                </a:gsLst>
                <a:lin ang="15600000" scaled="0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 anchorCtr="0"/>
            <a:lstStyle/>
            <a:p>
              <a:pPr algn="ctr"/>
            </a:p>
          </p:txBody>
        </p:sp>
        <p:grpSp>
          <p:nvGrpSpPr>
            <p:cNvPr id="4" name="组合 3" descr="4149f7b3-bf7e-4e1b-b646-5b1d9c59a2d7"/>
            <p:cNvGrpSpPr/>
            <p:nvPr/>
          </p:nvGrpSpPr>
          <p:grpSpPr>
            <a:xfrm>
              <a:off x="651662" y="1768957"/>
              <a:ext cx="3646918" cy="1523839"/>
              <a:chOff x="651662" y="1768957"/>
              <a:chExt cx="3646918" cy="1523839"/>
            </a:xfrm>
          </p:grpSpPr>
          <p:sp>
            <p:nvSpPr>
              <p:cNvPr id="25" name="IconBackground1" descr="1eb22e66-1b9e-4f0b-b181-818d89facbdc"/>
              <p:cNvSpPr/>
              <p:nvPr/>
            </p:nvSpPr>
            <p:spPr>
              <a:xfrm>
                <a:off x="3888380" y="1924194"/>
                <a:ext cx="410200" cy="410198"/>
              </a:xfrm>
              <a:prstGeom prst="ellipse">
                <a:avLst/>
              </a:prstGeom>
              <a:solidFill>
                <a:schemeClr val="accent1"/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77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26" name="Icon1" descr="52dbd2a5-4788-4480-8d22-0c28aa081281"/>
              <p:cNvSpPr/>
              <p:nvPr/>
            </p:nvSpPr>
            <p:spPr>
              <a:xfrm>
                <a:off x="4004480" y="2064772"/>
                <a:ext cx="178001" cy="141741"/>
              </a:xfrm>
              <a:custGeom>
                <a:avLst/>
                <a:gdLst>
                  <a:gd name="connsiteX0" fmla="*/ 486767 w 514350"/>
                  <a:gd name="connsiteY0" fmla="*/ 621 h 409575"/>
                  <a:gd name="connsiteX1" fmla="*/ 515342 w 514350"/>
                  <a:gd name="connsiteY1" fmla="*/ 29196 h 409575"/>
                  <a:gd name="connsiteX2" fmla="*/ 515342 w 514350"/>
                  <a:gd name="connsiteY2" fmla="*/ 324471 h 409575"/>
                  <a:gd name="connsiteX3" fmla="*/ 486767 w 514350"/>
                  <a:gd name="connsiteY3" fmla="*/ 353046 h 409575"/>
                  <a:gd name="connsiteX4" fmla="*/ 192159 w 514350"/>
                  <a:gd name="connsiteY4" fmla="*/ 353046 h 409575"/>
                  <a:gd name="connsiteX5" fmla="*/ 115387 w 514350"/>
                  <a:gd name="connsiteY5" fmla="*/ 410196 h 409575"/>
                  <a:gd name="connsiteX6" fmla="*/ 115387 w 514350"/>
                  <a:gd name="connsiteY6" fmla="*/ 353046 h 409575"/>
                  <a:gd name="connsiteX7" fmla="*/ 29567 w 514350"/>
                  <a:gd name="connsiteY7" fmla="*/ 353046 h 409575"/>
                  <a:gd name="connsiteX8" fmla="*/ 992 w 514350"/>
                  <a:gd name="connsiteY8" fmla="*/ 324471 h 409575"/>
                  <a:gd name="connsiteX9" fmla="*/ 992 w 514350"/>
                  <a:gd name="connsiteY9" fmla="*/ 29196 h 409575"/>
                  <a:gd name="connsiteX10" fmla="*/ 29567 w 514350"/>
                  <a:gd name="connsiteY10" fmla="*/ 621 h 409575"/>
                  <a:gd name="connsiteX11" fmla="*/ 486767 w 514350"/>
                  <a:gd name="connsiteY11" fmla="*/ 621 h 409575"/>
                  <a:gd name="connsiteX12" fmla="*/ 124817 w 514350"/>
                  <a:gd name="connsiteY12" fmla="*/ 143496 h 409575"/>
                  <a:gd name="connsiteX13" fmla="*/ 91480 w 514350"/>
                  <a:gd name="connsiteY13" fmla="*/ 176834 h 409575"/>
                  <a:gd name="connsiteX14" fmla="*/ 124817 w 514350"/>
                  <a:gd name="connsiteY14" fmla="*/ 210171 h 409575"/>
                  <a:gd name="connsiteX15" fmla="*/ 158155 w 514350"/>
                  <a:gd name="connsiteY15" fmla="*/ 176834 h 409575"/>
                  <a:gd name="connsiteX16" fmla="*/ 124817 w 514350"/>
                  <a:gd name="connsiteY16" fmla="*/ 143496 h 409575"/>
                  <a:gd name="connsiteX17" fmla="*/ 258167 w 514350"/>
                  <a:gd name="connsiteY17" fmla="*/ 143496 h 409575"/>
                  <a:gd name="connsiteX18" fmla="*/ 224830 w 514350"/>
                  <a:gd name="connsiteY18" fmla="*/ 176834 h 409575"/>
                  <a:gd name="connsiteX19" fmla="*/ 258167 w 514350"/>
                  <a:gd name="connsiteY19" fmla="*/ 210171 h 409575"/>
                  <a:gd name="connsiteX20" fmla="*/ 291505 w 514350"/>
                  <a:gd name="connsiteY20" fmla="*/ 176834 h 409575"/>
                  <a:gd name="connsiteX21" fmla="*/ 258167 w 514350"/>
                  <a:gd name="connsiteY21" fmla="*/ 143496 h 409575"/>
                  <a:gd name="connsiteX22" fmla="*/ 391517 w 514350"/>
                  <a:gd name="connsiteY22" fmla="*/ 143496 h 409575"/>
                  <a:gd name="connsiteX23" fmla="*/ 358180 w 514350"/>
                  <a:gd name="connsiteY23" fmla="*/ 176834 h 409575"/>
                  <a:gd name="connsiteX24" fmla="*/ 391517 w 514350"/>
                  <a:gd name="connsiteY24" fmla="*/ 210171 h 409575"/>
                  <a:gd name="connsiteX25" fmla="*/ 424855 w 514350"/>
                  <a:gd name="connsiteY25" fmla="*/ 176834 h 409575"/>
                  <a:gd name="connsiteX26" fmla="*/ 391517 w 514350"/>
                  <a:gd name="connsiteY26" fmla="*/ 143496 h 409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514350" h="409575">
                    <a:moveTo>
                      <a:pt x="486767" y="621"/>
                    </a:moveTo>
                    <a:cubicBezTo>
                      <a:pt x="502579" y="621"/>
                      <a:pt x="515342" y="13385"/>
                      <a:pt x="515342" y="29196"/>
                    </a:cubicBezTo>
                    <a:lnTo>
                      <a:pt x="515342" y="324471"/>
                    </a:lnTo>
                    <a:cubicBezTo>
                      <a:pt x="515342" y="340282"/>
                      <a:pt x="502579" y="353046"/>
                      <a:pt x="486767" y="353046"/>
                    </a:cubicBezTo>
                    <a:lnTo>
                      <a:pt x="192159" y="353046"/>
                    </a:lnTo>
                    <a:lnTo>
                      <a:pt x="115387" y="410196"/>
                    </a:lnTo>
                    <a:lnTo>
                      <a:pt x="115387" y="353046"/>
                    </a:lnTo>
                    <a:lnTo>
                      <a:pt x="29567" y="353046"/>
                    </a:lnTo>
                    <a:cubicBezTo>
                      <a:pt x="13755" y="353046"/>
                      <a:pt x="992" y="340282"/>
                      <a:pt x="992" y="324471"/>
                    </a:cubicBezTo>
                    <a:lnTo>
                      <a:pt x="992" y="29196"/>
                    </a:lnTo>
                    <a:cubicBezTo>
                      <a:pt x="992" y="13385"/>
                      <a:pt x="13755" y="621"/>
                      <a:pt x="29567" y="621"/>
                    </a:cubicBezTo>
                    <a:lnTo>
                      <a:pt x="486767" y="621"/>
                    </a:lnTo>
                    <a:close/>
                    <a:moveTo>
                      <a:pt x="124817" y="143496"/>
                    </a:moveTo>
                    <a:cubicBezTo>
                      <a:pt x="106434" y="143496"/>
                      <a:pt x="91480" y="158450"/>
                      <a:pt x="91480" y="176834"/>
                    </a:cubicBezTo>
                    <a:cubicBezTo>
                      <a:pt x="91480" y="195217"/>
                      <a:pt x="106434" y="210171"/>
                      <a:pt x="124817" y="210171"/>
                    </a:cubicBezTo>
                    <a:cubicBezTo>
                      <a:pt x="143200" y="210171"/>
                      <a:pt x="158155" y="195217"/>
                      <a:pt x="158155" y="176834"/>
                    </a:cubicBezTo>
                    <a:cubicBezTo>
                      <a:pt x="158155" y="158450"/>
                      <a:pt x="143200" y="143496"/>
                      <a:pt x="124817" y="143496"/>
                    </a:cubicBezTo>
                    <a:close/>
                    <a:moveTo>
                      <a:pt x="258167" y="143496"/>
                    </a:moveTo>
                    <a:cubicBezTo>
                      <a:pt x="239784" y="143496"/>
                      <a:pt x="224830" y="158450"/>
                      <a:pt x="224830" y="176834"/>
                    </a:cubicBezTo>
                    <a:cubicBezTo>
                      <a:pt x="224830" y="195217"/>
                      <a:pt x="239784" y="210171"/>
                      <a:pt x="258167" y="210171"/>
                    </a:cubicBezTo>
                    <a:cubicBezTo>
                      <a:pt x="276550" y="210171"/>
                      <a:pt x="291505" y="195217"/>
                      <a:pt x="291505" y="176834"/>
                    </a:cubicBezTo>
                    <a:cubicBezTo>
                      <a:pt x="291505" y="158450"/>
                      <a:pt x="276550" y="143496"/>
                      <a:pt x="258167" y="143496"/>
                    </a:cubicBezTo>
                    <a:close/>
                    <a:moveTo>
                      <a:pt x="391517" y="143496"/>
                    </a:moveTo>
                    <a:cubicBezTo>
                      <a:pt x="373134" y="143496"/>
                      <a:pt x="358180" y="158450"/>
                      <a:pt x="358180" y="176834"/>
                    </a:cubicBezTo>
                    <a:cubicBezTo>
                      <a:pt x="358180" y="195217"/>
                      <a:pt x="373134" y="210171"/>
                      <a:pt x="391517" y="210171"/>
                    </a:cubicBezTo>
                    <a:cubicBezTo>
                      <a:pt x="409900" y="210171"/>
                      <a:pt x="424855" y="195217"/>
                      <a:pt x="424855" y="176834"/>
                    </a:cubicBezTo>
                    <a:cubicBezTo>
                      <a:pt x="424855" y="158450"/>
                      <a:pt x="409900" y="143496"/>
                      <a:pt x="391517" y="1434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46" name="Text1" descr="63f7415b-a19c-484d-b605-bb157cc82c91"/>
              <p:cNvSpPr txBox="1"/>
              <p:nvPr/>
            </p:nvSpPr>
            <p:spPr>
              <a:xfrm>
                <a:off x="651662" y="2334392"/>
                <a:ext cx="3140568" cy="958404"/>
              </a:xfrm>
              <a:prstGeom prst="rect">
                <a:avLst/>
              </a:prstGeom>
              <a:noFill/>
            </p:spPr>
            <p:txBody>
              <a:bodyPr wrap="square" rtlCol="0" anchorCtr="0">
                <a:normAutofit/>
              </a:bodyPr>
              <a:lstStyle/>
              <a:p>
                <a:pPr algn="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人通过工具使用模型，发挥模型的能力。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47" name="Bullet1" descr="c2b7de08-b1be-4652-afb5-0f5e1cc3e809"/>
              <p:cNvSpPr txBox="1"/>
              <p:nvPr/>
            </p:nvSpPr>
            <p:spPr>
              <a:xfrm>
                <a:off x="651662" y="1768957"/>
                <a:ext cx="3140568" cy="565436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/>
              </a:bodyPr>
              <a:lstStyle/>
              <a:p>
                <a:pPr algn="r"/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人使用模型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6" name="组合 5" descr="e4275826-2b3b-4dea-9153-18a1bbff7289"/>
            <p:cNvGrpSpPr/>
            <p:nvPr/>
          </p:nvGrpSpPr>
          <p:grpSpPr>
            <a:xfrm>
              <a:off x="7852032" y="1768957"/>
              <a:ext cx="3666868" cy="1523839"/>
              <a:chOff x="7852032" y="1768957"/>
              <a:chExt cx="3666868" cy="1523839"/>
            </a:xfrm>
          </p:grpSpPr>
          <p:sp>
            <p:nvSpPr>
              <p:cNvPr id="22" name="IconBackground2" descr="a0bc0cd6-1b7b-4616-8cee-13d086c90bfb"/>
              <p:cNvSpPr/>
              <p:nvPr/>
            </p:nvSpPr>
            <p:spPr>
              <a:xfrm>
                <a:off x="7852032" y="1924194"/>
                <a:ext cx="410200" cy="410198"/>
              </a:xfrm>
              <a:prstGeom prst="ellipse">
                <a:avLst/>
              </a:prstGeom>
              <a:solidFill>
                <a:schemeClr val="accent1"/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77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23" name="Icon2" descr="3048f718-3e8f-48af-8b1b-24e910035299"/>
              <p:cNvSpPr/>
              <p:nvPr/>
            </p:nvSpPr>
            <p:spPr>
              <a:xfrm>
                <a:off x="7968132" y="2058373"/>
                <a:ext cx="178001" cy="148188"/>
              </a:xfrm>
              <a:custGeom>
                <a:avLst/>
                <a:gdLst>
                  <a:gd name="connsiteX0" fmla="*/ 483573 w 526297"/>
                  <a:gd name="connsiteY0" fmla="*/ 133971 h 438150"/>
                  <a:gd name="connsiteX1" fmla="*/ 527674 w 526297"/>
                  <a:gd name="connsiteY1" fmla="*/ 178072 h 438150"/>
                  <a:gd name="connsiteX2" fmla="*/ 527579 w 526297"/>
                  <a:gd name="connsiteY2" fmla="*/ 181501 h 438150"/>
                  <a:gd name="connsiteX3" fmla="*/ 514244 w 526297"/>
                  <a:gd name="connsiteY3" fmla="*/ 355237 h 438150"/>
                  <a:gd name="connsiteX4" fmla="*/ 485764 w 526297"/>
                  <a:gd name="connsiteY4" fmla="*/ 381621 h 438150"/>
                  <a:gd name="connsiteX5" fmla="*/ 454998 w 526297"/>
                  <a:gd name="connsiteY5" fmla="*/ 381621 h 438150"/>
                  <a:gd name="connsiteX6" fmla="*/ 454998 w 526297"/>
                  <a:gd name="connsiteY6" fmla="*/ 438771 h 438150"/>
                  <a:gd name="connsiteX7" fmla="*/ 435948 w 526297"/>
                  <a:gd name="connsiteY7" fmla="*/ 438771 h 438150"/>
                  <a:gd name="connsiteX8" fmla="*/ 435948 w 526297"/>
                  <a:gd name="connsiteY8" fmla="*/ 381621 h 438150"/>
                  <a:gd name="connsiteX9" fmla="*/ 93048 w 526297"/>
                  <a:gd name="connsiteY9" fmla="*/ 381621 h 438150"/>
                  <a:gd name="connsiteX10" fmla="*/ 93048 w 526297"/>
                  <a:gd name="connsiteY10" fmla="*/ 438771 h 438150"/>
                  <a:gd name="connsiteX11" fmla="*/ 73998 w 526297"/>
                  <a:gd name="connsiteY11" fmla="*/ 438771 h 438150"/>
                  <a:gd name="connsiteX12" fmla="*/ 73998 w 526297"/>
                  <a:gd name="connsiteY12" fmla="*/ 381621 h 438150"/>
                  <a:gd name="connsiteX13" fmla="*/ 43328 w 526297"/>
                  <a:gd name="connsiteY13" fmla="*/ 381621 h 438150"/>
                  <a:gd name="connsiteX14" fmla="*/ 14848 w 526297"/>
                  <a:gd name="connsiteY14" fmla="*/ 355237 h 438150"/>
                  <a:gd name="connsiteX15" fmla="*/ 1513 w 526297"/>
                  <a:gd name="connsiteY15" fmla="*/ 181501 h 438150"/>
                  <a:gd name="connsiteX16" fmla="*/ 42089 w 526297"/>
                  <a:gd name="connsiteY16" fmla="*/ 134162 h 438150"/>
                  <a:gd name="connsiteX17" fmla="*/ 45518 w 526297"/>
                  <a:gd name="connsiteY17" fmla="*/ 134066 h 438150"/>
                  <a:gd name="connsiteX18" fmla="*/ 101906 w 526297"/>
                  <a:gd name="connsiteY18" fmla="*/ 180834 h 438150"/>
                  <a:gd name="connsiteX19" fmla="*/ 121623 w 526297"/>
                  <a:gd name="connsiteY19" fmla="*/ 286371 h 438150"/>
                  <a:gd name="connsiteX20" fmla="*/ 407373 w 526297"/>
                  <a:gd name="connsiteY20" fmla="*/ 286371 h 438150"/>
                  <a:gd name="connsiteX21" fmla="*/ 427185 w 526297"/>
                  <a:gd name="connsiteY21" fmla="*/ 180739 h 438150"/>
                  <a:gd name="connsiteX22" fmla="*/ 483573 w 526297"/>
                  <a:gd name="connsiteY22" fmla="*/ 133971 h 438150"/>
                  <a:gd name="connsiteX23" fmla="*/ 416898 w 526297"/>
                  <a:gd name="connsiteY23" fmla="*/ 621 h 438150"/>
                  <a:gd name="connsiteX24" fmla="*/ 483573 w 526297"/>
                  <a:gd name="connsiteY24" fmla="*/ 67296 h 438150"/>
                  <a:gd name="connsiteX25" fmla="*/ 483573 w 526297"/>
                  <a:gd name="connsiteY25" fmla="*/ 115397 h 438150"/>
                  <a:gd name="connsiteX26" fmla="*/ 476429 w 526297"/>
                  <a:gd name="connsiteY26" fmla="*/ 114921 h 438150"/>
                  <a:gd name="connsiteX27" fmla="*/ 412040 w 526297"/>
                  <a:gd name="connsiteY27" fmla="*/ 166451 h 438150"/>
                  <a:gd name="connsiteX28" fmla="*/ 411564 w 526297"/>
                  <a:gd name="connsiteY28" fmla="*/ 168737 h 438150"/>
                  <a:gd name="connsiteX29" fmla="*/ 393086 w 526297"/>
                  <a:gd name="connsiteY29" fmla="*/ 267321 h 438150"/>
                  <a:gd name="connsiteX30" fmla="*/ 135911 w 526297"/>
                  <a:gd name="connsiteY30" fmla="*/ 267321 h 438150"/>
                  <a:gd name="connsiteX31" fmla="*/ 117432 w 526297"/>
                  <a:gd name="connsiteY31" fmla="*/ 168737 h 438150"/>
                  <a:gd name="connsiteX32" fmla="*/ 52567 w 526297"/>
                  <a:gd name="connsiteY32" fmla="*/ 114921 h 438150"/>
                  <a:gd name="connsiteX33" fmla="*/ 54948 w 526297"/>
                  <a:gd name="connsiteY33" fmla="*/ 67296 h 438150"/>
                  <a:gd name="connsiteX34" fmla="*/ 121623 w 526297"/>
                  <a:gd name="connsiteY34" fmla="*/ 621 h 438150"/>
                  <a:gd name="connsiteX35" fmla="*/ 416898 w 526297"/>
                  <a:gd name="connsiteY35" fmla="*/ 621 h 438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26297" h="438150">
                    <a:moveTo>
                      <a:pt x="483573" y="133971"/>
                    </a:moveTo>
                    <a:cubicBezTo>
                      <a:pt x="507957" y="133971"/>
                      <a:pt x="527674" y="153688"/>
                      <a:pt x="527674" y="178072"/>
                    </a:cubicBezTo>
                    <a:cubicBezTo>
                      <a:pt x="527674" y="179215"/>
                      <a:pt x="527674" y="180358"/>
                      <a:pt x="527579" y="181501"/>
                    </a:cubicBezTo>
                    <a:lnTo>
                      <a:pt x="514244" y="355237"/>
                    </a:lnTo>
                    <a:cubicBezTo>
                      <a:pt x="513101" y="370096"/>
                      <a:pt x="500718" y="381621"/>
                      <a:pt x="485764" y="381621"/>
                    </a:cubicBezTo>
                    <a:lnTo>
                      <a:pt x="454998" y="381621"/>
                    </a:lnTo>
                    <a:lnTo>
                      <a:pt x="454998" y="438771"/>
                    </a:lnTo>
                    <a:lnTo>
                      <a:pt x="435948" y="438771"/>
                    </a:lnTo>
                    <a:lnTo>
                      <a:pt x="435948" y="381621"/>
                    </a:lnTo>
                    <a:lnTo>
                      <a:pt x="93048" y="381621"/>
                    </a:lnTo>
                    <a:lnTo>
                      <a:pt x="93048" y="438771"/>
                    </a:lnTo>
                    <a:lnTo>
                      <a:pt x="73998" y="438771"/>
                    </a:lnTo>
                    <a:lnTo>
                      <a:pt x="73998" y="381621"/>
                    </a:lnTo>
                    <a:lnTo>
                      <a:pt x="43328" y="381621"/>
                    </a:lnTo>
                    <a:cubicBezTo>
                      <a:pt x="28373" y="381621"/>
                      <a:pt x="15991" y="370096"/>
                      <a:pt x="14848" y="355237"/>
                    </a:cubicBezTo>
                    <a:lnTo>
                      <a:pt x="1513" y="181501"/>
                    </a:lnTo>
                    <a:cubicBezTo>
                      <a:pt x="-392" y="157212"/>
                      <a:pt x="17801" y="135971"/>
                      <a:pt x="42089" y="134162"/>
                    </a:cubicBezTo>
                    <a:cubicBezTo>
                      <a:pt x="43232" y="134066"/>
                      <a:pt x="44375" y="134066"/>
                      <a:pt x="45518" y="134066"/>
                    </a:cubicBezTo>
                    <a:cubicBezTo>
                      <a:pt x="73141" y="134066"/>
                      <a:pt x="96858" y="153688"/>
                      <a:pt x="101906" y="180834"/>
                    </a:cubicBezTo>
                    <a:lnTo>
                      <a:pt x="121623" y="286371"/>
                    </a:lnTo>
                    <a:lnTo>
                      <a:pt x="407373" y="286371"/>
                    </a:lnTo>
                    <a:lnTo>
                      <a:pt x="427185" y="180739"/>
                    </a:lnTo>
                    <a:cubicBezTo>
                      <a:pt x="432233" y="153592"/>
                      <a:pt x="455951" y="133971"/>
                      <a:pt x="483573" y="133971"/>
                    </a:cubicBezTo>
                    <a:close/>
                    <a:moveTo>
                      <a:pt x="416898" y="621"/>
                    </a:moveTo>
                    <a:cubicBezTo>
                      <a:pt x="453760" y="621"/>
                      <a:pt x="483573" y="30434"/>
                      <a:pt x="483573" y="67296"/>
                    </a:cubicBezTo>
                    <a:lnTo>
                      <a:pt x="483573" y="115397"/>
                    </a:lnTo>
                    <a:cubicBezTo>
                      <a:pt x="481192" y="115112"/>
                      <a:pt x="478811" y="114921"/>
                      <a:pt x="476429" y="114921"/>
                    </a:cubicBezTo>
                    <a:cubicBezTo>
                      <a:pt x="445473" y="114921"/>
                      <a:pt x="418803" y="136448"/>
                      <a:pt x="412040" y="166451"/>
                    </a:cubicBezTo>
                    <a:lnTo>
                      <a:pt x="411564" y="168737"/>
                    </a:lnTo>
                    <a:lnTo>
                      <a:pt x="393086" y="267321"/>
                    </a:lnTo>
                    <a:lnTo>
                      <a:pt x="135911" y="267321"/>
                    </a:lnTo>
                    <a:lnTo>
                      <a:pt x="117432" y="168737"/>
                    </a:lnTo>
                    <a:cubicBezTo>
                      <a:pt x="111622" y="137495"/>
                      <a:pt x="84285" y="114921"/>
                      <a:pt x="52567" y="114921"/>
                    </a:cubicBezTo>
                    <a:lnTo>
                      <a:pt x="54948" y="67296"/>
                    </a:lnTo>
                    <a:cubicBezTo>
                      <a:pt x="54948" y="30434"/>
                      <a:pt x="84761" y="621"/>
                      <a:pt x="121623" y="621"/>
                    </a:cubicBezTo>
                    <a:lnTo>
                      <a:pt x="416898" y="621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34" name="Text2" descr="f5b37230-6600-445c-b8cb-03d46db0546b"/>
              <p:cNvSpPr txBox="1"/>
              <p:nvPr/>
            </p:nvSpPr>
            <p:spPr>
              <a:xfrm>
                <a:off x="8378332" y="2334392"/>
                <a:ext cx="3140568" cy="958404"/>
              </a:xfrm>
              <a:prstGeom prst="rect">
                <a:avLst/>
              </a:prstGeom>
              <a:noFill/>
            </p:spPr>
            <p:txBody>
              <a:bodyPr wrap="square" rtlCol="0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模型通过工具赋能人，提升人的工作效率。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36" name="Bullet2" descr="012c6913-ffdf-4b55-9dce-9288706ccd35"/>
              <p:cNvSpPr txBox="1"/>
              <p:nvPr/>
            </p:nvSpPr>
            <p:spPr>
              <a:xfrm>
                <a:off x="8378332" y="1768957"/>
                <a:ext cx="3140568" cy="565436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/>
              </a:bodyPr>
              <a:lstStyle/>
              <a:p>
                <a:pPr algn="l"/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模型赋能人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5" name="组合 4" descr="165f1d31-0dea-4860-a7cb-d53968d81fd0"/>
            <p:cNvGrpSpPr/>
            <p:nvPr/>
          </p:nvGrpSpPr>
          <p:grpSpPr>
            <a:xfrm>
              <a:off x="651661" y="4093030"/>
              <a:ext cx="3646919" cy="1523839"/>
              <a:chOff x="651661" y="4093030"/>
              <a:chExt cx="3646919" cy="1523839"/>
            </a:xfrm>
          </p:grpSpPr>
          <p:sp>
            <p:nvSpPr>
              <p:cNvPr id="28" name="IconBackground3" descr="ebb63ae8-9857-4daa-be29-0d43db0e1ac2"/>
              <p:cNvSpPr/>
              <p:nvPr/>
            </p:nvSpPr>
            <p:spPr>
              <a:xfrm>
                <a:off x="3888380" y="4248267"/>
                <a:ext cx="410200" cy="410198"/>
              </a:xfrm>
              <a:prstGeom prst="ellipse">
                <a:avLst/>
              </a:prstGeom>
              <a:solidFill>
                <a:schemeClr val="accent1"/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77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29" name="Icon3" descr="2ae3b07b-64fe-4f45-b5af-6c1a0b4fa3b8"/>
              <p:cNvSpPr/>
              <p:nvPr/>
            </p:nvSpPr>
            <p:spPr>
              <a:xfrm>
                <a:off x="4004479" y="4369129"/>
                <a:ext cx="178001" cy="174822"/>
              </a:xfrm>
              <a:custGeom>
                <a:avLst/>
                <a:gdLst>
                  <a:gd name="connsiteX0" fmla="*/ 343764 w 533400"/>
                  <a:gd name="connsiteY0" fmla="*/ 276846 h 523875"/>
                  <a:gd name="connsiteX1" fmla="*/ 372339 w 533400"/>
                  <a:gd name="connsiteY1" fmla="*/ 305421 h 523875"/>
                  <a:gd name="connsiteX2" fmla="*/ 372339 w 533400"/>
                  <a:gd name="connsiteY2" fmla="*/ 495921 h 523875"/>
                  <a:gd name="connsiteX3" fmla="*/ 343764 w 533400"/>
                  <a:gd name="connsiteY3" fmla="*/ 524496 h 523875"/>
                  <a:gd name="connsiteX4" fmla="*/ 191364 w 533400"/>
                  <a:gd name="connsiteY4" fmla="*/ 524496 h 523875"/>
                  <a:gd name="connsiteX5" fmla="*/ 162789 w 533400"/>
                  <a:gd name="connsiteY5" fmla="*/ 495921 h 523875"/>
                  <a:gd name="connsiteX6" fmla="*/ 162789 w 533400"/>
                  <a:gd name="connsiteY6" fmla="*/ 305421 h 523875"/>
                  <a:gd name="connsiteX7" fmla="*/ 191364 w 533400"/>
                  <a:gd name="connsiteY7" fmla="*/ 276846 h 523875"/>
                  <a:gd name="connsiteX8" fmla="*/ 343764 w 533400"/>
                  <a:gd name="connsiteY8" fmla="*/ 276846 h 523875"/>
                  <a:gd name="connsiteX9" fmla="*/ 143739 w 533400"/>
                  <a:gd name="connsiteY9" fmla="*/ 114921 h 523875"/>
                  <a:gd name="connsiteX10" fmla="*/ 179934 w 533400"/>
                  <a:gd name="connsiteY10" fmla="*/ 153021 h 523875"/>
                  <a:gd name="connsiteX11" fmla="*/ 181839 w 533400"/>
                  <a:gd name="connsiteY11" fmla="*/ 153021 h 523875"/>
                  <a:gd name="connsiteX12" fmla="*/ 353289 w 533400"/>
                  <a:gd name="connsiteY12" fmla="*/ 153021 h 523875"/>
                  <a:gd name="connsiteX13" fmla="*/ 391389 w 533400"/>
                  <a:gd name="connsiteY13" fmla="*/ 116826 h 523875"/>
                  <a:gd name="connsiteX14" fmla="*/ 391389 w 533400"/>
                  <a:gd name="connsiteY14" fmla="*/ 114921 h 523875"/>
                  <a:gd name="connsiteX15" fmla="*/ 505689 w 533400"/>
                  <a:gd name="connsiteY15" fmla="*/ 114921 h 523875"/>
                  <a:gd name="connsiteX16" fmla="*/ 534264 w 533400"/>
                  <a:gd name="connsiteY16" fmla="*/ 143496 h 523875"/>
                  <a:gd name="connsiteX17" fmla="*/ 534264 w 533400"/>
                  <a:gd name="connsiteY17" fmla="*/ 381621 h 523875"/>
                  <a:gd name="connsiteX18" fmla="*/ 505689 w 533400"/>
                  <a:gd name="connsiteY18" fmla="*/ 410196 h 523875"/>
                  <a:gd name="connsiteX19" fmla="*/ 391389 w 533400"/>
                  <a:gd name="connsiteY19" fmla="*/ 410196 h 523875"/>
                  <a:gd name="connsiteX20" fmla="*/ 391389 w 533400"/>
                  <a:gd name="connsiteY20" fmla="*/ 295896 h 523875"/>
                  <a:gd name="connsiteX21" fmla="*/ 355194 w 533400"/>
                  <a:gd name="connsiteY21" fmla="*/ 257796 h 523875"/>
                  <a:gd name="connsiteX22" fmla="*/ 353289 w 533400"/>
                  <a:gd name="connsiteY22" fmla="*/ 257796 h 523875"/>
                  <a:gd name="connsiteX23" fmla="*/ 181839 w 533400"/>
                  <a:gd name="connsiteY23" fmla="*/ 257796 h 523875"/>
                  <a:gd name="connsiteX24" fmla="*/ 143739 w 533400"/>
                  <a:gd name="connsiteY24" fmla="*/ 293991 h 523875"/>
                  <a:gd name="connsiteX25" fmla="*/ 143739 w 533400"/>
                  <a:gd name="connsiteY25" fmla="*/ 295896 h 523875"/>
                  <a:gd name="connsiteX26" fmla="*/ 143739 w 533400"/>
                  <a:gd name="connsiteY26" fmla="*/ 410196 h 523875"/>
                  <a:gd name="connsiteX27" fmla="*/ 29439 w 533400"/>
                  <a:gd name="connsiteY27" fmla="*/ 410196 h 523875"/>
                  <a:gd name="connsiteX28" fmla="*/ 864 w 533400"/>
                  <a:gd name="connsiteY28" fmla="*/ 381621 h 523875"/>
                  <a:gd name="connsiteX29" fmla="*/ 864 w 533400"/>
                  <a:gd name="connsiteY29" fmla="*/ 201408 h 523875"/>
                  <a:gd name="connsiteX30" fmla="*/ 11151 w 533400"/>
                  <a:gd name="connsiteY30" fmla="*/ 175405 h 523875"/>
                  <a:gd name="connsiteX31" fmla="*/ 56300 w 533400"/>
                  <a:gd name="connsiteY31" fmla="*/ 127018 h 523875"/>
                  <a:gd name="connsiteX32" fmla="*/ 84112 w 533400"/>
                  <a:gd name="connsiteY32" fmla="*/ 114921 h 523875"/>
                  <a:gd name="connsiteX33" fmla="*/ 143739 w 533400"/>
                  <a:gd name="connsiteY33" fmla="*/ 114921 h 523875"/>
                  <a:gd name="connsiteX34" fmla="*/ 462827 w 533400"/>
                  <a:gd name="connsiteY34" fmla="*/ 172071 h 523875"/>
                  <a:gd name="connsiteX35" fmla="*/ 448539 w 533400"/>
                  <a:gd name="connsiteY35" fmla="*/ 186359 h 523875"/>
                  <a:gd name="connsiteX36" fmla="*/ 462827 w 533400"/>
                  <a:gd name="connsiteY36" fmla="*/ 200646 h 523875"/>
                  <a:gd name="connsiteX37" fmla="*/ 477114 w 533400"/>
                  <a:gd name="connsiteY37" fmla="*/ 186359 h 523875"/>
                  <a:gd name="connsiteX38" fmla="*/ 462827 w 533400"/>
                  <a:gd name="connsiteY38" fmla="*/ 172071 h 523875"/>
                  <a:gd name="connsiteX39" fmla="*/ 343764 w 533400"/>
                  <a:gd name="connsiteY39" fmla="*/ 621 h 523875"/>
                  <a:gd name="connsiteX40" fmla="*/ 372339 w 533400"/>
                  <a:gd name="connsiteY40" fmla="*/ 29196 h 523875"/>
                  <a:gd name="connsiteX41" fmla="*/ 372339 w 533400"/>
                  <a:gd name="connsiteY41" fmla="*/ 105396 h 523875"/>
                  <a:gd name="connsiteX42" fmla="*/ 343764 w 533400"/>
                  <a:gd name="connsiteY42" fmla="*/ 133971 h 523875"/>
                  <a:gd name="connsiteX43" fmla="*/ 191364 w 533400"/>
                  <a:gd name="connsiteY43" fmla="*/ 133971 h 523875"/>
                  <a:gd name="connsiteX44" fmla="*/ 162789 w 533400"/>
                  <a:gd name="connsiteY44" fmla="*/ 105396 h 523875"/>
                  <a:gd name="connsiteX45" fmla="*/ 162789 w 533400"/>
                  <a:gd name="connsiteY45" fmla="*/ 29196 h 523875"/>
                  <a:gd name="connsiteX46" fmla="*/ 191364 w 533400"/>
                  <a:gd name="connsiteY46" fmla="*/ 621 h 523875"/>
                  <a:gd name="connsiteX47" fmla="*/ 343764 w 533400"/>
                  <a:gd name="connsiteY47" fmla="*/ 621 h 523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533400" h="523875">
                    <a:moveTo>
                      <a:pt x="343764" y="276846"/>
                    </a:moveTo>
                    <a:cubicBezTo>
                      <a:pt x="359576" y="276846"/>
                      <a:pt x="372339" y="289610"/>
                      <a:pt x="372339" y="305421"/>
                    </a:cubicBezTo>
                    <a:lnTo>
                      <a:pt x="372339" y="495921"/>
                    </a:lnTo>
                    <a:cubicBezTo>
                      <a:pt x="372339" y="511732"/>
                      <a:pt x="359576" y="524496"/>
                      <a:pt x="343764" y="524496"/>
                    </a:cubicBezTo>
                    <a:lnTo>
                      <a:pt x="191364" y="524496"/>
                    </a:lnTo>
                    <a:cubicBezTo>
                      <a:pt x="175552" y="524496"/>
                      <a:pt x="162789" y="511732"/>
                      <a:pt x="162789" y="495921"/>
                    </a:cubicBezTo>
                    <a:lnTo>
                      <a:pt x="162789" y="305421"/>
                    </a:lnTo>
                    <a:cubicBezTo>
                      <a:pt x="162789" y="289610"/>
                      <a:pt x="175552" y="276846"/>
                      <a:pt x="191364" y="276846"/>
                    </a:cubicBezTo>
                    <a:lnTo>
                      <a:pt x="343764" y="276846"/>
                    </a:lnTo>
                    <a:close/>
                    <a:moveTo>
                      <a:pt x="143739" y="114921"/>
                    </a:moveTo>
                    <a:cubicBezTo>
                      <a:pt x="143739" y="135305"/>
                      <a:pt x="159741" y="151973"/>
                      <a:pt x="179934" y="153021"/>
                    </a:cubicBezTo>
                    <a:lnTo>
                      <a:pt x="181839" y="153021"/>
                    </a:lnTo>
                    <a:lnTo>
                      <a:pt x="353289" y="153021"/>
                    </a:lnTo>
                    <a:cubicBezTo>
                      <a:pt x="373673" y="153021"/>
                      <a:pt x="390341" y="137019"/>
                      <a:pt x="391389" y="116826"/>
                    </a:cubicBezTo>
                    <a:lnTo>
                      <a:pt x="391389" y="114921"/>
                    </a:lnTo>
                    <a:lnTo>
                      <a:pt x="505689" y="114921"/>
                    </a:lnTo>
                    <a:cubicBezTo>
                      <a:pt x="521501" y="114921"/>
                      <a:pt x="534264" y="127685"/>
                      <a:pt x="534264" y="143496"/>
                    </a:cubicBezTo>
                    <a:lnTo>
                      <a:pt x="534264" y="381621"/>
                    </a:lnTo>
                    <a:cubicBezTo>
                      <a:pt x="534264" y="397432"/>
                      <a:pt x="521501" y="410196"/>
                      <a:pt x="505689" y="410196"/>
                    </a:cubicBezTo>
                    <a:lnTo>
                      <a:pt x="391389" y="410196"/>
                    </a:lnTo>
                    <a:lnTo>
                      <a:pt x="391389" y="295896"/>
                    </a:lnTo>
                    <a:cubicBezTo>
                      <a:pt x="391389" y="275512"/>
                      <a:pt x="375387" y="258844"/>
                      <a:pt x="355194" y="257796"/>
                    </a:cubicBezTo>
                    <a:lnTo>
                      <a:pt x="353289" y="257796"/>
                    </a:lnTo>
                    <a:lnTo>
                      <a:pt x="181839" y="257796"/>
                    </a:lnTo>
                    <a:cubicBezTo>
                      <a:pt x="161455" y="257796"/>
                      <a:pt x="144787" y="273798"/>
                      <a:pt x="143739" y="293991"/>
                    </a:cubicBezTo>
                    <a:lnTo>
                      <a:pt x="143739" y="295896"/>
                    </a:lnTo>
                    <a:lnTo>
                      <a:pt x="143739" y="410196"/>
                    </a:lnTo>
                    <a:lnTo>
                      <a:pt x="29439" y="410196"/>
                    </a:lnTo>
                    <a:cubicBezTo>
                      <a:pt x="13627" y="410196"/>
                      <a:pt x="864" y="397432"/>
                      <a:pt x="864" y="381621"/>
                    </a:cubicBezTo>
                    <a:lnTo>
                      <a:pt x="864" y="201408"/>
                    </a:lnTo>
                    <a:cubicBezTo>
                      <a:pt x="864" y="191788"/>
                      <a:pt x="4484" y="182454"/>
                      <a:pt x="11151" y="175405"/>
                    </a:cubicBezTo>
                    <a:lnTo>
                      <a:pt x="56300" y="127018"/>
                    </a:lnTo>
                    <a:cubicBezTo>
                      <a:pt x="63538" y="119303"/>
                      <a:pt x="73635" y="114921"/>
                      <a:pt x="84112" y="114921"/>
                    </a:cubicBezTo>
                    <a:lnTo>
                      <a:pt x="143739" y="114921"/>
                    </a:lnTo>
                    <a:close/>
                    <a:moveTo>
                      <a:pt x="462827" y="172071"/>
                    </a:moveTo>
                    <a:cubicBezTo>
                      <a:pt x="454921" y="172071"/>
                      <a:pt x="448539" y="178453"/>
                      <a:pt x="448539" y="186359"/>
                    </a:cubicBezTo>
                    <a:cubicBezTo>
                      <a:pt x="448539" y="194264"/>
                      <a:pt x="454921" y="200646"/>
                      <a:pt x="462827" y="200646"/>
                    </a:cubicBezTo>
                    <a:cubicBezTo>
                      <a:pt x="470732" y="200646"/>
                      <a:pt x="477114" y="194264"/>
                      <a:pt x="477114" y="186359"/>
                    </a:cubicBezTo>
                    <a:cubicBezTo>
                      <a:pt x="477114" y="178453"/>
                      <a:pt x="470732" y="172071"/>
                      <a:pt x="462827" y="172071"/>
                    </a:cubicBezTo>
                    <a:close/>
                    <a:moveTo>
                      <a:pt x="343764" y="621"/>
                    </a:moveTo>
                    <a:cubicBezTo>
                      <a:pt x="359576" y="621"/>
                      <a:pt x="372339" y="13385"/>
                      <a:pt x="372339" y="29196"/>
                    </a:cubicBezTo>
                    <a:lnTo>
                      <a:pt x="372339" y="105396"/>
                    </a:lnTo>
                    <a:cubicBezTo>
                      <a:pt x="372339" y="121207"/>
                      <a:pt x="359576" y="133971"/>
                      <a:pt x="343764" y="133971"/>
                    </a:cubicBezTo>
                    <a:lnTo>
                      <a:pt x="191364" y="133971"/>
                    </a:lnTo>
                    <a:cubicBezTo>
                      <a:pt x="175552" y="133971"/>
                      <a:pt x="162789" y="121207"/>
                      <a:pt x="162789" y="105396"/>
                    </a:cubicBezTo>
                    <a:lnTo>
                      <a:pt x="162789" y="29196"/>
                    </a:lnTo>
                    <a:cubicBezTo>
                      <a:pt x="162789" y="13385"/>
                      <a:pt x="175552" y="621"/>
                      <a:pt x="191364" y="621"/>
                    </a:cubicBezTo>
                    <a:lnTo>
                      <a:pt x="343764" y="621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52" name="Text3" descr="270cab7c-8e0b-409f-9c86-b12b6e48a352"/>
              <p:cNvSpPr txBox="1"/>
              <p:nvPr/>
            </p:nvSpPr>
            <p:spPr>
              <a:xfrm>
                <a:off x="651662" y="4658465"/>
                <a:ext cx="3140568" cy="958404"/>
              </a:xfrm>
              <a:prstGeom prst="rect">
                <a:avLst/>
              </a:prstGeom>
              <a:noFill/>
            </p:spPr>
            <p:txBody>
              <a:bodyPr wrap="square" rtlCol="0" anchorCtr="0">
                <a:normAutofit/>
              </a:bodyPr>
              <a:lstStyle/>
              <a:p>
                <a:pPr algn="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工具基于人的反馈不断优化，更好地服务人和模型。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53" name="Bullet3" descr="3190df0e-14ea-48eb-9a8a-73443253a53c"/>
              <p:cNvSpPr txBox="1"/>
              <p:nvPr/>
            </p:nvSpPr>
            <p:spPr>
              <a:xfrm>
                <a:off x="651661" y="4093030"/>
                <a:ext cx="3140569" cy="565436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/>
              </a:bodyPr>
              <a:lstStyle/>
              <a:p>
                <a:pPr algn="r"/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工具优化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7" name="组合 6" descr="4317e720-c367-4ebf-9293-3eeb77c60088"/>
            <p:cNvGrpSpPr/>
            <p:nvPr/>
          </p:nvGrpSpPr>
          <p:grpSpPr>
            <a:xfrm>
              <a:off x="7852032" y="4093030"/>
              <a:ext cx="3666868" cy="1523839"/>
              <a:chOff x="7852032" y="4093030"/>
              <a:chExt cx="3666868" cy="1523839"/>
            </a:xfrm>
          </p:grpSpPr>
          <p:sp>
            <p:nvSpPr>
              <p:cNvPr id="16" name="IconBackground4" descr="95a6a222-5dbe-488b-b8cb-cfa165ddf98d"/>
              <p:cNvSpPr/>
              <p:nvPr/>
            </p:nvSpPr>
            <p:spPr>
              <a:xfrm>
                <a:off x="7852032" y="4248267"/>
                <a:ext cx="410200" cy="410198"/>
              </a:xfrm>
              <a:prstGeom prst="ellipse">
                <a:avLst/>
              </a:prstGeom>
              <a:solidFill>
                <a:schemeClr val="accent1"/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77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7" name="Icon4" descr="eaa0ae5e-ecf2-46cc-9968-d8f7b6470eaa"/>
              <p:cNvSpPr/>
              <p:nvPr/>
            </p:nvSpPr>
            <p:spPr>
              <a:xfrm>
                <a:off x="7968132" y="4386616"/>
                <a:ext cx="178001" cy="133500"/>
              </a:xfrm>
              <a:custGeom>
                <a:avLst/>
                <a:gdLst>
                  <a:gd name="connsiteX0" fmla="*/ 505433 w 533400"/>
                  <a:gd name="connsiteY0" fmla="*/ 621 h 400050"/>
                  <a:gd name="connsiteX1" fmla="*/ 534008 w 533400"/>
                  <a:gd name="connsiteY1" fmla="*/ 29196 h 400050"/>
                  <a:gd name="connsiteX2" fmla="*/ 534008 w 533400"/>
                  <a:gd name="connsiteY2" fmla="*/ 372096 h 400050"/>
                  <a:gd name="connsiteX3" fmla="*/ 505433 w 533400"/>
                  <a:gd name="connsiteY3" fmla="*/ 400671 h 400050"/>
                  <a:gd name="connsiteX4" fmla="*/ 29183 w 533400"/>
                  <a:gd name="connsiteY4" fmla="*/ 400671 h 400050"/>
                  <a:gd name="connsiteX5" fmla="*/ 608 w 533400"/>
                  <a:gd name="connsiteY5" fmla="*/ 372096 h 400050"/>
                  <a:gd name="connsiteX6" fmla="*/ 608 w 533400"/>
                  <a:gd name="connsiteY6" fmla="*/ 29196 h 400050"/>
                  <a:gd name="connsiteX7" fmla="*/ 29183 w 533400"/>
                  <a:gd name="connsiteY7" fmla="*/ 621 h 400050"/>
                  <a:gd name="connsiteX8" fmla="*/ 505433 w 533400"/>
                  <a:gd name="connsiteY8" fmla="*/ 621 h 400050"/>
                  <a:gd name="connsiteX9" fmla="*/ 391419 w 533400"/>
                  <a:gd name="connsiteY9" fmla="*/ 198646 h 400050"/>
                  <a:gd name="connsiteX10" fmla="*/ 351414 w 533400"/>
                  <a:gd name="connsiteY10" fmla="*/ 204170 h 400050"/>
                  <a:gd name="connsiteX11" fmla="*/ 351414 w 533400"/>
                  <a:gd name="connsiteY11" fmla="*/ 204170 h 400050"/>
                  <a:gd name="connsiteX12" fmla="*/ 267118 w 533400"/>
                  <a:gd name="connsiteY12" fmla="*/ 315613 h 400050"/>
                  <a:gd name="connsiteX13" fmla="*/ 264641 w 533400"/>
                  <a:gd name="connsiteY13" fmla="*/ 318470 h 400050"/>
                  <a:gd name="connsiteX14" fmla="*/ 224255 w 533400"/>
                  <a:gd name="connsiteY14" fmla="*/ 318756 h 400050"/>
                  <a:gd name="connsiteX15" fmla="*/ 224255 w 533400"/>
                  <a:gd name="connsiteY15" fmla="*/ 318756 h 400050"/>
                  <a:gd name="connsiteX16" fmla="*/ 162152 w 533400"/>
                  <a:gd name="connsiteY16" fmla="*/ 257415 h 400050"/>
                  <a:gd name="connsiteX17" fmla="*/ 160247 w 533400"/>
                  <a:gd name="connsiteY17" fmla="*/ 255701 h 400050"/>
                  <a:gd name="connsiteX18" fmla="*/ 120052 w 533400"/>
                  <a:gd name="connsiteY18" fmla="*/ 259606 h 400050"/>
                  <a:gd name="connsiteX19" fmla="*/ 120052 w 533400"/>
                  <a:gd name="connsiteY19" fmla="*/ 259606 h 400050"/>
                  <a:gd name="connsiteX20" fmla="*/ 32517 w 533400"/>
                  <a:gd name="connsiteY20" fmla="*/ 366095 h 400050"/>
                  <a:gd name="connsiteX21" fmla="*/ 30326 w 533400"/>
                  <a:gd name="connsiteY21" fmla="*/ 372096 h 400050"/>
                  <a:gd name="connsiteX22" fmla="*/ 39851 w 533400"/>
                  <a:gd name="connsiteY22" fmla="*/ 381621 h 400050"/>
                  <a:gd name="connsiteX23" fmla="*/ 39851 w 533400"/>
                  <a:gd name="connsiteY23" fmla="*/ 381621 h 400050"/>
                  <a:gd name="connsiteX24" fmla="*/ 497242 w 533400"/>
                  <a:gd name="connsiteY24" fmla="*/ 381621 h 400050"/>
                  <a:gd name="connsiteX25" fmla="*/ 502480 w 533400"/>
                  <a:gd name="connsiteY25" fmla="*/ 380002 h 400050"/>
                  <a:gd name="connsiteX26" fmla="*/ 505147 w 533400"/>
                  <a:gd name="connsiteY26" fmla="*/ 366762 h 400050"/>
                  <a:gd name="connsiteX27" fmla="*/ 505147 w 533400"/>
                  <a:gd name="connsiteY27" fmla="*/ 366762 h 400050"/>
                  <a:gd name="connsiteX28" fmla="*/ 397991 w 533400"/>
                  <a:gd name="connsiteY28" fmla="*/ 205504 h 400050"/>
                  <a:gd name="connsiteX29" fmla="*/ 391419 w 533400"/>
                  <a:gd name="connsiteY29" fmla="*/ 198646 h 400050"/>
                  <a:gd name="connsiteX30" fmla="*/ 95858 w 533400"/>
                  <a:gd name="connsiteY30" fmla="*/ 57771 h 400050"/>
                  <a:gd name="connsiteX31" fmla="*/ 57758 w 533400"/>
                  <a:gd name="connsiteY31" fmla="*/ 95871 h 400050"/>
                  <a:gd name="connsiteX32" fmla="*/ 95858 w 533400"/>
                  <a:gd name="connsiteY32" fmla="*/ 133971 h 400050"/>
                  <a:gd name="connsiteX33" fmla="*/ 133958 w 533400"/>
                  <a:gd name="connsiteY33" fmla="*/ 95871 h 400050"/>
                  <a:gd name="connsiteX34" fmla="*/ 95858 w 533400"/>
                  <a:gd name="connsiteY34" fmla="*/ 57771 h 400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533400" h="400050">
                    <a:moveTo>
                      <a:pt x="505433" y="621"/>
                    </a:moveTo>
                    <a:cubicBezTo>
                      <a:pt x="521245" y="621"/>
                      <a:pt x="534008" y="13385"/>
                      <a:pt x="534008" y="29196"/>
                    </a:cubicBezTo>
                    <a:lnTo>
                      <a:pt x="534008" y="372096"/>
                    </a:lnTo>
                    <a:cubicBezTo>
                      <a:pt x="534008" y="387907"/>
                      <a:pt x="521245" y="400671"/>
                      <a:pt x="505433" y="400671"/>
                    </a:cubicBezTo>
                    <a:lnTo>
                      <a:pt x="29183" y="400671"/>
                    </a:lnTo>
                    <a:cubicBezTo>
                      <a:pt x="13371" y="400671"/>
                      <a:pt x="608" y="387907"/>
                      <a:pt x="608" y="372096"/>
                    </a:cubicBezTo>
                    <a:lnTo>
                      <a:pt x="608" y="29196"/>
                    </a:lnTo>
                    <a:cubicBezTo>
                      <a:pt x="608" y="13385"/>
                      <a:pt x="13371" y="621"/>
                      <a:pt x="29183" y="621"/>
                    </a:cubicBezTo>
                    <a:lnTo>
                      <a:pt x="505433" y="621"/>
                    </a:lnTo>
                    <a:close/>
                    <a:moveTo>
                      <a:pt x="391419" y="198646"/>
                    </a:moveTo>
                    <a:cubicBezTo>
                      <a:pt x="378846" y="189121"/>
                      <a:pt x="360939" y="191597"/>
                      <a:pt x="351414" y="204170"/>
                    </a:cubicBezTo>
                    <a:lnTo>
                      <a:pt x="351414" y="204170"/>
                    </a:lnTo>
                    <a:lnTo>
                      <a:pt x="267118" y="315613"/>
                    </a:lnTo>
                    <a:cubicBezTo>
                      <a:pt x="266355" y="316660"/>
                      <a:pt x="265498" y="317518"/>
                      <a:pt x="264641" y="318470"/>
                    </a:cubicBezTo>
                    <a:cubicBezTo>
                      <a:pt x="253592" y="329710"/>
                      <a:pt x="235495" y="329805"/>
                      <a:pt x="224255" y="318756"/>
                    </a:cubicBezTo>
                    <a:lnTo>
                      <a:pt x="224255" y="318756"/>
                    </a:lnTo>
                    <a:lnTo>
                      <a:pt x="162152" y="257415"/>
                    </a:lnTo>
                    <a:cubicBezTo>
                      <a:pt x="161485" y="256844"/>
                      <a:pt x="160914" y="256177"/>
                      <a:pt x="160247" y="255701"/>
                    </a:cubicBezTo>
                    <a:cubicBezTo>
                      <a:pt x="148055" y="245699"/>
                      <a:pt x="130053" y="247414"/>
                      <a:pt x="120052" y="259606"/>
                    </a:cubicBezTo>
                    <a:lnTo>
                      <a:pt x="120052" y="259606"/>
                    </a:lnTo>
                    <a:lnTo>
                      <a:pt x="32517" y="366095"/>
                    </a:lnTo>
                    <a:cubicBezTo>
                      <a:pt x="31088" y="367810"/>
                      <a:pt x="30326" y="369905"/>
                      <a:pt x="30326" y="372096"/>
                    </a:cubicBezTo>
                    <a:cubicBezTo>
                      <a:pt x="30326" y="377335"/>
                      <a:pt x="34612" y="381621"/>
                      <a:pt x="39851" y="381621"/>
                    </a:cubicBezTo>
                    <a:lnTo>
                      <a:pt x="39851" y="381621"/>
                    </a:lnTo>
                    <a:lnTo>
                      <a:pt x="497242" y="381621"/>
                    </a:lnTo>
                    <a:cubicBezTo>
                      <a:pt x="499146" y="381621"/>
                      <a:pt x="500956" y="381050"/>
                      <a:pt x="502480" y="380002"/>
                    </a:cubicBezTo>
                    <a:cubicBezTo>
                      <a:pt x="506862" y="377049"/>
                      <a:pt x="508005" y="371144"/>
                      <a:pt x="505147" y="366762"/>
                    </a:cubicBezTo>
                    <a:lnTo>
                      <a:pt x="505147" y="366762"/>
                    </a:lnTo>
                    <a:lnTo>
                      <a:pt x="397991" y="205504"/>
                    </a:lnTo>
                    <a:cubicBezTo>
                      <a:pt x="396181" y="202932"/>
                      <a:pt x="393990" y="200551"/>
                      <a:pt x="391419" y="198646"/>
                    </a:cubicBezTo>
                    <a:close/>
                    <a:moveTo>
                      <a:pt x="95858" y="57771"/>
                    </a:moveTo>
                    <a:cubicBezTo>
                      <a:pt x="74808" y="57771"/>
                      <a:pt x="57758" y="74821"/>
                      <a:pt x="57758" y="95871"/>
                    </a:cubicBezTo>
                    <a:cubicBezTo>
                      <a:pt x="57758" y="116921"/>
                      <a:pt x="74808" y="133971"/>
                      <a:pt x="95858" y="133971"/>
                    </a:cubicBezTo>
                    <a:cubicBezTo>
                      <a:pt x="116908" y="133971"/>
                      <a:pt x="133958" y="116921"/>
                      <a:pt x="133958" y="95871"/>
                    </a:cubicBezTo>
                    <a:cubicBezTo>
                      <a:pt x="133958" y="74821"/>
                      <a:pt x="116908" y="57771"/>
                      <a:pt x="95858" y="5777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40" name="Text4" descr="7bc142f1-61c6-4632-9277-92dc87e625ee"/>
              <p:cNvSpPr txBox="1"/>
              <p:nvPr/>
            </p:nvSpPr>
            <p:spPr>
              <a:xfrm>
                <a:off x="8378332" y="4658465"/>
                <a:ext cx="3140568" cy="958404"/>
              </a:xfrm>
              <a:prstGeom prst="rect">
                <a:avLst/>
              </a:prstGeom>
              <a:noFill/>
            </p:spPr>
            <p:txBody>
              <a:bodyPr wrap="square" rtlCol="0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成功的AI编程不是某个要素的单点突破，而是三者的协同进化。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41" name="Bullet4" descr="b1ffd6c3-3f60-4b51-8664-75ba48d5ae41"/>
              <p:cNvSpPr txBox="1"/>
              <p:nvPr/>
            </p:nvSpPr>
            <p:spPr>
              <a:xfrm>
                <a:off x="8378332" y="4093030"/>
                <a:ext cx="3140568" cy="565436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/>
              </a:bodyPr>
              <a:lstStyle/>
              <a:p>
                <a:pPr algn="l"/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协同进化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</p:grp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b9ca036a-98b6-46f8-b8a2-797843b2c00b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600" b="1" i="0" u="none">
                <a:solidFill>
                  <a:srgbClr val="FFFFFF"/>
                </a:solidFill>
                <a:latin typeface="Arial" panose="020B0604020202020204"/>
              </a:rPr>
              <a:t>AI编程的「道法术器」</a:t>
            </a:r>
            <a:endParaRPr lang="en-US" sz="3600" b="1" i="0" u="none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3" name="文本占位符 2" descr="940db717-0ce0-4017-b1dc-fabda493c3bb"/>
          <p:cNvSpPr>
            <a:spLocks noGrp="1"/>
          </p:cNvSpPr>
          <p:nvPr>
            <p:ph type="body" idx="1" hasCustomPrompt="1"/>
          </p:nvPr>
        </p:nvSpPr>
        <p:spPr/>
        <p:txBody>
          <a:bodyPr anchorCtr="0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 sz="1600" b="0" i="0" u="none">
                <a:solidFill>
                  <a:srgbClr val="FFFFFF"/>
                </a:solidFill>
                <a:ea typeface="微软雅黑" panose="020B0503020204020204" charset="-122"/>
              </a:rPr>
              <a:t>构建系统的AI编程思维框架</a:t>
            </a:r>
            <a:endParaRPr lang="en-US" sz="1600" b="0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5a12860-57d0-435d-97c1-4c6d2d8d7d77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FFFFFF"/>
                </a:solidFill>
                <a:ea typeface="微软雅黑" panose="020B0503020204020204" charset="-122"/>
              </a:rPr>
              <a:t>框架介绍</a:t>
            </a:r>
            <a:endParaRPr lang="en-US" sz="2800" b="1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grpSp>
        <p:nvGrpSpPr>
          <p:cNvPr id="34" name="0196a70c-20b3-4ca0-81b8-d3fcd06a32aa.source.2.zh-Hans.pptx" descr="9739cda8-2b9d-43ca-b5e3-d880b0f4318e"/>
          <p:cNvGrpSpPr/>
          <p:nvPr/>
        </p:nvGrpSpPr>
        <p:grpSpPr>
          <a:xfrm>
            <a:off x="673099" y="1130300"/>
            <a:ext cx="10847389" cy="4295417"/>
            <a:chOff x="673099" y="1130300"/>
            <a:chExt cx="10847389" cy="4295417"/>
          </a:xfrm>
        </p:grpSpPr>
        <p:grpSp>
          <p:nvGrpSpPr>
            <p:cNvPr id="30" name="组合 29" descr="8c33c20a-2f2a-4dfb-ba42-9b473539e7af"/>
            <p:cNvGrpSpPr/>
            <p:nvPr/>
          </p:nvGrpSpPr>
          <p:grpSpPr>
            <a:xfrm>
              <a:off x="4799856" y="2578981"/>
              <a:ext cx="2592288" cy="2846736"/>
              <a:chOff x="4799856" y="2578981"/>
              <a:chExt cx="2592288" cy="2846736"/>
            </a:xfrm>
          </p:grpSpPr>
          <p:grpSp>
            <p:nvGrpSpPr>
              <p:cNvPr id="29" name="组合 28" descr="e48f4806-75c0-4ae6-8e35-ba9e046d3db6"/>
              <p:cNvGrpSpPr/>
              <p:nvPr/>
            </p:nvGrpSpPr>
            <p:grpSpPr>
              <a:xfrm>
                <a:off x="5929781" y="3109558"/>
                <a:ext cx="1462363" cy="2316159"/>
                <a:chOff x="5929781" y="3109558"/>
                <a:chExt cx="1462363" cy="2316159"/>
              </a:xfrm>
            </p:grpSpPr>
            <p:sp>
              <p:nvSpPr>
                <p:cNvPr id="15" name="任意多边形: 形状 14" descr="a5b9e7f1-dadd-4615-9eae-5569a63713a1"/>
                <p:cNvSpPr/>
                <p:nvPr/>
              </p:nvSpPr>
              <p:spPr bwMode="auto">
                <a:xfrm rot="6778576">
                  <a:off x="5699387" y="3646327"/>
                  <a:ext cx="2104283" cy="1103513"/>
                </a:xfrm>
                <a:custGeom>
                  <a:avLst/>
                  <a:gdLst/>
                  <a:ahLst/>
                  <a:cxnLst>
                    <a:cxn ang="0">
                      <a:pos x="0" y="1261585"/>
                    </a:cxn>
                    <a:cxn ang="0">
                      <a:pos x="43621" y="983125"/>
                    </a:cxn>
                    <a:cxn ang="0">
                      <a:pos x="187849" y="662600"/>
                    </a:cxn>
                    <a:cxn ang="0">
                      <a:pos x="555118" y="289007"/>
                    </a:cxn>
                    <a:cxn ang="0">
                      <a:pos x="593572" y="318497"/>
                    </a:cxn>
                    <a:cxn ang="0">
                      <a:pos x="1671548" y="10085"/>
                    </a:cxn>
                    <a:cxn ang="0">
                      <a:pos x="2788517" y="783263"/>
                    </a:cxn>
                    <a:cxn ang="0">
                      <a:pos x="2340919" y="973039"/>
                    </a:cxn>
                    <a:cxn ang="0">
                      <a:pos x="1533733" y="338767"/>
                    </a:cxn>
                    <a:cxn ang="0">
                      <a:pos x="90612" y="1288485"/>
                    </a:cxn>
                    <a:cxn ang="0">
                      <a:pos x="86054" y="1316991"/>
                    </a:cxn>
                    <a:cxn ang="0">
                      <a:pos x="0" y="1261585"/>
                    </a:cxn>
                  </a:cxnLst>
                  <a:rect l="0" t="0" r="r" b="b"/>
                  <a:pathLst>
                    <a:path w="2788517" h="1316991">
                      <a:moveTo>
                        <a:pt x="0" y="1261585"/>
                      </a:moveTo>
                      <a:lnTo>
                        <a:pt x="43621" y="983125"/>
                      </a:lnTo>
                      <a:lnTo>
                        <a:pt x="187849" y="662600"/>
                      </a:lnTo>
                      <a:lnTo>
                        <a:pt x="555118" y="289007"/>
                      </a:lnTo>
                      <a:lnTo>
                        <a:pt x="593572" y="318497"/>
                      </a:lnTo>
                      <a:cubicBezTo>
                        <a:pt x="893044" y="78665"/>
                        <a:pt x="1280289" y="-36215"/>
                        <a:pt x="1671548" y="10085"/>
                      </a:cubicBezTo>
                      <a:cubicBezTo>
                        <a:pt x="2151604" y="66893"/>
                        <a:pt x="2569147" y="358230"/>
                        <a:pt x="2788517" y="783263"/>
                      </a:cubicBezTo>
                      <a:lnTo>
                        <a:pt x="2340919" y="973039"/>
                      </a:lnTo>
                      <a:cubicBezTo>
                        <a:pt x="2186143" y="658606"/>
                        <a:pt x="1897688" y="418414"/>
                        <a:pt x="1533733" y="338767"/>
                      </a:cubicBezTo>
                      <a:cubicBezTo>
                        <a:pt x="882681" y="196293"/>
                        <a:pt x="236573" y="621497"/>
                        <a:pt x="90612" y="1288485"/>
                      </a:cubicBezTo>
                      <a:lnTo>
                        <a:pt x="86054" y="1316991"/>
                      </a:lnTo>
                      <a:lnTo>
                        <a:pt x="0" y="1261585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3175">
                  <a:solidFill>
                    <a:schemeClr val="bg1"/>
                  </a:solidFill>
                  <a:bevel/>
                </a:ln>
              </p:spPr>
              <p:txBody>
                <a:bodyPr wrap="square" lIns="91440" tIns="45720" rIns="91440" bIns="45720" anchor="ctr" anchorCtr="0">
                  <a:normAutofit/>
                </a:bodyPr>
                <a:lstStyle/>
                <a:p>
                  <a:pPr algn="ctr"/>
                </a:p>
              </p:txBody>
            </p:sp>
            <p:sp>
              <p:nvSpPr>
                <p:cNvPr id="16" name="任意多边形: 形状 15" descr="0c7567ec-7773-42c9-9ae9-7d2812186fb2"/>
                <p:cNvSpPr/>
                <p:nvPr/>
              </p:nvSpPr>
              <p:spPr bwMode="auto">
                <a:xfrm rot="6778576">
                  <a:off x="5502883" y="3536456"/>
                  <a:ext cx="2316159" cy="1462363"/>
                </a:xfrm>
                <a:custGeom>
                  <a:avLst/>
                  <a:gdLst/>
                  <a:ahLst/>
                  <a:cxnLst>
                    <a:cxn ang="0">
                      <a:pos x="157" y="1464603"/>
                    </a:cxn>
                    <a:cxn ang="0">
                      <a:pos x="279680" y="592918"/>
                    </a:cxn>
                    <a:cxn ang="0">
                      <a:pos x="1621029" y="10085"/>
                    </a:cxn>
                    <a:cxn ang="0">
                      <a:pos x="2771215" y="850593"/>
                    </a:cxn>
                    <a:cxn ang="0">
                      <a:pos x="3069287" y="724214"/>
                    </a:cxn>
                    <a:cxn ang="0">
                      <a:pos x="2880540" y="1745263"/>
                    </a:cxn>
                    <a:cxn ang="0">
                      <a:pos x="2015420" y="1171039"/>
                    </a:cxn>
                    <a:cxn ang="0">
                      <a:pos x="2323687" y="1040338"/>
                    </a:cxn>
                    <a:cxn ang="0">
                      <a:pos x="1483213" y="338767"/>
                    </a:cxn>
                    <a:cxn ang="0">
                      <a:pos x="40094" y="1288485"/>
                    </a:cxn>
                    <a:cxn ang="0">
                      <a:pos x="19551" y="1417149"/>
                    </a:cxn>
                    <a:cxn ang="0">
                      <a:pos x="10745" y="1411479"/>
                    </a:cxn>
                    <a:cxn ang="0">
                      <a:pos x="157" y="1464603"/>
                    </a:cxn>
                  </a:cxnLst>
                  <a:rect l="0" t="0" r="r" b="b"/>
                  <a:pathLst>
                    <a:path w="3069287" h="1745263">
                      <a:moveTo>
                        <a:pt x="157" y="1464603"/>
                      </a:moveTo>
                      <a:cubicBezTo>
                        <a:pt x="-4415" y="1156390"/>
                        <a:pt x="91112" y="849810"/>
                        <a:pt x="279680" y="592918"/>
                      </a:cubicBezTo>
                      <a:cubicBezTo>
                        <a:pt x="589203" y="171248"/>
                        <a:pt x="1101577" y="-51385"/>
                        <a:pt x="1621029" y="10085"/>
                      </a:cubicBezTo>
                      <a:cubicBezTo>
                        <a:pt x="2126129" y="69856"/>
                        <a:pt x="2562025" y="389266"/>
                        <a:pt x="2771215" y="850593"/>
                      </a:cubicBezTo>
                      <a:lnTo>
                        <a:pt x="3069287" y="724214"/>
                      </a:lnTo>
                      <a:lnTo>
                        <a:pt x="2880540" y="1745263"/>
                      </a:lnTo>
                      <a:lnTo>
                        <a:pt x="2015420" y="1171039"/>
                      </a:lnTo>
                      <a:lnTo>
                        <a:pt x="2323687" y="1040338"/>
                      </a:lnTo>
                      <a:cubicBezTo>
                        <a:pt x="2176403" y="693700"/>
                        <a:pt x="1873138" y="424097"/>
                        <a:pt x="1483213" y="338767"/>
                      </a:cubicBezTo>
                      <a:cubicBezTo>
                        <a:pt x="832162" y="196293"/>
                        <a:pt x="186055" y="621496"/>
                        <a:pt x="40094" y="1288485"/>
                      </a:cubicBezTo>
                      <a:cubicBezTo>
                        <a:pt x="30695" y="1331434"/>
                        <a:pt x="23599" y="1374338"/>
                        <a:pt x="19551" y="1417149"/>
                      </a:cubicBezTo>
                      <a:lnTo>
                        <a:pt x="10745" y="1411479"/>
                      </a:lnTo>
                      <a:lnTo>
                        <a:pt x="157" y="1464603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3175">
                  <a:solidFill>
                    <a:schemeClr val="bg1"/>
                  </a:solidFill>
                  <a:bevel/>
                </a:ln>
              </p:spPr>
              <p:txBody>
                <a:bodyPr wrap="square" lIns="91440" tIns="45720" rIns="91440" bIns="45720" anchor="ctr" anchorCtr="0">
                  <a:normAutofit/>
                </a:bodyPr>
                <a:lstStyle/>
                <a:p>
                  <a:pPr algn="ctr"/>
                </a:p>
              </p:txBody>
            </p:sp>
          </p:grpSp>
          <p:grpSp>
            <p:nvGrpSpPr>
              <p:cNvPr id="28" name="组合 27" descr="718b0cf8-2f9b-45b5-9ac3-6342332c421c"/>
              <p:cNvGrpSpPr/>
              <p:nvPr/>
            </p:nvGrpSpPr>
            <p:grpSpPr>
              <a:xfrm>
                <a:off x="4799856" y="2578981"/>
                <a:ext cx="2028640" cy="2791615"/>
                <a:chOff x="4799856" y="2578981"/>
                <a:chExt cx="2028640" cy="2791615"/>
              </a:xfrm>
            </p:grpSpPr>
            <p:sp>
              <p:nvSpPr>
                <p:cNvPr id="22" name="任意多边形: 形状 21" descr="ebda1a40-21f6-4992-a126-3a957a6a35bb"/>
                <p:cNvSpPr/>
                <p:nvPr/>
              </p:nvSpPr>
              <p:spPr bwMode="auto">
                <a:xfrm rot="17578575">
                  <a:off x="4526888" y="3156895"/>
                  <a:ext cx="2115193" cy="1421178"/>
                </a:xfrm>
                <a:custGeom>
                  <a:avLst/>
                  <a:gdLst/>
                  <a:ahLst/>
                  <a:cxnLst>
                    <a:cxn ang="0">
                      <a:pos x="3440880" y="961297"/>
                    </a:cxn>
                    <a:cxn ang="0">
                      <a:pos x="2891543" y="1194209"/>
                    </a:cxn>
                    <a:cxn ang="0">
                      <a:pos x="1900886" y="415768"/>
                    </a:cxn>
                    <a:cxn ang="0">
                      <a:pos x="129748" y="1581355"/>
                    </a:cxn>
                    <a:cxn ang="0">
                      <a:pos x="95053" y="1927042"/>
                    </a:cxn>
                    <a:cxn ang="0">
                      <a:pos x="97910" y="1999727"/>
                    </a:cxn>
                    <a:cxn ang="0">
                      <a:pos x="104186" y="2081906"/>
                    </a:cxn>
                    <a:cxn ang="0">
                      <a:pos x="97658" y="2027742"/>
                    </a:cxn>
                    <a:cxn ang="0">
                      <a:pos x="0" y="1797410"/>
                    </a:cxn>
                    <a:cxn ang="0">
                      <a:pos x="13675" y="1579391"/>
                    </a:cxn>
                    <a:cxn ang="0">
                      <a:pos x="72076" y="1206588"/>
                    </a:cxn>
                    <a:cxn ang="0">
                      <a:pos x="249086" y="813208"/>
                    </a:cxn>
                    <a:cxn ang="0">
                      <a:pos x="699835" y="354698"/>
                    </a:cxn>
                    <a:cxn ang="0">
                      <a:pos x="747029" y="390891"/>
                    </a:cxn>
                    <a:cxn ang="0">
                      <a:pos x="2070027" y="12378"/>
                    </a:cxn>
                    <a:cxn ang="0">
                      <a:pos x="3440880" y="961297"/>
                    </a:cxn>
                  </a:cxnLst>
                  <a:rect l="0" t="0" r="r" b="b"/>
                  <a:pathLst>
                    <a:path w="3440880" h="2081906">
                      <a:moveTo>
                        <a:pt x="3440880" y="961297"/>
                      </a:moveTo>
                      <a:lnTo>
                        <a:pt x="2891543" y="1194209"/>
                      </a:lnTo>
                      <a:cubicBezTo>
                        <a:pt x="2701588" y="808306"/>
                        <a:pt x="2347568" y="513519"/>
                        <a:pt x="1900886" y="415768"/>
                      </a:cubicBezTo>
                      <a:cubicBezTo>
                        <a:pt x="1101852" y="240910"/>
                        <a:pt x="308885" y="762762"/>
                        <a:pt x="129748" y="1581355"/>
                      </a:cubicBezTo>
                      <a:cubicBezTo>
                        <a:pt x="104339" y="1697460"/>
                        <a:pt x="92644" y="1813298"/>
                        <a:pt x="95053" y="1927042"/>
                      </a:cubicBezTo>
                      <a:lnTo>
                        <a:pt x="97910" y="1999727"/>
                      </a:lnTo>
                      <a:cubicBezTo>
                        <a:pt x="98463" y="2027324"/>
                        <a:pt x="100942" y="2054702"/>
                        <a:pt x="104186" y="2081906"/>
                      </a:cubicBezTo>
                      <a:lnTo>
                        <a:pt x="97658" y="2027742"/>
                      </a:lnTo>
                      <a:lnTo>
                        <a:pt x="0" y="1797410"/>
                      </a:lnTo>
                      <a:lnTo>
                        <a:pt x="13675" y="1579391"/>
                      </a:lnTo>
                      <a:lnTo>
                        <a:pt x="72076" y="1206588"/>
                      </a:lnTo>
                      <a:lnTo>
                        <a:pt x="249086" y="813208"/>
                      </a:lnTo>
                      <a:lnTo>
                        <a:pt x="699835" y="354698"/>
                      </a:lnTo>
                      <a:lnTo>
                        <a:pt x="747029" y="390891"/>
                      </a:lnTo>
                      <a:cubicBezTo>
                        <a:pt x="1114571" y="96546"/>
                        <a:pt x="1589835" y="-44447"/>
                        <a:pt x="2070027" y="12378"/>
                      </a:cubicBezTo>
                      <a:cubicBezTo>
                        <a:pt x="2659198" y="82098"/>
                        <a:pt x="3171648" y="439655"/>
                        <a:pt x="3440880" y="96129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3175">
                  <a:solidFill>
                    <a:schemeClr val="bg1"/>
                  </a:solidFill>
                  <a:bevel/>
                </a:ln>
              </p:spPr>
              <p:txBody>
                <a:bodyPr wrap="square" lIns="91440" tIns="45720" rIns="91440" bIns="45720" anchor="ctr" anchorCtr="0">
                  <a:normAutofit/>
                </a:bodyPr>
                <a:lstStyle/>
                <a:p>
                  <a:pPr algn="ctr"/>
                </a:p>
              </p:txBody>
            </p:sp>
            <p:sp>
              <p:nvSpPr>
                <p:cNvPr id="24" name="任意多边形: 形状 23" descr="dbec6306-d780-4497-9e64-5bf025f1d1c7"/>
                <p:cNvSpPr/>
                <p:nvPr/>
              </p:nvSpPr>
              <p:spPr bwMode="auto">
                <a:xfrm rot="17578575">
                  <a:off x="4372515" y="3006322"/>
                  <a:ext cx="2316853" cy="1462172"/>
                </a:xfrm>
                <a:custGeom>
                  <a:avLst/>
                  <a:gdLst/>
                  <a:ahLst/>
                  <a:cxnLst>
                    <a:cxn ang="0">
                      <a:pos x="5022717" y="1184507"/>
                    </a:cxn>
                    <a:cxn ang="0">
                      <a:pos x="4714007" y="2854509"/>
                    </a:cxn>
                    <a:cxn ang="0">
                      <a:pos x="3299038" y="1915323"/>
                    </a:cxn>
                    <a:cxn ang="0">
                      <a:pos x="3803232" y="1701552"/>
                    </a:cxn>
                    <a:cxn ang="0">
                      <a:pos x="2428573" y="554079"/>
                    </a:cxn>
                    <a:cxn ang="0">
                      <a:pos x="68241" y="2107414"/>
                    </a:cxn>
                    <a:cxn ang="0">
                      <a:pos x="34176" y="2774480"/>
                    </a:cxn>
                    <a:cxn ang="0">
                      <a:pos x="460103" y="969762"/>
                    </a:cxn>
                    <a:cxn ang="0">
                      <a:pos x="2653981" y="16495"/>
                    </a:cxn>
                    <a:cxn ang="0">
                      <a:pos x="4535198" y="1391208"/>
                    </a:cxn>
                    <a:cxn ang="0">
                      <a:pos x="5022717" y="1184507"/>
                    </a:cxn>
                  </a:cxnLst>
                  <a:rect l="0" t="0" r="r" b="b"/>
                  <a:pathLst>
                    <a:path w="5022717" h="2854509">
                      <a:moveTo>
                        <a:pt x="5022717" y="1184507"/>
                      </a:moveTo>
                      <a:lnTo>
                        <a:pt x="4714007" y="2854509"/>
                      </a:lnTo>
                      <a:lnTo>
                        <a:pt x="3299038" y="1915323"/>
                      </a:lnTo>
                      <a:lnTo>
                        <a:pt x="3803232" y="1701552"/>
                      </a:lnTo>
                      <a:cubicBezTo>
                        <a:pt x="3562338" y="1134599"/>
                        <a:pt x="3066325" y="693643"/>
                        <a:pt x="2428573" y="554079"/>
                      </a:cubicBezTo>
                      <a:cubicBezTo>
                        <a:pt x="1363729" y="321052"/>
                        <a:pt x="306971" y="1016504"/>
                        <a:pt x="68241" y="2107414"/>
                      </a:cubicBezTo>
                      <a:cubicBezTo>
                        <a:pt x="18868" y="2333024"/>
                        <a:pt x="8351" y="2557878"/>
                        <a:pt x="34176" y="2774480"/>
                      </a:cubicBezTo>
                      <a:cubicBezTo>
                        <a:pt x="-73420" y="2148278"/>
                        <a:pt x="74250" y="1495420"/>
                        <a:pt x="460103" y="969762"/>
                      </a:cubicBezTo>
                      <a:cubicBezTo>
                        <a:pt x="966350" y="280089"/>
                        <a:pt x="1804377" y="-84044"/>
                        <a:pt x="2653981" y="16495"/>
                      </a:cubicBezTo>
                      <a:cubicBezTo>
                        <a:pt x="3480110" y="114255"/>
                        <a:pt x="4193051" y="636675"/>
                        <a:pt x="4535198" y="1391208"/>
                      </a:cubicBezTo>
                      <a:lnTo>
                        <a:pt x="5022717" y="118450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3175">
                  <a:solidFill>
                    <a:schemeClr val="bg1"/>
                  </a:solidFill>
                  <a:bevel/>
                </a:ln>
              </p:spPr>
              <p:txBody>
                <a:bodyPr wrap="square" lIns="91440" tIns="45720" rIns="91440" bIns="45720" anchor="ctr" anchorCtr="0">
                  <a:normAutofit/>
                </a:bodyPr>
                <a:lstStyle/>
                <a:p>
                  <a:pPr algn="ctr"/>
                </a:p>
              </p:txBody>
            </p:sp>
            <p:grpSp>
              <p:nvGrpSpPr>
                <p:cNvPr id="25" name="组合 24" descr="70b10a80-011e-49c0-969a-80447aa5f271"/>
                <p:cNvGrpSpPr/>
                <p:nvPr/>
              </p:nvGrpSpPr>
              <p:grpSpPr>
                <a:xfrm>
                  <a:off x="5903899" y="2634145"/>
                  <a:ext cx="924597" cy="852738"/>
                  <a:chOff x="5903899" y="2147341"/>
                  <a:chExt cx="924597" cy="852738"/>
                </a:xfrm>
              </p:grpSpPr>
              <p:sp>
                <p:nvSpPr>
                  <p:cNvPr id="26" name="平行四边形 25" descr="3541ca9f-182a-4e4b-adf0-b6e0be6b32d6"/>
                  <p:cNvSpPr/>
                  <p:nvPr/>
                </p:nvSpPr>
                <p:spPr bwMode="auto">
                  <a:xfrm flipH="1">
                    <a:off x="5927153" y="2147341"/>
                    <a:ext cx="901343" cy="418874"/>
                  </a:xfrm>
                  <a:prstGeom prst="parallelogram">
                    <a:avLst>
                      <a:gd name="adj" fmla="val 148247"/>
                    </a:avLst>
                  </a:prstGeom>
                  <a:solidFill>
                    <a:schemeClr val="accent1"/>
                  </a:solidFill>
                  <a:ln w="3175">
                    <a:solidFill>
                      <a:schemeClr val="bg1"/>
                    </a:solidFill>
                    <a:bevel/>
                  </a:ln>
                </p:spPr>
                <p:txBody>
                  <a:bodyPr wrap="square" lIns="91440" tIns="45720" rIns="91440" bIns="45720" anchor="ctr" anchorCtr="0">
                    <a:normAutofit fontScale="25000" lnSpcReduction="20000"/>
                  </a:bodyPr>
                  <a:lstStyle/>
                  <a:p>
                    <a:pPr algn="ctr"/>
                  </a:p>
                </p:txBody>
              </p:sp>
              <p:sp>
                <p:nvSpPr>
                  <p:cNvPr id="27" name="平行四边形 26" descr="46e9553e-b0ca-49f3-8a3e-e45df17712b9"/>
                  <p:cNvSpPr/>
                  <p:nvPr/>
                </p:nvSpPr>
                <p:spPr bwMode="auto">
                  <a:xfrm>
                    <a:off x="5903899" y="2566215"/>
                    <a:ext cx="923396" cy="433864"/>
                  </a:xfrm>
                  <a:prstGeom prst="parallelogram">
                    <a:avLst>
                      <a:gd name="adj" fmla="val 148251"/>
                    </a:avLst>
                  </a:prstGeom>
                  <a:solidFill>
                    <a:schemeClr val="accent1"/>
                  </a:solidFill>
                  <a:ln w="3175">
                    <a:solidFill>
                      <a:schemeClr val="bg1"/>
                    </a:solidFill>
                    <a:bevel/>
                  </a:ln>
                </p:spPr>
                <p:txBody>
                  <a:bodyPr wrap="square" lIns="91440" tIns="45720" rIns="91440" bIns="45720" anchor="ctr" anchorCtr="0">
                    <a:normAutofit fontScale="25000" lnSpcReduction="20000"/>
                  </a:bodyPr>
                  <a:lstStyle/>
                  <a:p>
                    <a:pPr algn="ctr"/>
                  </a:p>
                </p:txBody>
              </p:sp>
            </p:grpSp>
            <p:grpSp>
              <p:nvGrpSpPr>
                <p:cNvPr id="18" name="组合 17" descr="3c40d225-07ee-4ab2-866f-bc18a4e6188e"/>
                <p:cNvGrpSpPr/>
                <p:nvPr/>
              </p:nvGrpSpPr>
              <p:grpSpPr>
                <a:xfrm>
                  <a:off x="5363505" y="4517659"/>
                  <a:ext cx="924720" cy="852937"/>
                  <a:chOff x="4340328" y="3872062"/>
                  <a:chExt cx="639776" cy="590111"/>
                </a:xfrm>
                <a:solidFill>
                  <a:schemeClr val="bg1">
                    <a:lumMod val="95000"/>
                  </a:schemeClr>
                </a:solidFill>
              </p:grpSpPr>
              <p:sp>
                <p:nvSpPr>
                  <p:cNvPr id="20" name="平行四边形 19" descr="ce50f351-cd36-431d-9428-c3fb6f2ad4ec"/>
                  <p:cNvSpPr/>
                  <p:nvPr/>
                </p:nvSpPr>
                <p:spPr bwMode="auto">
                  <a:xfrm rot="10800000" flipH="1">
                    <a:off x="4340328" y="4172304"/>
                    <a:ext cx="623684" cy="289869"/>
                  </a:xfrm>
                  <a:prstGeom prst="parallelogram">
                    <a:avLst>
                      <a:gd name="adj" fmla="val 148247"/>
                    </a:avLst>
                  </a:prstGeom>
                  <a:solidFill>
                    <a:schemeClr val="tx2"/>
                  </a:solidFill>
                  <a:ln w="3175">
                    <a:solidFill>
                      <a:schemeClr val="bg1"/>
                    </a:solidFill>
                    <a:bevel/>
                  </a:ln>
                </p:spPr>
                <p:txBody>
                  <a:bodyPr wrap="square" lIns="91440" tIns="45720" rIns="91440" bIns="45720" anchor="ctr" anchorCtr="0">
                    <a:normAutofit fontScale="25000" lnSpcReduction="20000"/>
                  </a:bodyPr>
                  <a:lstStyle/>
                  <a:p>
                    <a:pPr algn="ctr"/>
                  </a:p>
                </p:txBody>
              </p:sp>
              <p:sp>
                <p:nvSpPr>
                  <p:cNvPr id="21" name="平行四边形 20" descr="8a96ccf1-a262-421e-ba19-2f589f7a4859"/>
                  <p:cNvSpPr/>
                  <p:nvPr/>
                </p:nvSpPr>
                <p:spPr bwMode="auto">
                  <a:xfrm rot="10800000">
                    <a:off x="4341160" y="3872062"/>
                    <a:ext cx="638944" cy="300242"/>
                  </a:xfrm>
                  <a:prstGeom prst="parallelogram">
                    <a:avLst>
                      <a:gd name="adj" fmla="val 148251"/>
                    </a:avLst>
                  </a:prstGeom>
                  <a:solidFill>
                    <a:schemeClr val="tx2"/>
                  </a:solidFill>
                  <a:ln w="3175">
                    <a:solidFill>
                      <a:schemeClr val="bg1"/>
                    </a:solidFill>
                    <a:bevel/>
                  </a:ln>
                </p:spPr>
                <p:txBody>
                  <a:bodyPr wrap="square" lIns="91440" tIns="45720" rIns="91440" bIns="45720" anchor="ctr" anchorCtr="0">
                    <a:normAutofit fontScale="25000" lnSpcReduction="20000"/>
                  </a:bodyPr>
                  <a:lstStyle/>
                  <a:p>
                    <a:pPr algn="ctr"/>
                  </a:p>
                </p:txBody>
              </p:sp>
            </p:grpSp>
          </p:grpSp>
        </p:grpSp>
        <p:grpSp>
          <p:nvGrpSpPr>
            <p:cNvPr id="32" name="组合 31" descr="d6a8502a-fa8c-4a11-a1a6-ab1418c9cf77"/>
            <p:cNvGrpSpPr/>
            <p:nvPr/>
          </p:nvGrpSpPr>
          <p:grpSpPr>
            <a:xfrm>
              <a:off x="673100" y="3331729"/>
              <a:ext cx="3824481" cy="2038868"/>
              <a:chOff x="673100" y="3331729"/>
              <a:chExt cx="3824481" cy="2038868"/>
            </a:xfrm>
          </p:grpSpPr>
          <p:sp>
            <p:nvSpPr>
              <p:cNvPr id="11" name="Text1" descr="78b3692e-e8e2-4913-8139-459a02047ec1"/>
              <p:cNvSpPr/>
              <p:nvPr/>
            </p:nvSpPr>
            <p:spPr bwMode="auto">
              <a:xfrm>
                <a:off x="673100" y="4002350"/>
                <a:ext cx="3210103" cy="13682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很多问题的根源不在于工具不够强大，而在于缺乏系统的思维框架。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2" name="Bullet1" descr="77a9dd0f-18cf-415c-b9ed-a67d3b258ae0"/>
              <p:cNvSpPr txBox="1"/>
              <p:nvPr/>
            </p:nvSpPr>
            <p:spPr bwMode="auto">
              <a:xfrm>
                <a:off x="673100" y="3331729"/>
                <a:ext cx="3210103" cy="670617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解决思维框架问题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cxnSp>
            <p:nvCxnSpPr>
              <p:cNvPr id="13" name="直接连接符 12" descr="f53bd8f8-75cf-49fd-b84c-f634b6fd944f"/>
              <p:cNvCxnSpPr/>
              <p:nvPr/>
            </p:nvCxnSpPr>
            <p:spPr>
              <a:xfrm>
                <a:off x="673100" y="4002349"/>
                <a:ext cx="3210103" cy="0"/>
              </a:xfrm>
              <a:prstGeom prst="line">
                <a:avLst/>
              </a:prstGeom>
              <a:ln>
                <a:solidFill>
                  <a:schemeClr val="tx2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Icon1" descr="2c0d0bed-378a-4793-8de8-94168cfe5d90"/>
              <p:cNvSpPr/>
              <p:nvPr/>
            </p:nvSpPr>
            <p:spPr bwMode="auto">
              <a:xfrm>
                <a:off x="4192739" y="3828653"/>
                <a:ext cx="304842" cy="288904"/>
              </a:xfrm>
              <a:custGeom>
                <a:avLst/>
                <a:gdLst>
                  <a:gd name="T0" fmla="*/ 3025 w 3403"/>
                  <a:gd name="T1" fmla="*/ 97 h 3230"/>
                  <a:gd name="T2" fmla="*/ 2115 w 3403"/>
                  <a:gd name="T3" fmla="*/ 701 h 3230"/>
                  <a:gd name="T4" fmla="*/ 1903 w 3403"/>
                  <a:gd name="T5" fmla="*/ 468 h 3230"/>
                  <a:gd name="T6" fmla="*/ 2010 w 3403"/>
                  <a:gd name="T7" fmla="*/ 232 h 3230"/>
                  <a:gd name="T8" fmla="*/ 1758 w 3403"/>
                  <a:gd name="T9" fmla="*/ 258 h 3230"/>
                  <a:gd name="T10" fmla="*/ 1402 w 3403"/>
                  <a:gd name="T11" fmla="*/ 463 h 3230"/>
                  <a:gd name="T12" fmla="*/ 1066 w 3403"/>
                  <a:gd name="T13" fmla="*/ 281 h 3230"/>
                  <a:gd name="T14" fmla="*/ 1174 w 3403"/>
                  <a:gd name="T15" fmla="*/ 88 h 3230"/>
                  <a:gd name="T16" fmla="*/ 808 w 3403"/>
                  <a:gd name="T17" fmla="*/ 166 h 3230"/>
                  <a:gd name="T18" fmla="*/ 543 w 3403"/>
                  <a:gd name="T19" fmla="*/ 298 h 3230"/>
                  <a:gd name="T20" fmla="*/ 88 w 3403"/>
                  <a:gd name="T21" fmla="*/ 259 h 3230"/>
                  <a:gd name="T22" fmla="*/ 17 w 3403"/>
                  <a:gd name="T23" fmla="*/ 392 h 3230"/>
                  <a:gd name="T24" fmla="*/ 1455 w 3403"/>
                  <a:gd name="T25" fmla="*/ 1190 h 3230"/>
                  <a:gd name="T26" fmla="*/ 675 w 3403"/>
                  <a:gd name="T27" fmla="*/ 2064 h 3230"/>
                  <a:gd name="T28" fmla="*/ 343 w 3403"/>
                  <a:gd name="T29" fmla="*/ 2106 h 3230"/>
                  <a:gd name="T30" fmla="*/ 16 w 3403"/>
                  <a:gd name="T31" fmla="*/ 2229 h 3230"/>
                  <a:gd name="T32" fmla="*/ 450 w 3403"/>
                  <a:gd name="T33" fmla="*/ 2556 h 3230"/>
                  <a:gd name="T34" fmla="*/ 751 w 3403"/>
                  <a:gd name="T35" fmla="*/ 3027 h 3230"/>
                  <a:gd name="T36" fmla="*/ 887 w 3403"/>
                  <a:gd name="T37" fmla="*/ 2925 h 3230"/>
                  <a:gd name="T38" fmla="*/ 886 w 3403"/>
                  <a:gd name="T39" fmla="*/ 2682 h 3230"/>
                  <a:gd name="T40" fmla="*/ 1876 w 3403"/>
                  <a:gd name="T41" fmla="*/ 1694 h 3230"/>
                  <a:gd name="T42" fmla="*/ 2620 w 3403"/>
                  <a:gd name="T43" fmla="*/ 3058 h 3230"/>
                  <a:gd name="T44" fmla="*/ 2792 w 3403"/>
                  <a:gd name="T45" fmla="*/ 2914 h 3230"/>
                  <a:gd name="T46" fmla="*/ 2878 w 3403"/>
                  <a:gd name="T47" fmla="*/ 2564 h 3230"/>
                  <a:gd name="T48" fmla="*/ 3139 w 3403"/>
                  <a:gd name="T49" fmla="*/ 2303 h 3230"/>
                  <a:gd name="T50" fmla="*/ 2860 w 3403"/>
                  <a:gd name="T51" fmla="*/ 2224 h 3230"/>
                  <a:gd name="T52" fmla="*/ 2724 w 3403"/>
                  <a:gd name="T53" fmla="*/ 1988 h 3230"/>
                  <a:gd name="T54" fmla="*/ 2885 w 3403"/>
                  <a:gd name="T55" fmla="*/ 1735 h 3230"/>
                  <a:gd name="T56" fmla="*/ 3078 w 3403"/>
                  <a:gd name="T57" fmla="*/ 1530 h 3230"/>
                  <a:gd name="T58" fmla="*/ 2732 w 3403"/>
                  <a:gd name="T59" fmla="*/ 1409 h 3230"/>
                  <a:gd name="T60" fmla="*/ 2572 w 3403"/>
                  <a:gd name="T61" fmla="*/ 1228 h 3230"/>
                  <a:gd name="T62" fmla="*/ 3241 w 3403"/>
                  <a:gd name="T63" fmla="*/ 456 h 3230"/>
                  <a:gd name="T64" fmla="*/ 3399 w 3403"/>
                  <a:gd name="T65" fmla="*/ 191 h 32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403" h="3230">
                    <a:moveTo>
                      <a:pt x="3231" y="22"/>
                    </a:moveTo>
                    <a:cubicBezTo>
                      <a:pt x="3165" y="21"/>
                      <a:pt x="3087" y="36"/>
                      <a:pt x="3025" y="97"/>
                    </a:cubicBezTo>
                    <a:lnTo>
                      <a:pt x="2361" y="659"/>
                    </a:lnTo>
                    <a:cubicBezTo>
                      <a:pt x="2300" y="711"/>
                      <a:pt x="2190" y="729"/>
                      <a:pt x="2115" y="701"/>
                    </a:cubicBezTo>
                    <a:lnTo>
                      <a:pt x="1956" y="639"/>
                    </a:lnTo>
                    <a:cubicBezTo>
                      <a:pt x="1882" y="611"/>
                      <a:pt x="1858" y="534"/>
                      <a:pt x="1903" y="468"/>
                    </a:cubicBezTo>
                    <a:lnTo>
                      <a:pt x="2015" y="303"/>
                    </a:lnTo>
                    <a:cubicBezTo>
                      <a:pt x="2037" y="272"/>
                      <a:pt x="2028" y="249"/>
                      <a:pt x="2010" y="232"/>
                    </a:cubicBezTo>
                    <a:cubicBezTo>
                      <a:pt x="1979" y="201"/>
                      <a:pt x="1893" y="177"/>
                      <a:pt x="1841" y="199"/>
                    </a:cubicBezTo>
                    <a:cubicBezTo>
                      <a:pt x="1793" y="220"/>
                      <a:pt x="1758" y="258"/>
                      <a:pt x="1758" y="258"/>
                    </a:cubicBezTo>
                    <a:lnTo>
                      <a:pt x="1643" y="383"/>
                    </a:lnTo>
                    <a:cubicBezTo>
                      <a:pt x="1588" y="442"/>
                      <a:pt x="1481" y="478"/>
                      <a:pt x="1402" y="463"/>
                    </a:cubicBezTo>
                    <a:lnTo>
                      <a:pt x="1131" y="413"/>
                    </a:lnTo>
                    <a:cubicBezTo>
                      <a:pt x="1052" y="398"/>
                      <a:pt x="1023" y="339"/>
                      <a:pt x="1066" y="281"/>
                    </a:cubicBezTo>
                    <a:lnTo>
                      <a:pt x="1143" y="177"/>
                    </a:lnTo>
                    <a:cubicBezTo>
                      <a:pt x="1170" y="141"/>
                      <a:pt x="1177" y="112"/>
                      <a:pt x="1174" y="88"/>
                    </a:cubicBezTo>
                    <a:cubicBezTo>
                      <a:pt x="1167" y="35"/>
                      <a:pt x="1068" y="0"/>
                      <a:pt x="1008" y="15"/>
                    </a:cubicBezTo>
                    <a:cubicBezTo>
                      <a:pt x="947" y="30"/>
                      <a:pt x="860" y="106"/>
                      <a:pt x="808" y="166"/>
                    </a:cubicBezTo>
                    <a:lnTo>
                      <a:pt x="783" y="194"/>
                    </a:lnTo>
                    <a:cubicBezTo>
                      <a:pt x="731" y="254"/>
                      <a:pt x="623" y="300"/>
                      <a:pt x="543" y="298"/>
                    </a:cubicBezTo>
                    <a:lnTo>
                      <a:pt x="315" y="289"/>
                    </a:lnTo>
                    <a:cubicBezTo>
                      <a:pt x="235" y="286"/>
                      <a:pt x="136" y="255"/>
                      <a:pt x="88" y="259"/>
                    </a:cubicBezTo>
                    <a:cubicBezTo>
                      <a:pt x="63" y="261"/>
                      <a:pt x="39" y="274"/>
                      <a:pt x="22" y="310"/>
                    </a:cubicBezTo>
                    <a:cubicBezTo>
                      <a:pt x="22" y="310"/>
                      <a:pt x="6" y="352"/>
                      <a:pt x="17" y="392"/>
                    </a:cubicBezTo>
                    <a:cubicBezTo>
                      <a:pt x="30" y="436"/>
                      <a:pt x="128" y="482"/>
                      <a:pt x="198" y="521"/>
                    </a:cubicBezTo>
                    <a:cubicBezTo>
                      <a:pt x="508" y="689"/>
                      <a:pt x="1174" y="1042"/>
                      <a:pt x="1455" y="1190"/>
                    </a:cubicBezTo>
                    <a:cubicBezTo>
                      <a:pt x="1525" y="1227"/>
                      <a:pt x="1534" y="1301"/>
                      <a:pt x="1474" y="1354"/>
                    </a:cubicBezTo>
                    <a:lnTo>
                      <a:pt x="675" y="2064"/>
                    </a:lnTo>
                    <a:cubicBezTo>
                      <a:pt x="615" y="2117"/>
                      <a:pt x="503" y="2145"/>
                      <a:pt x="426" y="2126"/>
                    </a:cubicBezTo>
                    <a:lnTo>
                      <a:pt x="343" y="2106"/>
                    </a:lnTo>
                    <a:cubicBezTo>
                      <a:pt x="265" y="2087"/>
                      <a:pt x="171" y="2068"/>
                      <a:pt x="138" y="2084"/>
                    </a:cubicBezTo>
                    <a:cubicBezTo>
                      <a:pt x="106" y="2100"/>
                      <a:pt x="33" y="2160"/>
                      <a:pt x="16" y="2229"/>
                    </a:cubicBezTo>
                    <a:cubicBezTo>
                      <a:pt x="0" y="2297"/>
                      <a:pt x="113" y="2381"/>
                      <a:pt x="187" y="2411"/>
                    </a:cubicBezTo>
                    <a:cubicBezTo>
                      <a:pt x="276" y="2448"/>
                      <a:pt x="384" y="2486"/>
                      <a:pt x="450" y="2556"/>
                    </a:cubicBezTo>
                    <a:cubicBezTo>
                      <a:pt x="534" y="2647"/>
                      <a:pt x="587" y="2760"/>
                      <a:pt x="619" y="2847"/>
                    </a:cubicBezTo>
                    <a:cubicBezTo>
                      <a:pt x="647" y="2922"/>
                      <a:pt x="693" y="3036"/>
                      <a:pt x="751" y="3027"/>
                    </a:cubicBezTo>
                    <a:cubicBezTo>
                      <a:pt x="800" y="3019"/>
                      <a:pt x="841" y="2975"/>
                      <a:pt x="841" y="2975"/>
                    </a:cubicBezTo>
                    <a:cubicBezTo>
                      <a:pt x="841" y="2975"/>
                      <a:pt x="861" y="2953"/>
                      <a:pt x="887" y="2925"/>
                    </a:cubicBezTo>
                    <a:cubicBezTo>
                      <a:pt x="912" y="2897"/>
                      <a:pt x="917" y="2812"/>
                      <a:pt x="898" y="2734"/>
                    </a:cubicBezTo>
                    <a:lnTo>
                      <a:pt x="886" y="2682"/>
                    </a:lnTo>
                    <a:cubicBezTo>
                      <a:pt x="867" y="2604"/>
                      <a:pt x="902" y="2500"/>
                      <a:pt x="963" y="2449"/>
                    </a:cubicBezTo>
                    <a:lnTo>
                      <a:pt x="1876" y="1694"/>
                    </a:lnTo>
                    <a:cubicBezTo>
                      <a:pt x="1938" y="1643"/>
                      <a:pt x="2014" y="1661"/>
                      <a:pt x="2046" y="1735"/>
                    </a:cubicBezTo>
                    <a:lnTo>
                      <a:pt x="2620" y="3058"/>
                    </a:lnTo>
                    <a:cubicBezTo>
                      <a:pt x="2652" y="3131"/>
                      <a:pt x="2767" y="3230"/>
                      <a:pt x="2792" y="3154"/>
                    </a:cubicBezTo>
                    <a:cubicBezTo>
                      <a:pt x="2806" y="3111"/>
                      <a:pt x="2810" y="3037"/>
                      <a:pt x="2792" y="2914"/>
                    </a:cubicBezTo>
                    <a:cubicBezTo>
                      <a:pt x="2792" y="2914"/>
                      <a:pt x="2786" y="2856"/>
                      <a:pt x="2779" y="2784"/>
                    </a:cubicBezTo>
                    <a:cubicBezTo>
                      <a:pt x="2771" y="2713"/>
                      <a:pt x="2815" y="2614"/>
                      <a:pt x="2878" y="2564"/>
                    </a:cubicBezTo>
                    <a:lnTo>
                      <a:pt x="3064" y="2414"/>
                    </a:lnTo>
                    <a:cubicBezTo>
                      <a:pt x="3064" y="2414"/>
                      <a:pt x="3118" y="2373"/>
                      <a:pt x="3139" y="2303"/>
                    </a:cubicBezTo>
                    <a:cubicBezTo>
                      <a:pt x="3160" y="2230"/>
                      <a:pt x="3103" y="2133"/>
                      <a:pt x="3056" y="2140"/>
                    </a:cubicBezTo>
                    <a:cubicBezTo>
                      <a:pt x="3009" y="2147"/>
                      <a:pt x="2924" y="2194"/>
                      <a:pt x="2860" y="2224"/>
                    </a:cubicBezTo>
                    <a:cubicBezTo>
                      <a:pt x="2796" y="2253"/>
                      <a:pt x="2739" y="2213"/>
                      <a:pt x="2734" y="2133"/>
                    </a:cubicBezTo>
                    <a:lnTo>
                      <a:pt x="2724" y="1988"/>
                    </a:lnTo>
                    <a:cubicBezTo>
                      <a:pt x="2719" y="1908"/>
                      <a:pt x="2769" y="1808"/>
                      <a:pt x="2837" y="1765"/>
                    </a:cubicBezTo>
                    <a:lnTo>
                      <a:pt x="2885" y="1735"/>
                    </a:lnTo>
                    <a:cubicBezTo>
                      <a:pt x="2953" y="1692"/>
                      <a:pt x="3053" y="1607"/>
                      <a:pt x="3078" y="1531"/>
                    </a:cubicBezTo>
                    <a:cubicBezTo>
                      <a:pt x="3078" y="1531"/>
                      <a:pt x="3078" y="1531"/>
                      <a:pt x="3078" y="1530"/>
                    </a:cubicBezTo>
                    <a:cubicBezTo>
                      <a:pt x="3103" y="1454"/>
                      <a:pt x="3027" y="1359"/>
                      <a:pt x="2970" y="1355"/>
                    </a:cubicBezTo>
                    <a:cubicBezTo>
                      <a:pt x="2914" y="1351"/>
                      <a:pt x="2809" y="1389"/>
                      <a:pt x="2732" y="1409"/>
                    </a:cubicBezTo>
                    <a:cubicBezTo>
                      <a:pt x="2656" y="1429"/>
                      <a:pt x="2587" y="1381"/>
                      <a:pt x="2579" y="1301"/>
                    </a:cubicBezTo>
                    <a:lnTo>
                      <a:pt x="2572" y="1228"/>
                    </a:lnTo>
                    <a:cubicBezTo>
                      <a:pt x="2564" y="1148"/>
                      <a:pt x="2605" y="1040"/>
                      <a:pt x="2664" y="985"/>
                    </a:cubicBezTo>
                    <a:lnTo>
                      <a:pt x="3241" y="456"/>
                    </a:lnTo>
                    <a:cubicBezTo>
                      <a:pt x="3300" y="402"/>
                      <a:pt x="3385" y="301"/>
                      <a:pt x="3396" y="222"/>
                    </a:cubicBezTo>
                    <a:cubicBezTo>
                      <a:pt x="3398" y="212"/>
                      <a:pt x="3399" y="202"/>
                      <a:pt x="3399" y="191"/>
                    </a:cubicBezTo>
                    <a:cubicBezTo>
                      <a:pt x="3403" y="111"/>
                      <a:pt x="3311" y="24"/>
                      <a:pt x="3231" y="2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/>
              <a:lstStyle/>
              <a:p>
                <a:pPr algn="l"/>
              </a:p>
            </p:txBody>
          </p:sp>
        </p:grpSp>
        <p:grpSp>
          <p:nvGrpSpPr>
            <p:cNvPr id="33" name="组合 32" descr="f39ec266-7425-49c3-ad92-0e092032b566"/>
            <p:cNvGrpSpPr/>
            <p:nvPr/>
          </p:nvGrpSpPr>
          <p:grpSpPr>
            <a:xfrm>
              <a:off x="7778462" y="3331729"/>
              <a:ext cx="3742026" cy="2038868"/>
              <a:chOff x="7778462" y="3331729"/>
              <a:chExt cx="3742026" cy="2038868"/>
            </a:xfrm>
          </p:grpSpPr>
          <p:sp>
            <p:nvSpPr>
              <p:cNvPr id="7" name="Text2" descr="f2a47997-ce08-495c-a4cf-a48db3f18e4b"/>
              <p:cNvSpPr/>
              <p:nvPr/>
            </p:nvSpPr>
            <p:spPr bwMode="auto">
              <a:xfrm>
                <a:off x="8310385" y="4002350"/>
                <a:ext cx="3210103" cy="13682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用「道法术器」框架组织今天的分享，使内容更有条理。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8" name="Bullet2" descr="e85cba10-1be5-4cc7-a2a2-340d7115b60a"/>
              <p:cNvSpPr txBox="1"/>
              <p:nvPr/>
            </p:nvSpPr>
            <p:spPr bwMode="auto">
              <a:xfrm>
                <a:off x="8310385" y="3331729"/>
                <a:ext cx="3210103" cy="670617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组织分享内容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cxnSp>
            <p:nvCxnSpPr>
              <p:cNvPr id="9" name="直接连接符 8" descr="c1956d94-a9df-4234-bcd5-97181994f927"/>
              <p:cNvCxnSpPr/>
              <p:nvPr/>
            </p:nvCxnSpPr>
            <p:spPr>
              <a:xfrm>
                <a:off x="8310385" y="4002349"/>
                <a:ext cx="3210103" cy="0"/>
              </a:xfrm>
              <a:prstGeom prst="line">
                <a:avLst/>
              </a:prstGeom>
              <a:ln>
                <a:solidFill>
                  <a:schemeClr val="tx2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Icon2" descr="d0bfdcf6-d54e-4597-b308-e5576e0a3805"/>
              <p:cNvSpPr/>
              <p:nvPr/>
            </p:nvSpPr>
            <p:spPr bwMode="auto">
              <a:xfrm>
                <a:off x="7778462" y="3828653"/>
                <a:ext cx="304842" cy="288904"/>
              </a:xfrm>
              <a:custGeom>
                <a:avLst/>
                <a:gdLst>
                  <a:gd name="T0" fmla="*/ 3025 w 3403"/>
                  <a:gd name="T1" fmla="*/ 97 h 3230"/>
                  <a:gd name="T2" fmla="*/ 2115 w 3403"/>
                  <a:gd name="T3" fmla="*/ 701 h 3230"/>
                  <a:gd name="T4" fmla="*/ 1903 w 3403"/>
                  <a:gd name="T5" fmla="*/ 468 h 3230"/>
                  <a:gd name="T6" fmla="*/ 2010 w 3403"/>
                  <a:gd name="T7" fmla="*/ 232 h 3230"/>
                  <a:gd name="T8" fmla="*/ 1758 w 3403"/>
                  <a:gd name="T9" fmla="*/ 258 h 3230"/>
                  <a:gd name="T10" fmla="*/ 1402 w 3403"/>
                  <a:gd name="T11" fmla="*/ 463 h 3230"/>
                  <a:gd name="T12" fmla="*/ 1066 w 3403"/>
                  <a:gd name="T13" fmla="*/ 281 h 3230"/>
                  <a:gd name="T14" fmla="*/ 1174 w 3403"/>
                  <a:gd name="T15" fmla="*/ 88 h 3230"/>
                  <a:gd name="T16" fmla="*/ 808 w 3403"/>
                  <a:gd name="T17" fmla="*/ 166 h 3230"/>
                  <a:gd name="T18" fmla="*/ 543 w 3403"/>
                  <a:gd name="T19" fmla="*/ 298 h 3230"/>
                  <a:gd name="T20" fmla="*/ 88 w 3403"/>
                  <a:gd name="T21" fmla="*/ 259 h 3230"/>
                  <a:gd name="T22" fmla="*/ 17 w 3403"/>
                  <a:gd name="T23" fmla="*/ 392 h 3230"/>
                  <a:gd name="T24" fmla="*/ 1455 w 3403"/>
                  <a:gd name="T25" fmla="*/ 1190 h 3230"/>
                  <a:gd name="T26" fmla="*/ 675 w 3403"/>
                  <a:gd name="T27" fmla="*/ 2064 h 3230"/>
                  <a:gd name="T28" fmla="*/ 343 w 3403"/>
                  <a:gd name="T29" fmla="*/ 2106 h 3230"/>
                  <a:gd name="T30" fmla="*/ 16 w 3403"/>
                  <a:gd name="T31" fmla="*/ 2229 h 3230"/>
                  <a:gd name="T32" fmla="*/ 450 w 3403"/>
                  <a:gd name="T33" fmla="*/ 2556 h 3230"/>
                  <a:gd name="T34" fmla="*/ 751 w 3403"/>
                  <a:gd name="T35" fmla="*/ 3027 h 3230"/>
                  <a:gd name="T36" fmla="*/ 887 w 3403"/>
                  <a:gd name="T37" fmla="*/ 2925 h 3230"/>
                  <a:gd name="T38" fmla="*/ 886 w 3403"/>
                  <a:gd name="T39" fmla="*/ 2682 h 3230"/>
                  <a:gd name="T40" fmla="*/ 1876 w 3403"/>
                  <a:gd name="T41" fmla="*/ 1694 h 3230"/>
                  <a:gd name="T42" fmla="*/ 2620 w 3403"/>
                  <a:gd name="T43" fmla="*/ 3058 h 3230"/>
                  <a:gd name="T44" fmla="*/ 2792 w 3403"/>
                  <a:gd name="T45" fmla="*/ 2914 h 3230"/>
                  <a:gd name="T46" fmla="*/ 2878 w 3403"/>
                  <a:gd name="T47" fmla="*/ 2564 h 3230"/>
                  <a:gd name="T48" fmla="*/ 3139 w 3403"/>
                  <a:gd name="T49" fmla="*/ 2303 h 3230"/>
                  <a:gd name="T50" fmla="*/ 2860 w 3403"/>
                  <a:gd name="T51" fmla="*/ 2224 h 3230"/>
                  <a:gd name="T52" fmla="*/ 2724 w 3403"/>
                  <a:gd name="T53" fmla="*/ 1988 h 3230"/>
                  <a:gd name="T54" fmla="*/ 2885 w 3403"/>
                  <a:gd name="T55" fmla="*/ 1735 h 3230"/>
                  <a:gd name="T56" fmla="*/ 3078 w 3403"/>
                  <a:gd name="T57" fmla="*/ 1530 h 3230"/>
                  <a:gd name="T58" fmla="*/ 2732 w 3403"/>
                  <a:gd name="T59" fmla="*/ 1409 h 3230"/>
                  <a:gd name="T60" fmla="*/ 2572 w 3403"/>
                  <a:gd name="T61" fmla="*/ 1228 h 3230"/>
                  <a:gd name="T62" fmla="*/ 3241 w 3403"/>
                  <a:gd name="T63" fmla="*/ 456 h 3230"/>
                  <a:gd name="T64" fmla="*/ 3399 w 3403"/>
                  <a:gd name="T65" fmla="*/ 191 h 32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403" h="3230">
                    <a:moveTo>
                      <a:pt x="3231" y="22"/>
                    </a:moveTo>
                    <a:cubicBezTo>
                      <a:pt x="3165" y="21"/>
                      <a:pt x="3087" y="36"/>
                      <a:pt x="3025" y="97"/>
                    </a:cubicBezTo>
                    <a:lnTo>
                      <a:pt x="2361" y="659"/>
                    </a:lnTo>
                    <a:cubicBezTo>
                      <a:pt x="2300" y="711"/>
                      <a:pt x="2190" y="729"/>
                      <a:pt x="2115" y="701"/>
                    </a:cubicBezTo>
                    <a:lnTo>
                      <a:pt x="1956" y="639"/>
                    </a:lnTo>
                    <a:cubicBezTo>
                      <a:pt x="1882" y="611"/>
                      <a:pt x="1858" y="534"/>
                      <a:pt x="1903" y="468"/>
                    </a:cubicBezTo>
                    <a:lnTo>
                      <a:pt x="2015" y="303"/>
                    </a:lnTo>
                    <a:cubicBezTo>
                      <a:pt x="2037" y="272"/>
                      <a:pt x="2028" y="249"/>
                      <a:pt x="2010" y="232"/>
                    </a:cubicBezTo>
                    <a:cubicBezTo>
                      <a:pt x="1979" y="201"/>
                      <a:pt x="1893" y="177"/>
                      <a:pt x="1841" y="199"/>
                    </a:cubicBezTo>
                    <a:cubicBezTo>
                      <a:pt x="1793" y="220"/>
                      <a:pt x="1758" y="258"/>
                      <a:pt x="1758" y="258"/>
                    </a:cubicBezTo>
                    <a:lnTo>
                      <a:pt x="1643" y="383"/>
                    </a:lnTo>
                    <a:cubicBezTo>
                      <a:pt x="1588" y="442"/>
                      <a:pt x="1481" y="478"/>
                      <a:pt x="1402" y="463"/>
                    </a:cubicBezTo>
                    <a:lnTo>
                      <a:pt x="1131" y="413"/>
                    </a:lnTo>
                    <a:cubicBezTo>
                      <a:pt x="1052" y="398"/>
                      <a:pt x="1023" y="339"/>
                      <a:pt x="1066" y="281"/>
                    </a:cubicBezTo>
                    <a:lnTo>
                      <a:pt x="1143" y="177"/>
                    </a:lnTo>
                    <a:cubicBezTo>
                      <a:pt x="1170" y="141"/>
                      <a:pt x="1177" y="112"/>
                      <a:pt x="1174" y="88"/>
                    </a:cubicBezTo>
                    <a:cubicBezTo>
                      <a:pt x="1167" y="35"/>
                      <a:pt x="1068" y="0"/>
                      <a:pt x="1008" y="15"/>
                    </a:cubicBezTo>
                    <a:cubicBezTo>
                      <a:pt x="947" y="30"/>
                      <a:pt x="860" y="106"/>
                      <a:pt x="808" y="166"/>
                    </a:cubicBezTo>
                    <a:lnTo>
                      <a:pt x="783" y="194"/>
                    </a:lnTo>
                    <a:cubicBezTo>
                      <a:pt x="731" y="254"/>
                      <a:pt x="623" y="300"/>
                      <a:pt x="543" y="298"/>
                    </a:cubicBezTo>
                    <a:lnTo>
                      <a:pt x="315" y="289"/>
                    </a:lnTo>
                    <a:cubicBezTo>
                      <a:pt x="235" y="286"/>
                      <a:pt x="136" y="255"/>
                      <a:pt x="88" y="259"/>
                    </a:cubicBezTo>
                    <a:cubicBezTo>
                      <a:pt x="63" y="261"/>
                      <a:pt x="39" y="274"/>
                      <a:pt x="22" y="310"/>
                    </a:cubicBezTo>
                    <a:cubicBezTo>
                      <a:pt x="22" y="310"/>
                      <a:pt x="6" y="352"/>
                      <a:pt x="17" y="392"/>
                    </a:cubicBezTo>
                    <a:cubicBezTo>
                      <a:pt x="30" y="436"/>
                      <a:pt x="128" y="482"/>
                      <a:pt x="198" y="521"/>
                    </a:cubicBezTo>
                    <a:cubicBezTo>
                      <a:pt x="508" y="689"/>
                      <a:pt x="1174" y="1042"/>
                      <a:pt x="1455" y="1190"/>
                    </a:cubicBezTo>
                    <a:cubicBezTo>
                      <a:pt x="1525" y="1227"/>
                      <a:pt x="1534" y="1301"/>
                      <a:pt x="1474" y="1354"/>
                    </a:cubicBezTo>
                    <a:lnTo>
                      <a:pt x="675" y="2064"/>
                    </a:lnTo>
                    <a:cubicBezTo>
                      <a:pt x="615" y="2117"/>
                      <a:pt x="503" y="2145"/>
                      <a:pt x="426" y="2126"/>
                    </a:cubicBezTo>
                    <a:lnTo>
                      <a:pt x="343" y="2106"/>
                    </a:lnTo>
                    <a:cubicBezTo>
                      <a:pt x="265" y="2087"/>
                      <a:pt x="171" y="2068"/>
                      <a:pt x="138" y="2084"/>
                    </a:cubicBezTo>
                    <a:cubicBezTo>
                      <a:pt x="106" y="2100"/>
                      <a:pt x="33" y="2160"/>
                      <a:pt x="16" y="2229"/>
                    </a:cubicBezTo>
                    <a:cubicBezTo>
                      <a:pt x="0" y="2297"/>
                      <a:pt x="113" y="2381"/>
                      <a:pt x="187" y="2411"/>
                    </a:cubicBezTo>
                    <a:cubicBezTo>
                      <a:pt x="276" y="2448"/>
                      <a:pt x="384" y="2486"/>
                      <a:pt x="450" y="2556"/>
                    </a:cubicBezTo>
                    <a:cubicBezTo>
                      <a:pt x="534" y="2647"/>
                      <a:pt x="587" y="2760"/>
                      <a:pt x="619" y="2847"/>
                    </a:cubicBezTo>
                    <a:cubicBezTo>
                      <a:pt x="647" y="2922"/>
                      <a:pt x="693" y="3036"/>
                      <a:pt x="751" y="3027"/>
                    </a:cubicBezTo>
                    <a:cubicBezTo>
                      <a:pt x="800" y="3019"/>
                      <a:pt x="841" y="2975"/>
                      <a:pt x="841" y="2975"/>
                    </a:cubicBezTo>
                    <a:cubicBezTo>
                      <a:pt x="841" y="2975"/>
                      <a:pt x="861" y="2953"/>
                      <a:pt x="887" y="2925"/>
                    </a:cubicBezTo>
                    <a:cubicBezTo>
                      <a:pt x="912" y="2897"/>
                      <a:pt x="917" y="2812"/>
                      <a:pt x="898" y="2734"/>
                    </a:cubicBezTo>
                    <a:lnTo>
                      <a:pt x="886" y="2682"/>
                    </a:lnTo>
                    <a:cubicBezTo>
                      <a:pt x="867" y="2604"/>
                      <a:pt x="902" y="2500"/>
                      <a:pt x="963" y="2449"/>
                    </a:cubicBezTo>
                    <a:lnTo>
                      <a:pt x="1876" y="1694"/>
                    </a:lnTo>
                    <a:cubicBezTo>
                      <a:pt x="1938" y="1643"/>
                      <a:pt x="2014" y="1661"/>
                      <a:pt x="2046" y="1735"/>
                    </a:cubicBezTo>
                    <a:lnTo>
                      <a:pt x="2620" y="3058"/>
                    </a:lnTo>
                    <a:cubicBezTo>
                      <a:pt x="2652" y="3131"/>
                      <a:pt x="2767" y="3230"/>
                      <a:pt x="2792" y="3154"/>
                    </a:cubicBezTo>
                    <a:cubicBezTo>
                      <a:pt x="2806" y="3111"/>
                      <a:pt x="2810" y="3037"/>
                      <a:pt x="2792" y="2914"/>
                    </a:cubicBezTo>
                    <a:cubicBezTo>
                      <a:pt x="2792" y="2914"/>
                      <a:pt x="2786" y="2856"/>
                      <a:pt x="2779" y="2784"/>
                    </a:cubicBezTo>
                    <a:cubicBezTo>
                      <a:pt x="2771" y="2713"/>
                      <a:pt x="2815" y="2614"/>
                      <a:pt x="2878" y="2564"/>
                    </a:cubicBezTo>
                    <a:lnTo>
                      <a:pt x="3064" y="2414"/>
                    </a:lnTo>
                    <a:cubicBezTo>
                      <a:pt x="3064" y="2414"/>
                      <a:pt x="3118" y="2373"/>
                      <a:pt x="3139" y="2303"/>
                    </a:cubicBezTo>
                    <a:cubicBezTo>
                      <a:pt x="3160" y="2230"/>
                      <a:pt x="3103" y="2133"/>
                      <a:pt x="3056" y="2140"/>
                    </a:cubicBezTo>
                    <a:cubicBezTo>
                      <a:pt x="3009" y="2147"/>
                      <a:pt x="2924" y="2194"/>
                      <a:pt x="2860" y="2224"/>
                    </a:cubicBezTo>
                    <a:cubicBezTo>
                      <a:pt x="2796" y="2253"/>
                      <a:pt x="2739" y="2213"/>
                      <a:pt x="2734" y="2133"/>
                    </a:cubicBezTo>
                    <a:lnTo>
                      <a:pt x="2724" y="1988"/>
                    </a:lnTo>
                    <a:cubicBezTo>
                      <a:pt x="2719" y="1908"/>
                      <a:pt x="2769" y="1808"/>
                      <a:pt x="2837" y="1765"/>
                    </a:cubicBezTo>
                    <a:lnTo>
                      <a:pt x="2885" y="1735"/>
                    </a:lnTo>
                    <a:cubicBezTo>
                      <a:pt x="2953" y="1692"/>
                      <a:pt x="3053" y="1607"/>
                      <a:pt x="3078" y="1531"/>
                    </a:cubicBezTo>
                    <a:cubicBezTo>
                      <a:pt x="3078" y="1531"/>
                      <a:pt x="3078" y="1531"/>
                      <a:pt x="3078" y="1530"/>
                    </a:cubicBezTo>
                    <a:cubicBezTo>
                      <a:pt x="3103" y="1454"/>
                      <a:pt x="3027" y="1359"/>
                      <a:pt x="2970" y="1355"/>
                    </a:cubicBezTo>
                    <a:cubicBezTo>
                      <a:pt x="2914" y="1351"/>
                      <a:pt x="2809" y="1389"/>
                      <a:pt x="2732" y="1409"/>
                    </a:cubicBezTo>
                    <a:cubicBezTo>
                      <a:pt x="2656" y="1429"/>
                      <a:pt x="2587" y="1381"/>
                      <a:pt x="2579" y="1301"/>
                    </a:cubicBezTo>
                    <a:lnTo>
                      <a:pt x="2572" y="1228"/>
                    </a:lnTo>
                    <a:cubicBezTo>
                      <a:pt x="2564" y="1148"/>
                      <a:pt x="2605" y="1040"/>
                      <a:pt x="2664" y="985"/>
                    </a:cubicBezTo>
                    <a:lnTo>
                      <a:pt x="3241" y="456"/>
                    </a:lnTo>
                    <a:cubicBezTo>
                      <a:pt x="3300" y="402"/>
                      <a:pt x="3385" y="301"/>
                      <a:pt x="3396" y="222"/>
                    </a:cubicBezTo>
                    <a:cubicBezTo>
                      <a:pt x="3398" y="212"/>
                      <a:pt x="3399" y="202"/>
                      <a:pt x="3399" y="191"/>
                    </a:cubicBezTo>
                    <a:cubicBezTo>
                      <a:pt x="3403" y="111"/>
                      <a:pt x="3311" y="24"/>
                      <a:pt x="3231" y="22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anchorCtr="0"/>
              <a:lstStyle/>
              <a:p>
                <a:pPr algn="l"/>
              </a:p>
            </p:txBody>
          </p:sp>
        </p:grpSp>
        <p:sp>
          <p:nvSpPr>
            <p:cNvPr id="6" name="Title" descr="20cd0887-9660-40d4-8b12-05c7a099d20c"/>
            <p:cNvSpPr txBox="1"/>
            <p:nvPr/>
          </p:nvSpPr>
          <p:spPr>
            <a:xfrm>
              <a:off x="673099" y="1130300"/>
              <a:ext cx="10845800" cy="5819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1">
              <a:norm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 i="0" u="none" strike="noStrike">
                  <a:solidFill>
                    <a:srgbClr val="FFFFFF"/>
                  </a:solidFill>
                  <a:ea typeface="微软雅黑" panose="020B0503020204020204" charset="-122"/>
                </a:rPr>
                <a:t>介绍「道法术器」框架的意义</a:t>
              </a:r>
              <a:endParaRPr lang="en-US" sz="2400" b="1" i="0" u="none" strike="noStrike">
                <a:solidFill>
                  <a:srgbClr val="FFFFFF"/>
                </a:solidFill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5a12860-57d0-435d-97c1-4c6d2d8d7d77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FFFFFF"/>
                </a:solidFill>
                <a:ea typeface="微软雅黑" panose="020B0503020204020204" charset="-122"/>
              </a:rPr>
              <a:t>道：永恒原则</a:t>
            </a:r>
            <a:endParaRPr lang="en-US" sz="2800" b="1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grpSp>
        <p:nvGrpSpPr>
          <p:cNvPr id="27" name="39dd9395-bd27-47e7-a6b9-1f8cea361ef9.source.3.zh-Hans.pptx" descr="81b43058-c518-418f-aa8e-20caf6ff5ac1"/>
          <p:cNvGrpSpPr/>
          <p:nvPr/>
        </p:nvGrpSpPr>
        <p:grpSpPr>
          <a:xfrm>
            <a:off x="660400" y="1130300"/>
            <a:ext cx="10858499" cy="5003800"/>
            <a:chOff x="660400" y="1130300"/>
            <a:chExt cx="10858499" cy="5003800"/>
          </a:xfrm>
        </p:grpSpPr>
        <p:sp>
          <p:nvSpPr>
            <p:cNvPr id="5" name="Title" descr="6e32285f-d112-4354-b60e-ab0f2ddc87aa"/>
            <p:cNvSpPr/>
            <p:nvPr/>
          </p:nvSpPr>
          <p:spPr>
            <a:xfrm>
              <a:off x="660400" y="1130300"/>
              <a:ext cx="1725599" cy="5003800"/>
            </a:xfrm>
            <a:prstGeom prst="rect">
              <a:avLst/>
            </a:prstGeom>
            <a:gradFill>
              <a:gsLst>
                <a:gs pos="0">
                  <a:schemeClr val="accent1">
                    <a:alpha val="15000"/>
                  </a:schemeClr>
                </a:gs>
                <a:gs pos="100000">
                  <a:schemeClr val="bg1"/>
                </a:gs>
              </a:gsLst>
              <a:lin ang="5400000" scaled="0"/>
            </a:gra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>
                <a:lnSpc>
                  <a:spcPct val="120000"/>
                </a:lnSpc>
              </a:pPr>
              <a:r>
                <a:rPr lang="en-US" sz="2400" b="1" i="0" u="none">
                  <a:solidFill>
                    <a:srgbClr val="FFFFFF"/>
                  </a:solidFill>
                  <a:ea typeface="微软雅黑" panose="020B0503020204020204" charset="-122"/>
                </a:rPr>
                <a:t>软件工程的第一性原理</a:t>
              </a:r>
              <a:endParaRPr lang="en-US" sz="2400" b="1" i="0" u="none">
                <a:solidFill>
                  <a:srgbClr val="FFFFFF"/>
                </a:solidFill>
                <a:ea typeface="微软雅黑" panose="020B0503020204020204" charset="-122"/>
              </a:endParaRPr>
            </a:p>
          </p:txBody>
        </p:sp>
        <p:grpSp>
          <p:nvGrpSpPr>
            <p:cNvPr id="20" name="组合 19" descr="694e90ba-74eb-42a2-8e6f-9ca50c96ebd5"/>
            <p:cNvGrpSpPr/>
            <p:nvPr/>
          </p:nvGrpSpPr>
          <p:grpSpPr>
            <a:xfrm>
              <a:off x="2385999" y="1130300"/>
              <a:ext cx="9132900" cy="2501900"/>
              <a:chOff x="2385999" y="1130300"/>
              <a:chExt cx="9132900" cy="2501900"/>
            </a:xfrm>
          </p:grpSpPr>
          <p:cxnSp>
            <p:nvCxnSpPr>
              <p:cNvPr id="6" name="Line1" descr="7099fe6c-aa71-4748-a257-44b6f070a01f"/>
              <p:cNvCxnSpPr>
                <a:stCxn id="5" idx="3"/>
                <a:endCxn id="3" idx="1"/>
              </p:cNvCxnSpPr>
              <p:nvPr/>
            </p:nvCxnSpPr>
            <p:spPr>
              <a:xfrm flipV="1">
                <a:off x="2385999" y="1717408"/>
                <a:ext cx="739148" cy="1914792"/>
              </a:xfrm>
              <a:prstGeom prst="bentConnector3">
                <a:avLst>
                  <a:gd name="adj1" fmla="val 50000"/>
                </a:avLst>
              </a:prstGeom>
              <a:noFill/>
              <a:ln w="6350" cap="sq">
                <a:solidFill>
                  <a:schemeClr val="tx2">
                    <a:alpha val="50000"/>
                  </a:schemeClr>
                </a:solidFill>
                <a:round/>
                <a:tail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4" name="Text1" descr="6ca144cd-6764-4a93-9490-f1a2d864b7bc"/>
              <p:cNvSpPr/>
              <p:nvPr/>
            </p:nvSpPr>
            <p:spPr>
              <a:xfrm>
                <a:off x="6716865" y="1130300"/>
                <a:ext cx="4802034" cy="1174215"/>
              </a:xfrm>
              <a:prstGeom prst="rect">
                <a:avLst/>
              </a:prstGeom>
              <a:solidFill>
                <a:schemeClr val="bg1"/>
              </a:solidFill>
              <a:ln w="6350">
                <a:noFill/>
              </a:ln>
              <a:effectLst>
                <a:outerShdw blurRad="127000" dist="50800" dir="5400000" algn="ctr" rotWithShape="0">
                  <a:schemeClr val="bg2">
                    <a:lumMod val="75000"/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道是永恒的原则，是软件工程的第一性原理。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cxnSp>
            <p:nvCxnSpPr>
              <p:cNvPr id="10" name="Linee1" descr="3955ff4e-c000-45eb-ba0a-0ef536930e44"/>
              <p:cNvCxnSpPr>
                <a:stCxn id="3" idx="3"/>
                <a:endCxn id="4" idx="1"/>
              </p:cNvCxnSpPr>
              <p:nvPr/>
            </p:nvCxnSpPr>
            <p:spPr>
              <a:xfrm>
                <a:off x="5977720" y="1717408"/>
                <a:ext cx="739145" cy="0"/>
              </a:xfrm>
              <a:prstGeom prst="line">
                <a:avLst/>
              </a:prstGeom>
              <a:ln w="6350" cap="sq">
                <a:solidFill>
                  <a:schemeClr val="tx2">
                    <a:alpha val="50000"/>
                  </a:schemeClr>
                </a:solidFill>
                <a:prstDash val="sysDash"/>
                <a:round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" name="Bullet1" descr="c5672a4e-b7fb-4ee1-90f7-d4f293c65a48"/>
              <p:cNvSpPr/>
              <p:nvPr/>
            </p:nvSpPr>
            <p:spPr>
              <a:xfrm>
                <a:off x="3125147" y="1130300"/>
                <a:ext cx="2852573" cy="1174215"/>
              </a:xfrm>
              <a:prstGeom prst="rect">
                <a:avLst/>
              </a:prstGeom>
              <a:gradFill flip="none" rotWithShape="1">
                <a:gsLst>
                  <a:gs pos="50000">
                    <a:schemeClr val="accent1"/>
                  </a:gs>
                  <a:gs pos="0">
                    <a:schemeClr val="accent1">
                      <a:lumMod val="60000"/>
                      <a:lumOff val="40000"/>
                    </a:schemeClr>
                  </a:gs>
                </a:gsLst>
                <a:lin ang="2700000" scaled="1"/>
                <a:tileRect/>
              </a:gradFill>
              <a:ln w="76200">
                <a:noFill/>
              </a:ln>
              <a:effectLst/>
            </p:spPr>
            <p:txBody>
              <a:bodyPr wrap="square" rtlCol="0" anchor="ctr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道是原则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22" name="组合 21" descr="3146e94d-c052-440e-ab57-ada36c11412b"/>
            <p:cNvGrpSpPr/>
            <p:nvPr/>
          </p:nvGrpSpPr>
          <p:grpSpPr>
            <a:xfrm>
              <a:off x="2385999" y="3045094"/>
              <a:ext cx="9132900" cy="1174215"/>
              <a:chOff x="2385999" y="3045094"/>
              <a:chExt cx="9132900" cy="1174215"/>
            </a:xfrm>
          </p:grpSpPr>
          <p:sp>
            <p:nvSpPr>
              <p:cNvPr id="21" name="Text2" descr="5f1820f7-b6b5-465f-87f6-cb219dd6d90c"/>
              <p:cNvSpPr/>
              <p:nvPr/>
            </p:nvSpPr>
            <p:spPr>
              <a:xfrm>
                <a:off x="6716865" y="3045094"/>
                <a:ext cx="4802034" cy="1174215"/>
              </a:xfrm>
              <a:prstGeom prst="rect">
                <a:avLst/>
              </a:prstGeom>
              <a:solidFill>
                <a:schemeClr val="bg1"/>
              </a:solidFill>
              <a:ln w="6350">
                <a:noFill/>
              </a:ln>
              <a:effectLst>
                <a:outerShdw blurRad="127000" dist="50800" dir="5400000" algn="ctr" rotWithShape="0">
                  <a:schemeClr val="bg2">
                    <a:lumMod val="75000"/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包括价值导向、抽象思维、简约设计、演化思维、权衡智慧、协作精神等。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cxnSp>
            <p:nvCxnSpPr>
              <p:cNvPr id="12" name="Linee2" descr="4cdf3227-37ec-4b77-bbda-17f34877c623"/>
              <p:cNvCxnSpPr>
                <a:stCxn id="23" idx="3"/>
                <a:endCxn id="21" idx="1"/>
              </p:cNvCxnSpPr>
              <p:nvPr/>
            </p:nvCxnSpPr>
            <p:spPr>
              <a:xfrm>
                <a:off x="5977719" y="3632202"/>
                <a:ext cx="739146" cy="0"/>
              </a:xfrm>
              <a:prstGeom prst="line">
                <a:avLst/>
              </a:prstGeom>
              <a:ln w="6350" cap="sq">
                <a:solidFill>
                  <a:schemeClr val="tx2">
                    <a:alpha val="50000"/>
                  </a:schemeClr>
                </a:solidFill>
                <a:prstDash val="sysDash"/>
                <a:round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Line2" descr="55fd9dfc-7b1d-4ff5-9109-d6b0b7b1072c"/>
              <p:cNvCxnSpPr>
                <a:stCxn id="5" idx="3"/>
                <a:endCxn id="23" idx="1"/>
              </p:cNvCxnSpPr>
              <p:nvPr/>
            </p:nvCxnSpPr>
            <p:spPr>
              <a:xfrm>
                <a:off x="2385999" y="3632200"/>
                <a:ext cx="739147" cy="2"/>
              </a:xfrm>
              <a:prstGeom prst="line">
                <a:avLst/>
              </a:prstGeom>
              <a:ln w="6350" cap="sq">
                <a:solidFill>
                  <a:schemeClr val="tx2">
                    <a:alpha val="50000"/>
                  </a:schemeClr>
                </a:solidFill>
                <a:prstDash val="sysDash"/>
                <a:round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Bullet2" descr="795c7c69-08b7-4150-89a0-c7113fe47bd9"/>
              <p:cNvSpPr/>
              <p:nvPr/>
            </p:nvSpPr>
            <p:spPr>
              <a:xfrm>
                <a:off x="3125146" y="3045094"/>
                <a:ext cx="2852573" cy="1174215"/>
              </a:xfrm>
              <a:prstGeom prst="rect">
                <a:avLst/>
              </a:prstGeom>
              <a:gradFill flip="none" rotWithShape="1">
                <a:gsLst>
                  <a:gs pos="50000">
                    <a:schemeClr val="dk2">
                      <a:lumMod val="100000"/>
                    </a:schemeClr>
                  </a:gs>
                  <a:gs pos="0">
                    <a:schemeClr val="dk2">
                      <a:lumMod val="60000"/>
                      <a:lumOff val="40000"/>
                    </a:schemeClr>
                  </a:gs>
                </a:gsLst>
                <a:lin ang="2700000" scaled="1"/>
                <a:tileRect/>
              </a:gradFill>
              <a:ln w="76200">
                <a:noFill/>
              </a:ln>
              <a:effectLst/>
            </p:spPr>
            <p:txBody>
              <a:bodyPr wrap="square" rtlCol="0" anchor="ctr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原则内容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19" name="组合 18" descr="d476a3d2-4977-483c-96f8-b9b88210c2aa"/>
            <p:cNvGrpSpPr/>
            <p:nvPr/>
          </p:nvGrpSpPr>
          <p:grpSpPr>
            <a:xfrm>
              <a:off x="2385999" y="3632200"/>
              <a:ext cx="9132900" cy="2501900"/>
              <a:chOff x="2385999" y="3632200"/>
              <a:chExt cx="9132900" cy="2501900"/>
            </a:xfrm>
          </p:grpSpPr>
          <p:cxnSp>
            <p:nvCxnSpPr>
              <p:cNvPr id="7" name="Line3" descr="30c89388-138c-46f2-b712-f484a83f6d0b"/>
              <p:cNvCxnSpPr>
                <a:stCxn id="5" idx="3"/>
                <a:endCxn id="24" idx="1"/>
              </p:cNvCxnSpPr>
              <p:nvPr/>
            </p:nvCxnSpPr>
            <p:spPr>
              <a:xfrm>
                <a:off x="2385999" y="3632200"/>
                <a:ext cx="739147" cy="1914793"/>
              </a:xfrm>
              <a:prstGeom prst="bentConnector3">
                <a:avLst>
                  <a:gd name="adj1" fmla="val 50000"/>
                </a:avLst>
              </a:prstGeom>
              <a:noFill/>
              <a:ln w="6350" cap="sq">
                <a:solidFill>
                  <a:schemeClr val="tx2">
                    <a:alpha val="50000"/>
                  </a:schemeClr>
                </a:solidFill>
                <a:round/>
                <a:tail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25" name="Text3" descr="ca002d06-765b-4d45-a71d-08623e58cefc"/>
              <p:cNvSpPr/>
              <p:nvPr/>
            </p:nvSpPr>
            <p:spPr>
              <a:xfrm>
                <a:off x="6716865" y="4959885"/>
                <a:ext cx="4802034" cy="1174215"/>
              </a:xfrm>
              <a:prstGeom prst="rect">
                <a:avLst/>
              </a:prstGeom>
              <a:solidFill>
                <a:schemeClr val="bg1"/>
              </a:solidFill>
              <a:ln w="6350">
                <a:noFill/>
              </a:ln>
              <a:effectLst>
                <a:outerShdw blurRad="127000" dist="50800" dir="5400000" algn="ctr" rotWithShape="0">
                  <a:schemeClr val="bg2">
                    <a:lumMod val="75000"/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这些原则在AI时代不仅没有过时，反而更加重要，是判断和决策的根本依据。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cxnSp>
            <p:nvCxnSpPr>
              <p:cNvPr id="11" name="Linee3" descr="14f962b8-7882-44f1-817e-e60e9b77b962"/>
              <p:cNvCxnSpPr>
                <a:stCxn id="24" idx="3"/>
                <a:endCxn id="25" idx="1"/>
              </p:cNvCxnSpPr>
              <p:nvPr/>
            </p:nvCxnSpPr>
            <p:spPr>
              <a:xfrm>
                <a:off x="5977719" y="5546993"/>
                <a:ext cx="739146" cy="0"/>
              </a:xfrm>
              <a:prstGeom prst="line">
                <a:avLst/>
              </a:prstGeom>
              <a:ln w="6350" cap="sq">
                <a:solidFill>
                  <a:schemeClr val="tx2">
                    <a:alpha val="50000"/>
                  </a:schemeClr>
                </a:solidFill>
                <a:prstDash val="sysDash"/>
                <a:round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Bullet3" descr="c235d9c4-49ef-4f0e-8737-c9b3621c8ad8"/>
              <p:cNvSpPr/>
              <p:nvPr/>
            </p:nvSpPr>
            <p:spPr>
              <a:xfrm>
                <a:off x="3125146" y="4959885"/>
                <a:ext cx="2852573" cy="1174215"/>
              </a:xfrm>
              <a:prstGeom prst="rect">
                <a:avLst/>
              </a:prstGeom>
              <a:gradFill flip="none" rotWithShape="1">
                <a:gsLst>
                  <a:gs pos="50000">
                    <a:schemeClr val="accent1"/>
                  </a:gs>
                  <a:gs pos="0">
                    <a:schemeClr val="accent1">
                      <a:lumMod val="60000"/>
                      <a:lumOff val="40000"/>
                    </a:schemeClr>
                  </a:gs>
                </a:gsLst>
                <a:lin ang="2700000" scaled="1"/>
                <a:tileRect/>
              </a:gradFill>
              <a:ln w="76200">
                <a:noFill/>
              </a:ln>
              <a:effectLst/>
            </p:spPr>
            <p:txBody>
              <a:bodyPr wrap="square" rtlCol="0" anchor="ctr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原则重要性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</p:grp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5a12860-57d0-435d-97c1-4c6d2d8d7d77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FFFFFF"/>
                </a:solidFill>
                <a:ea typeface="微软雅黑" panose="020B0503020204020204" charset="-122"/>
              </a:rPr>
              <a:t>法：验证方法论</a:t>
            </a:r>
            <a:endParaRPr lang="en-US" sz="2800" b="1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grpSp>
        <p:nvGrpSpPr>
          <p:cNvPr id="77" name="b87722fe-25be-4b0e-a047-a4d781dcca96.source.3.zh-Hans.pptx" descr="25aafeb8-13ab-4027-a16f-aeb0c7498b64"/>
          <p:cNvGrpSpPr/>
          <p:nvPr/>
        </p:nvGrpSpPr>
        <p:grpSpPr>
          <a:xfrm>
            <a:off x="935786" y="1479049"/>
            <a:ext cx="10320429" cy="4655050"/>
            <a:chOff x="935786" y="1479049"/>
            <a:chExt cx="10320429" cy="4655050"/>
          </a:xfrm>
        </p:grpSpPr>
        <p:cxnSp>
          <p:nvCxnSpPr>
            <p:cNvPr id="7" name="直接连接符 6" descr="ab8dba98-a1a5-4c1c-8dd7-ad6aaff544c2"/>
            <p:cNvCxnSpPr/>
            <p:nvPr/>
          </p:nvCxnSpPr>
          <p:spPr>
            <a:xfrm>
              <a:off x="935786" y="3909189"/>
              <a:ext cx="10320429" cy="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" name="组合 29" descr="a9a9c8e7-c665-4f72-b7f6-ca0b82c5602f"/>
            <p:cNvGrpSpPr/>
            <p:nvPr/>
          </p:nvGrpSpPr>
          <p:grpSpPr>
            <a:xfrm>
              <a:off x="1366456" y="3482921"/>
              <a:ext cx="9046368" cy="2651178"/>
              <a:chOff x="1366456" y="3482921"/>
              <a:chExt cx="9046368" cy="2651178"/>
            </a:xfrm>
          </p:grpSpPr>
          <p:grpSp>
            <p:nvGrpSpPr>
              <p:cNvPr id="25" name="组合 24" descr="f2a3c947-e406-48d5-a50a-4582246eb79c"/>
              <p:cNvGrpSpPr/>
              <p:nvPr/>
            </p:nvGrpSpPr>
            <p:grpSpPr>
              <a:xfrm>
                <a:off x="1366456" y="3485654"/>
                <a:ext cx="2296965" cy="2648445"/>
                <a:chOff x="1366456" y="3485654"/>
                <a:chExt cx="2296965" cy="2648445"/>
              </a:xfrm>
            </p:grpSpPr>
            <p:grpSp>
              <p:nvGrpSpPr>
                <p:cNvPr id="24" name="组合 23" descr="d037154e-69c9-4275-b97f-51520127d53c"/>
                <p:cNvGrpSpPr/>
                <p:nvPr/>
              </p:nvGrpSpPr>
              <p:grpSpPr>
                <a:xfrm>
                  <a:off x="1366456" y="4332725"/>
                  <a:ext cx="2296965" cy="1801374"/>
                  <a:chOff x="1366456" y="4332725"/>
                  <a:chExt cx="2296965" cy="1801374"/>
                </a:xfrm>
              </p:grpSpPr>
              <p:sp>
                <p:nvSpPr>
                  <p:cNvPr id="5" name="Bullet1" descr="c05beca2-35cb-426a-a71a-38d9893237a3"/>
                  <p:cNvSpPr txBox="1"/>
                  <p:nvPr/>
                </p:nvSpPr>
                <p:spPr>
                  <a:xfrm>
                    <a:off x="1366456" y="4332725"/>
                    <a:ext cx="2296965" cy="565681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b" anchorCtr="0">
                    <a:normAutofit/>
                  </a:bodyPr>
                  <a:lstStyle/>
                  <a:p>
                    <a:pPr algn="l"/>
                    <a:r>
                      <a:rPr lang="en-US" sz="1800" b="1" i="0" u="none">
                        <a:solidFill>
                          <a:srgbClr val="FFFFFF"/>
                        </a:solidFill>
                        <a:ea typeface="微软雅黑" panose="020B0503020204020204" charset="-122"/>
                      </a:rPr>
                      <a:t>法是方法论</a:t>
                    </a:r>
                    <a:endParaRPr lang="en-US" sz="1800" b="1" i="0" u="none">
                      <a:solidFill>
                        <a:srgbClr val="FFFFFF"/>
                      </a:solidFill>
                      <a:ea typeface="微软雅黑" panose="020B0503020204020204" charset="-122"/>
                    </a:endParaRPr>
                  </a:p>
                </p:txBody>
              </p:sp>
              <p:sp>
                <p:nvSpPr>
                  <p:cNvPr id="6" name="Text1" descr="c5f5db6f-c739-44df-b29b-add26dcb1a89"/>
                  <p:cNvSpPr txBox="1"/>
                  <p:nvPr/>
                </p:nvSpPr>
                <p:spPr>
                  <a:xfrm>
                    <a:off x="1366456" y="4910834"/>
                    <a:ext cx="2296965" cy="1223265"/>
                  </a:xfrm>
                  <a:prstGeom prst="rect">
                    <a:avLst/>
                  </a:prstGeom>
                </p:spPr>
                <p:txBody>
                  <a:bodyPr wrap="square" rtlCol="0" anchor="t" anchorCtr="0">
                    <a:normAutofit/>
                  </a:bodyPr>
                  <a:lstStyle>
                    <a:defPPr>
                      <a:defRPr lang="zh-CN"/>
                    </a:defPPr>
                    <a:lvl1pPr>
                      <a:lnSpc>
                        <a:spcPts val="1500"/>
                      </a:lnSpc>
                      <a:defRPr sz="900"/>
                    </a:lvl1pPr>
                  </a:lstStyle>
                  <a:p>
                    <a:pPr algn="l">
                      <a:lnSpc>
                        <a:spcPct val="120000"/>
                      </a:lnSpc>
                    </a:pPr>
                    <a:r>
                      <a:rPr lang="en-US" sz="1200" b="0" i="0" u="none">
                        <a:solidFill>
                          <a:srgbClr val="FFFFFF"/>
                        </a:solidFill>
                        <a:ea typeface="微软雅黑" panose="020B0503020204020204" charset="-122"/>
                      </a:rPr>
                      <a:t>法是经过验证的方法论，是前人智慧的结晶。</a:t>
                    </a:r>
                    <a:endParaRPr lang="en-US" sz="1200" b="0" i="0" u="none">
                      <a:solidFill>
                        <a:srgbClr val="FFFFFF"/>
                      </a:solidFill>
                      <a:ea typeface="微软雅黑" panose="020B0503020204020204" charset="-122"/>
                    </a:endParaRPr>
                  </a:p>
                </p:txBody>
              </p:sp>
            </p:grpSp>
            <p:grpSp>
              <p:nvGrpSpPr>
                <p:cNvPr id="8" name="组合 7" descr="1d94bd95-df3f-4577-8de5-8f0f64612280"/>
                <p:cNvGrpSpPr/>
                <p:nvPr/>
              </p:nvGrpSpPr>
              <p:grpSpPr>
                <a:xfrm>
                  <a:off x="1396002" y="3485654"/>
                  <a:ext cx="834641" cy="834642"/>
                  <a:chOff x="1753866" y="3281811"/>
                  <a:chExt cx="834641" cy="834642"/>
                </a:xfrm>
              </p:grpSpPr>
              <p:sp>
                <p:nvSpPr>
                  <p:cNvPr id="9" name="椭圆 8" descr="15fdca71-3420-4816-90d0-dcffae776777"/>
                  <p:cNvSpPr/>
                  <p:nvPr/>
                </p:nvSpPr>
                <p:spPr>
                  <a:xfrm>
                    <a:off x="1753866" y="3281811"/>
                    <a:ext cx="834641" cy="834642"/>
                  </a:xfrm>
                  <a:prstGeom prst="ellipse">
                    <a:avLst/>
                  </a:prstGeom>
                  <a:solidFill>
                    <a:schemeClr val="bg2"/>
                  </a:solidFill>
                  <a:ln w="25400" cap="rnd">
                    <a:noFill/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normAutofit/>
                  </a:bodyPr>
                  <a:lstStyle/>
                  <a:p>
                    <a:pPr algn="ctr"/>
                  </a:p>
                </p:txBody>
              </p:sp>
              <p:sp>
                <p:nvSpPr>
                  <p:cNvPr id="10" name="Icon1" descr="d16c10ba-9238-4e67-a45d-257297974108"/>
                  <p:cNvSpPr/>
                  <p:nvPr/>
                </p:nvSpPr>
                <p:spPr>
                  <a:xfrm>
                    <a:off x="1984827" y="3534312"/>
                    <a:ext cx="372717" cy="372717"/>
                  </a:xfrm>
                  <a:custGeom>
                    <a:avLst/>
                    <a:gdLst>
                      <a:gd name="connsiteX0" fmla="*/ 343764 w 533400"/>
                      <a:gd name="connsiteY0" fmla="*/ 621 h 533400"/>
                      <a:gd name="connsiteX1" fmla="*/ 381864 w 533400"/>
                      <a:gd name="connsiteY1" fmla="*/ 38721 h 533400"/>
                      <a:gd name="connsiteX2" fmla="*/ 381864 w 533400"/>
                      <a:gd name="connsiteY2" fmla="*/ 38721 h 533400"/>
                      <a:gd name="connsiteX3" fmla="*/ 381864 w 533400"/>
                      <a:gd name="connsiteY3" fmla="*/ 114921 h 533400"/>
                      <a:gd name="connsiteX4" fmla="*/ 496164 w 533400"/>
                      <a:gd name="connsiteY4" fmla="*/ 114921 h 533400"/>
                      <a:gd name="connsiteX5" fmla="*/ 534264 w 533400"/>
                      <a:gd name="connsiteY5" fmla="*/ 151116 h 533400"/>
                      <a:gd name="connsiteX6" fmla="*/ 534264 w 533400"/>
                      <a:gd name="connsiteY6" fmla="*/ 153021 h 533400"/>
                      <a:gd name="connsiteX7" fmla="*/ 534264 w 533400"/>
                      <a:gd name="connsiteY7" fmla="*/ 381621 h 533400"/>
                      <a:gd name="connsiteX8" fmla="*/ 498069 w 533400"/>
                      <a:gd name="connsiteY8" fmla="*/ 419721 h 533400"/>
                      <a:gd name="connsiteX9" fmla="*/ 496164 w 533400"/>
                      <a:gd name="connsiteY9" fmla="*/ 419721 h 533400"/>
                      <a:gd name="connsiteX10" fmla="*/ 381864 w 533400"/>
                      <a:gd name="connsiteY10" fmla="*/ 419721 h 533400"/>
                      <a:gd name="connsiteX11" fmla="*/ 381864 w 533400"/>
                      <a:gd name="connsiteY11" fmla="*/ 495921 h 533400"/>
                      <a:gd name="connsiteX12" fmla="*/ 345669 w 533400"/>
                      <a:gd name="connsiteY12" fmla="*/ 534021 h 533400"/>
                      <a:gd name="connsiteX13" fmla="*/ 343764 w 533400"/>
                      <a:gd name="connsiteY13" fmla="*/ 534021 h 533400"/>
                      <a:gd name="connsiteX14" fmla="*/ 191364 w 533400"/>
                      <a:gd name="connsiteY14" fmla="*/ 534021 h 533400"/>
                      <a:gd name="connsiteX15" fmla="*/ 153264 w 533400"/>
                      <a:gd name="connsiteY15" fmla="*/ 495921 h 533400"/>
                      <a:gd name="connsiteX16" fmla="*/ 153264 w 533400"/>
                      <a:gd name="connsiteY16" fmla="*/ 495921 h 533400"/>
                      <a:gd name="connsiteX17" fmla="*/ 153264 w 533400"/>
                      <a:gd name="connsiteY17" fmla="*/ 419721 h 533400"/>
                      <a:gd name="connsiteX18" fmla="*/ 38964 w 533400"/>
                      <a:gd name="connsiteY18" fmla="*/ 419721 h 533400"/>
                      <a:gd name="connsiteX19" fmla="*/ 864 w 533400"/>
                      <a:gd name="connsiteY19" fmla="*/ 383526 h 533400"/>
                      <a:gd name="connsiteX20" fmla="*/ 864 w 533400"/>
                      <a:gd name="connsiteY20" fmla="*/ 381621 h 533400"/>
                      <a:gd name="connsiteX21" fmla="*/ 864 w 533400"/>
                      <a:gd name="connsiteY21" fmla="*/ 197789 h 533400"/>
                      <a:gd name="connsiteX22" fmla="*/ 9436 w 533400"/>
                      <a:gd name="connsiteY22" fmla="*/ 173976 h 533400"/>
                      <a:gd name="connsiteX23" fmla="*/ 11342 w 533400"/>
                      <a:gd name="connsiteY23" fmla="*/ 172071 h 533400"/>
                      <a:gd name="connsiteX24" fmla="*/ 52299 w 533400"/>
                      <a:gd name="connsiteY24" fmla="*/ 127304 h 533400"/>
                      <a:gd name="connsiteX25" fmla="*/ 78017 w 533400"/>
                      <a:gd name="connsiteY25" fmla="*/ 114921 h 533400"/>
                      <a:gd name="connsiteX26" fmla="*/ 79921 w 533400"/>
                      <a:gd name="connsiteY26" fmla="*/ 114921 h 533400"/>
                      <a:gd name="connsiteX27" fmla="*/ 153264 w 533400"/>
                      <a:gd name="connsiteY27" fmla="*/ 114921 h 533400"/>
                      <a:gd name="connsiteX28" fmla="*/ 153264 w 533400"/>
                      <a:gd name="connsiteY28" fmla="*/ 38721 h 533400"/>
                      <a:gd name="connsiteX29" fmla="*/ 189459 w 533400"/>
                      <a:gd name="connsiteY29" fmla="*/ 621 h 533400"/>
                      <a:gd name="connsiteX30" fmla="*/ 191364 w 533400"/>
                      <a:gd name="connsiteY30" fmla="*/ 621 h 533400"/>
                      <a:gd name="connsiteX31" fmla="*/ 343764 w 533400"/>
                      <a:gd name="connsiteY31" fmla="*/ 621 h 533400"/>
                      <a:gd name="connsiteX32" fmla="*/ 343764 w 533400"/>
                      <a:gd name="connsiteY32" fmla="*/ 286371 h 533400"/>
                      <a:gd name="connsiteX33" fmla="*/ 191364 w 533400"/>
                      <a:gd name="connsiteY33" fmla="*/ 286371 h 533400"/>
                      <a:gd name="connsiteX34" fmla="*/ 172314 w 533400"/>
                      <a:gd name="connsiteY34" fmla="*/ 305421 h 533400"/>
                      <a:gd name="connsiteX35" fmla="*/ 172314 w 533400"/>
                      <a:gd name="connsiteY35" fmla="*/ 305421 h 533400"/>
                      <a:gd name="connsiteX36" fmla="*/ 172314 w 533400"/>
                      <a:gd name="connsiteY36" fmla="*/ 495921 h 533400"/>
                      <a:gd name="connsiteX37" fmla="*/ 191364 w 533400"/>
                      <a:gd name="connsiteY37" fmla="*/ 514971 h 533400"/>
                      <a:gd name="connsiteX38" fmla="*/ 191364 w 533400"/>
                      <a:gd name="connsiteY38" fmla="*/ 514971 h 533400"/>
                      <a:gd name="connsiteX39" fmla="*/ 343764 w 533400"/>
                      <a:gd name="connsiteY39" fmla="*/ 514971 h 533400"/>
                      <a:gd name="connsiteX40" fmla="*/ 362814 w 533400"/>
                      <a:gd name="connsiteY40" fmla="*/ 495921 h 533400"/>
                      <a:gd name="connsiteX41" fmla="*/ 362814 w 533400"/>
                      <a:gd name="connsiteY41" fmla="*/ 495921 h 533400"/>
                      <a:gd name="connsiteX42" fmla="*/ 362814 w 533400"/>
                      <a:gd name="connsiteY42" fmla="*/ 305421 h 533400"/>
                      <a:gd name="connsiteX43" fmla="*/ 343764 w 533400"/>
                      <a:gd name="connsiteY43" fmla="*/ 286371 h 533400"/>
                      <a:gd name="connsiteX44" fmla="*/ 343764 w 533400"/>
                      <a:gd name="connsiteY44" fmla="*/ 286371 h 533400"/>
                      <a:gd name="connsiteX45" fmla="*/ 496164 w 533400"/>
                      <a:gd name="connsiteY45" fmla="*/ 133971 h 533400"/>
                      <a:gd name="connsiteX46" fmla="*/ 79921 w 533400"/>
                      <a:gd name="connsiteY46" fmla="*/ 133971 h 533400"/>
                      <a:gd name="connsiteX47" fmla="*/ 67539 w 533400"/>
                      <a:gd name="connsiteY47" fmla="*/ 138734 h 533400"/>
                      <a:gd name="connsiteX48" fmla="*/ 66586 w 533400"/>
                      <a:gd name="connsiteY48" fmla="*/ 139686 h 533400"/>
                      <a:gd name="connsiteX49" fmla="*/ 25629 w 533400"/>
                      <a:gd name="connsiteY49" fmla="*/ 184454 h 533400"/>
                      <a:gd name="connsiteX50" fmla="*/ 20867 w 533400"/>
                      <a:gd name="connsiteY50" fmla="*/ 195884 h 533400"/>
                      <a:gd name="connsiteX51" fmla="*/ 20867 w 533400"/>
                      <a:gd name="connsiteY51" fmla="*/ 197789 h 533400"/>
                      <a:gd name="connsiteX52" fmla="*/ 20867 w 533400"/>
                      <a:gd name="connsiteY52" fmla="*/ 381621 h 533400"/>
                      <a:gd name="connsiteX53" fmla="*/ 38964 w 533400"/>
                      <a:gd name="connsiteY53" fmla="*/ 400671 h 533400"/>
                      <a:gd name="connsiteX54" fmla="*/ 39917 w 533400"/>
                      <a:gd name="connsiteY54" fmla="*/ 400671 h 533400"/>
                      <a:gd name="connsiteX55" fmla="*/ 154217 w 533400"/>
                      <a:gd name="connsiteY55" fmla="*/ 400671 h 533400"/>
                      <a:gd name="connsiteX56" fmla="*/ 154217 w 533400"/>
                      <a:gd name="connsiteY56" fmla="*/ 305421 h 533400"/>
                      <a:gd name="connsiteX57" fmla="*/ 190411 w 533400"/>
                      <a:gd name="connsiteY57" fmla="*/ 267321 h 533400"/>
                      <a:gd name="connsiteX58" fmla="*/ 192317 w 533400"/>
                      <a:gd name="connsiteY58" fmla="*/ 267321 h 533400"/>
                      <a:gd name="connsiteX59" fmla="*/ 344717 w 533400"/>
                      <a:gd name="connsiteY59" fmla="*/ 267321 h 533400"/>
                      <a:gd name="connsiteX60" fmla="*/ 382817 w 533400"/>
                      <a:gd name="connsiteY60" fmla="*/ 305421 h 533400"/>
                      <a:gd name="connsiteX61" fmla="*/ 382817 w 533400"/>
                      <a:gd name="connsiteY61" fmla="*/ 305421 h 533400"/>
                      <a:gd name="connsiteX62" fmla="*/ 382817 w 533400"/>
                      <a:gd name="connsiteY62" fmla="*/ 400671 h 533400"/>
                      <a:gd name="connsiteX63" fmla="*/ 497117 w 533400"/>
                      <a:gd name="connsiteY63" fmla="*/ 400671 h 533400"/>
                      <a:gd name="connsiteX64" fmla="*/ 516167 w 533400"/>
                      <a:gd name="connsiteY64" fmla="*/ 382574 h 533400"/>
                      <a:gd name="connsiteX65" fmla="*/ 516167 w 533400"/>
                      <a:gd name="connsiteY65" fmla="*/ 381621 h 533400"/>
                      <a:gd name="connsiteX66" fmla="*/ 516167 w 533400"/>
                      <a:gd name="connsiteY66" fmla="*/ 153021 h 533400"/>
                      <a:gd name="connsiteX67" fmla="*/ 498069 w 533400"/>
                      <a:gd name="connsiteY67" fmla="*/ 133971 h 533400"/>
                      <a:gd name="connsiteX68" fmla="*/ 496164 w 533400"/>
                      <a:gd name="connsiteY68" fmla="*/ 133971 h 533400"/>
                      <a:gd name="connsiteX69" fmla="*/ 462827 w 533400"/>
                      <a:gd name="connsiteY69" fmla="*/ 172071 h 533400"/>
                      <a:gd name="connsiteX70" fmla="*/ 477114 w 533400"/>
                      <a:gd name="connsiteY70" fmla="*/ 186359 h 533400"/>
                      <a:gd name="connsiteX71" fmla="*/ 462827 w 533400"/>
                      <a:gd name="connsiteY71" fmla="*/ 200646 h 533400"/>
                      <a:gd name="connsiteX72" fmla="*/ 448539 w 533400"/>
                      <a:gd name="connsiteY72" fmla="*/ 186359 h 533400"/>
                      <a:gd name="connsiteX73" fmla="*/ 462827 w 533400"/>
                      <a:gd name="connsiteY73" fmla="*/ 172071 h 533400"/>
                      <a:gd name="connsiteX74" fmla="*/ 343764 w 533400"/>
                      <a:gd name="connsiteY74" fmla="*/ 19671 h 533400"/>
                      <a:gd name="connsiteX75" fmla="*/ 191364 w 533400"/>
                      <a:gd name="connsiteY75" fmla="*/ 19671 h 533400"/>
                      <a:gd name="connsiteX76" fmla="*/ 172314 w 533400"/>
                      <a:gd name="connsiteY76" fmla="*/ 38721 h 533400"/>
                      <a:gd name="connsiteX77" fmla="*/ 172314 w 533400"/>
                      <a:gd name="connsiteY77" fmla="*/ 38721 h 533400"/>
                      <a:gd name="connsiteX78" fmla="*/ 172314 w 533400"/>
                      <a:gd name="connsiteY78" fmla="*/ 114921 h 533400"/>
                      <a:gd name="connsiteX79" fmla="*/ 362814 w 533400"/>
                      <a:gd name="connsiteY79" fmla="*/ 114921 h 533400"/>
                      <a:gd name="connsiteX80" fmla="*/ 362814 w 533400"/>
                      <a:gd name="connsiteY80" fmla="*/ 38721 h 533400"/>
                      <a:gd name="connsiteX81" fmla="*/ 344717 w 533400"/>
                      <a:gd name="connsiteY81" fmla="*/ 19671 h 533400"/>
                      <a:gd name="connsiteX82" fmla="*/ 344717 w 533400"/>
                      <a:gd name="connsiteY82" fmla="*/ 19671 h 533400"/>
                      <a:gd name="connsiteX83" fmla="*/ 343764 w 533400"/>
                      <a:gd name="connsiteY83" fmla="*/ 19671 h 5334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</a:cxnLst>
                    <a:rect l="l" t="t" r="r" b="b"/>
                    <a:pathLst>
                      <a:path w="533400" h="533400">
                        <a:moveTo>
                          <a:pt x="343764" y="621"/>
                        </a:moveTo>
                        <a:cubicBezTo>
                          <a:pt x="364719" y="621"/>
                          <a:pt x="381864" y="17766"/>
                          <a:pt x="381864" y="38721"/>
                        </a:cubicBezTo>
                        <a:lnTo>
                          <a:pt x="381864" y="38721"/>
                        </a:lnTo>
                        <a:lnTo>
                          <a:pt x="381864" y="114921"/>
                        </a:lnTo>
                        <a:lnTo>
                          <a:pt x="496164" y="114921"/>
                        </a:lnTo>
                        <a:cubicBezTo>
                          <a:pt x="516167" y="114921"/>
                          <a:pt x="533311" y="131114"/>
                          <a:pt x="534264" y="151116"/>
                        </a:cubicBezTo>
                        <a:lnTo>
                          <a:pt x="534264" y="153021"/>
                        </a:lnTo>
                        <a:lnTo>
                          <a:pt x="534264" y="381621"/>
                        </a:lnTo>
                        <a:cubicBezTo>
                          <a:pt x="534264" y="401624"/>
                          <a:pt x="518071" y="418769"/>
                          <a:pt x="498069" y="419721"/>
                        </a:cubicBezTo>
                        <a:lnTo>
                          <a:pt x="496164" y="419721"/>
                        </a:lnTo>
                        <a:lnTo>
                          <a:pt x="381864" y="419721"/>
                        </a:lnTo>
                        <a:lnTo>
                          <a:pt x="381864" y="495921"/>
                        </a:lnTo>
                        <a:cubicBezTo>
                          <a:pt x="381864" y="515924"/>
                          <a:pt x="365671" y="533069"/>
                          <a:pt x="345669" y="534021"/>
                        </a:cubicBezTo>
                        <a:lnTo>
                          <a:pt x="343764" y="534021"/>
                        </a:lnTo>
                        <a:lnTo>
                          <a:pt x="191364" y="534021"/>
                        </a:lnTo>
                        <a:cubicBezTo>
                          <a:pt x="170409" y="534021"/>
                          <a:pt x="153264" y="516876"/>
                          <a:pt x="153264" y="495921"/>
                        </a:cubicBezTo>
                        <a:lnTo>
                          <a:pt x="153264" y="495921"/>
                        </a:lnTo>
                        <a:lnTo>
                          <a:pt x="153264" y="419721"/>
                        </a:lnTo>
                        <a:lnTo>
                          <a:pt x="38964" y="419721"/>
                        </a:lnTo>
                        <a:cubicBezTo>
                          <a:pt x="18961" y="419721"/>
                          <a:pt x="1817" y="403529"/>
                          <a:pt x="864" y="383526"/>
                        </a:cubicBezTo>
                        <a:lnTo>
                          <a:pt x="864" y="381621"/>
                        </a:lnTo>
                        <a:lnTo>
                          <a:pt x="864" y="197789"/>
                        </a:lnTo>
                        <a:cubicBezTo>
                          <a:pt x="864" y="189216"/>
                          <a:pt x="3721" y="180644"/>
                          <a:pt x="9436" y="173976"/>
                        </a:cubicBezTo>
                        <a:lnTo>
                          <a:pt x="11342" y="172071"/>
                        </a:lnTo>
                        <a:lnTo>
                          <a:pt x="52299" y="127304"/>
                        </a:lnTo>
                        <a:cubicBezTo>
                          <a:pt x="58967" y="119684"/>
                          <a:pt x="68492" y="115874"/>
                          <a:pt x="78017" y="114921"/>
                        </a:cubicBezTo>
                        <a:lnTo>
                          <a:pt x="79921" y="114921"/>
                        </a:lnTo>
                        <a:lnTo>
                          <a:pt x="153264" y="114921"/>
                        </a:lnTo>
                        <a:lnTo>
                          <a:pt x="153264" y="38721"/>
                        </a:lnTo>
                        <a:cubicBezTo>
                          <a:pt x="153264" y="18719"/>
                          <a:pt x="169457" y="1574"/>
                          <a:pt x="189459" y="621"/>
                        </a:cubicBezTo>
                        <a:lnTo>
                          <a:pt x="191364" y="621"/>
                        </a:lnTo>
                        <a:lnTo>
                          <a:pt x="343764" y="621"/>
                        </a:lnTo>
                        <a:close/>
                        <a:moveTo>
                          <a:pt x="343764" y="286371"/>
                        </a:moveTo>
                        <a:lnTo>
                          <a:pt x="191364" y="286371"/>
                        </a:lnTo>
                        <a:cubicBezTo>
                          <a:pt x="180886" y="286371"/>
                          <a:pt x="172314" y="294944"/>
                          <a:pt x="172314" y="305421"/>
                        </a:cubicBezTo>
                        <a:lnTo>
                          <a:pt x="172314" y="305421"/>
                        </a:lnTo>
                        <a:lnTo>
                          <a:pt x="172314" y="495921"/>
                        </a:lnTo>
                        <a:cubicBezTo>
                          <a:pt x="172314" y="506399"/>
                          <a:pt x="180886" y="514971"/>
                          <a:pt x="191364" y="514971"/>
                        </a:cubicBezTo>
                        <a:lnTo>
                          <a:pt x="191364" y="514971"/>
                        </a:lnTo>
                        <a:lnTo>
                          <a:pt x="343764" y="514971"/>
                        </a:lnTo>
                        <a:cubicBezTo>
                          <a:pt x="354242" y="514971"/>
                          <a:pt x="362814" y="506399"/>
                          <a:pt x="362814" y="495921"/>
                        </a:cubicBezTo>
                        <a:lnTo>
                          <a:pt x="362814" y="495921"/>
                        </a:lnTo>
                        <a:lnTo>
                          <a:pt x="362814" y="305421"/>
                        </a:lnTo>
                        <a:cubicBezTo>
                          <a:pt x="362814" y="294944"/>
                          <a:pt x="354242" y="286371"/>
                          <a:pt x="343764" y="286371"/>
                        </a:cubicBezTo>
                        <a:lnTo>
                          <a:pt x="343764" y="286371"/>
                        </a:lnTo>
                        <a:close/>
                        <a:moveTo>
                          <a:pt x="496164" y="133971"/>
                        </a:moveTo>
                        <a:lnTo>
                          <a:pt x="79921" y="133971"/>
                        </a:lnTo>
                        <a:cubicBezTo>
                          <a:pt x="75159" y="133971"/>
                          <a:pt x="70396" y="135876"/>
                          <a:pt x="67539" y="138734"/>
                        </a:cubicBezTo>
                        <a:lnTo>
                          <a:pt x="66586" y="139686"/>
                        </a:lnTo>
                        <a:lnTo>
                          <a:pt x="25629" y="184454"/>
                        </a:lnTo>
                        <a:cubicBezTo>
                          <a:pt x="22771" y="187311"/>
                          <a:pt x="20867" y="191121"/>
                          <a:pt x="20867" y="195884"/>
                        </a:cubicBezTo>
                        <a:lnTo>
                          <a:pt x="20867" y="197789"/>
                        </a:lnTo>
                        <a:lnTo>
                          <a:pt x="20867" y="381621"/>
                        </a:lnTo>
                        <a:cubicBezTo>
                          <a:pt x="20867" y="392099"/>
                          <a:pt x="28486" y="399719"/>
                          <a:pt x="38964" y="400671"/>
                        </a:cubicBezTo>
                        <a:lnTo>
                          <a:pt x="39917" y="400671"/>
                        </a:lnTo>
                        <a:lnTo>
                          <a:pt x="154217" y="400671"/>
                        </a:lnTo>
                        <a:lnTo>
                          <a:pt x="154217" y="305421"/>
                        </a:lnTo>
                        <a:cubicBezTo>
                          <a:pt x="154217" y="285419"/>
                          <a:pt x="170409" y="268274"/>
                          <a:pt x="190411" y="267321"/>
                        </a:cubicBezTo>
                        <a:lnTo>
                          <a:pt x="192317" y="267321"/>
                        </a:lnTo>
                        <a:lnTo>
                          <a:pt x="344717" y="267321"/>
                        </a:lnTo>
                        <a:cubicBezTo>
                          <a:pt x="365671" y="267321"/>
                          <a:pt x="382817" y="284466"/>
                          <a:pt x="382817" y="305421"/>
                        </a:cubicBezTo>
                        <a:lnTo>
                          <a:pt x="382817" y="305421"/>
                        </a:lnTo>
                        <a:lnTo>
                          <a:pt x="382817" y="400671"/>
                        </a:lnTo>
                        <a:lnTo>
                          <a:pt x="497117" y="400671"/>
                        </a:lnTo>
                        <a:cubicBezTo>
                          <a:pt x="507594" y="400671"/>
                          <a:pt x="515214" y="393051"/>
                          <a:pt x="516167" y="382574"/>
                        </a:cubicBezTo>
                        <a:lnTo>
                          <a:pt x="516167" y="381621"/>
                        </a:lnTo>
                        <a:lnTo>
                          <a:pt x="516167" y="153021"/>
                        </a:lnTo>
                        <a:cubicBezTo>
                          <a:pt x="516167" y="142544"/>
                          <a:pt x="508546" y="134924"/>
                          <a:pt x="498069" y="133971"/>
                        </a:cubicBezTo>
                        <a:lnTo>
                          <a:pt x="496164" y="133971"/>
                        </a:lnTo>
                        <a:close/>
                        <a:moveTo>
                          <a:pt x="462827" y="172071"/>
                        </a:moveTo>
                        <a:cubicBezTo>
                          <a:pt x="470446" y="172071"/>
                          <a:pt x="477114" y="178739"/>
                          <a:pt x="477114" y="186359"/>
                        </a:cubicBezTo>
                        <a:cubicBezTo>
                          <a:pt x="477114" y="193979"/>
                          <a:pt x="470446" y="200646"/>
                          <a:pt x="462827" y="200646"/>
                        </a:cubicBezTo>
                        <a:cubicBezTo>
                          <a:pt x="455207" y="200646"/>
                          <a:pt x="448539" y="193979"/>
                          <a:pt x="448539" y="186359"/>
                        </a:cubicBezTo>
                        <a:cubicBezTo>
                          <a:pt x="448539" y="178739"/>
                          <a:pt x="455207" y="172071"/>
                          <a:pt x="462827" y="172071"/>
                        </a:cubicBezTo>
                        <a:close/>
                        <a:moveTo>
                          <a:pt x="343764" y="19671"/>
                        </a:moveTo>
                        <a:lnTo>
                          <a:pt x="191364" y="19671"/>
                        </a:lnTo>
                        <a:cubicBezTo>
                          <a:pt x="180886" y="19671"/>
                          <a:pt x="172314" y="28244"/>
                          <a:pt x="172314" y="38721"/>
                        </a:cubicBezTo>
                        <a:lnTo>
                          <a:pt x="172314" y="38721"/>
                        </a:lnTo>
                        <a:lnTo>
                          <a:pt x="172314" y="114921"/>
                        </a:lnTo>
                        <a:lnTo>
                          <a:pt x="362814" y="114921"/>
                        </a:lnTo>
                        <a:lnTo>
                          <a:pt x="362814" y="38721"/>
                        </a:lnTo>
                        <a:cubicBezTo>
                          <a:pt x="362814" y="28244"/>
                          <a:pt x="355194" y="20624"/>
                          <a:pt x="344717" y="19671"/>
                        </a:cubicBezTo>
                        <a:lnTo>
                          <a:pt x="344717" y="19671"/>
                        </a:lnTo>
                        <a:lnTo>
                          <a:pt x="343764" y="19671"/>
                        </a:lnTo>
                        <a:close/>
                      </a:path>
                    </a:pathLst>
                  </a:custGeom>
                  <a:solidFill>
                    <a:schemeClr val="tx1">
                      <a:lumMod val="85000"/>
                      <a:lumOff val="15000"/>
                    </a:schemeClr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 anchorCtr="0"/>
                  <a:lstStyle/>
                  <a:p>
                    <a:pPr algn="l"/>
                  </a:p>
                </p:txBody>
              </p:sp>
            </p:grpSp>
          </p:grpSp>
          <p:grpSp>
            <p:nvGrpSpPr>
              <p:cNvPr id="27" name="组合 26" descr="b06ae29e-8025-4ca5-9fa3-92363a52fbd0"/>
              <p:cNvGrpSpPr/>
              <p:nvPr/>
            </p:nvGrpSpPr>
            <p:grpSpPr>
              <a:xfrm>
                <a:off x="4755930" y="3507192"/>
                <a:ext cx="2296965" cy="2626907"/>
                <a:chOff x="4755930" y="3507192"/>
                <a:chExt cx="2296965" cy="2626907"/>
              </a:xfrm>
            </p:grpSpPr>
            <p:grpSp>
              <p:nvGrpSpPr>
                <p:cNvPr id="11" name="组合 10" descr="ea44c8ed-6a8e-4872-bca4-3cbaa4f74106"/>
                <p:cNvGrpSpPr/>
                <p:nvPr/>
              </p:nvGrpSpPr>
              <p:grpSpPr>
                <a:xfrm>
                  <a:off x="4755931" y="3507192"/>
                  <a:ext cx="834641" cy="834642"/>
                  <a:chOff x="7054239" y="2737233"/>
                  <a:chExt cx="834641" cy="834642"/>
                </a:xfrm>
              </p:grpSpPr>
              <p:sp>
                <p:nvSpPr>
                  <p:cNvPr id="12" name="椭圆 11" descr="e83fed08-4057-4481-b673-de33f7d48fd4"/>
                  <p:cNvSpPr/>
                  <p:nvPr/>
                </p:nvSpPr>
                <p:spPr>
                  <a:xfrm>
                    <a:off x="7054239" y="2737233"/>
                    <a:ext cx="834641" cy="834642"/>
                  </a:xfrm>
                  <a:prstGeom prst="ellipse">
                    <a:avLst/>
                  </a:prstGeom>
                  <a:solidFill>
                    <a:schemeClr val="bg2"/>
                  </a:solidFill>
                  <a:ln w="25400" cap="rnd">
                    <a:noFill/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normAutofit/>
                  </a:bodyPr>
                  <a:lstStyle/>
                  <a:p>
                    <a:pPr algn="ctr"/>
                  </a:p>
                </p:txBody>
              </p:sp>
              <p:sp>
                <p:nvSpPr>
                  <p:cNvPr id="13" name="Icon2" descr="0c4e62c0-d00c-443d-a2cc-a15bf6ee7cba"/>
                  <p:cNvSpPr/>
                  <p:nvPr/>
                </p:nvSpPr>
                <p:spPr>
                  <a:xfrm>
                    <a:off x="7285200" y="3012486"/>
                    <a:ext cx="372717" cy="279537"/>
                  </a:xfrm>
                  <a:custGeom>
                    <a:avLst/>
                    <a:gdLst>
                      <a:gd name="connsiteX0" fmla="*/ 495908 w 533400"/>
                      <a:gd name="connsiteY0" fmla="*/ 621 h 400050"/>
                      <a:gd name="connsiteX1" fmla="*/ 534008 w 533400"/>
                      <a:gd name="connsiteY1" fmla="*/ 38721 h 400050"/>
                      <a:gd name="connsiteX2" fmla="*/ 534008 w 533400"/>
                      <a:gd name="connsiteY2" fmla="*/ 38721 h 400050"/>
                      <a:gd name="connsiteX3" fmla="*/ 534008 w 533400"/>
                      <a:gd name="connsiteY3" fmla="*/ 362571 h 400050"/>
                      <a:gd name="connsiteX4" fmla="*/ 495908 w 533400"/>
                      <a:gd name="connsiteY4" fmla="*/ 400671 h 400050"/>
                      <a:gd name="connsiteX5" fmla="*/ 495908 w 533400"/>
                      <a:gd name="connsiteY5" fmla="*/ 400671 h 400050"/>
                      <a:gd name="connsiteX6" fmla="*/ 38708 w 533400"/>
                      <a:gd name="connsiteY6" fmla="*/ 400671 h 400050"/>
                      <a:gd name="connsiteX7" fmla="*/ 608 w 533400"/>
                      <a:gd name="connsiteY7" fmla="*/ 362571 h 400050"/>
                      <a:gd name="connsiteX8" fmla="*/ 608 w 533400"/>
                      <a:gd name="connsiteY8" fmla="*/ 362571 h 400050"/>
                      <a:gd name="connsiteX9" fmla="*/ 608 w 533400"/>
                      <a:gd name="connsiteY9" fmla="*/ 38721 h 400050"/>
                      <a:gd name="connsiteX10" fmla="*/ 38708 w 533400"/>
                      <a:gd name="connsiteY10" fmla="*/ 621 h 400050"/>
                      <a:gd name="connsiteX11" fmla="*/ 38708 w 533400"/>
                      <a:gd name="connsiteY11" fmla="*/ 621 h 400050"/>
                      <a:gd name="connsiteX12" fmla="*/ 495908 w 533400"/>
                      <a:gd name="connsiteY12" fmla="*/ 621 h 400050"/>
                      <a:gd name="connsiteX13" fmla="*/ 361605 w 533400"/>
                      <a:gd name="connsiteY13" fmla="*/ 172071 h 400050"/>
                      <a:gd name="connsiteX14" fmla="*/ 360653 w 533400"/>
                      <a:gd name="connsiteY14" fmla="*/ 173024 h 400050"/>
                      <a:gd name="connsiteX15" fmla="*/ 274928 w 533400"/>
                      <a:gd name="connsiteY15" fmla="*/ 284466 h 400050"/>
                      <a:gd name="connsiteX16" fmla="*/ 272071 w 533400"/>
                      <a:gd name="connsiteY16" fmla="*/ 288276 h 400050"/>
                      <a:gd name="connsiteX17" fmla="*/ 219683 w 533400"/>
                      <a:gd name="connsiteY17" fmla="*/ 290181 h 400050"/>
                      <a:gd name="connsiteX18" fmla="*/ 217778 w 533400"/>
                      <a:gd name="connsiteY18" fmla="*/ 289229 h 400050"/>
                      <a:gd name="connsiteX19" fmla="*/ 154913 w 533400"/>
                      <a:gd name="connsiteY19" fmla="*/ 228269 h 400050"/>
                      <a:gd name="connsiteX20" fmla="*/ 153961 w 533400"/>
                      <a:gd name="connsiteY20" fmla="*/ 227316 h 400050"/>
                      <a:gd name="connsiteX21" fmla="*/ 128243 w 533400"/>
                      <a:gd name="connsiteY21" fmla="*/ 228269 h 400050"/>
                      <a:gd name="connsiteX22" fmla="*/ 127290 w 533400"/>
                      <a:gd name="connsiteY22" fmla="*/ 229221 h 400050"/>
                      <a:gd name="connsiteX23" fmla="*/ 19658 w 533400"/>
                      <a:gd name="connsiteY23" fmla="*/ 354951 h 400050"/>
                      <a:gd name="connsiteX24" fmla="*/ 19658 w 533400"/>
                      <a:gd name="connsiteY24" fmla="*/ 361619 h 400050"/>
                      <a:gd name="connsiteX25" fmla="*/ 37755 w 533400"/>
                      <a:gd name="connsiteY25" fmla="*/ 380669 h 400050"/>
                      <a:gd name="connsiteX26" fmla="*/ 38708 w 533400"/>
                      <a:gd name="connsiteY26" fmla="*/ 380669 h 400050"/>
                      <a:gd name="connsiteX27" fmla="*/ 495908 w 533400"/>
                      <a:gd name="connsiteY27" fmla="*/ 380669 h 400050"/>
                      <a:gd name="connsiteX28" fmla="*/ 514958 w 533400"/>
                      <a:gd name="connsiteY28" fmla="*/ 361619 h 400050"/>
                      <a:gd name="connsiteX29" fmla="*/ 514958 w 533400"/>
                      <a:gd name="connsiteY29" fmla="*/ 361619 h 400050"/>
                      <a:gd name="connsiteX30" fmla="*/ 514958 w 533400"/>
                      <a:gd name="connsiteY30" fmla="*/ 337806 h 400050"/>
                      <a:gd name="connsiteX31" fmla="*/ 391133 w 533400"/>
                      <a:gd name="connsiteY31" fmla="*/ 173024 h 400050"/>
                      <a:gd name="connsiteX32" fmla="*/ 387323 w 533400"/>
                      <a:gd name="connsiteY32" fmla="*/ 169214 h 400050"/>
                      <a:gd name="connsiteX33" fmla="*/ 361605 w 533400"/>
                      <a:gd name="connsiteY33" fmla="*/ 172071 h 400050"/>
                      <a:gd name="connsiteX34" fmla="*/ 495908 w 533400"/>
                      <a:gd name="connsiteY34" fmla="*/ 19671 h 400050"/>
                      <a:gd name="connsiteX35" fmla="*/ 38708 w 533400"/>
                      <a:gd name="connsiteY35" fmla="*/ 19671 h 400050"/>
                      <a:gd name="connsiteX36" fmla="*/ 19658 w 533400"/>
                      <a:gd name="connsiteY36" fmla="*/ 38721 h 400050"/>
                      <a:gd name="connsiteX37" fmla="*/ 19658 w 533400"/>
                      <a:gd name="connsiteY37" fmla="*/ 38721 h 400050"/>
                      <a:gd name="connsiteX38" fmla="*/ 19658 w 533400"/>
                      <a:gd name="connsiteY38" fmla="*/ 327329 h 400050"/>
                      <a:gd name="connsiteX39" fmla="*/ 113003 w 533400"/>
                      <a:gd name="connsiteY39" fmla="*/ 217791 h 400050"/>
                      <a:gd name="connsiteX40" fmla="*/ 166343 w 533400"/>
                      <a:gd name="connsiteY40" fmla="*/ 213981 h 400050"/>
                      <a:gd name="connsiteX41" fmla="*/ 167296 w 533400"/>
                      <a:gd name="connsiteY41" fmla="*/ 214934 h 400050"/>
                      <a:gd name="connsiteX42" fmla="*/ 168248 w 533400"/>
                      <a:gd name="connsiteY42" fmla="*/ 215886 h 400050"/>
                      <a:gd name="connsiteX43" fmla="*/ 231113 w 533400"/>
                      <a:gd name="connsiteY43" fmla="*/ 276846 h 400050"/>
                      <a:gd name="connsiteX44" fmla="*/ 257783 w 533400"/>
                      <a:gd name="connsiteY44" fmla="*/ 276846 h 400050"/>
                      <a:gd name="connsiteX45" fmla="*/ 258736 w 533400"/>
                      <a:gd name="connsiteY45" fmla="*/ 275894 h 400050"/>
                      <a:gd name="connsiteX46" fmla="*/ 259688 w 533400"/>
                      <a:gd name="connsiteY46" fmla="*/ 274941 h 400050"/>
                      <a:gd name="connsiteX47" fmla="*/ 345413 w 533400"/>
                      <a:gd name="connsiteY47" fmla="*/ 163499 h 400050"/>
                      <a:gd name="connsiteX48" fmla="*/ 398753 w 533400"/>
                      <a:gd name="connsiteY48" fmla="*/ 156831 h 400050"/>
                      <a:gd name="connsiteX49" fmla="*/ 404468 w 533400"/>
                      <a:gd name="connsiteY49" fmla="*/ 162546 h 400050"/>
                      <a:gd name="connsiteX50" fmla="*/ 406373 w 533400"/>
                      <a:gd name="connsiteY50" fmla="*/ 164451 h 400050"/>
                      <a:gd name="connsiteX51" fmla="*/ 515911 w 533400"/>
                      <a:gd name="connsiteY51" fmla="*/ 309231 h 400050"/>
                      <a:gd name="connsiteX52" fmla="*/ 515911 w 533400"/>
                      <a:gd name="connsiteY52" fmla="*/ 40626 h 400050"/>
                      <a:gd name="connsiteX53" fmla="*/ 497813 w 533400"/>
                      <a:gd name="connsiteY53" fmla="*/ 21576 h 400050"/>
                      <a:gd name="connsiteX54" fmla="*/ 495908 w 533400"/>
                      <a:gd name="connsiteY54" fmla="*/ 19671 h 400050"/>
                      <a:gd name="connsiteX55" fmla="*/ 95858 w 533400"/>
                      <a:gd name="connsiteY55" fmla="*/ 48246 h 400050"/>
                      <a:gd name="connsiteX56" fmla="*/ 143483 w 533400"/>
                      <a:gd name="connsiteY56" fmla="*/ 95871 h 400050"/>
                      <a:gd name="connsiteX57" fmla="*/ 95858 w 533400"/>
                      <a:gd name="connsiteY57" fmla="*/ 143496 h 400050"/>
                      <a:gd name="connsiteX58" fmla="*/ 48233 w 533400"/>
                      <a:gd name="connsiteY58" fmla="*/ 95871 h 400050"/>
                      <a:gd name="connsiteX59" fmla="*/ 95858 w 533400"/>
                      <a:gd name="connsiteY59" fmla="*/ 48246 h 400050"/>
                      <a:gd name="connsiteX60" fmla="*/ 95858 w 533400"/>
                      <a:gd name="connsiteY60" fmla="*/ 67296 h 400050"/>
                      <a:gd name="connsiteX61" fmla="*/ 67283 w 533400"/>
                      <a:gd name="connsiteY61" fmla="*/ 95871 h 400050"/>
                      <a:gd name="connsiteX62" fmla="*/ 95858 w 533400"/>
                      <a:gd name="connsiteY62" fmla="*/ 124446 h 400050"/>
                      <a:gd name="connsiteX63" fmla="*/ 124433 w 533400"/>
                      <a:gd name="connsiteY63" fmla="*/ 95871 h 400050"/>
                      <a:gd name="connsiteX64" fmla="*/ 95858 w 533400"/>
                      <a:gd name="connsiteY64" fmla="*/ 67296 h 4000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</a:cxnLst>
                    <a:rect l="l" t="t" r="r" b="b"/>
                    <a:pathLst>
                      <a:path w="533400" h="400050">
                        <a:moveTo>
                          <a:pt x="495908" y="621"/>
                        </a:moveTo>
                        <a:cubicBezTo>
                          <a:pt x="516863" y="621"/>
                          <a:pt x="534008" y="17766"/>
                          <a:pt x="534008" y="38721"/>
                        </a:cubicBezTo>
                        <a:lnTo>
                          <a:pt x="534008" y="38721"/>
                        </a:lnTo>
                        <a:lnTo>
                          <a:pt x="534008" y="362571"/>
                        </a:lnTo>
                        <a:cubicBezTo>
                          <a:pt x="534008" y="383526"/>
                          <a:pt x="516863" y="400671"/>
                          <a:pt x="495908" y="400671"/>
                        </a:cubicBezTo>
                        <a:lnTo>
                          <a:pt x="495908" y="400671"/>
                        </a:lnTo>
                        <a:lnTo>
                          <a:pt x="38708" y="400671"/>
                        </a:lnTo>
                        <a:cubicBezTo>
                          <a:pt x="17753" y="400671"/>
                          <a:pt x="608" y="383526"/>
                          <a:pt x="608" y="362571"/>
                        </a:cubicBezTo>
                        <a:lnTo>
                          <a:pt x="608" y="362571"/>
                        </a:lnTo>
                        <a:lnTo>
                          <a:pt x="608" y="38721"/>
                        </a:lnTo>
                        <a:cubicBezTo>
                          <a:pt x="608" y="17766"/>
                          <a:pt x="17753" y="621"/>
                          <a:pt x="38708" y="621"/>
                        </a:cubicBezTo>
                        <a:lnTo>
                          <a:pt x="38708" y="621"/>
                        </a:lnTo>
                        <a:lnTo>
                          <a:pt x="495908" y="621"/>
                        </a:lnTo>
                        <a:close/>
                        <a:moveTo>
                          <a:pt x="361605" y="172071"/>
                        </a:moveTo>
                        <a:lnTo>
                          <a:pt x="360653" y="173024"/>
                        </a:lnTo>
                        <a:lnTo>
                          <a:pt x="274928" y="284466"/>
                        </a:lnTo>
                        <a:cubicBezTo>
                          <a:pt x="273976" y="285419"/>
                          <a:pt x="273023" y="286371"/>
                          <a:pt x="272071" y="288276"/>
                        </a:cubicBezTo>
                        <a:cubicBezTo>
                          <a:pt x="257783" y="302564"/>
                          <a:pt x="234923" y="303516"/>
                          <a:pt x="219683" y="290181"/>
                        </a:cubicBezTo>
                        <a:lnTo>
                          <a:pt x="217778" y="289229"/>
                        </a:lnTo>
                        <a:lnTo>
                          <a:pt x="154913" y="228269"/>
                        </a:lnTo>
                        <a:cubicBezTo>
                          <a:pt x="154913" y="228269"/>
                          <a:pt x="153961" y="227316"/>
                          <a:pt x="153961" y="227316"/>
                        </a:cubicBezTo>
                        <a:cubicBezTo>
                          <a:pt x="146340" y="220649"/>
                          <a:pt x="134911" y="221601"/>
                          <a:pt x="128243" y="228269"/>
                        </a:cubicBezTo>
                        <a:lnTo>
                          <a:pt x="127290" y="229221"/>
                        </a:lnTo>
                        <a:lnTo>
                          <a:pt x="19658" y="354951"/>
                        </a:lnTo>
                        <a:lnTo>
                          <a:pt x="19658" y="361619"/>
                        </a:lnTo>
                        <a:cubicBezTo>
                          <a:pt x="19658" y="372096"/>
                          <a:pt x="27278" y="379716"/>
                          <a:pt x="37755" y="380669"/>
                        </a:cubicBezTo>
                        <a:lnTo>
                          <a:pt x="38708" y="380669"/>
                        </a:lnTo>
                        <a:lnTo>
                          <a:pt x="495908" y="380669"/>
                        </a:lnTo>
                        <a:cubicBezTo>
                          <a:pt x="506386" y="380669"/>
                          <a:pt x="514958" y="372096"/>
                          <a:pt x="514958" y="361619"/>
                        </a:cubicBezTo>
                        <a:lnTo>
                          <a:pt x="514958" y="361619"/>
                        </a:lnTo>
                        <a:lnTo>
                          <a:pt x="514958" y="337806"/>
                        </a:lnTo>
                        <a:lnTo>
                          <a:pt x="391133" y="173024"/>
                        </a:lnTo>
                        <a:cubicBezTo>
                          <a:pt x="390180" y="172071"/>
                          <a:pt x="389228" y="170166"/>
                          <a:pt x="387323" y="169214"/>
                        </a:cubicBezTo>
                        <a:cubicBezTo>
                          <a:pt x="378751" y="164451"/>
                          <a:pt x="368273" y="165404"/>
                          <a:pt x="361605" y="172071"/>
                        </a:cubicBezTo>
                        <a:close/>
                        <a:moveTo>
                          <a:pt x="495908" y="19671"/>
                        </a:moveTo>
                        <a:lnTo>
                          <a:pt x="38708" y="19671"/>
                        </a:lnTo>
                        <a:cubicBezTo>
                          <a:pt x="28230" y="19671"/>
                          <a:pt x="19658" y="28244"/>
                          <a:pt x="19658" y="38721"/>
                        </a:cubicBezTo>
                        <a:lnTo>
                          <a:pt x="19658" y="38721"/>
                        </a:lnTo>
                        <a:lnTo>
                          <a:pt x="19658" y="327329"/>
                        </a:lnTo>
                        <a:lnTo>
                          <a:pt x="113003" y="217791"/>
                        </a:lnTo>
                        <a:cubicBezTo>
                          <a:pt x="126338" y="201599"/>
                          <a:pt x="151103" y="199694"/>
                          <a:pt x="166343" y="213981"/>
                        </a:cubicBezTo>
                        <a:lnTo>
                          <a:pt x="167296" y="214934"/>
                        </a:lnTo>
                        <a:lnTo>
                          <a:pt x="168248" y="215886"/>
                        </a:lnTo>
                        <a:lnTo>
                          <a:pt x="231113" y="276846"/>
                        </a:lnTo>
                        <a:cubicBezTo>
                          <a:pt x="238733" y="284466"/>
                          <a:pt x="251115" y="284466"/>
                          <a:pt x="257783" y="276846"/>
                        </a:cubicBezTo>
                        <a:lnTo>
                          <a:pt x="258736" y="275894"/>
                        </a:lnTo>
                        <a:lnTo>
                          <a:pt x="259688" y="274941"/>
                        </a:lnTo>
                        <a:lnTo>
                          <a:pt x="345413" y="163499"/>
                        </a:lnTo>
                        <a:cubicBezTo>
                          <a:pt x="357796" y="146354"/>
                          <a:pt x="382561" y="143496"/>
                          <a:pt x="398753" y="156831"/>
                        </a:cubicBezTo>
                        <a:cubicBezTo>
                          <a:pt x="400658" y="158736"/>
                          <a:pt x="402563" y="160641"/>
                          <a:pt x="404468" y="162546"/>
                        </a:cubicBezTo>
                        <a:lnTo>
                          <a:pt x="406373" y="164451"/>
                        </a:lnTo>
                        <a:lnTo>
                          <a:pt x="515911" y="309231"/>
                        </a:lnTo>
                        <a:lnTo>
                          <a:pt x="515911" y="40626"/>
                        </a:lnTo>
                        <a:cubicBezTo>
                          <a:pt x="515911" y="30149"/>
                          <a:pt x="508290" y="22529"/>
                          <a:pt x="497813" y="21576"/>
                        </a:cubicBezTo>
                        <a:lnTo>
                          <a:pt x="495908" y="19671"/>
                        </a:lnTo>
                        <a:close/>
                        <a:moveTo>
                          <a:pt x="95858" y="48246"/>
                        </a:moveTo>
                        <a:cubicBezTo>
                          <a:pt x="122528" y="48246"/>
                          <a:pt x="143483" y="69201"/>
                          <a:pt x="143483" y="95871"/>
                        </a:cubicBezTo>
                        <a:cubicBezTo>
                          <a:pt x="143483" y="122541"/>
                          <a:pt x="122528" y="143496"/>
                          <a:pt x="95858" y="143496"/>
                        </a:cubicBezTo>
                        <a:cubicBezTo>
                          <a:pt x="69188" y="143496"/>
                          <a:pt x="48233" y="122541"/>
                          <a:pt x="48233" y="95871"/>
                        </a:cubicBezTo>
                        <a:cubicBezTo>
                          <a:pt x="48233" y="69201"/>
                          <a:pt x="69188" y="48246"/>
                          <a:pt x="95858" y="48246"/>
                        </a:cubicBezTo>
                        <a:close/>
                        <a:moveTo>
                          <a:pt x="95858" y="67296"/>
                        </a:moveTo>
                        <a:cubicBezTo>
                          <a:pt x="79665" y="67296"/>
                          <a:pt x="67283" y="79679"/>
                          <a:pt x="67283" y="95871"/>
                        </a:cubicBezTo>
                        <a:cubicBezTo>
                          <a:pt x="67283" y="112064"/>
                          <a:pt x="79665" y="124446"/>
                          <a:pt x="95858" y="124446"/>
                        </a:cubicBezTo>
                        <a:cubicBezTo>
                          <a:pt x="112051" y="124446"/>
                          <a:pt x="124433" y="112064"/>
                          <a:pt x="124433" y="95871"/>
                        </a:cubicBezTo>
                        <a:cubicBezTo>
                          <a:pt x="124433" y="79679"/>
                          <a:pt x="112051" y="67296"/>
                          <a:pt x="95858" y="67296"/>
                        </a:cubicBezTo>
                        <a:close/>
                      </a:path>
                    </a:pathLst>
                  </a:custGeom>
                  <a:solidFill>
                    <a:schemeClr val="tx1">
                      <a:lumMod val="85000"/>
                      <a:lumOff val="15000"/>
                    </a:schemeClr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 anchorCtr="0"/>
                  <a:lstStyle/>
                  <a:p>
                    <a:pPr algn="l"/>
                  </a:p>
                </p:txBody>
              </p:sp>
            </p:grpSp>
            <p:grpSp>
              <p:nvGrpSpPr>
                <p:cNvPr id="26" name="组合 25" descr="123d8184-428f-45d3-a2e2-19292834f9e5"/>
                <p:cNvGrpSpPr/>
                <p:nvPr/>
              </p:nvGrpSpPr>
              <p:grpSpPr>
                <a:xfrm>
                  <a:off x="4755930" y="4332725"/>
                  <a:ext cx="2296965" cy="1801374"/>
                  <a:chOff x="4755930" y="4332725"/>
                  <a:chExt cx="2296965" cy="1801374"/>
                </a:xfrm>
              </p:grpSpPr>
              <p:sp>
                <p:nvSpPr>
                  <p:cNvPr id="14" name="Bullet2" descr="f73bb409-ff2e-4f65-979b-e707196724b0"/>
                  <p:cNvSpPr txBox="1"/>
                  <p:nvPr/>
                </p:nvSpPr>
                <p:spPr>
                  <a:xfrm>
                    <a:off x="4755930" y="4332725"/>
                    <a:ext cx="2296965" cy="565681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b" anchorCtr="0">
                    <a:normAutofit/>
                  </a:bodyPr>
                  <a:lstStyle/>
                  <a:p>
                    <a:pPr algn="l"/>
                    <a:r>
                      <a:rPr lang="en-US" sz="1800" b="1" i="0" u="none">
                        <a:solidFill>
                          <a:srgbClr val="FFFFFF"/>
                        </a:solidFill>
                        <a:ea typeface="微软雅黑" panose="020B0503020204020204" charset="-122"/>
                      </a:rPr>
                      <a:t>方法论生命力</a:t>
                    </a:r>
                    <a:endParaRPr lang="en-US" sz="1800" b="1" i="0" u="none">
                      <a:solidFill>
                        <a:srgbClr val="FFFFFF"/>
                      </a:solidFill>
                      <a:ea typeface="微软雅黑" panose="020B0503020204020204" charset="-122"/>
                    </a:endParaRPr>
                  </a:p>
                </p:txBody>
              </p:sp>
              <p:sp>
                <p:nvSpPr>
                  <p:cNvPr id="15" name="Text2" descr="e25cfcb7-669a-4656-911c-3473d41014a7"/>
                  <p:cNvSpPr txBox="1"/>
                  <p:nvPr/>
                </p:nvSpPr>
                <p:spPr>
                  <a:xfrm>
                    <a:off x="4755930" y="4910834"/>
                    <a:ext cx="2296965" cy="1223265"/>
                  </a:xfrm>
                  <a:prstGeom prst="rect">
                    <a:avLst/>
                  </a:prstGeom>
                </p:spPr>
                <p:txBody>
                  <a:bodyPr wrap="square" rtlCol="0" anchor="t" anchorCtr="0">
                    <a:normAutofit/>
                  </a:bodyPr>
                  <a:lstStyle>
                    <a:defPPr>
                      <a:defRPr lang="zh-CN"/>
                    </a:defPPr>
                    <a:lvl1pPr>
                      <a:lnSpc>
                        <a:spcPts val="1500"/>
                      </a:lnSpc>
                      <a:defRPr sz="900"/>
                    </a:lvl1pPr>
                  </a:lstStyle>
                  <a:p>
                    <a:pPr algn="l">
                      <a:lnSpc>
                        <a:spcPct val="120000"/>
                      </a:lnSpc>
                    </a:pPr>
                    <a:r>
                      <a:rPr lang="en-US" sz="1200" b="0" i="0" u="none">
                        <a:solidFill>
                          <a:srgbClr val="FFFFFF"/>
                        </a:solidFill>
                        <a:ea typeface="微软雅黑" panose="020B0503020204020204" charset="-122"/>
                      </a:rPr>
                      <a:t>敏捷实践、设计模式等方法论在AI时代获得了新的生命力。</a:t>
                    </a:r>
                    <a:endParaRPr lang="en-US" sz="1200" b="0" i="0" u="none">
                      <a:solidFill>
                        <a:srgbClr val="FFFFFF"/>
                      </a:solidFill>
                      <a:ea typeface="微软雅黑" panose="020B0503020204020204" charset="-122"/>
                    </a:endParaRPr>
                  </a:p>
                </p:txBody>
              </p:sp>
            </p:grpSp>
          </p:grpSp>
          <p:grpSp>
            <p:nvGrpSpPr>
              <p:cNvPr id="29" name="组合 28" descr="e201e1e8-ef57-4383-a550-508f707bf19c"/>
              <p:cNvGrpSpPr/>
              <p:nvPr/>
            </p:nvGrpSpPr>
            <p:grpSpPr>
              <a:xfrm>
                <a:off x="8115859" y="3482921"/>
                <a:ext cx="2296965" cy="2651178"/>
                <a:chOff x="8115859" y="3482921"/>
                <a:chExt cx="2296965" cy="2651178"/>
              </a:xfrm>
            </p:grpSpPr>
            <p:grpSp>
              <p:nvGrpSpPr>
                <p:cNvPr id="16" name="组合 15" descr="681d1c66-bd13-4d19-95b3-385ed069f162"/>
                <p:cNvGrpSpPr/>
                <p:nvPr/>
              </p:nvGrpSpPr>
              <p:grpSpPr>
                <a:xfrm>
                  <a:off x="8115860" y="3482921"/>
                  <a:ext cx="834641" cy="834642"/>
                  <a:chOff x="5329123" y="2737233"/>
                  <a:chExt cx="834641" cy="834642"/>
                </a:xfrm>
              </p:grpSpPr>
              <p:sp>
                <p:nvSpPr>
                  <p:cNvPr id="17" name="椭圆 16" descr="3641ad39-4872-44d1-87f3-b95b5badaae6"/>
                  <p:cNvSpPr/>
                  <p:nvPr/>
                </p:nvSpPr>
                <p:spPr>
                  <a:xfrm>
                    <a:off x="5329123" y="2737233"/>
                    <a:ext cx="834641" cy="834642"/>
                  </a:xfrm>
                  <a:prstGeom prst="ellipse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 anchorCtr="0"/>
                  <a:lstStyle/>
                  <a:p>
                    <a:pPr algn="ctr"/>
                  </a:p>
                </p:txBody>
              </p:sp>
              <p:sp>
                <p:nvSpPr>
                  <p:cNvPr id="18" name="Icon3" descr="90c42f3a-4fcb-4914-9c13-e4a0be1e947d"/>
                  <p:cNvSpPr/>
                  <p:nvPr/>
                </p:nvSpPr>
                <p:spPr>
                  <a:xfrm>
                    <a:off x="5560084" y="3036325"/>
                    <a:ext cx="372717" cy="306160"/>
                  </a:xfrm>
                  <a:custGeom>
                    <a:avLst/>
                    <a:gdLst>
                      <a:gd name="connsiteX0" fmla="*/ 496292 w 533400"/>
                      <a:gd name="connsiteY0" fmla="*/ 621 h 438150"/>
                      <a:gd name="connsiteX1" fmla="*/ 534392 w 533400"/>
                      <a:gd name="connsiteY1" fmla="*/ 38721 h 438150"/>
                      <a:gd name="connsiteX2" fmla="*/ 534392 w 533400"/>
                      <a:gd name="connsiteY2" fmla="*/ 38721 h 438150"/>
                      <a:gd name="connsiteX3" fmla="*/ 534392 w 533400"/>
                      <a:gd name="connsiteY3" fmla="*/ 333996 h 438150"/>
                      <a:gd name="connsiteX4" fmla="*/ 496292 w 533400"/>
                      <a:gd name="connsiteY4" fmla="*/ 372096 h 438150"/>
                      <a:gd name="connsiteX5" fmla="*/ 496292 w 533400"/>
                      <a:gd name="connsiteY5" fmla="*/ 372096 h 438150"/>
                      <a:gd name="connsiteX6" fmla="*/ 204827 w 533400"/>
                      <a:gd name="connsiteY6" fmla="*/ 372096 h 438150"/>
                      <a:gd name="connsiteX7" fmla="*/ 115292 w 533400"/>
                      <a:gd name="connsiteY7" fmla="*/ 438771 h 438150"/>
                      <a:gd name="connsiteX8" fmla="*/ 115292 w 533400"/>
                      <a:gd name="connsiteY8" fmla="*/ 372096 h 438150"/>
                      <a:gd name="connsiteX9" fmla="*/ 39092 w 533400"/>
                      <a:gd name="connsiteY9" fmla="*/ 372096 h 438150"/>
                      <a:gd name="connsiteX10" fmla="*/ 992 w 533400"/>
                      <a:gd name="connsiteY10" fmla="*/ 335901 h 438150"/>
                      <a:gd name="connsiteX11" fmla="*/ 992 w 533400"/>
                      <a:gd name="connsiteY11" fmla="*/ 335901 h 438150"/>
                      <a:gd name="connsiteX12" fmla="*/ 992 w 533400"/>
                      <a:gd name="connsiteY12" fmla="*/ 333996 h 438150"/>
                      <a:gd name="connsiteX13" fmla="*/ 992 w 533400"/>
                      <a:gd name="connsiteY13" fmla="*/ 38721 h 438150"/>
                      <a:gd name="connsiteX14" fmla="*/ 39092 w 533400"/>
                      <a:gd name="connsiteY14" fmla="*/ 621 h 438150"/>
                      <a:gd name="connsiteX15" fmla="*/ 39092 w 533400"/>
                      <a:gd name="connsiteY15" fmla="*/ 621 h 438150"/>
                      <a:gd name="connsiteX16" fmla="*/ 496292 w 533400"/>
                      <a:gd name="connsiteY16" fmla="*/ 621 h 438150"/>
                      <a:gd name="connsiteX17" fmla="*/ 496292 w 533400"/>
                      <a:gd name="connsiteY17" fmla="*/ 19671 h 438150"/>
                      <a:gd name="connsiteX18" fmla="*/ 39092 w 533400"/>
                      <a:gd name="connsiteY18" fmla="*/ 19671 h 438150"/>
                      <a:gd name="connsiteX19" fmla="*/ 20042 w 533400"/>
                      <a:gd name="connsiteY19" fmla="*/ 38721 h 438150"/>
                      <a:gd name="connsiteX20" fmla="*/ 20042 w 533400"/>
                      <a:gd name="connsiteY20" fmla="*/ 38721 h 438150"/>
                      <a:gd name="connsiteX21" fmla="*/ 20042 w 533400"/>
                      <a:gd name="connsiteY21" fmla="*/ 333996 h 438150"/>
                      <a:gd name="connsiteX22" fmla="*/ 39092 w 533400"/>
                      <a:gd name="connsiteY22" fmla="*/ 353046 h 438150"/>
                      <a:gd name="connsiteX23" fmla="*/ 39092 w 533400"/>
                      <a:gd name="connsiteY23" fmla="*/ 353046 h 438150"/>
                      <a:gd name="connsiteX24" fmla="*/ 134342 w 533400"/>
                      <a:gd name="connsiteY24" fmla="*/ 353046 h 438150"/>
                      <a:gd name="connsiteX25" fmla="*/ 134342 w 533400"/>
                      <a:gd name="connsiteY25" fmla="*/ 400671 h 438150"/>
                      <a:gd name="connsiteX26" fmla="*/ 198160 w 533400"/>
                      <a:gd name="connsiteY26" fmla="*/ 353046 h 438150"/>
                      <a:gd name="connsiteX27" fmla="*/ 496292 w 533400"/>
                      <a:gd name="connsiteY27" fmla="*/ 353046 h 438150"/>
                      <a:gd name="connsiteX28" fmla="*/ 515342 w 533400"/>
                      <a:gd name="connsiteY28" fmla="*/ 333996 h 438150"/>
                      <a:gd name="connsiteX29" fmla="*/ 515342 w 533400"/>
                      <a:gd name="connsiteY29" fmla="*/ 333996 h 438150"/>
                      <a:gd name="connsiteX30" fmla="*/ 515342 w 533400"/>
                      <a:gd name="connsiteY30" fmla="*/ 38721 h 438150"/>
                      <a:gd name="connsiteX31" fmla="*/ 496292 w 533400"/>
                      <a:gd name="connsiteY31" fmla="*/ 19671 h 438150"/>
                      <a:gd name="connsiteX32" fmla="*/ 496292 w 533400"/>
                      <a:gd name="connsiteY32" fmla="*/ 19671 h 438150"/>
                      <a:gd name="connsiteX33" fmla="*/ 134342 w 533400"/>
                      <a:gd name="connsiteY33" fmla="*/ 143496 h 438150"/>
                      <a:gd name="connsiteX34" fmla="*/ 177205 w 533400"/>
                      <a:gd name="connsiteY34" fmla="*/ 186359 h 438150"/>
                      <a:gd name="connsiteX35" fmla="*/ 134342 w 533400"/>
                      <a:gd name="connsiteY35" fmla="*/ 229221 h 438150"/>
                      <a:gd name="connsiteX36" fmla="*/ 91480 w 533400"/>
                      <a:gd name="connsiteY36" fmla="*/ 186359 h 438150"/>
                      <a:gd name="connsiteX37" fmla="*/ 134342 w 533400"/>
                      <a:gd name="connsiteY37" fmla="*/ 143496 h 438150"/>
                      <a:gd name="connsiteX38" fmla="*/ 267692 w 533400"/>
                      <a:gd name="connsiteY38" fmla="*/ 143496 h 438150"/>
                      <a:gd name="connsiteX39" fmla="*/ 310555 w 533400"/>
                      <a:gd name="connsiteY39" fmla="*/ 186359 h 438150"/>
                      <a:gd name="connsiteX40" fmla="*/ 267692 w 533400"/>
                      <a:gd name="connsiteY40" fmla="*/ 229221 h 438150"/>
                      <a:gd name="connsiteX41" fmla="*/ 224830 w 533400"/>
                      <a:gd name="connsiteY41" fmla="*/ 186359 h 438150"/>
                      <a:gd name="connsiteX42" fmla="*/ 267692 w 533400"/>
                      <a:gd name="connsiteY42" fmla="*/ 143496 h 438150"/>
                      <a:gd name="connsiteX43" fmla="*/ 401042 w 533400"/>
                      <a:gd name="connsiteY43" fmla="*/ 143496 h 438150"/>
                      <a:gd name="connsiteX44" fmla="*/ 443905 w 533400"/>
                      <a:gd name="connsiteY44" fmla="*/ 186359 h 438150"/>
                      <a:gd name="connsiteX45" fmla="*/ 401042 w 533400"/>
                      <a:gd name="connsiteY45" fmla="*/ 229221 h 438150"/>
                      <a:gd name="connsiteX46" fmla="*/ 358180 w 533400"/>
                      <a:gd name="connsiteY46" fmla="*/ 186359 h 438150"/>
                      <a:gd name="connsiteX47" fmla="*/ 401042 w 533400"/>
                      <a:gd name="connsiteY47" fmla="*/ 143496 h 438150"/>
                      <a:gd name="connsiteX48" fmla="*/ 134342 w 533400"/>
                      <a:gd name="connsiteY48" fmla="*/ 162546 h 438150"/>
                      <a:gd name="connsiteX49" fmla="*/ 110530 w 533400"/>
                      <a:gd name="connsiteY49" fmla="*/ 186359 h 438150"/>
                      <a:gd name="connsiteX50" fmla="*/ 134342 w 533400"/>
                      <a:gd name="connsiteY50" fmla="*/ 210171 h 438150"/>
                      <a:gd name="connsiteX51" fmla="*/ 158155 w 533400"/>
                      <a:gd name="connsiteY51" fmla="*/ 186359 h 438150"/>
                      <a:gd name="connsiteX52" fmla="*/ 134342 w 533400"/>
                      <a:gd name="connsiteY52" fmla="*/ 162546 h 438150"/>
                      <a:gd name="connsiteX53" fmla="*/ 267692 w 533400"/>
                      <a:gd name="connsiteY53" fmla="*/ 162546 h 438150"/>
                      <a:gd name="connsiteX54" fmla="*/ 243880 w 533400"/>
                      <a:gd name="connsiteY54" fmla="*/ 186359 h 438150"/>
                      <a:gd name="connsiteX55" fmla="*/ 267692 w 533400"/>
                      <a:gd name="connsiteY55" fmla="*/ 210171 h 438150"/>
                      <a:gd name="connsiteX56" fmla="*/ 291505 w 533400"/>
                      <a:gd name="connsiteY56" fmla="*/ 186359 h 438150"/>
                      <a:gd name="connsiteX57" fmla="*/ 267692 w 533400"/>
                      <a:gd name="connsiteY57" fmla="*/ 162546 h 438150"/>
                      <a:gd name="connsiteX58" fmla="*/ 401042 w 533400"/>
                      <a:gd name="connsiteY58" fmla="*/ 162546 h 438150"/>
                      <a:gd name="connsiteX59" fmla="*/ 377230 w 533400"/>
                      <a:gd name="connsiteY59" fmla="*/ 186359 h 438150"/>
                      <a:gd name="connsiteX60" fmla="*/ 401042 w 533400"/>
                      <a:gd name="connsiteY60" fmla="*/ 210171 h 438150"/>
                      <a:gd name="connsiteX61" fmla="*/ 424855 w 533400"/>
                      <a:gd name="connsiteY61" fmla="*/ 186359 h 438150"/>
                      <a:gd name="connsiteX62" fmla="*/ 401042 w 533400"/>
                      <a:gd name="connsiteY62" fmla="*/ 162546 h 4381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</a:cxnLst>
                    <a:rect l="l" t="t" r="r" b="b"/>
                    <a:pathLst>
                      <a:path w="533400" h="438150">
                        <a:moveTo>
                          <a:pt x="496292" y="621"/>
                        </a:moveTo>
                        <a:cubicBezTo>
                          <a:pt x="517247" y="621"/>
                          <a:pt x="534392" y="17766"/>
                          <a:pt x="534392" y="38721"/>
                        </a:cubicBezTo>
                        <a:lnTo>
                          <a:pt x="534392" y="38721"/>
                        </a:lnTo>
                        <a:lnTo>
                          <a:pt x="534392" y="333996"/>
                        </a:lnTo>
                        <a:cubicBezTo>
                          <a:pt x="534392" y="354951"/>
                          <a:pt x="517247" y="372096"/>
                          <a:pt x="496292" y="372096"/>
                        </a:cubicBezTo>
                        <a:lnTo>
                          <a:pt x="496292" y="372096"/>
                        </a:lnTo>
                        <a:lnTo>
                          <a:pt x="204827" y="372096"/>
                        </a:lnTo>
                        <a:lnTo>
                          <a:pt x="115292" y="438771"/>
                        </a:lnTo>
                        <a:lnTo>
                          <a:pt x="115292" y="372096"/>
                        </a:lnTo>
                        <a:lnTo>
                          <a:pt x="39092" y="372096"/>
                        </a:lnTo>
                        <a:cubicBezTo>
                          <a:pt x="19089" y="372096"/>
                          <a:pt x="1945" y="355904"/>
                          <a:pt x="992" y="335901"/>
                        </a:cubicBezTo>
                        <a:lnTo>
                          <a:pt x="992" y="335901"/>
                        </a:lnTo>
                        <a:lnTo>
                          <a:pt x="992" y="333996"/>
                        </a:lnTo>
                        <a:lnTo>
                          <a:pt x="992" y="38721"/>
                        </a:lnTo>
                        <a:cubicBezTo>
                          <a:pt x="992" y="17766"/>
                          <a:pt x="18137" y="621"/>
                          <a:pt x="39092" y="621"/>
                        </a:cubicBezTo>
                        <a:lnTo>
                          <a:pt x="39092" y="621"/>
                        </a:lnTo>
                        <a:lnTo>
                          <a:pt x="496292" y="621"/>
                        </a:lnTo>
                        <a:close/>
                        <a:moveTo>
                          <a:pt x="496292" y="19671"/>
                        </a:moveTo>
                        <a:lnTo>
                          <a:pt x="39092" y="19671"/>
                        </a:lnTo>
                        <a:cubicBezTo>
                          <a:pt x="28614" y="19671"/>
                          <a:pt x="20042" y="28244"/>
                          <a:pt x="20042" y="38721"/>
                        </a:cubicBezTo>
                        <a:lnTo>
                          <a:pt x="20042" y="38721"/>
                        </a:lnTo>
                        <a:lnTo>
                          <a:pt x="20042" y="333996"/>
                        </a:lnTo>
                        <a:cubicBezTo>
                          <a:pt x="20042" y="344474"/>
                          <a:pt x="28614" y="353046"/>
                          <a:pt x="39092" y="353046"/>
                        </a:cubicBezTo>
                        <a:lnTo>
                          <a:pt x="39092" y="353046"/>
                        </a:lnTo>
                        <a:lnTo>
                          <a:pt x="134342" y="353046"/>
                        </a:lnTo>
                        <a:lnTo>
                          <a:pt x="134342" y="400671"/>
                        </a:lnTo>
                        <a:lnTo>
                          <a:pt x="198160" y="353046"/>
                        </a:lnTo>
                        <a:lnTo>
                          <a:pt x="496292" y="353046"/>
                        </a:lnTo>
                        <a:cubicBezTo>
                          <a:pt x="506770" y="353046"/>
                          <a:pt x="515342" y="344474"/>
                          <a:pt x="515342" y="333996"/>
                        </a:cubicBezTo>
                        <a:lnTo>
                          <a:pt x="515342" y="333996"/>
                        </a:lnTo>
                        <a:lnTo>
                          <a:pt x="515342" y="38721"/>
                        </a:lnTo>
                        <a:cubicBezTo>
                          <a:pt x="515342" y="28244"/>
                          <a:pt x="506770" y="19671"/>
                          <a:pt x="496292" y="19671"/>
                        </a:cubicBezTo>
                        <a:lnTo>
                          <a:pt x="496292" y="19671"/>
                        </a:lnTo>
                        <a:close/>
                        <a:moveTo>
                          <a:pt x="134342" y="143496"/>
                        </a:moveTo>
                        <a:cubicBezTo>
                          <a:pt x="158155" y="143496"/>
                          <a:pt x="177205" y="162546"/>
                          <a:pt x="177205" y="186359"/>
                        </a:cubicBezTo>
                        <a:cubicBezTo>
                          <a:pt x="177205" y="210171"/>
                          <a:pt x="158155" y="229221"/>
                          <a:pt x="134342" y="229221"/>
                        </a:cubicBezTo>
                        <a:cubicBezTo>
                          <a:pt x="110530" y="229221"/>
                          <a:pt x="91480" y="210171"/>
                          <a:pt x="91480" y="186359"/>
                        </a:cubicBezTo>
                        <a:cubicBezTo>
                          <a:pt x="91480" y="162546"/>
                          <a:pt x="110530" y="143496"/>
                          <a:pt x="134342" y="143496"/>
                        </a:cubicBezTo>
                        <a:close/>
                        <a:moveTo>
                          <a:pt x="267692" y="143496"/>
                        </a:moveTo>
                        <a:cubicBezTo>
                          <a:pt x="291505" y="143496"/>
                          <a:pt x="310555" y="162546"/>
                          <a:pt x="310555" y="186359"/>
                        </a:cubicBezTo>
                        <a:cubicBezTo>
                          <a:pt x="310555" y="210171"/>
                          <a:pt x="291505" y="229221"/>
                          <a:pt x="267692" y="229221"/>
                        </a:cubicBezTo>
                        <a:cubicBezTo>
                          <a:pt x="243880" y="229221"/>
                          <a:pt x="224830" y="210171"/>
                          <a:pt x="224830" y="186359"/>
                        </a:cubicBezTo>
                        <a:cubicBezTo>
                          <a:pt x="224830" y="162546"/>
                          <a:pt x="243880" y="143496"/>
                          <a:pt x="267692" y="143496"/>
                        </a:cubicBezTo>
                        <a:close/>
                        <a:moveTo>
                          <a:pt x="401042" y="143496"/>
                        </a:moveTo>
                        <a:cubicBezTo>
                          <a:pt x="424855" y="143496"/>
                          <a:pt x="443905" y="162546"/>
                          <a:pt x="443905" y="186359"/>
                        </a:cubicBezTo>
                        <a:cubicBezTo>
                          <a:pt x="443905" y="210171"/>
                          <a:pt x="424855" y="229221"/>
                          <a:pt x="401042" y="229221"/>
                        </a:cubicBezTo>
                        <a:cubicBezTo>
                          <a:pt x="377230" y="229221"/>
                          <a:pt x="358180" y="210171"/>
                          <a:pt x="358180" y="186359"/>
                        </a:cubicBezTo>
                        <a:cubicBezTo>
                          <a:pt x="358180" y="162546"/>
                          <a:pt x="377230" y="143496"/>
                          <a:pt x="401042" y="143496"/>
                        </a:cubicBezTo>
                        <a:close/>
                        <a:moveTo>
                          <a:pt x="134342" y="162546"/>
                        </a:moveTo>
                        <a:cubicBezTo>
                          <a:pt x="121007" y="162546"/>
                          <a:pt x="110530" y="173024"/>
                          <a:pt x="110530" y="186359"/>
                        </a:cubicBezTo>
                        <a:cubicBezTo>
                          <a:pt x="110530" y="199694"/>
                          <a:pt x="121007" y="210171"/>
                          <a:pt x="134342" y="210171"/>
                        </a:cubicBezTo>
                        <a:cubicBezTo>
                          <a:pt x="147677" y="210171"/>
                          <a:pt x="158155" y="199694"/>
                          <a:pt x="158155" y="186359"/>
                        </a:cubicBezTo>
                        <a:cubicBezTo>
                          <a:pt x="158155" y="173024"/>
                          <a:pt x="147677" y="162546"/>
                          <a:pt x="134342" y="162546"/>
                        </a:cubicBezTo>
                        <a:close/>
                        <a:moveTo>
                          <a:pt x="267692" y="162546"/>
                        </a:moveTo>
                        <a:cubicBezTo>
                          <a:pt x="254357" y="162546"/>
                          <a:pt x="243880" y="173024"/>
                          <a:pt x="243880" y="186359"/>
                        </a:cubicBezTo>
                        <a:cubicBezTo>
                          <a:pt x="243880" y="199694"/>
                          <a:pt x="254357" y="210171"/>
                          <a:pt x="267692" y="210171"/>
                        </a:cubicBezTo>
                        <a:cubicBezTo>
                          <a:pt x="281027" y="210171"/>
                          <a:pt x="291505" y="199694"/>
                          <a:pt x="291505" y="186359"/>
                        </a:cubicBezTo>
                        <a:cubicBezTo>
                          <a:pt x="291505" y="173024"/>
                          <a:pt x="281027" y="162546"/>
                          <a:pt x="267692" y="162546"/>
                        </a:cubicBezTo>
                        <a:close/>
                        <a:moveTo>
                          <a:pt x="401042" y="162546"/>
                        </a:moveTo>
                        <a:cubicBezTo>
                          <a:pt x="387707" y="162546"/>
                          <a:pt x="377230" y="173024"/>
                          <a:pt x="377230" y="186359"/>
                        </a:cubicBezTo>
                        <a:cubicBezTo>
                          <a:pt x="377230" y="199694"/>
                          <a:pt x="387707" y="210171"/>
                          <a:pt x="401042" y="210171"/>
                        </a:cubicBezTo>
                        <a:cubicBezTo>
                          <a:pt x="414377" y="210171"/>
                          <a:pt x="424855" y="199694"/>
                          <a:pt x="424855" y="186359"/>
                        </a:cubicBezTo>
                        <a:cubicBezTo>
                          <a:pt x="424855" y="173024"/>
                          <a:pt x="414377" y="162546"/>
                          <a:pt x="401042" y="162546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 anchorCtr="0"/>
                  <a:lstStyle/>
                  <a:p>
                    <a:pPr algn="l"/>
                  </a:p>
                </p:txBody>
              </p:sp>
            </p:grpSp>
            <p:grpSp>
              <p:nvGrpSpPr>
                <p:cNvPr id="28" name="组合 27" descr="eceda835-583e-43f7-bb96-347bb76cde35"/>
                <p:cNvGrpSpPr/>
                <p:nvPr/>
              </p:nvGrpSpPr>
              <p:grpSpPr>
                <a:xfrm>
                  <a:off x="8115859" y="4332725"/>
                  <a:ext cx="2296965" cy="1801374"/>
                  <a:chOff x="8115859" y="4332725"/>
                  <a:chExt cx="2296965" cy="1801374"/>
                </a:xfrm>
              </p:grpSpPr>
              <p:sp>
                <p:nvSpPr>
                  <p:cNvPr id="19" name="Bullet3" descr="66481c10-9243-4ba1-a10b-2f898db37a32"/>
                  <p:cNvSpPr txBox="1"/>
                  <p:nvPr/>
                </p:nvSpPr>
                <p:spPr>
                  <a:xfrm>
                    <a:off x="8115859" y="4332725"/>
                    <a:ext cx="2296965" cy="565681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b" anchorCtr="0">
                    <a:normAutofit/>
                  </a:bodyPr>
                  <a:lstStyle/>
                  <a:p>
                    <a:pPr algn="l"/>
                    <a:r>
                      <a:rPr lang="en-US" sz="1800" b="1" i="0" u="none">
                        <a:solidFill>
                          <a:srgbClr val="FFFFFF"/>
                        </a:solidFill>
                        <a:ea typeface="微软雅黑" panose="020B0503020204020204" charset="-122"/>
                      </a:rPr>
                      <a:t>掌握协作语言</a:t>
                    </a:r>
                    <a:endParaRPr lang="en-US" sz="1800" b="1" i="0" u="none">
                      <a:solidFill>
                        <a:srgbClr val="FFFFFF"/>
                      </a:solidFill>
                      <a:ea typeface="微软雅黑" panose="020B0503020204020204" charset="-122"/>
                    </a:endParaRPr>
                  </a:p>
                </p:txBody>
              </p:sp>
              <p:sp>
                <p:nvSpPr>
                  <p:cNvPr id="20" name="Text3" descr="ab3458a6-b9ee-4905-9b10-c23fef3a2e48"/>
                  <p:cNvSpPr txBox="1"/>
                  <p:nvPr/>
                </p:nvSpPr>
                <p:spPr>
                  <a:xfrm>
                    <a:off x="8115859" y="4910834"/>
                    <a:ext cx="2296965" cy="1223265"/>
                  </a:xfrm>
                  <a:prstGeom prst="rect">
                    <a:avLst/>
                  </a:prstGeom>
                </p:spPr>
                <p:txBody>
                  <a:bodyPr wrap="square" rtlCol="0" anchor="t" anchorCtr="0">
                    <a:normAutofit/>
                  </a:bodyPr>
                  <a:lstStyle>
                    <a:defPPr>
                      <a:defRPr lang="zh-CN"/>
                    </a:defPPr>
                    <a:lvl1pPr>
                      <a:lnSpc>
                        <a:spcPts val="1500"/>
                      </a:lnSpc>
                      <a:defRPr sz="900"/>
                    </a:lvl1pPr>
                  </a:lstStyle>
                  <a:p>
                    <a:pPr algn="l">
                      <a:lnSpc>
                        <a:spcPct val="120000"/>
                      </a:lnSpc>
                    </a:pPr>
                    <a:r>
                      <a:rPr lang="en-US" sz="1200" b="0" i="0" u="none">
                        <a:solidFill>
                          <a:srgbClr val="FFFFFF"/>
                        </a:solidFill>
                        <a:ea typeface="微软雅黑" panose="020B0503020204020204" charset="-122"/>
                      </a:rPr>
                      <a:t>掌握这些方法论，可以更快掌握与AI协作的通用语言。</a:t>
                    </a:r>
                    <a:endParaRPr lang="en-US" sz="1200" b="0" i="0" u="none">
                      <a:solidFill>
                        <a:srgbClr val="FFFFFF"/>
                      </a:solidFill>
                      <a:ea typeface="微软雅黑" panose="020B0503020204020204" charset="-122"/>
                    </a:endParaRPr>
                  </a:p>
                </p:txBody>
              </p:sp>
            </p:grpSp>
          </p:grpSp>
        </p:grpSp>
        <p:grpSp>
          <p:nvGrpSpPr>
            <p:cNvPr id="23" name="组合 22" descr="1e3a786f-cc1d-488c-b4d4-fee13fe480dc"/>
            <p:cNvGrpSpPr/>
            <p:nvPr/>
          </p:nvGrpSpPr>
          <p:grpSpPr>
            <a:xfrm>
              <a:off x="1151522" y="1479049"/>
              <a:ext cx="5317262" cy="954107"/>
              <a:chOff x="1151522" y="1479049"/>
              <a:chExt cx="5317262" cy="954107"/>
            </a:xfrm>
          </p:grpSpPr>
          <p:sp>
            <p:nvSpPr>
              <p:cNvPr id="3" name="Title" descr="39825435-16d8-463a-b156-9b1ad36c7606"/>
              <p:cNvSpPr txBox="1"/>
              <p:nvPr/>
            </p:nvSpPr>
            <p:spPr>
              <a:xfrm>
                <a:off x="1366456" y="1479049"/>
                <a:ext cx="5102328" cy="954107"/>
              </a:xfrm>
              <a:prstGeom prst="rect">
                <a:avLst/>
              </a:prstGeom>
              <a:noFill/>
            </p:spPr>
            <p:txBody>
              <a:bodyPr wrap="square" anchor="b" anchorCtr="0">
                <a:normAutofit/>
              </a:bodyPr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b="1" i="0" u="none" strike="noStrike">
                    <a:solidFill>
                      <a:srgbClr val="FFFFFF"/>
                    </a:solidFill>
                    <a:ea typeface="微软雅黑" panose="020B0503020204020204" charset="-122"/>
                  </a:rPr>
                  <a:t>前人智慧的结晶，助力AI协作</a:t>
                </a:r>
                <a:endParaRPr lang="en-US" sz="2800" b="1" i="0" u="none" strike="noStrik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1" name="矩形: 圆角 20" descr="77119eac-8c7c-4adc-b809-b219e9053e5c"/>
              <p:cNvSpPr/>
              <p:nvPr/>
            </p:nvSpPr>
            <p:spPr>
              <a:xfrm>
                <a:off x="1151522" y="1514475"/>
                <a:ext cx="87903" cy="734569"/>
              </a:xfrm>
              <a:prstGeom prst="roundRect">
                <a:avLst>
                  <a:gd name="adj" fmla="val 17467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</a:p>
            </p:txBody>
          </p:sp>
        </p:grpSp>
      </p:grp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5a12860-57d0-435d-97c1-4c6d2d8d7d77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FFFFFF"/>
                </a:solidFill>
                <a:ea typeface="微软雅黑" panose="020B0503020204020204" charset="-122"/>
              </a:rPr>
              <a:t>术：具体技巧</a:t>
            </a:r>
            <a:endParaRPr lang="en-US" sz="2800" b="1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grpSp>
        <p:nvGrpSpPr>
          <p:cNvPr id="3" name="38ba5c93-eaa4-486a-b0dc-673e3aea3b99.source.3.zh-Hans.pptx" descr="720c92d0-2ba3-402b-9092-1fee78013788"/>
          <p:cNvGrpSpPr/>
          <p:nvPr/>
        </p:nvGrpSpPr>
        <p:grpSpPr>
          <a:xfrm>
            <a:off x="660400" y="1130300"/>
            <a:ext cx="10858500" cy="4892288"/>
            <a:chOff x="660400" y="1130300"/>
            <a:chExt cx="10858500" cy="4892288"/>
          </a:xfrm>
        </p:grpSpPr>
        <p:sp>
          <p:nvSpPr>
            <p:cNvPr id="31" name="íŝļîḍè" descr="95cb09db-0ef0-46fe-b2d6-2499b446c414"/>
            <p:cNvSpPr/>
            <p:nvPr/>
          </p:nvSpPr>
          <p:spPr bwMode="auto">
            <a:xfrm>
              <a:off x="1765559" y="3148684"/>
              <a:ext cx="2139616" cy="2565503"/>
            </a:xfrm>
            <a:custGeom>
              <a:avLst/>
              <a:gdLst>
                <a:gd name="T0" fmla="*/ 764 w 804"/>
                <a:gd name="T1" fmla="*/ 744 h 964"/>
                <a:gd name="T2" fmla="*/ 584 w 804"/>
                <a:gd name="T3" fmla="*/ 924 h 964"/>
                <a:gd name="T4" fmla="*/ 0 w 804"/>
                <a:gd name="T5" fmla="*/ 924 h 964"/>
                <a:gd name="T6" fmla="*/ 0 w 804"/>
                <a:gd name="T7" fmla="*/ 964 h 964"/>
                <a:gd name="T8" fmla="*/ 584 w 804"/>
                <a:gd name="T9" fmla="*/ 964 h 964"/>
                <a:gd name="T10" fmla="*/ 804 w 804"/>
                <a:gd name="T11" fmla="*/ 744 h 964"/>
                <a:gd name="T12" fmla="*/ 804 w 804"/>
                <a:gd name="T13" fmla="*/ 0 h 964"/>
                <a:gd name="T14" fmla="*/ 764 w 804"/>
                <a:gd name="T15" fmla="*/ 0 h 964"/>
                <a:gd name="T16" fmla="*/ 764 w 804"/>
                <a:gd name="T17" fmla="*/ 744 h 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04" h="964">
                  <a:moveTo>
                    <a:pt x="764" y="744"/>
                  </a:moveTo>
                  <a:cubicBezTo>
                    <a:pt x="764" y="843"/>
                    <a:pt x="683" y="924"/>
                    <a:pt x="584" y="924"/>
                  </a:cubicBezTo>
                  <a:cubicBezTo>
                    <a:pt x="0" y="924"/>
                    <a:pt x="0" y="924"/>
                    <a:pt x="0" y="924"/>
                  </a:cubicBezTo>
                  <a:cubicBezTo>
                    <a:pt x="0" y="964"/>
                    <a:pt x="0" y="964"/>
                    <a:pt x="0" y="964"/>
                  </a:cubicBezTo>
                  <a:cubicBezTo>
                    <a:pt x="584" y="964"/>
                    <a:pt x="584" y="964"/>
                    <a:pt x="584" y="964"/>
                  </a:cubicBezTo>
                  <a:cubicBezTo>
                    <a:pt x="705" y="964"/>
                    <a:pt x="804" y="865"/>
                    <a:pt x="804" y="744"/>
                  </a:cubicBezTo>
                  <a:cubicBezTo>
                    <a:pt x="804" y="0"/>
                    <a:pt x="804" y="0"/>
                    <a:pt x="804" y="0"/>
                  </a:cubicBezTo>
                  <a:cubicBezTo>
                    <a:pt x="764" y="0"/>
                    <a:pt x="764" y="0"/>
                    <a:pt x="764" y="0"/>
                  </a:cubicBezTo>
                  <a:lnTo>
                    <a:pt x="764" y="744"/>
                  </a:lnTo>
                  <a:close/>
                </a:path>
              </a:pathLst>
            </a:custGeom>
            <a:solidFill>
              <a:schemeClr val="tx2"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pPr algn="l"/>
            </a:p>
          </p:txBody>
        </p:sp>
        <p:sp>
          <p:nvSpPr>
            <p:cNvPr id="32" name="îšlîḍé" descr="6a2e3b97-0e3b-495d-b6f1-8da59d39c6ed"/>
            <p:cNvSpPr/>
            <p:nvPr/>
          </p:nvSpPr>
          <p:spPr bwMode="auto">
            <a:xfrm>
              <a:off x="680069" y="2488136"/>
              <a:ext cx="2139616" cy="2609075"/>
            </a:xfrm>
            <a:custGeom>
              <a:avLst/>
              <a:gdLst>
                <a:gd name="T0" fmla="*/ 40 w 804"/>
                <a:gd name="T1" fmla="*/ 220 h 980"/>
                <a:gd name="T2" fmla="*/ 220 w 804"/>
                <a:gd name="T3" fmla="*/ 40 h 980"/>
                <a:gd name="T4" fmla="*/ 804 w 804"/>
                <a:gd name="T5" fmla="*/ 40 h 980"/>
                <a:gd name="T6" fmla="*/ 804 w 804"/>
                <a:gd name="T7" fmla="*/ 0 h 980"/>
                <a:gd name="T8" fmla="*/ 220 w 804"/>
                <a:gd name="T9" fmla="*/ 0 h 980"/>
                <a:gd name="T10" fmla="*/ 0 w 804"/>
                <a:gd name="T11" fmla="*/ 220 h 980"/>
                <a:gd name="T12" fmla="*/ 0 w 804"/>
                <a:gd name="T13" fmla="*/ 980 h 980"/>
                <a:gd name="T14" fmla="*/ 40 w 804"/>
                <a:gd name="T15" fmla="*/ 980 h 980"/>
                <a:gd name="T16" fmla="*/ 40 w 804"/>
                <a:gd name="T17" fmla="*/ 220 h 9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04" h="980">
                  <a:moveTo>
                    <a:pt x="40" y="220"/>
                  </a:moveTo>
                  <a:cubicBezTo>
                    <a:pt x="40" y="121"/>
                    <a:pt x="121" y="40"/>
                    <a:pt x="220" y="40"/>
                  </a:cubicBezTo>
                  <a:cubicBezTo>
                    <a:pt x="804" y="40"/>
                    <a:pt x="804" y="40"/>
                    <a:pt x="804" y="40"/>
                  </a:cubicBezTo>
                  <a:cubicBezTo>
                    <a:pt x="804" y="0"/>
                    <a:pt x="804" y="0"/>
                    <a:pt x="804" y="0"/>
                  </a:cubicBezTo>
                  <a:cubicBezTo>
                    <a:pt x="220" y="0"/>
                    <a:pt x="220" y="0"/>
                    <a:pt x="220" y="0"/>
                  </a:cubicBezTo>
                  <a:cubicBezTo>
                    <a:pt x="99" y="0"/>
                    <a:pt x="0" y="99"/>
                    <a:pt x="0" y="220"/>
                  </a:cubicBezTo>
                  <a:cubicBezTo>
                    <a:pt x="0" y="980"/>
                    <a:pt x="0" y="980"/>
                    <a:pt x="0" y="980"/>
                  </a:cubicBezTo>
                  <a:cubicBezTo>
                    <a:pt x="40" y="980"/>
                    <a:pt x="40" y="980"/>
                    <a:pt x="40" y="980"/>
                  </a:cubicBezTo>
                  <a:lnTo>
                    <a:pt x="40" y="220"/>
                  </a:lnTo>
                  <a:close/>
                </a:path>
              </a:pathLst>
            </a:custGeom>
            <a:solidFill>
              <a:schemeClr val="tx2"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pPr algn="l"/>
            </a:p>
          </p:txBody>
        </p:sp>
        <p:sp>
          <p:nvSpPr>
            <p:cNvPr id="33" name="iš1ïḑê" descr="8480769b-0fc9-4a93-a0b9-a296e8ec863a"/>
            <p:cNvSpPr/>
            <p:nvPr/>
          </p:nvSpPr>
          <p:spPr bwMode="auto">
            <a:xfrm>
              <a:off x="1204520" y="5198298"/>
              <a:ext cx="453013" cy="526346"/>
            </a:xfrm>
            <a:custGeom>
              <a:avLst/>
              <a:gdLst>
                <a:gd name="T0" fmla="*/ 170 w 170"/>
                <a:gd name="T1" fmla="*/ 111 h 198"/>
                <a:gd name="T2" fmla="*/ 147 w 170"/>
                <a:gd name="T3" fmla="*/ 52 h 198"/>
                <a:gd name="T4" fmla="*/ 87 w 170"/>
                <a:gd name="T5" fmla="*/ 26 h 198"/>
                <a:gd name="T6" fmla="*/ 87 w 170"/>
                <a:gd name="T7" fmla="*/ 0 h 198"/>
                <a:gd name="T8" fmla="*/ 24 w 170"/>
                <a:gd name="T9" fmla="*/ 41 h 198"/>
                <a:gd name="T10" fmla="*/ 0 w 170"/>
                <a:gd name="T11" fmla="*/ 110 h 198"/>
                <a:gd name="T12" fmla="*/ 24 w 170"/>
                <a:gd name="T13" fmla="*/ 173 h 198"/>
                <a:gd name="T14" fmla="*/ 84 w 170"/>
                <a:gd name="T15" fmla="*/ 198 h 198"/>
                <a:gd name="T16" fmla="*/ 145 w 170"/>
                <a:gd name="T17" fmla="*/ 173 h 198"/>
                <a:gd name="T18" fmla="*/ 170 w 170"/>
                <a:gd name="T19" fmla="*/ 111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" h="198">
                  <a:moveTo>
                    <a:pt x="170" y="111"/>
                  </a:moveTo>
                  <a:cubicBezTo>
                    <a:pt x="170" y="87"/>
                    <a:pt x="162" y="68"/>
                    <a:pt x="147" y="52"/>
                  </a:cubicBezTo>
                  <a:cubicBezTo>
                    <a:pt x="132" y="36"/>
                    <a:pt x="111" y="28"/>
                    <a:pt x="87" y="26"/>
                  </a:cubicBezTo>
                  <a:cubicBezTo>
                    <a:pt x="87" y="0"/>
                    <a:pt x="87" y="0"/>
                    <a:pt x="87" y="0"/>
                  </a:cubicBezTo>
                  <a:cubicBezTo>
                    <a:pt x="59" y="7"/>
                    <a:pt x="39" y="21"/>
                    <a:pt x="24" y="41"/>
                  </a:cubicBezTo>
                  <a:cubicBezTo>
                    <a:pt x="8" y="61"/>
                    <a:pt x="0" y="84"/>
                    <a:pt x="0" y="110"/>
                  </a:cubicBezTo>
                  <a:cubicBezTo>
                    <a:pt x="0" y="135"/>
                    <a:pt x="8" y="156"/>
                    <a:pt x="24" y="173"/>
                  </a:cubicBezTo>
                  <a:cubicBezTo>
                    <a:pt x="41" y="190"/>
                    <a:pt x="60" y="198"/>
                    <a:pt x="84" y="198"/>
                  </a:cubicBezTo>
                  <a:cubicBezTo>
                    <a:pt x="109" y="198"/>
                    <a:pt x="129" y="190"/>
                    <a:pt x="145" y="173"/>
                  </a:cubicBezTo>
                  <a:cubicBezTo>
                    <a:pt x="162" y="156"/>
                    <a:pt x="170" y="136"/>
                    <a:pt x="170" y="111"/>
                  </a:cubicBezTo>
                  <a:close/>
                </a:path>
              </a:pathLst>
            </a:custGeom>
            <a:solidFill>
              <a:schemeClr val="tx2"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pPr algn="l"/>
            </a:p>
          </p:txBody>
        </p:sp>
        <p:sp>
          <p:nvSpPr>
            <p:cNvPr id="34" name="î$ḻïḓê" descr="4ae2377c-f10f-4bc0-9fde-2ea550dbac36"/>
            <p:cNvSpPr/>
            <p:nvPr/>
          </p:nvSpPr>
          <p:spPr bwMode="auto">
            <a:xfrm>
              <a:off x="673100" y="5198298"/>
              <a:ext cx="451271" cy="526346"/>
            </a:xfrm>
            <a:custGeom>
              <a:avLst/>
              <a:gdLst>
                <a:gd name="T0" fmla="*/ 146 w 170"/>
                <a:gd name="T1" fmla="*/ 173 h 198"/>
                <a:gd name="T2" fmla="*/ 170 w 170"/>
                <a:gd name="T3" fmla="*/ 111 h 198"/>
                <a:gd name="T4" fmla="*/ 147 w 170"/>
                <a:gd name="T5" fmla="*/ 52 h 198"/>
                <a:gd name="T6" fmla="*/ 87 w 170"/>
                <a:gd name="T7" fmla="*/ 26 h 198"/>
                <a:gd name="T8" fmla="*/ 87 w 170"/>
                <a:gd name="T9" fmla="*/ 0 h 198"/>
                <a:gd name="T10" fmla="*/ 24 w 170"/>
                <a:gd name="T11" fmla="*/ 41 h 198"/>
                <a:gd name="T12" fmla="*/ 0 w 170"/>
                <a:gd name="T13" fmla="*/ 110 h 198"/>
                <a:gd name="T14" fmla="*/ 25 w 170"/>
                <a:gd name="T15" fmla="*/ 173 h 198"/>
                <a:gd name="T16" fmla="*/ 84 w 170"/>
                <a:gd name="T17" fmla="*/ 198 h 198"/>
                <a:gd name="T18" fmla="*/ 146 w 170"/>
                <a:gd name="T19" fmla="*/ 173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" h="198">
                  <a:moveTo>
                    <a:pt x="146" y="173"/>
                  </a:moveTo>
                  <a:cubicBezTo>
                    <a:pt x="162" y="156"/>
                    <a:pt x="170" y="136"/>
                    <a:pt x="170" y="111"/>
                  </a:cubicBezTo>
                  <a:cubicBezTo>
                    <a:pt x="170" y="87"/>
                    <a:pt x="162" y="68"/>
                    <a:pt x="147" y="52"/>
                  </a:cubicBezTo>
                  <a:cubicBezTo>
                    <a:pt x="132" y="36"/>
                    <a:pt x="111" y="28"/>
                    <a:pt x="87" y="26"/>
                  </a:cubicBezTo>
                  <a:cubicBezTo>
                    <a:pt x="87" y="0"/>
                    <a:pt x="87" y="0"/>
                    <a:pt x="87" y="0"/>
                  </a:cubicBezTo>
                  <a:cubicBezTo>
                    <a:pt x="63" y="7"/>
                    <a:pt x="40" y="21"/>
                    <a:pt x="24" y="41"/>
                  </a:cubicBezTo>
                  <a:cubicBezTo>
                    <a:pt x="8" y="61"/>
                    <a:pt x="0" y="84"/>
                    <a:pt x="0" y="110"/>
                  </a:cubicBezTo>
                  <a:cubicBezTo>
                    <a:pt x="0" y="135"/>
                    <a:pt x="9" y="156"/>
                    <a:pt x="25" y="173"/>
                  </a:cubicBezTo>
                  <a:cubicBezTo>
                    <a:pt x="41" y="190"/>
                    <a:pt x="61" y="198"/>
                    <a:pt x="84" y="198"/>
                  </a:cubicBezTo>
                  <a:cubicBezTo>
                    <a:pt x="109" y="198"/>
                    <a:pt x="129" y="190"/>
                    <a:pt x="146" y="173"/>
                  </a:cubicBezTo>
                  <a:close/>
                </a:path>
              </a:pathLst>
            </a:custGeom>
            <a:solidFill>
              <a:schemeClr val="tx2"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pPr algn="l"/>
            </a:p>
          </p:txBody>
        </p:sp>
        <p:sp>
          <p:nvSpPr>
            <p:cNvPr id="35" name="işḻiḋé" descr="8e830790-daae-4306-87bd-4b704a282e8f"/>
            <p:cNvSpPr/>
            <p:nvPr/>
          </p:nvSpPr>
          <p:spPr bwMode="auto">
            <a:xfrm>
              <a:off x="2927712" y="2519508"/>
              <a:ext cx="984433" cy="528090"/>
            </a:xfrm>
            <a:custGeom>
              <a:avLst/>
              <a:gdLst>
                <a:gd name="T0" fmla="*/ 146 w 370"/>
                <a:gd name="T1" fmla="*/ 157 h 198"/>
                <a:gd name="T2" fmla="*/ 83 w 370"/>
                <a:gd name="T3" fmla="*/ 198 h 198"/>
                <a:gd name="T4" fmla="*/ 83 w 370"/>
                <a:gd name="T5" fmla="*/ 172 h 198"/>
                <a:gd name="T6" fmla="*/ 23 w 370"/>
                <a:gd name="T7" fmla="*/ 146 h 198"/>
                <a:gd name="T8" fmla="*/ 0 w 370"/>
                <a:gd name="T9" fmla="*/ 87 h 198"/>
                <a:gd name="T10" fmla="*/ 25 w 370"/>
                <a:gd name="T11" fmla="*/ 25 h 198"/>
                <a:gd name="T12" fmla="*/ 86 w 370"/>
                <a:gd name="T13" fmla="*/ 0 h 198"/>
                <a:gd name="T14" fmla="*/ 146 w 370"/>
                <a:gd name="T15" fmla="*/ 25 h 198"/>
                <a:gd name="T16" fmla="*/ 170 w 370"/>
                <a:gd name="T17" fmla="*/ 88 h 198"/>
                <a:gd name="T18" fmla="*/ 146 w 370"/>
                <a:gd name="T19" fmla="*/ 157 h 198"/>
                <a:gd name="T20" fmla="*/ 346 w 370"/>
                <a:gd name="T21" fmla="*/ 157 h 198"/>
                <a:gd name="T22" fmla="*/ 283 w 370"/>
                <a:gd name="T23" fmla="*/ 198 h 198"/>
                <a:gd name="T24" fmla="*/ 283 w 370"/>
                <a:gd name="T25" fmla="*/ 172 h 198"/>
                <a:gd name="T26" fmla="*/ 223 w 370"/>
                <a:gd name="T27" fmla="*/ 146 h 198"/>
                <a:gd name="T28" fmla="*/ 200 w 370"/>
                <a:gd name="T29" fmla="*/ 87 h 198"/>
                <a:gd name="T30" fmla="*/ 224 w 370"/>
                <a:gd name="T31" fmla="*/ 25 h 198"/>
                <a:gd name="T32" fmla="*/ 286 w 370"/>
                <a:gd name="T33" fmla="*/ 0 h 198"/>
                <a:gd name="T34" fmla="*/ 345 w 370"/>
                <a:gd name="T35" fmla="*/ 25 h 198"/>
                <a:gd name="T36" fmla="*/ 370 w 370"/>
                <a:gd name="T37" fmla="*/ 88 h 198"/>
                <a:gd name="T38" fmla="*/ 346 w 370"/>
                <a:gd name="T39" fmla="*/ 157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70" h="198">
                  <a:moveTo>
                    <a:pt x="146" y="157"/>
                  </a:moveTo>
                  <a:cubicBezTo>
                    <a:pt x="131" y="177"/>
                    <a:pt x="111" y="191"/>
                    <a:pt x="83" y="198"/>
                  </a:cubicBezTo>
                  <a:cubicBezTo>
                    <a:pt x="83" y="172"/>
                    <a:pt x="83" y="172"/>
                    <a:pt x="83" y="172"/>
                  </a:cubicBezTo>
                  <a:cubicBezTo>
                    <a:pt x="59" y="170"/>
                    <a:pt x="39" y="162"/>
                    <a:pt x="23" y="146"/>
                  </a:cubicBezTo>
                  <a:cubicBezTo>
                    <a:pt x="8" y="130"/>
                    <a:pt x="0" y="111"/>
                    <a:pt x="0" y="87"/>
                  </a:cubicBezTo>
                  <a:cubicBezTo>
                    <a:pt x="0" y="62"/>
                    <a:pt x="8" y="42"/>
                    <a:pt x="25" y="25"/>
                  </a:cubicBezTo>
                  <a:cubicBezTo>
                    <a:pt x="41" y="8"/>
                    <a:pt x="61" y="0"/>
                    <a:pt x="86" y="0"/>
                  </a:cubicBezTo>
                  <a:cubicBezTo>
                    <a:pt x="110" y="0"/>
                    <a:pt x="129" y="8"/>
                    <a:pt x="146" y="25"/>
                  </a:cubicBezTo>
                  <a:cubicBezTo>
                    <a:pt x="162" y="42"/>
                    <a:pt x="170" y="63"/>
                    <a:pt x="170" y="88"/>
                  </a:cubicBezTo>
                  <a:cubicBezTo>
                    <a:pt x="170" y="114"/>
                    <a:pt x="162" y="137"/>
                    <a:pt x="146" y="157"/>
                  </a:cubicBezTo>
                  <a:close/>
                  <a:moveTo>
                    <a:pt x="346" y="157"/>
                  </a:moveTo>
                  <a:cubicBezTo>
                    <a:pt x="330" y="177"/>
                    <a:pt x="307" y="191"/>
                    <a:pt x="283" y="198"/>
                  </a:cubicBezTo>
                  <a:cubicBezTo>
                    <a:pt x="283" y="172"/>
                    <a:pt x="283" y="172"/>
                    <a:pt x="283" y="172"/>
                  </a:cubicBezTo>
                  <a:cubicBezTo>
                    <a:pt x="259" y="170"/>
                    <a:pt x="238" y="162"/>
                    <a:pt x="223" y="146"/>
                  </a:cubicBezTo>
                  <a:cubicBezTo>
                    <a:pt x="208" y="130"/>
                    <a:pt x="200" y="111"/>
                    <a:pt x="200" y="87"/>
                  </a:cubicBezTo>
                  <a:cubicBezTo>
                    <a:pt x="200" y="62"/>
                    <a:pt x="208" y="42"/>
                    <a:pt x="224" y="25"/>
                  </a:cubicBezTo>
                  <a:cubicBezTo>
                    <a:pt x="241" y="8"/>
                    <a:pt x="261" y="0"/>
                    <a:pt x="286" y="0"/>
                  </a:cubicBezTo>
                  <a:cubicBezTo>
                    <a:pt x="309" y="0"/>
                    <a:pt x="329" y="8"/>
                    <a:pt x="345" y="25"/>
                  </a:cubicBezTo>
                  <a:cubicBezTo>
                    <a:pt x="361" y="42"/>
                    <a:pt x="370" y="63"/>
                    <a:pt x="370" y="88"/>
                  </a:cubicBezTo>
                  <a:cubicBezTo>
                    <a:pt x="370" y="114"/>
                    <a:pt x="362" y="137"/>
                    <a:pt x="346" y="157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pPr algn="l"/>
            </a:p>
          </p:txBody>
        </p:sp>
        <p:sp>
          <p:nvSpPr>
            <p:cNvPr id="36" name="íṣḷïḓè" descr="6701281d-9400-4852-b000-e2e8fac5ca5b"/>
            <p:cNvSpPr/>
            <p:nvPr/>
          </p:nvSpPr>
          <p:spPr bwMode="auto">
            <a:xfrm>
              <a:off x="3460874" y="2519508"/>
              <a:ext cx="451271" cy="528090"/>
            </a:xfrm>
            <a:custGeom>
              <a:avLst/>
              <a:gdLst>
                <a:gd name="T0" fmla="*/ 86 w 170"/>
                <a:gd name="T1" fmla="*/ 0 h 198"/>
                <a:gd name="T2" fmla="*/ 24 w 170"/>
                <a:gd name="T3" fmla="*/ 25 h 198"/>
                <a:gd name="T4" fmla="*/ 0 w 170"/>
                <a:gd name="T5" fmla="*/ 87 h 198"/>
                <a:gd name="T6" fmla="*/ 23 w 170"/>
                <a:gd name="T7" fmla="*/ 146 h 198"/>
                <a:gd name="T8" fmla="*/ 83 w 170"/>
                <a:gd name="T9" fmla="*/ 172 h 198"/>
                <a:gd name="T10" fmla="*/ 83 w 170"/>
                <a:gd name="T11" fmla="*/ 198 h 198"/>
                <a:gd name="T12" fmla="*/ 146 w 170"/>
                <a:gd name="T13" fmla="*/ 157 h 198"/>
                <a:gd name="T14" fmla="*/ 170 w 170"/>
                <a:gd name="T15" fmla="*/ 88 h 198"/>
                <a:gd name="T16" fmla="*/ 145 w 170"/>
                <a:gd name="T17" fmla="*/ 25 h 198"/>
                <a:gd name="T18" fmla="*/ 86 w 170"/>
                <a:gd name="T1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" h="198">
                  <a:moveTo>
                    <a:pt x="86" y="0"/>
                  </a:moveTo>
                  <a:cubicBezTo>
                    <a:pt x="61" y="0"/>
                    <a:pt x="41" y="8"/>
                    <a:pt x="24" y="25"/>
                  </a:cubicBezTo>
                  <a:cubicBezTo>
                    <a:pt x="8" y="42"/>
                    <a:pt x="0" y="62"/>
                    <a:pt x="0" y="87"/>
                  </a:cubicBezTo>
                  <a:cubicBezTo>
                    <a:pt x="0" y="111"/>
                    <a:pt x="8" y="130"/>
                    <a:pt x="23" y="146"/>
                  </a:cubicBezTo>
                  <a:cubicBezTo>
                    <a:pt x="38" y="162"/>
                    <a:pt x="59" y="170"/>
                    <a:pt x="83" y="172"/>
                  </a:cubicBezTo>
                  <a:cubicBezTo>
                    <a:pt x="83" y="198"/>
                    <a:pt x="83" y="198"/>
                    <a:pt x="83" y="198"/>
                  </a:cubicBezTo>
                  <a:cubicBezTo>
                    <a:pt x="107" y="191"/>
                    <a:pt x="130" y="177"/>
                    <a:pt x="146" y="157"/>
                  </a:cubicBezTo>
                  <a:cubicBezTo>
                    <a:pt x="162" y="137"/>
                    <a:pt x="170" y="114"/>
                    <a:pt x="170" y="88"/>
                  </a:cubicBezTo>
                  <a:cubicBezTo>
                    <a:pt x="170" y="63"/>
                    <a:pt x="162" y="42"/>
                    <a:pt x="145" y="25"/>
                  </a:cubicBezTo>
                  <a:cubicBezTo>
                    <a:pt x="129" y="8"/>
                    <a:pt x="109" y="0"/>
                    <a:pt x="86" y="0"/>
                  </a:cubicBezTo>
                  <a:close/>
                </a:path>
              </a:pathLst>
            </a:custGeom>
            <a:solidFill>
              <a:schemeClr val="tx2"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pPr algn="l"/>
            </a:p>
          </p:txBody>
        </p:sp>
        <p:sp>
          <p:nvSpPr>
            <p:cNvPr id="37" name="ïśḻîḓê" descr="22015304-3d54-4b70-a044-ef16345aff5e"/>
            <p:cNvSpPr/>
            <p:nvPr/>
          </p:nvSpPr>
          <p:spPr bwMode="auto">
            <a:xfrm>
              <a:off x="2927712" y="2519508"/>
              <a:ext cx="453013" cy="528090"/>
            </a:xfrm>
            <a:custGeom>
              <a:avLst/>
              <a:gdLst>
                <a:gd name="T0" fmla="*/ 146 w 170"/>
                <a:gd name="T1" fmla="*/ 25 h 198"/>
                <a:gd name="T2" fmla="*/ 86 w 170"/>
                <a:gd name="T3" fmla="*/ 0 h 198"/>
                <a:gd name="T4" fmla="*/ 25 w 170"/>
                <a:gd name="T5" fmla="*/ 25 h 198"/>
                <a:gd name="T6" fmla="*/ 0 w 170"/>
                <a:gd name="T7" fmla="*/ 87 h 198"/>
                <a:gd name="T8" fmla="*/ 23 w 170"/>
                <a:gd name="T9" fmla="*/ 146 h 198"/>
                <a:gd name="T10" fmla="*/ 83 w 170"/>
                <a:gd name="T11" fmla="*/ 172 h 198"/>
                <a:gd name="T12" fmla="*/ 83 w 170"/>
                <a:gd name="T13" fmla="*/ 198 h 198"/>
                <a:gd name="T14" fmla="*/ 146 w 170"/>
                <a:gd name="T15" fmla="*/ 157 h 198"/>
                <a:gd name="T16" fmla="*/ 170 w 170"/>
                <a:gd name="T17" fmla="*/ 88 h 198"/>
                <a:gd name="T18" fmla="*/ 146 w 170"/>
                <a:gd name="T19" fmla="*/ 25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" h="198">
                  <a:moveTo>
                    <a:pt x="146" y="25"/>
                  </a:moveTo>
                  <a:cubicBezTo>
                    <a:pt x="129" y="8"/>
                    <a:pt x="110" y="0"/>
                    <a:pt x="86" y="0"/>
                  </a:cubicBezTo>
                  <a:cubicBezTo>
                    <a:pt x="61" y="0"/>
                    <a:pt x="41" y="8"/>
                    <a:pt x="25" y="25"/>
                  </a:cubicBezTo>
                  <a:cubicBezTo>
                    <a:pt x="8" y="42"/>
                    <a:pt x="0" y="62"/>
                    <a:pt x="0" y="87"/>
                  </a:cubicBezTo>
                  <a:cubicBezTo>
                    <a:pt x="0" y="111"/>
                    <a:pt x="8" y="130"/>
                    <a:pt x="23" y="146"/>
                  </a:cubicBezTo>
                  <a:cubicBezTo>
                    <a:pt x="39" y="162"/>
                    <a:pt x="59" y="170"/>
                    <a:pt x="83" y="172"/>
                  </a:cubicBezTo>
                  <a:cubicBezTo>
                    <a:pt x="83" y="198"/>
                    <a:pt x="83" y="198"/>
                    <a:pt x="83" y="198"/>
                  </a:cubicBezTo>
                  <a:cubicBezTo>
                    <a:pt x="111" y="191"/>
                    <a:pt x="131" y="177"/>
                    <a:pt x="146" y="157"/>
                  </a:cubicBezTo>
                  <a:cubicBezTo>
                    <a:pt x="162" y="137"/>
                    <a:pt x="170" y="114"/>
                    <a:pt x="170" y="88"/>
                  </a:cubicBezTo>
                  <a:cubicBezTo>
                    <a:pt x="170" y="63"/>
                    <a:pt x="162" y="42"/>
                    <a:pt x="146" y="25"/>
                  </a:cubicBezTo>
                  <a:close/>
                </a:path>
              </a:pathLst>
            </a:custGeom>
            <a:solidFill>
              <a:schemeClr val="tx2"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pPr algn="l"/>
            </a:p>
          </p:txBody>
        </p:sp>
        <p:sp>
          <p:nvSpPr>
            <p:cNvPr id="26" name="íśḻídè" descr="f8bb9394-ed15-43ad-be4c-e3bfbd7c8b05"/>
            <p:cNvSpPr/>
            <p:nvPr/>
          </p:nvSpPr>
          <p:spPr bwMode="auto">
            <a:xfrm>
              <a:off x="5471899" y="2972357"/>
              <a:ext cx="2533552" cy="3037848"/>
            </a:xfrm>
            <a:custGeom>
              <a:avLst/>
              <a:gdLst>
                <a:gd name="T0" fmla="*/ 764 w 804"/>
                <a:gd name="T1" fmla="*/ 744 h 964"/>
                <a:gd name="T2" fmla="*/ 584 w 804"/>
                <a:gd name="T3" fmla="*/ 924 h 964"/>
                <a:gd name="T4" fmla="*/ 0 w 804"/>
                <a:gd name="T5" fmla="*/ 924 h 964"/>
                <a:gd name="T6" fmla="*/ 0 w 804"/>
                <a:gd name="T7" fmla="*/ 964 h 964"/>
                <a:gd name="T8" fmla="*/ 584 w 804"/>
                <a:gd name="T9" fmla="*/ 964 h 964"/>
                <a:gd name="T10" fmla="*/ 804 w 804"/>
                <a:gd name="T11" fmla="*/ 744 h 964"/>
                <a:gd name="T12" fmla="*/ 804 w 804"/>
                <a:gd name="T13" fmla="*/ 0 h 964"/>
                <a:gd name="T14" fmla="*/ 764 w 804"/>
                <a:gd name="T15" fmla="*/ 0 h 964"/>
                <a:gd name="T16" fmla="*/ 764 w 804"/>
                <a:gd name="T17" fmla="*/ 744 h 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04" h="964">
                  <a:moveTo>
                    <a:pt x="764" y="744"/>
                  </a:moveTo>
                  <a:cubicBezTo>
                    <a:pt x="764" y="843"/>
                    <a:pt x="683" y="924"/>
                    <a:pt x="584" y="924"/>
                  </a:cubicBezTo>
                  <a:cubicBezTo>
                    <a:pt x="0" y="924"/>
                    <a:pt x="0" y="924"/>
                    <a:pt x="0" y="924"/>
                  </a:cubicBezTo>
                  <a:cubicBezTo>
                    <a:pt x="0" y="964"/>
                    <a:pt x="0" y="964"/>
                    <a:pt x="0" y="964"/>
                  </a:cubicBezTo>
                  <a:cubicBezTo>
                    <a:pt x="584" y="964"/>
                    <a:pt x="584" y="964"/>
                    <a:pt x="584" y="964"/>
                  </a:cubicBezTo>
                  <a:cubicBezTo>
                    <a:pt x="705" y="964"/>
                    <a:pt x="804" y="865"/>
                    <a:pt x="804" y="744"/>
                  </a:cubicBezTo>
                  <a:cubicBezTo>
                    <a:pt x="804" y="0"/>
                    <a:pt x="804" y="0"/>
                    <a:pt x="804" y="0"/>
                  </a:cubicBezTo>
                  <a:cubicBezTo>
                    <a:pt x="764" y="0"/>
                    <a:pt x="764" y="0"/>
                    <a:pt x="764" y="0"/>
                  </a:cubicBezTo>
                  <a:lnTo>
                    <a:pt x="764" y="7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pPr algn="l"/>
            </a:p>
          </p:txBody>
        </p:sp>
        <p:sp>
          <p:nvSpPr>
            <p:cNvPr id="27" name="isḻîďê" descr="4deb1608-b8bf-4302-94f3-77c35b41ee67"/>
            <p:cNvSpPr/>
            <p:nvPr/>
          </p:nvSpPr>
          <p:spPr bwMode="auto">
            <a:xfrm>
              <a:off x="4186554" y="2190193"/>
              <a:ext cx="2533552" cy="3089443"/>
            </a:xfrm>
            <a:custGeom>
              <a:avLst/>
              <a:gdLst>
                <a:gd name="T0" fmla="*/ 40 w 804"/>
                <a:gd name="T1" fmla="*/ 220 h 980"/>
                <a:gd name="T2" fmla="*/ 220 w 804"/>
                <a:gd name="T3" fmla="*/ 40 h 980"/>
                <a:gd name="T4" fmla="*/ 804 w 804"/>
                <a:gd name="T5" fmla="*/ 40 h 980"/>
                <a:gd name="T6" fmla="*/ 804 w 804"/>
                <a:gd name="T7" fmla="*/ 0 h 980"/>
                <a:gd name="T8" fmla="*/ 220 w 804"/>
                <a:gd name="T9" fmla="*/ 0 h 980"/>
                <a:gd name="T10" fmla="*/ 0 w 804"/>
                <a:gd name="T11" fmla="*/ 220 h 980"/>
                <a:gd name="T12" fmla="*/ 0 w 804"/>
                <a:gd name="T13" fmla="*/ 980 h 980"/>
                <a:gd name="T14" fmla="*/ 40 w 804"/>
                <a:gd name="T15" fmla="*/ 980 h 980"/>
                <a:gd name="T16" fmla="*/ 40 w 804"/>
                <a:gd name="T17" fmla="*/ 220 h 9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04" h="980">
                  <a:moveTo>
                    <a:pt x="40" y="220"/>
                  </a:moveTo>
                  <a:cubicBezTo>
                    <a:pt x="40" y="121"/>
                    <a:pt x="121" y="40"/>
                    <a:pt x="220" y="40"/>
                  </a:cubicBezTo>
                  <a:cubicBezTo>
                    <a:pt x="804" y="40"/>
                    <a:pt x="804" y="40"/>
                    <a:pt x="804" y="40"/>
                  </a:cubicBezTo>
                  <a:cubicBezTo>
                    <a:pt x="804" y="0"/>
                    <a:pt x="804" y="0"/>
                    <a:pt x="804" y="0"/>
                  </a:cubicBezTo>
                  <a:cubicBezTo>
                    <a:pt x="220" y="0"/>
                    <a:pt x="220" y="0"/>
                    <a:pt x="220" y="0"/>
                  </a:cubicBezTo>
                  <a:cubicBezTo>
                    <a:pt x="99" y="0"/>
                    <a:pt x="0" y="99"/>
                    <a:pt x="0" y="220"/>
                  </a:cubicBezTo>
                  <a:cubicBezTo>
                    <a:pt x="0" y="980"/>
                    <a:pt x="0" y="980"/>
                    <a:pt x="0" y="980"/>
                  </a:cubicBezTo>
                  <a:cubicBezTo>
                    <a:pt x="40" y="980"/>
                    <a:pt x="40" y="980"/>
                    <a:pt x="40" y="980"/>
                  </a:cubicBezTo>
                  <a:lnTo>
                    <a:pt x="40" y="22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pPr algn="l"/>
            </a:p>
          </p:txBody>
        </p:sp>
        <p:sp>
          <p:nvSpPr>
            <p:cNvPr id="28" name="îşḷiḓé" descr="dff56056-d1c1-44ed-8f2e-01b921cdec0b"/>
            <p:cNvSpPr/>
            <p:nvPr/>
          </p:nvSpPr>
          <p:spPr bwMode="auto">
            <a:xfrm>
              <a:off x="4807563" y="5399334"/>
              <a:ext cx="536420" cy="623254"/>
            </a:xfrm>
            <a:custGeom>
              <a:avLst/>
              <a:gdLst>
                <a:gd name="T0" fmla="*/ 170 w 170"/>
                <a:gd name="T1" fmla="*/ 111 h 198"/>
                <a:gd name="T2" fmla="*/ 147 w 170"/>
                <a:gd name="T3" fmla="*/ 52 h 198"/>
                <a:gd name="T4" fmla="*/ 87 w 170"/>
                <a:gd name="T5" fmla="*/ 26 h 198"/>
                <a:gd name="T6" fmla="*/ 87 w 170"/>
                <a:gd name="T7" fmla="*/ 0 h 198"/>
                <a:gd name="T8" fmla="*/ 24 w 170"/>
                <a:gd name="T9" fmla="*/ 41 h 198"/>
                <a:gd name="T10" fmla="*/ 0 w 170"/>
                <a:gd name="T11" fmla="*/ 110 h 198"/>
                <a:gd name="T12" fmla="*/ 24 w 170"/>
                <a:gd name="T13" fmla="*/ 173 h 198"/>
                <a:gd name="T14" fmla="*/ 84 w 170"/>
                <a:gd name="T15" fmla="*/ 198 h 198"/>
                <a:gd name="T16" fmla="*/ 145 w 170"/>
                <a:gd name="T17" fmla="*/ 173 h 198"/>
                <a:gd name="T18" fmla="*/ 170 w 170"/>
                <a:gd name="T19" fmla="*/ 111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" h="198">
                  <a:moveTo>
                    <a:pt x="170" y="111"/>
                  </a:moveTo>
                  <a:cubicBezTo>
                    <a:pt x="170" y="87"/>
                    <a:pt x="162" y="68"/>
                    <a:pt x="147" y="52"/>
                  </a:cubicBezTo>
                  <a:cubicBezTo>
                    <a:pt x="132" y="36"/>
                    <a:pt x="111" y="28"/>
                    <a:pt x="87" y="26"/>
                  </a:cubicBezTo>
                  <a:cubicBezTo>
                    <a:pt x="87" y="0"/>
                    <a:pt x="87" y="0"/>
                    <a:pt x="87" y="0"/>
                  </a:cubicBezTo>
                  <a:cubicBezTo>
                    <a:pt x="59" y="7"/>
                    <a:pt x="39" y="21"/>
                    <a:pt x="24" y="41"/>
                  </a:cubicBezTo>
                  <a:cubicBezTo>
                    <a:pt x="8" y="61"/>
                    <a:pt x="0" y="84"/>
                    <a:pt x="0" y="110"/>
                  </a:cubicBezTo>
                  <a:cubicBezTo>
                    <a:pt x="0" y="135"/>
                    <a:pt x="8" y="156"/>
                    <a:pt x="24" y="173"/>
                  </a:cubicBezTo>
                  <a:cubicBezTo>
                    <a:pt x="41" y="190"/>
                    <a:pt x="60" y="198"/>
                    <a:pt x="84" y="198"/>
                  </a:cubicBezTo>
                  <a:cubicBezTo>
                    <a:pt x="109" y="198"/>
                    <a:pt x="129" y="190"/>
                    <a:pt x="145" y="173"/>
                  </a:cubicBezTo>
                  <a:cubicBezTo>
                    <a:pt x="162" y="156"/>
                    <a:pt x="170" y="136"/>
                    <a:pt x="170" y="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pPr algn="l"/>
            </a:p>
          </p:txBody>
        </p:sp>
        <p:sp>
          <p:nvSpPr>
            <p:cNvPr id="29" name="îSḻiḑè" descr="01a8db31-6c04-4c46-b49d-d40646508242"/>
            <p:cNvSpPr/>
            <p:nvPr/>
          </p:nvSpPr>
          <p:spPr bwMode="auto">
            <a:xfrm>
              <a:off x="4178301" y="5399334"/>
              <a:ext cx="534357" cy="623254"/>
            </a:xfrm>
            <a:custGeom>
              <a:avLst/>
              <a:gdLst>
                <a:gd name="T0" fmla="*/ 146 w 170"/>
                <a:gd name="T1" fmla="*/ 173 h 198"/>
                <a:gd name="T2" fmla="*/ 170 w 170"/>
                <a:gd name="T3" fmla="*/ 111 h 198"/>
                <a:gd name="T4" fmla="*/ 147 w 170"/>
                <a:gd name="T5" fmla="*/ 52 h 198"/>
                <a:gd name="T6" fmla="*/ 87 w 170"/>
                <a:gd name="T7" fmla="*/ 26 h 198"/>
                <a:gd name="T8" fmla="*/ 87 w 170"/>
                <a:gd name="T9" fmla="*/ 0 h 198"/>
                <a:gd name="T10" fmla="*/ 24 w 170"/>
                <a:gd name="T11" fmla="*/ 41 h 198"/>
                <a:gd name="T12" fmla="*/ 0 w 170"/>
                <a:gd name="T13" fmla="*/ 110 h 198"/>
                <a:gd name="T14" fmla="*/ 25 w 170"/>
                <a:gd name="T15" fmla="*/ 173 h 198"/>
                <a:gd name="T16" fmla="*/ 84 w 170"/>
                <a:gd name="T17" fmla="*/ 198 h 198"/>
                <a:gd name="T18" fmla="*/ 146 w 170"/>
                <a:gd name="T19" fmla="*/ 173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" h="198">
                  <a:moveTo>
                    <a:pt x="146" y="173"/>
                  </a:moveTo>
                  <a:cubicBezTo>
                    <a:pt x="162" y="156"/>
                    <a:pt x="170" y="136"/>
                    <a:pt x="170" y="111"/>
                  </a:cubicBezTo>
                  <a:cubicBezTo>
                    <a:pt x="170" y="87"/>
                    <a:pt x="162" y="68"/>
                    <a:pt x="147" y="52"/>
                  </a:cubicBezTo>
                  <a:cubicBezTo>
                    <a:pt x="132" y="36"/>
                    <a:pt x="111" y="28"/>
                    <a:pt x="87" y="26"/>
                  </a:cubicBezTo>
                  <a:cubicBezTo>
                    <a:pt x="87" y="0"/>
                    <a:pt x="87" y="0"/>
                    <a:pt x="87" y="0"/>
                  </a:cubicBezTo>
                  <a:cubicBezTo>
                    <a:pt x="63" y="7"/>
                    <a:pt x="40" y="21"/>
                    <a:pt x="24" y="41"/>
                  </a:cubicBezTo>
                  <a:cubicBezTo>
                    <a:pt x="8" y="61"/>
                    <a:pt x="0" y="84"/>
                    <a:pt x="0" y="110"/>
                  </a:cubicBezTo>
                  <a:cubicBezTo>
                    <a:pt x="0" y="135"/>
                    <a:pt x="9" y="156"/>
                    <a:pt x="25" y="173"/>
                  </a:cubicBezTo>
                  <a:cubicBezTo>
                    <a:pt x="41" y="190"/>
                    <a:pt x="61" y="198"/>
                    <a:pt x="84" y="198"/>
                  </a:cubicBezTo>
                  <a:cubicBezTo>
                    <a:pt x="109" y="198"/>
                    <a:pt x="129" y="190"/>
                    <a:pt x="146" y="17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pPr algn="l"/>
            </a:p>
          </p:txBody>
        </p:sp>
        <p:sp>
          <p:nvSpPr>
            <p:cNvPr id="30" name="iśļiďe" descr="fa1e043c-a4c8-49ce-ad18-01f0ac579a15"/>
            <p:cNvSpPr/>
            <p:nvPr/>
          </p:nvSpPr>
          <p:spPr bwMode="auto">
            <a:xfrm>
              <a:off x="6848021" y="2227341"/>
              <a:ext cx="1165682" cy="625319"/>
            </a:xfrm>
            <a:custGeom>
              <a:avLst/>
              <a:gdLst>
                <a:gd name="T0" fmla="*/ 146 w 370"/>
                <a:gd name="T1" fmla="*/ 157 h 198"/>
                <a:gd name="T2" fmla="*/ 83 w 370"/>
                <a:gd name="T3" fmla="*/ 198 h 198"/>
                <a:gd name="T4" fmla="*/ 83 w 370"/>
                <a:gd name="T5" fmla="*/ 172 h 198"/>
                <a:gd name="T6" fmla="*/ 23 w 370"/>
                <a:gd name="T7" fmla="*/ 146 h 198"/>
                <a:gd name="T8" fmla="*/ 0 w 370"/>
                <a:gd name="T9" fmla="*/ 87 h 198"/>
                <a:gd name="T10" fmla="*/ 25 w 370"/>
                <a:gd name="T11" fmla="*/ 25 h 198"/>
                <a:gd name="T12" fmla="*/ 86 w 370"/>
                <a:gd name="T13" fmla="*/ 0 h 198"/>
                <a:gd name="T14" fmla="*/ 146 w 370"/>
                <a:gd name="T15" fmla="*/ 25 h 198"/>
                <a:gd name="T16" fmla="*/ 170 w 370"/>
                <a:gd name="T17" fmla="*/ 88 h 198"/>
                <a:gd name="T18" fmla="*/ 146 w 370"/>
                <a:gd name="T19" fmla="*/ 157 h 198"/>
                <a:gd name="T20" fmla="*/ 346 w 370"/>
                <a:gd name="T21" fmla="*/ 157 h 198"/>
                <a:gd name="T22" fmla="*/ 283 w 370"/>
                <a:gd name="T23" fmla="*/ 198 h 198"/>
                <a:gd name="T24" fmla="*/ 283 w 370"/>
                <a:gd name="T25" fmla="*/ 172 h 198"/>
                <a:gd name="T26" fmla="*/ 223 w 370"/>
                <a:gd name="T27" fmla="*/ 146 h 198"/>
                <a:gd name="T28" fmla="*/ 200 w 370"/>
                <a:gd name="T29" fmla="*/ 87 h 198"/>
                <a:gd name="T30" fmla="*/ 224 w 370"/>
                <a:gd name="T31" fmla="*/ 25 h 198"/>
                <a:gd name="T32" fmla="*/ 286 w 370"/>
                <a:gd name="T33" fmla="*/ 0 h 198"/>
                <a:gd name="T34" fmla="*/ 345 w 370"/>
                <a:gd name="T35" fmla="*/ 25 h 198"/>
                <a:gd name="T36" fmla="*/ 370 w 370"/>
                <a:gd name="T37" fmla="*/ 88 h 198"/>
                <a:gd name="T38" fmla="*/ 346 w 370"/>
                <a:gd name="T39" fmla="*/ 157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70" h="198">
                  <a:moveTo>
                    <a:pt x="146" y="157"/>
                  </a:moveTo>
                  <a:cubicBezTo>
                    <a:pt x="131" y="177"/>
                    <a:pt x="111" y="191"/>
                    <a:pt x="83" y="198"/>
                  </a:cubicBezTo>
                  <a:cubicBezTo>
                    <a:pt x="83" y="172"/>
                    <a:pt x="83" y="172"/>
                    <a:pt x="83" y="172"/>
                  </a:cubicBezTo>
                  <a:cubicBezTo>
                    <a:pt x="59" y="170"/>
                    <a:pt x="39" y="162"/>
                    <a:pt x="23" y="146"/>
                  </a:cubicBezTo>
                  <a:cubicBezTo>
                    <a:pt x="8" y="130"/>
                    <a:pt x="0" y="111"/>
                    <a:pt x="0" y="87"/>
                  </a:cubicBezTo>
                  <a:cubicBezTo>
                    <a:pt x="0" y="62"/>
                    <a:pt x="8" y="42"/>
                    <a:pt x="25" y="25"/>
                  </a:cubicBezTo>
                  <a:cubicBezTo>
                    <a:pt x="41" y="8"/>
                    <a:pt x="61" y="0"/>
                    <a:pt x="86" y="0"/>
                  </a:cubicBezTo>
                  <a:cubicBezTo>
                    <a:pt x="110" y="0"/>
                    <a:pt x="129" y="8"/>
                    <a:pt x="146" y="25"/>
                  </a:cubicBezTo>
                  <a:cubicBezTo>
                    <a:pt x="162" y="42"/>
                    <a:pt x="170" y="63"/>
                    <a:pt x="170" y="88"/>
                  </a:cubicBezTo>
                  <a:cubicBezTo>
                    <a:pt x="170" y="114"/>
                    <a:pt x="162" y="137"/>
                    <a:pt x="146" y="157"/>
                  </a:cubicBezTo>
                  <a:close/>
                  <a:moveTo>
                    <a:pt x="346" y="157"/>
                  </a:moveTo>
                  <a:cubicBezTo>
                    <a:pt x="330" y="177"/>
                    <a:pt x="307" y="191"/>
                    <a:pt x="283" y="198"/>
                  </a:cubicBezTo>
                  <a:cubicBezTo>
                    <a:pt x="283" y="172"/>
                    <a:pt x="283" y="172"/>
                    <a:pt x="283" y="172"/>
                  </a:cubicBezTo>
                  <a:cubicBezTo>
                    <a:pt x="259" y="170"/>
                    <a:pt x="238" y="162"/>
                    <a:pt x="223" y="146"/>
                  </a:cubicBezTo>
                  <a:cubicBezTo>
                    <a:pt x="208" y="130"/>
                    <a:pt x="200" y="111"/>
                    <a:pt x="200" y="87"/>
                  </a:cubicBezTo>
                  <a:cubicBezTo>
                    <a:pt x="200" y="62"/>
                    <a:pt x="208" y="42"/>
                    <a:pt x="224" y="25"/>
                  </a:cubicBezTo>
                  <a:cubicBezTo>
                    <a:pt x="241" y="8"/>
                    <a:pt x="261" y="0"/>
                    <a:pt x="286" y="0"/>
                  </a:cubicBezTo>
                  <a:cubicBezTo>
                    <a:pt x="309" y="0"/>
                    <a:pt x="329" y="8"/>
                    <a:pt x="345" y="25"/>
                  </a:cubicBezTo>
                  <a:cubicBezTo>
                    <a:pt x="361" y="42"/>
                    <a:pt x="370" y="63"/>
                    <a:pt x="370" y="88"/>
                  </a:cubicBezTo>
                  <a:cubicBezTo>
                    <a:pt x="370" y="114"/>
                    <a:pt x="362" y="137"/>
                    <a:pt x="346" y="1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pPr algn="l"/>
            </a:p>
          </p:txBody>
        </p:sp>
        <p:sp>
          <p:nvSpPr>
            <p:cNvPr id="19" name="îṧļîḋe" descr="bd4ce03a-c03b-41b4-be75-430c0a93aa4a"/>
            <p:cNvSpPr/>
            <p:nvPr/>
          </p:nvSpPr>
          <p:spPr bwMode="auto">
            <a:xfrm>
              <a:off x="9372314" y="3148684"/>
              <a:ext cx="2139616" cy="2565503"/>
            </a:xfrm>
            <a:custGeom>
              <a:avLst/>
              <a:gdLst>
                <a:gd name="T0" fmla="*/ 764 w 804"/>
                <a:gd name="T1" fmla="*/ 744 h 964"/>
                <a:gd name="T2" fmla="*/ 584 w 804"/>
                <a:gd name="T3" fmla="*/ 924 h 964"/>
                <a:gd name="T4" fmla="*/ 0 w 804"/>
                <a:gd name="T5" fmla="*/ 924 h 964"/>
                <a:gd name="T6" fmla="*/ 0 w 804"/>
                <a:gd name="T7" fmla="*/ 964 h 964"/>
                <a:gd name="T8" fmla="*/ 584 w 804"/>
                <a:gd name="T9" fmla="*/ 964 h 964"/>
                <a:gd name="T10" fmla="*/ 804 w 804"/>
                <a:gd name="T11" fmla="*/ 744 h 964"/>
                <a:gd name="T12" fmla="*/ 804 w 804"/>
                <a:gd name="T13" fmla="*/ 0 h 964"/>
                <a:gd name="T14" fmla="*/ 764 w 804"/>
                <a:gd name="T15" fmla="*/ 0 h 964"/>
                <a:gd name="T16" fmla="*/ 764 w 804"/>
                <a:gd name="T17" fmla="*/ 744 h 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04" h="964">
                  <a:moveTo>
                    <a:pt x="764" y="744"/>
                  </a:moveTo>
                  <a:cubicBezTo>
                    <a:pt x="764" y="843"/>
                    <a:pt x="683" y="924"/>
                    <a:pt x="584" y="924"/>
                  </a:cubicBezTo>
                  <a:cubicBezTo>
                    <a:pt x="0" y="924"/>
                    <a:pt x="0" y="924"/>
                    <a:pt x="0" y="924"/>
                  </a:cubicBezTo>
                  <a:cubicBezTo>
                    <a:pt x="0" y="964"/>
                    <a:pt x="0" y="964"/>
                    <a:pt x="0" y="964"/>
                  </a:cubicBezTo>
                  <a:cubicBezTo>
                    <a:pt x="584" y="964"/>
                    <a:pt x="584" y="964"/>
                    <a:pt x="584" y="964"/>
                  </a:cubicBezTo>
                  <a:cubicBezTo>
                    <a:pt x="705" y="964"/>
                    <a:pt x="804" y="865"/>
                    <a:pt x="804" y="744"/>
                  </a:cubicBezTo>
                  <a:cubicBezTo>
                    <a:pt x="804" y="0"/>
                    <a:pt x="804" y="0"/>
                    <a:pt x="804" y="0"/>
                  </a:cubicBezTo>
                  <a:cubicBezTo>
                    <a:pt x="764" y="0"/>
                    <a:pt x="764" y="0"/>
                    <a:pt x="764" y="0"/>
                  </a:cubicBezTo>
                  <a:lnTo>
                    <a:pt x="764" y="744"/>
                  </a:lnTo>
                  <a:close/>
                </a:path>
              </a:pathLst>
            </a:custGeom>
            <a:solidFill>
              <a:schemeClr val="tx2"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pPr algn="l"/>
            </a:p>
          </p:txBody>
        </p:sp>
        <p:sp>
          <p:nvSpPr>
            <p:cNvPr id="20" name="iṣ1iḋé" descr="73e10685-dbd7-42fe-adfb-695464cf92ea"/>
            <p:cNvSpPr/>
            <p:nvPr/>
          </p:nvSpPr>
          <p:spPr bwMode="auto">
            <a:xfrm>
              <a:off x="8286824" y="2488136"/>
              <a:ext cx="2139616" cy="2609075"/>
            </a:xfrm>
            <a:custGeom>
              <a:avLst/>
              <a:gdLst>
                <a:gd name="T0" fmla="*/ 40 w 804"/>
                <a:gd name="T1" fmla="*/ 220 h 980"/>
                <a:gd name="T2" fmla="*/ 220 w 804"/>
                <a:gd name="T3" fmla="*/ 40 h 980"/>
                <a:gd name="T4" fmla="*/ 804 w 804"/>
                <a:gd name="T5" fmla="*/ 40 h 980"/>
                <a:gd name="T6" fmla="*/ 804 w 804"/>
                <a:gd name="T7" fmla="*/ 0 h 980"/>
                <a:gd name="T8" fmla="*/ 220 w 804"/>
                <a:gd name="T9" fmla="*/ 0 h 980"/>
                <a:gd name="T10" fmla="*/ 0 w 804"/>
                <a:gd name="T11" fmla="*/ 220 h 980"/>
                <a:gd name="T12" fmla="*/ 0 w 804"/>
                <a:gd name="T13" fmla="*/ 980 h 980"/>
                <a:gd name="T14" fmla="*/ 40 w 804"/>
                <a:gd name="T15" fmla="*/ 980 h 980"/>
                <a:gd name="T16" fmla="*/ 40 w 804"/>
                <a:gd name="T17" fmla="*/ 220 h 9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04" h="980">
                  <a:moveTo>
                    <a:pt x="40" y="220"/>
                  </a:moveTo>
                  <a:cubicBezTo>
                    <a:pt x="40" y="121"/>
                    <a:pt x="121" y="40"/>
                    <a:pt x="220" y="40"/>
                  </a:cubicBezTo>
                  <a:cubicBezTo>
                    <a:pt x="804" y="40"/>
                    <a:pt x="804" y="40"/>
                    <a:pt x="804" y="40"/>
                  </a:cubicBezTo>
                  <a:cubicBezTo>
                    <a:pt x="804" y="0"/>
                    <a:pt x="804" y="0"/>
                    <a:pt x="804" y="0"/>
                  </a:cubicBezTo>
                  <a:cubicBezTo>
                    <a:pt x="220" y="0"/>
                    <a:pt x="220" y="0"/>
                    <a:pt x="220" y="0"/>
                  </a:cubicBezTo>
                  <a:cubicBezTo>
                    <a:pt x="99" y="0"/>
                    <a:pt x="0" y="99"/>
                    <a:pt x="0" y="220"/>
                  </a:cubicBezTo>
                  <a:cubicBezTo>
                    <a:pt x="0" y="980"/>
                    <a:pt x="0" y="980"/>
                    <a:pt x="0" y="980"/>
                  </a:cubicBezTo>
                  <a:cubicBezTo>
                    <a:pt x="40" y="980"/>
                    <a:pt x="40" y="980"/>
                    <a:pt x="40" y="980"/>
                  </a:cubicBezTo>
                  <a:lnTo>
                    <a:pt x="40" y="220"/>
                  </a:lnTo>
                  <a:close/>
                </a:path>
              </a:pathLst>
            </a:custGeom>
            <a:solidFill>
              <a:schemeClr val="tx2"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pPr algn="l"/>
            </a:p>
          </p:txBody>
        </p:sp>
        <p:sp>
          <p:nvSpPr>
            <p:cNvPr id="21" name="îṣḻíďé" descr="cbf1f0c4-d914-4f3a-aae1-9eac730b6a68"/>
            <p:cNvSpPr/>
            <p:nvPr/>
          </p:nvSpPr>
          <p:spPr bwMode="auto">
            <a:xfrm>
              <a:off x="8811275" y="5198298"/>
              <a:ext cx="453013" cy="526346"/>
            </a:xfrm>
            <a:custGeom>
              <a:avLst/>
              <a:gdLst>
                <a:gd name="T0" fmla="*/ 170 w 170"/>
                <a:gd name="T1" fmla="*/ 111 h 198"/>
                <a:gd name="T2" fmla="*/ 147 w 170"/>
                <a:gd name="T3" fmla="*/ 52 h 198"/>
                <a:gd name="T4" fmla="*/ 87 w 170"/>
                <a:gd name="T5" fmla="*/ 26 h 198"/>
                <a:gd name="T6" fmla="*/ 87 w 170"/>
                <a:gd name="T7" fmla="*/ 0 h 198"/>
                <a:gd name="T8" fmla="*/ 24 w 170"/>
                <a:gd name="T9" fmla="*/ 41 h 198"/>
                <a:gd name="T10" fmla="*/ 0 w 170"/>
                <a:gd name="T11" fmla="*/ 110 h 198"/>
                <a:gd name="T12" fmla="*/ 24 w 170"/>
                <a:gd name="T13" fmla="*/ 173 h 198"/>
                <a:gd name="T14" fmla="*/ 84 w 170"/>
                <a:gd name="T15" fmla="*/ 198 h 198"/>
                <a:gd name="T16" fmla="*/ 145 w 170"/>
                <a:gd name="T17" fmla="*/ 173 h 198"/>
                <a:gd name="T18" fmla="*/ 170 w 170"/>
                <a:gd name="T19" fmla="*/ 111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" h="198">
                  <a:moveTo>
                    <a:pt x="170" y="111"/>
                  </a:moveTo>
                  <a:cubicBezTo>
                    <a:pt x="170" y="87"/>
                    <a:pt x="162" y="68"/>
                    <a:pt x="147" y="52"/>
                  </a:cubicBezTo>
                  <a:cubicBezTo>
                    <a:pt x="132" y="36"/>
                    <a:pt x="111" y="28"/>
                    <a:pt x="87" y="26"/>
                  </a:cubicBezTo>
                  <a:cubicBezTo>
                    <a:pt x="87" y="0"/>
                    <a:pt x="87" y="0"/>
                    <a:pt x="87" y="0"/>
                  </a:cubicBezTo>
                  <a:cubicBezTo>
                    <a:pt x="59" y="7"/>
                    <a:pt x="39" y="21"/>
                    <a:pt x="24" y="41"/>
                  </a:cubicBezTo>
                  <a:cubicBezTo>
                    <a:pt x="8" y="61"/>
                    <a:pt x="0" y="84"/>
                    <a:pt x="0" y="110"/>
                  </a:cubicBezTo>
                  <a:cubicBezTo>
                    <a:pt x="0" y="135"/>
                    <a:pt x="8" y="156"/>
                    <a:pt x="24" y="173"/>
                  </a:cubicBezTo>
                  <a:cubicBezTo>
                    <a:pt x="41" y="190"/>
                    <a:pt x="60" y="198"/>
                    <a:pt x="84" y="198"/>
                  </a:cubicBezTo>
                  <a:cubicBezTo>
                    <a:pt x="109" y="198"/>
                    <a:pt x="129" y="190"/>
                    <a:pt x="145" y="173"/>
                  </a:cubicBezTo>
                  <a:cubicBezTo>
                    <a:pt x="162" y="156"/>
                    <a:pt x="170" y="136"/>
                    <a:pt x="170" y="111"/>
                  </a:cubicBezTo>
                  <a:close/>
                </a:path>
              </a:pathLst>
            </a:custGeom>
            <a:solidFill>
              <a:schemeClr val="tx2"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pPr algn="l"/>
            </a:p>
          </p:txBody>
        </p:sp>
        <p:sp>
          <p:nvSpPr>
            <p:cNvPr id="22" name="iŝliḋe" descr="0c88d541-db93-4fe4-a8e7-0f5b486287c6"/>
            <p:cNvSpPr/>
            <p:nvPr/>
          </p:nvSpPr>
          <p:spPr bwMode="auto">
            <a:xfrm>
              <a:off x="8279855" y="5198298"/>
              <a:ext cx="451271" cy="526346"/>
            </a:xfrm>
            <a:custGeom>
              <a:avLst/>
              <a:gdLst>
                <a:gd name="T0" fmla="*/ 146 w 170"/>
                <a:gd name="T1" fmla="*/ 173 h 198"/>
                <a:gd name="T2" fmla="*/ 170 w 170"/>
                <a:gd name="T3" fmla="*/ 111 h 198"/>
                <a:gd name="T4" fmla="*/ 147 w 170"/>
                <a:gd name="T5" fmla="*/ 52 h 198"/>
                <a:gd name="T6" fmla="*/ 87 w 170"/>
                <a:gd name="T7" fmla="*/ 26 h 198"/>
                <a:gd name="T8" fmla="*/ 87 w 170"/>
                <a:gd name="T9" fmla="*/ 0 h 198"/>
                <a:gd name="T10" fmla="*/ 24 w 170"/>
                <a:gd name="T11" fmla="*/ 41 h 198"/>
                <a:gd name="T12" fmla="*/ 0 w 170"/>
                <a:gd name="T13" fmla="*/ 110 h 198"/>
                <a:gd name="T14" fmla="*/ 25 w 170"/>
                <a:gd name="T15" fmla="*/ 173 h 198"/>
                <a:gd name="T16" fmla="*/ 84 w 170"/>
                <a:gd name="T17" fmla="*/ 198 h 198"/>
                <a:gd name="T18" fmla="*/ 146 w 170"/>
                <a:gd name="T19" fmla="*/ 173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" h="198">
                  <a:moveTo>
                    <a:pt x="146" y="173"/>
                  </a:moveTo>
                  <a:cubicBezTo>
                    <a:pt x="162" y="156"/>
                    <a:pt x="170" y="136"/>
                    <a:pt x="170" y="111"/>
                  </a:cubicBezTo>
                  <a:cubicBezTo>
                    <a:pt x="170" y="87"/>
                    <a:pt x="162" y="68"/>
                    <a:pt x="147" y="52"/>
                  </a:cubicBezTo>
                  <a:cubicBezTo>
                    <a:pt x="132" y="36"/>
                    <a:pt x="111" y="28"/>
                    <a:pt x="87" y="26"/>
                  </a:cubicBezTo>
                  <a:cubicBezTo>
                    <a:pt x="87" y="0"/>
                    <a:pt x="87" y="0"/>
                    <a:pt x="87" y="0"/>
                  </a:cubicBezTo>
                  <a:cubicBezTo>
                    <a:pt x="63" y="7"/>
                    <a:pt x="40" y="21"/>
                    <a:pt x="24" y="41"/>
                  </a:cubicBezTo>
                  <a:cubicBezTo>
                    <a:pt x="8" y="61"/>
                    <a:pt x="0" y="84"/>
                    <a:pt x="0" y="110"/>
                  </a:cubicBezTo>
                  <a:cubicBezTo>
                    <a:pt x="0" y="135"/>
                    <a:pt x="9" y="156"/>
                    <a:pt x="25" y="173"/>
                  </a:cubicBezTo>
                  <a:cubicBezTo>
                    <a:pt x="41" y="190"/>
                    <a:pt x="61" y="198"/>
                    <a:pt x="84" y="198"/>
                  </a:cubicBezTo>
                  <a:cubicBezTo>
                    <a:pt x="109" y="198"/>
                    <a:pt x="129" y="190"/>
                    <a:pt x="146" y="173"/>
                  </a:cubicBezTo>
                  <a:close/>
                </a:path>
              </a:pathLst>
            </a:custGeom>
            <a:solidFill>
              <a:schemeClr val="tx2"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pPr algn="l"/>
            </a:p>
          </p:txBody>
        </p:sp>
        <p:sp>
          <p:nvSpPr>
            <p:cNvPr id="23" name="ïś1ïḍè" descr="5573138e-c9c6-401c-97d4-6fe95ceb02b0"/>
            <p:cNvSpPr/>
            <p:nvPr/>
          </p:nvSpPr>
          <p:spPr bwMode="auto">
            <a:xfrm>
              <a:off x="10534467" y="2519508"/>
              <a:ext cx="984433" cy="528090"/>
            </a:xfrm>
            <a:custGeom>
              <a:avLst/>
              <a:gdLst>
                <a:gd name="T0" fmla="*/ 146 w 370"/>
                <a:gd name="T1" fmla="*/ 157 h 198"/>
                <a:gd name="T2" fmla="*/ 83 w 370"/>
                <a:gd name="T3" fmla="*/ 198 h 198"/>
                <a:gd name="T4" fmla="*/ 83 w 370"/>
                <a:gd name="T5" fmla="*/ 172 h 198"/>
                <a:gd name="T6" fmla="*/ 23 w 370"/>
                <a:gd name="T7" fmla="*/ 146 h 198"/>
                <a:gd name="T8" fmla="*/ 0 w 370"/>
                <a:gd name="T9" fmla="*/ 87 h 198"/>
                <a:gd name="T10" fmla="*/ 25 w 370"/>
                <a:gd name="T11" fmla="*/ 25 h 198"/>
                <a:gd name="T12" fmla="*/ 86 w 370"/>
                <a:gd name="T13" fmla="*/ 0 h 198"/>
                <a:gd name="T14" fmla="*/ 146 w 370"/>
                <a:gd name="T15" fmla="*/ 25 h 198"/>
                <a:gd name="T16" fmla="*/ 170 w 370"/>
                <a:gd name="T17" fmla="*/ 88 h 198"/>
                <a:gd name="T18" fmla="*/ 146 w 370"/>
                <a:gd name="T19" fmla="*/ 157 h 198"/>
                <a:gd name="T20" fmla="*/ 346 w 370"/>
                <a:gd name="T21" fmla="*/ 157 h 198"/>
                <a:gd name="T22" fmla="*/ 283 w 370"/>
                <a:gd name="T23" fmla="*/ 198 h 198"/>
                <a:gd name="T24" fmla="*/ 283 w 370"/>
                <a:gd name="T25" fmla="*/ 172 h 198"/>
                <a:gd name="T26" fmla="*/ 223 w 370"/>
                <a:gd name="T27" fmla="*/ 146 h 198"/>
                <a:gd name="T28" fmla="*/ 200 w 370"/>
                <a:gd name="T29" fmla="*/ 87 h 198"/>
                <a:gd name="T30" fmla="*/ 224 w 370"/>
                <a:gd name="T31" fmla="*/ 25 h 198"/>
                <a:gd name="T32" fmla="*/ 286 w 370"/>
                <a:gd name="T33" fmla="*/ 0 h 198"/>
                <a:gd name="T34" fmla="*/ 345 w 370"/>
                <a:gd name="T35" fmla="*/ 25 h 198"/>
                <a:gd name="T36" fmla="*/ 370 w 370"/>
                <a:gd name="T37" fmla="*/ 88 h 198"/>
                <a:gd name="T38" fmla="*/ 346 w 370"/>
                <a:gd name="T39" fmla="*/ 157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70" h="198">
                  <a:moveTo>
                    <a:pt x="146" y="157"/>
                  </a:moveTo>
                  <a:cubicBezTo>
                    <a:pt x="131" y="177"/>
                    <a:pt x="111" y="191"/>
                    <a:pt x="83" y="198"/>
                  </a:cubicBezTo>
                  <a:cubicBezTo>
                    <a:pt x="83" y="172"/>
                    <a:pt x="83" y="172"/>
                    <a:pt x="83" y="172"/>
                  </a:cubicBezTo>
                  <a:cubicBezTo>
                    <a:pt x="59" y="170"/>
                    <a:pt x="39" y="162"/>
                    <a:pt x="23" y="146"/>
                  </a:cubicBezTo>
                  <a:cubicBezTo>
                    <a:pt x="8" y="130"/>
                    <a:pt x="0" y="111"/>
                    <a:pt x="0" y="87"/>
                  </a:cubicBezTo>
                  <a:cubicBezTo>
                    <a:pt x="0" y="62"/>
                    <a:pt x="8" y="42"/>
                    <a:pt x="25" y="25"/>
                  </a:cubicBezTo>
                  <a:cubicBezTo>
                    <a:pt x="41" y="8"/>
                    <a:pt x="61" y="0"/>
                    <a:pt x="86" y="0"/>
                  </a:cubicBezTo>
                  <a:cubicBezTo>
                    <a:pt x="110" y="0"/>
                    <a:pt x="129" y="8"/>
                    <a:pt x="146" y="25"/>
                  </a:cubicBezTo>
                  <a:cubicBezTo>
                    <a:pt x="162" y="42"/>
                    <a:pt x="170" y="63"/>
                    <a:pt x="170" y="88"/>
                  </a:cubicBezTo>
                  <a:cubicBezTo>
                    <a:pt x="170" y="114"/>
                    <a:pt x="162" y="137"/>
                    <a:pt x="146" y="157"/>
                  </a:cubicBezTo>
                  <a:close/>
                  <a:moveTo>
                    <a:pt x="346" y="157"/>
                  </a:moveTo>
                  <a:cubicBezTo>
                    <a:pt x="330" y="177"/>
                    <a:pt x="307" y="191"/>
                    <a:pt x="283" y="198"/>
                  </a:cubicBezTo>
                  <a:cubicBezTo>
                    <a:pt x="283" y="172"/>
                    <a:pt x="283" y="172"/>
                    <a:pt x="283" y="172"/>
                  </a:cubicBezTo>
                  <a:cubicBezTo>
                    <a:pt x="259" y="170"/>
                    <a:pt x="238" y="162"/>
                    <a:pt x="223" y="146"/>
                  </a:cubicBezTo>
                  <a:cubicBezTo>
                    <a:pt x="208" y="130"/>
                    <a:pt x="200" y="111"/>
                    <a:pt x="200" y="87"/>
                  </a:cubicBezTo>
                  <a:cubicBezTo>
                    <a:pt x="200" y="62"/>
                    <a:pt x="208" y="42"/>
                    <a:pt x="224" y="25"/>
                  </a:cubicBezTo>
                  <a:cubicBezTo>
                    <a:pt x="241" y="8"/>
                    <a:pt x="261" y="0"/>
                    <a:pt x="286" y="0"/>
                  </a:cubicBezTo>
                  <a:cubicBezTo>
                    <a:pt x="309" y="0"/>
                    <a:pt x="329" y="8"/>
                    <a:pt x="345" y="25"/>
                  </a:cubicBezTo>
                  <a:cubicBezTo>
                    <a:pt x="361" y="42"/>
                    <a:pt x="370" y="63"/>
                    <a:pt x="370" y="88"/>
                  </a:cubicBezTo>
                  <a:cubicBezTo>
                    <a:pt x="370" y="114"/>
                    <a:pt x="362" y="137"/>
                    <a:pt x="346" y="157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pPr algn="l"/>
            </a:p>
          </p:txBody>
        </p:sp>
        <p:sp>
          <p:nvSpPr>
            <p:cNvPr id="24" name="îṡḷiďê" descr="0d906ec7-1468-4b51-ae1a-a075e39ed5fb"/>
            <p:cNvSpPr/>
            <p:nvPr/>
          </p:nvSpPr>
          <p:spPr bwMode="auto">
            <a:xfrm>
              <a:off x="11067629" y="2519508"/>
              <a:ext cx="451271" cy="528090"/>
            </a:xfrm>
            <a:custGeom>
              <a:avLst/>
              <a:gdLst>
                <a:gd name="T0" fmla="*/ 86 w 170"/>
                <a:gd name="T1" fmla="*/ 0 h 198"/>
                <a:gd name="T2" fmla="*/ 24 w 170"/>
                <a:gd name="T3" fmla="*/ 25 h 198"/>
                <a:gd name="T4" fmla="*/ 0 w 170"/>
                <a:gd name="T5" fmla="*/ 87 h 198"/>
                <a:gd name="T6" fmla="*/ 23 w 170"/>
                <a:gd name="T7" fmla="*/ 146 h 198"/>
                <a:gd name="T8" fmla="*/ 83 w 170"/>
                <a:gd name="T9" fmla="*/ 172 h 198"/>
                <a:gd name="T10" fmla="*/ 83 w 170"/>
                <a:gd name="T11" fmla="*/ 198 h 198"/>
                <a:gd name="T12" fmla="*/ 146 w 170"/>
                <a:gd name="T13" fmla="*/ 157 h 198"/>
                <a:gd name="T14" fmla="*/ 170 w 170"/>
                <a:gd name="T15" fmla="*/ 88 h 198"/>
                <a:gd name="T16" fmla="*/ 145 w 170"/>
                <a:gd name="T17" fmla="*/ 25 h 198"/>
                <a:gd name="T18" fmla="*/ 86 w 170"/>
                <a:gd name="T1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" h="198">
                  <a:moveTo>
                    <a:pt x="86" y="0"/>
                  </a:moveTo>
                  <a:cubicBezTo>
                    <a:pt x="61" y="0"/>
                    <a:pt x="41" y="8"/>
                    <a:pt x="24" y="25"/>
                  </a:cubicBezTo>
                  <a:cubicBezTo>
                    <a:pt x="8" y="42"/>
                    <a:pt x="0" y="62"/>
                    <a:pt x="0" y="87"/>
                  </a:cubicBezTo>
                  <a:cubicBezTo>
                    <a:pt x="0" y="111"/>
                    <a:pt x="8" y="130"/>
                    <a:pt x="23" y="146"/>
                  </a:cubicBezTo>
                  <a:cubicBezTo>
                    <a:pt x="38" y="162"/>
                    <a:pt x="59" y="170"/>
                    <a:pt x="83" y="172"/>
                  </a:cubicBezTo>
                  <a:cubicBezTo>
                    <a:pt x="83" y="198"/>
                    <a:pt x="83" y="198"/>
                    <a:pt x="83" y="198"/>
                  </a:cubicBezTo>
                  <a:cubicBezTo>
                    <a:pt x="107" y="191"/>
                    <a:pt x="130" y="177"/>
                    <a:pt x="146" y="157"/>
                  </a:cubicBezTo>
                  <a:cubicBezTo>
                    <a:pt x="162" y="137"/>
                    <a:pt x="170" y="114"/>
                    <a:pt x="170" y="88"/>
                  </a:cubicBezTo>
                  <a:cubicBezTo>
                    <a:pt x="170" y="63"/>
                    <a:pt x="162" y="42"/>
                    <a:pt x="145" y="25"/>
                  </a:cubicBezTo>
                  <a:cubicBezTo>
                    <a:pt x="129" y="8"/>
                    <a:pt x="109" y="0"/>
                    <a:pt x="86" y="0"/>
                  </a:cubicBezTo>
                  <a:close/>
                </a:path>
              </a:pathLst>
            </a:custGeom>
            <a:solidFill>
              <a:schemeClr val="tx2"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pPr algn="l"/>
            </a:p>
          </p:txBody>
        </p:sp>
        <p:sp>
          <p:nvSpPr>
            <p:cNvPr id="25" name="îsḷíḋe" descr="fee9ff35-622a-4864-a1f1-f940998467e2"/>
            <p:cNvSpPr/>
            <p:nvPr/>
          </p:nvSpPr>
          <p:spPr bwMode="auto">
            <a:xfrm>
              <a:off x="10534467" y="2519508"/>
              <a:ext cx="453013" cy="528090"/>
            </a:xfrm>
            <a:custGeom>
              <a:avLst/>
              <a:gdLst>
                <a:gd name="T0" fmla="*/ 146 w 170"/>
                <a:gd name="T1" fmla="*/ 25 h 198"/>
                <a:gd name="T2" fmla="*/ 86 w 170"/>
                <a:gd name="T3" fmla="*/ 0 h 198"/>
                <a:gd name="T4" fmla="*/ 25 w 170"/>
                <a:gd name="T5" fmla="*/ 25 h 198"/>
                <a:gd name="T6" fmla="*/ 0 w 170"/>
                <a:gd name="T7" fmla="*/ 87 h 198"/>
                <a:gd name="T8" fmla="*/ 23 w 170"/>
                <a:gd name="T9" fmla="*/ 146 h 198"/>
                <a:gd name="T10" fmla="*/ 83 w 170"/>
                <a:gd name="T11" fmla="*/ 172 h 198"/>
                <a:gd name="T12" fmla="*/ 83 w 170"/>
                <a:gd name="T13" fmla="*/ 198 h 198"/>
                <a:gd name="T14" fmla="*/ 146 w 170"/>
                <a:gd name="T15" fmla="*/ 157 h 198"/>
                <a:gd name="T16" fmla="*/ 170 w 170"/>
                <a:gd name="T17" fmla="*/ 88 h 198"/>
                <a:gd name="T18" fmla="*/ 146 w 170"/>
                <a:gd name="T19" fmla="*/ 25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" h="198">
                  <a:moveTo>
                    <a:pt x="146" y="25"/>
                  </a:moveTo>
                  <a:cubicBezTo>
                    <a:pt x="129" y="8"/>
                    <a:pt x="110" y="0"/>
                    <a:pt x="86" y="0"/>
                  </a:cubicBezTo>
                  <a:cubicBezTo>
                    <a:pt x="61" y="0"/>
                    <a:pt x="41" y="8"/>
                    <a:pt x="25" y="25"/>
                  </a:cubicBezTo>
                  <a:cubicBezTo>
                    <a:pt x="8" y="42"/>
                    <a:pt x="0" y="62"/>
                    <a:pt x="0" y="87"/>
                  </a:cubicBezTo>
                  <a:cubicBezTo>
                    <a:pt x="0" y="111"/>
                    <a:pt x="8" y="130"/>
                    <a:pt x="23" y="146"/>
                  </a:cubicBezTo>
                  <a:cubicBezTo>
                    <a:pt x="39" y="162"/>
                    <a:pt x="59" y="170"/>
                    <a:pt x="83" y="172"/>
                  </a:cubicBezTo>
                  <a:cubicBezTo>
                    <a:pt x="83" y="198"/>
                    <a:pt x="83" y="198"/>
                    <a:pt x="83" y="198"/>
                  </a:cubicBezTo>
                  <a:cubicBezTo>
                    <a:pt x="111" y="191"/>
                    <a:pt x="131" y="177"/>
                    <a:pt x="146" y="157"/>
                  </a:cubicBezTo>
                  <a:cubicBezTo>
                    <a:pt x="162" y="137"/>
                    <a:pt x="170" y="114"/>
                    <a:pt x="170" y="88"/>
                  </a:cubicBezTo>
                  <a:cubicBezTo>
                    <a:pt x="170" y="63"/>
                    <a:pt x="162" y="42"/>
                    <a:pt x="146" y="25"/>
                  </a:cubicBezTo>
                  <a:close/>
                </a:path>
              </a:pathLst>
            </a:custGeom>
            <a:solidFill>
              <a:schemeClr val="tx2"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pPr algn="l"/>
            </a:p>
          </p:txBody>
        </p:sp>
        <p:sp>
          <p:nvSpPr>
            <p:cNvPr id="39" name="Title" descr="acd7c1f1-baa1-46c6-b21d-70cc5cfb7d6c"/>
            <p:cNvSpPr txBox="1"/>
            <p:nvPr/>
          </p:nvSpPr>
          <p:spPr>
            <a:xfrm>
              <a:off x="660400" y="1130300"/>
              <a:ext cx="10858500" cy="623254"/>
            </a:xfrm>
            <a:prstGeom prst="rect">
              <a:avLst/>
            </a:prstGeom>
            <a:noFill/>
          </p:spPr>
          <p:txBody>
            <a:bodyPr vert="horz" wrap="square" rtlCol="0" anchor="ctr" anchorCtr="0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FFFFFF"/>
                  </a:solidFill>
                  <a:ea typeface="微软雅黑" panose="020B0503020204020204" charset="-122"/>
                </a:rPr>
                <a:t>日常实践中的技能要点</a:t>
              </a:r>
              <a:endParaRPr lang="en-US" sz="2400" b="1" i="0" u="none">
                <a:solidFill>
                  <a:srgbClr val="FFFFFF"/>
                </a:solidFill>
                <a:ea typeface="微软雅黑" panose="020B0503020204020204" charset="-122"/>
              </a:endParaRPr>
            </a:p>
          </p:txBody>
        </p:sp>
        <p:grpSp>
          <p:nvGrpSpPr>
            <p:cNvPr id="42" name="组合 41" descr="92568f2d-54b5-4758-aeee-7f2007332a20"/>
            <p:cNvGrpSpPr/>
            <p:nvPr/>
          </p:nvGrpSpPr>
          <p:grpSpPr>
            <a:xfrm>
              <a:off x="785457" y="3148054"/>
              <a:ext cx="2999168" cy="1800325"/>
              <a:chOff x="785457" y="3148054"/>
              <a:chExt cx="2999168" cy="1800325"/>
            </a:xfrm>
          </p:grpSpPr>
          <p:sp>
            <p:nvSpPr>
              <p:cNvPr id="12" name="Icon1" descr="fb06c0a3-5173-4257-bd37-4010eeb4d967"/>
              <p:cNvSpPr/>
              <p:nvPr/>
            </p:nvSpPr>
            <p:spPr bwMode="auto">
              <a:xfrm>
                <a:off x="1986360" y="3148054"/>
                <a:ext cx="597364" cy="485631"/>
              </a:xfrm>
              <a:custGeom>
                <a:avLst/>
                <a:gdLst>
                  <a:gd name="connsiteX0" fmla="*/ 390482 w 564166"/>
                  <a:gd name="connsiteY0" fmla="*/ 307997 h 458643"/>
                  <a:gd name="connsiteX1" fmla="*/ 403395 w 564166"/>
                  <a:gd name="connsiteY1" fmla="*/ 307997 h 458643"/>
                  <a:gd name="connsiteX2" fmla="*/ 439265 w 564166"/>
                  <a:gd name="connsiteY2" fmla="*/ 353908 h 458643"/>
                  <a:gd name="connsiteX3" fmla="*/ 434961 w 564166"/>
                  <a:gd name="connsiteY3" fmla="*/ 361082 h 458643"/>
                  <a:gd name="connsiteX4" fmla="*/ 419178 w 564166"/>
                  <a:gd name="connsiteY4" fmla="*/ 361082 h 458643"/>
                  <a:gd name="connsiteX5" fmla="*/ 492353 w 564166"/>
                  <a:gd name="connsiteY5" fmla="*/ 419905 h 458643"/>
                  <a:gd name="connsiteX6" fmla="*/ 512440 w 564166"/>
                  <a:gd name="connsiteY6" fmla="*/ 438557 h 458643"/>
                  <a:gd name="connsiteX7" fmla="*/ 492353 w 564166"/>
                  <a:gd name="connsiteY7" fmla="*/ 458643 h 458643"/>
                  <a:gd name="connsiteX8" fmla="*/ 379004 w 564166"/>
                  <a:gd name="connsiteY8" fmla="*/ 361082 h 458643"/>
                  <a:gd name="connsiteX9" fmla="*/ 358916 w 564166"/>
                  <a:gd name="connsiteY9" fmla="*/ 361082 h 458643"/>
                  <a:gd name="connsiteX10" fmla="*/ 354612 w 564166"/>
                  <a:gd name="connsiteY10" fmla="*/ 353908 h 458643"/>
                  <a:gd name="connsiteX11" fmla="*/ 277051 w 564166"/>
                  <a:gd name="connsiteY11" fmla="*/ 307997 h 458643"/>
                  <a:gd name="connsiteX12" fmla="*/ 288553 w 564166"/>
                  <a:gd name="connsiteY12" fmla="*/ 307997 h 458643"/>
                  <a:gd name="connsiteX13" fmla="*/ 324497 w 564166"/>
                  <a:gd name="connsiteY13" fmla="*/ 353908 h 458643"/>
                  <a:gd name="connsiteX14" fmla="*/ 320183 w 564166"/>
                  <a:gd name="connsiteY14" fmla="*/ 361082 h 458643"/>
                  <a:gd name="connsiteX15" fmla="*/ 301493 w 564166"/>
                  <a:gd name="connsiteY15" fmla="*/ 361082 h 458643"/>
                  <a:gd name="connsiteX16" fmla="*/ 301493 w 564166"/>
                  <a:gd name="connsiteY16" fmla="*/ 438557 h 458643"/>
                  <a:gd name="connsiteX17" fmla="*/ 282802 w 564166"/>
                  <a:gd name="connsiteY17" fmla="*/ 458643 h 458643"/>
                  <a:gd name="connsiteX18" fmla="*/ 262673 w 564166"/>
                  <a:gd name="connsiteY18" fmla="*/ 438557 h 458643"/>
                  <a:gd name="connsiteX19" fmla="*/ 262673 w 564166"/>
                  <a:gd name="connsiteY19" fmla="*/ 361082 h 458643"/>
                  <a:gd name="connsiteX20" fmla="*/ 243982 w 564166"/>
                  <a:gd name="connsiteY20" fmla="*/ 361082 h 458643"/>
                  <a:gd name="connsiteX21" fmla="*/ 239669 w 564166"/>
                  <a:gd name="connsiteY21" fmla="*/ 353908 h 458643"/>
                  <a:gd name="connsiteX22" fmla="*/ 162189 w 564166"/>
                  <a:gd name="connsiteY22" fmla="*/ 307997 h 458643"/>
                  <a:gd name="connsiteX23" fmla="*/ 173671 w 564166"/>
                  <a:gd name="connsiteY23" fmla="*/ 307997 h 458643"/>
                  <a:gd name="connsiteX24" fmla="*/ 209554 w 564166"/>
                  <a:gd name="connsiteY24" fmla="*/ 353908 h 458643"/>
                  <a:gd name="connsiteX25" fmla="*/ 205248 w 564166"/>
                  <a:gd name="connsiteY25" fmla="*/ 361082 h 458643"/>
                  <a:gd name="connsiteX26" fmla="*/ 185154 w 564166"/>
                  <a:gd name="connsiteY26" fmla="*/ 361082 h 458643"/>
                  <a:gd name="connsiteX27" fmla="*/ 71765 w 564166"/>
                  <a:gd name="connsiteY27" fmla="*/ 458643 h 458643"/>
                  <a:gd name="connsiteX28" fmla="*/ 53106 w 564166"/>
                  <a:gd name="connsiteY28" fmla="*/ 438557 h 458643"/>
                  <a:gd name="connsiteX29" fmla="*/ 71765 w 564166"/>
                  <a:gd name="connsiteY29" fmla="*/ 419905 h 458643"/>
                  <a:gd name="connsiteX30" fmla="*/ 146401 w 564166"/>
                  <a:gd name="connsiteY30" fmla="*/ 361082 h 458643"/>
                  <a:gd name="connsiteX31" fmla="*/ 129177 w 564166"/>
                  <a:gd name="connsiteY31" fmla="*/ 361082 h 458643"/>
                  <a:gd name="connsiteX32" fmla="*/ 124871 w 564166"/>
                  <a:gd name="connsiteY32" fmla="*/ 353908 h 458643"/>
                  <a:gd name="connsiteX33" fmla="*/ 340222 w 564166"/>
                  <a:gd name="connsiteY33" fmla="*/ 0 h 458643"/>
                  <a:gd name="connsiteX34" fmla="*/ 453630 w 564166"/>
                  <a:gd name="connsiteY34" fmla="*/ 118973 h 458643"/>
                  <a:gd name="connsiteX35" fmla="*/ 525407 w 564166"/>
                  <a:gd name="connsiteY35" fmla="*/ 179176 h 458643"/>
                  <a:gd name="connsiteX36" fmla="*/ 564166 w 564166"/>
                  <a:gd name="connsiteY36" fmla="*/ 232212 h 458643"/>
                  <a:gd name="connsiteX37" fmla="*/ 518229 w 564166"/>
                  <a:gd name="connsiteY37" fmla="*/ 286681 h 458643"/>
                  <a:gd name="connsiteX38" fmla="*/ 45937 w 564166"/>
                  <a:gd name="connsiteY38" fmla="*/ 286681 h 458643"/>
                  <a:gd name="connsiteX39" fmla="*/ 0 w 564166"/>
                  <a:gd name="connsiteY39" fmla="*/ 232212 h 458643"/>
                  <a:gd name="connsiteX40" fmla="*/ 45937 w 564166"/>
                  <a:gd name="connsiteY40" fmla="*/ 179176 h 458643"/>
                  <a:gd name="connsiteX41" fmla="*/ 111972 w 564166"/>
                  <a:gd name="connsiteY41" fmla="*/ 103205 h 458643"/>
                  <a:gd name="connsiteX42" fmla="*/ 134941 w 564166"/>
                  <a:gd name="connsiteY42" fmla="*/ 107505 h 458643"/>
                  <a:gd name="connsiteX43" fmla="*/ 209589 w 564166"/>
                  <a:gd name="connsiteY43" fmla="*/ 22934 h 458643"/>
                  <a:gd name="connsiteX44" fmla="*/ 256961 w 564166"/>
                  <a:gd name="connsiteY44" fmla="*/ 43002 h 458643"/>
                  <a:gd name="connsiteX45" fmla="*/ 340222 w 564166"/>
                  <a:gd name="connsiteY45" fmla="*/ 0 h 458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564166" h="458643">
                    <a:moveTo>
                      <a:pt x="390482" y="307997"/>
                    </a:moveTo>
                    <a:cubicBezTo>
                      <a:pt x="394786" y="303693"/>
                      <a:pt x="399091" y="303693"/>
                      <a:pt x="403395" y="307997"/>
                    </a:cubicBezTo>
                    <a:lnTo>
                      <a:pt x="439265" y="353908"/>
                    </a:lnTo>
                    <a:cubicBezTo>
                      <a:pt x="442135" y="358212"/>
                      <a:pt x="440700" y="361082"/>
                      <a:pt x="434961" y="361082"/>
                    </a:cubicBezTo>
                    <a:lnTo>
                      <a:pt x="419178" y="361082"/>
                    </a:lnTo>
                    <a:cubicBezTo>
                      <a:pt x="426352" y="394081"/>
                      <a:pt x="456483" y="419905"/>
                      <a:pt x="492353" y="419905"/>
                    </a:cubicBezTo>
                    <a:cubicBezTo>
                      <a:pt x="503831" y="419905"/>
                      <a:pt x="512440" y="428514"/>
                      <a:pt x="512440" y="438557"/>
                    </a:cubicBezTo>
                    <a:cubicBezTo>
                      <a:pt x="512440" y="450035"/>
                      <a:pt x="503831" y="458643"/>
                      <a:pt x="492353" y="458643"/>
                    </a:cubicBezTo>
                    <a:cubicBezTo>
                      <a:pt x="434961" y="458643"/>
                      <a:pt x="387612" y="415601"/>
                      <a:pt x="379004" y="361082"/>
                    </a:cubicBezTo>
                    <a:lnTo>
                      <a:pt x="358916" y="361082"/>
                    </a:lnTo>
                    <a:cubicBezTo>
                      <a:pt x="353177" y="361082"/>
                      <a:pt x="351742" y="358212"/>
                      <a:pt x="354612" y="353908"/>
                    </a:cubicBezTo>
                    <a:close/>
                    <a:moveTo>
                      <a:pt x="277051" y="307997"/>
                    </a:moveTo>
                    <a:cubicBezTo>
                      <a:pt x="279926" y="303693"/>
                      <a:pt x="285677" y="303693"/>
                      <a:pt x="288553" y="307997"/>
                    </a:cubicBezTo>
                    <a:lnTo>
                      <a:pt x="324497" y="353908"/>
                    </a:lnTo>
                    <a:cubicBezTo>
                      <a:pt x="327372" y="358212"/>
                      <a:pt x="325934" y="361082"/>
                      <a:pt x="320183" y="361082"/>
                    </a:cubicBezTo>
                    <a:lnTo>
                      <a:pt x="301493" y="361082"/>
                    </a:lnTo>
                    <a:lnTo>
                      <a:pt x="301493" y="438557"/>
                    </a:lnTo>
                    <a:cubicBezTo>
                      <a:pt x="301493" y="450035"/>
                      <a:pt x="292866" y="458643"/>
                      <a:pt x="282802" y="458643"/>
                    </a:cubicBezTo>
                    <a:cubicBezTo>
                      <a:pt x="271300" y="458643"/>
                      <a:pt x="262673" y="450035"/>
                      <a:pt x="262673" y="438557"/>
                    </a:cubicBezTo>
                    <a:lnTo>
                      <a:pt x="262673" y="361082"/>
                    </a:lnTo>
                    <a:lnTo>
                      <a:pt x="243982" y="361082"/>
                    </a:lnTo>
                    <a:cubicBezTo>
                      <a:pt x="238231" y="361082"/>
                      <a:pt x="236793" y="358212"/>
                      <a:pt x="239669" y="353908"/>
                    </a:cubicBezTo>
                    <a:close/>
                    <a:moveTo>
                      <a:pt x="162189" y="307997"/>
                    </a:moveTo>
                    <a:cubicBezTo>
                      <a:pt x="165059" y="303693"/>
                      <a:pt x="169365" y="303693"/>
                      <a:pt x="173671" y="307997"/>
                    </a:cubicBezTo>
                    <a:lnTo>
                      <a:pt x="209554" y="353908"/>
                    </a:lnTo>
                    <a:cubicBezTo>
                      <a:pt x="212424" y="358212"/>
                      <a:pt x="210989" y="361082"/>
                      <a:pt x="205248" y="361082"/>
                    </a:cubicBezTo>
                    <a:lnTo>
                      <a:pt x="185154" y="361082"/>
                    </a:lnTo>
                    <a:cubicBezTo>
                      <a:pt x="176542" y="415601"/>
                      <a:pt x="129177" y="458643"/>
                      <a:pt x="71765" y="458643"/>
                    </a:cubicBezTo>
                    <a:cubicBezTo>
                      <a:pt x="61718" y="458643"/>
                      <a:pt x="53106" y="450035"/>
                      <a:pt x="53106" y="438557"/>
                    </a:cubicBezTo>
                    <a:cubicBezTo>
                      <a:pt x="53106" y="428514"/>
                      <a:pt x="61718" y="419905"/>
                      <a:pt x="71765" y="419905"/>
                    </a:cubicBezTo>
                    <a:cubicBezTo>
                      <a:pt x="107648" y="419905"/>
                      <a:pt x="137789" y="394081"/>
                      <a:pt x="146401" y="361082"/>
                    </a:cubicBezTo>
                    <a:lnTo>
                      <a:pt x="129177" y="361082"/>
                    </a:lnTo>
                    <a:cubicBezTo>
                      <a:pt x="123436" y="361082"/>
                      <a:pt x="122001" y="358212"/>
                      <a:pt x="124871" y="353908"/>
                    </a:cubicBezTo>
                    <a:close/>
                    <a:moveTo>
                      <a:pt x="340222" y="0"/>
                    </a:moveTo>
                    <a:cubicBezTo>
                      <a:pt x="399079" y="0"/>
                      <a:pt x="447888" y="51603"/>
                      <a:pt x="453630" y="118973"/>
                    </a:cubicBezTo>
                    <a:cubicBezTo>
                      <a:pt x="488083" y="118973"/>
                      <a:pt x="515358" y="144774"/>
                      <a:pt x="525407" y="179176"/>
                    </a:cubicBezTo>
                    <a:cubicBezTo>
                      <a:pt x="546940" y="183476"/>
                      <a:pt x="564166" y="204977"/>
                      <a:pt x="564166" y="232212"/>
                    </a:cubicBezTo>
                    <a:cubicBezTo>
                      <a:pt x="564166" y="262313"/>
                      <a:pt x="544069" y="286681"/>
                      <a:pt x="518229" y="286681"/>
                    </a:cubicBezTo>
                    <a:lnTo>
                      <a:pt x="45937" y="286681"/>
                    </a:lnTo>
                    <a:cubicBezTo>
                      <a:pt x="20097" y="286681"/>
                      <a:pt x="0" y="262313"/>
                      <a:pt x="0" y="232212"/>
                    </a:cubicBezTo>
                    <a:cubicBezTo>
                      <a:pt x="0" y="202110"/>
                      <a:pt x="20097" y="179176"/>
                      <a:pt x="45937" y="179176"/>
                    </a:cubicBezTo>
                    <a:cubicBezTo>
                      <a:pt x="45937" y="136173"/>
                      <a:pt x="76084" y="103205"/>
                      <a:pt x="111972" y="103205"/>
                    </a:cubicBezTo>
                    <a:cubicBezTo>
                      <a:pt x="119150" y="103205"/>
                      <a:pt x="127763" y="104639"/>
                      <a:pt x="134941" y="107505"/>
                    </a:cubicBezTo>
                    <a:cubicBezTo>
                      <a:pt x="134941" y="60203"/>
                      <a:pt x="169394" y="22934"/>
                      <a:pt x="209589" y="22934"/>
                    </a:cubicBezTo>
                    <a:cubicBezTo>
                      <a:pt x="228251" y="22934"/>
                      <a:pt x="244042" y="30102"/>
                      <a:pt x="256961" y="43002"/>
                    </a:cubicBezTo>
                    <a:cubicBezTo>
                      <a:pt x="278494" y="15767"/>
                      <a:pt x="307205" y="0"/>
                      <a:pt x="340222" y="0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wrap="square" lIns="91440" tIns="45720" rIns="91440" bIns="45720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/>
              </a:p>
            </p:txBody>
          </p:sp>
          <p:sp>
            <p:nvSpPr>
              <p:cNvPr id="13" name="Text1" descr="565b3c66-6eb2-428f-9828-a4da15dbf436"/>
              <p:cNvSpPr/>
              <p:nvPr/>
            </p:nvSpPr>
            <p:spPr bwMode="auto">
              <a:xfrm>
                <a:off x="785457" y="4156432"/>
                <a:ext cx="2999168" cy="7919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术是具体的技巧和技能，是日常实践中的know - how。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4" name="Bullet1" descr="d343c7b9-6810-4f04-b381-632d25440a57"/>
              <p:cNvSpPr txBox="1"/>
              <p:nvPr/>
            </p:nvSpPr>
            <p:spPr bwMode="auto">
              <a:xfrm>
                <a:off x="785457" y="3714627"/>
                <a:ext cx="2999168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术是技巧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41" name="组合 40" descr="d99dea43-ac58-4134-954c-5b807ac003d0"/>
            <p:cNvGrpSpPr/>
            <p:nvPr/>
          </p:nvGrpSpPr>
          <p:grpSpPr>
            <a:xfrm>
              <a:off x="4646467" y="2842543"/>
              <a:ext cx="2999168" cy="1856192"/>
              <a:chOff x="4646467" y="2842543"/>
              <a:chExt cx="2999168" cy="1856192"/>
            </a:xfrm>
          </p:grpSpPr>
          <p:sp>
            <p:nvSpPr>
              <p:cNvPr id="15" name="Icon2" descr="8533bfdf-56f2-4266-951e-d8f5173e2cbc"/>
              <p:cNvSpPr/>
              <p:nvPr/>
            </p:nvSpPr>
            <p:spPr bwMode="auto">
              <a:xfrm>
                <a:off x="5853204" y="2842543"/>
                <a:ext cx="585696" cy="597364"/>
              </a:xfrm>
              <a:custGeom>
                <a:avLst/>
                <a:gdLst>
                  <a:gd name="connsiteX0" fmla="*/ 54222 w 585452"/>
                  <a:gd name="connsiteY0" fmla="*/ 339785 h 597115"/>
                  <a:gd name="connsiteX1" fmla="*/ 231863 w 585452"/>
                  <a:gd name="connsiteY1" fmla="*/ 478484 h 597115"/>
                  <a:gd name="connsiteX2" fmla="*/ 236511 w 585452"/>
                  <a:gd name="connsiteY2" fmla="*/ 476421 h 597115"/>
                  <a:gd name="connsiteX3" fmla="*/ 230314 w 585452"/>
                  <a:gd name="connsiteY3" fmla="*/ 474359 h 597115"/>
                  <a:gd name="connsiteX4" fmla="*/ 182289 w 585452"/>
                  <a:gd name="connsiteY4" fmla="*/ 420736 h 597115"/>
                  <a:gd name="connsiteX5" fmla="*/ 54222 w 585452"/>
                  <a:gd name="connsiteY5" fmla="*/ 339785 h 597115"/>
                  <a:gd name="connsiteX6" fmla="*/ 47508 w 585452"/>
                  <a:gd name="connsiteY6" fmla="*/ 201087 h 597115"/>
                  <a:gd name="connsiteX7" fmla="*/ 39246 w 585452"/>
                  <a:gd name="connsiteY7" fmla="*/ 259866 h 597115"/>
                  <a:gd name="connsiteX8" fmla="*/ 39246 w 585452"/>
                  <a:gd name="connsiteY8" fmla="*/ 260897 h 597115"/>
                  <a:gd name="connsiteX9" fmla="*/ 161116 w 585452"/>
                  <a:gd name="connsiteY9" fmla="*/ 384643 h 597115"/>
                  <a:gd name="connsiteX10" fmla="*/ 131681 w 585452"/>
                  <a:gd name="connsiteY10" fmla="*/ 276881 h 597115"/>
                  <a:gd name="connsiteX11" fmla="*/ 47508 w 585452"/>
                  <a:gd name="connsiteY11" fmla="*/ 201087 h 597115"/>
                  <a:gd name="connsiteX12" fmla="*/ 116189 w 585452"/>
                  <a:gd name="connsiteY12" fmla="*/ 92809 h 597115"/>
                  <a:gd name="connsiteX13" fmla="*/ 58869 w 585452"/>
                  <a:gd name="connsiteY13" fmla="*/ 169635 h 597115"/>
                  <a:gd name="connsiteX14" fmla="*/ 131165 w 585452"/>
                  <a:gd name="connsiteY14" fmla="*/ 246460 h 597115"/>
                  <a:gd name="connsiteX15" fmla="*/ 149755 w 585452"/>
                  <a:gd name="connsiteY15" fmla="*/ 149526 h 597115"/>
                  <a:gd name="connsiteX16" fmla="*/ 116189 w 585452"/>
                  <a:gd name="connsiteY16" fmla="*/ 92809 h 597115"/>
                  <a:gd name="connsiteX17" fmla="*/ 221535 w 585452"/>
                  <a:gd name="connsiteY17" fmla="*/ 42795 h 597115"/>
                  <a:gd name="connsiteX18" fmla="*/ 141493 w 585452"/>
                  <a:gd name="connsiteY18" fmla="*/ 74247 h 597115"/>
                  <a:gd name="connsiteX19" fmla="*/ 163182 w 585452"/>
                  <a:gd name="connsiteY19" fmla="*/ 119621 h 597115"/>
                  <a:gd name="connsiteX20" fmla="*/ 221535 w 585452"/>
                  <a:gd name="connsiteY20" fmla="*/ 42795 h 597115"/>
                  <a:gd name="connsiteX21" fmla="*/ 496052 w 585452"/>
                  <a:gd name="connsiteY21" fmla="*/ 42574 h 597115"/>
                  <a:gd name="connsiteX22" fmla="*/ 574240 w 585452"/>
                  <a:gd name="connsiteY22" fmla="*/ 399614 h 597115"/>
                  <a:gd name="connsiteX23" fmla="*/ 343397 w 585452"/>
                  <a:gd name="connsiteY23" fmla="*/ 479027 h 597115"/>
                  <a:gd name="connsiteX24" fmla="*/ 374382 w 585452"/>
                  <a:gd name="connsiteY24" fmla="*/ 417147 h 597115"/>
                  <a:gd name="connsiteX25" fmla="*/ 444100 w 585452"/>
                  <a:gd name="connsiteY25" fmla="*/ 402708 h 597115"/>
                  <a:gd name="connsiteX26" fmla="*/ 467856 w 585452"/>
                  <a:gd name="connsiteY26" fmla="*/ 393426 h 597115"/>
                  <a:gd name="connsiteX27" fmla="*/ 487480 w 585452"/>
                  <a:gd name="connsiteY27" fmla="*/ 382597 h 597115"/>
                  <a:gd name="connsiteX28" fmla="*/ 494194 w 585452"/>
                  <a:gd name="connsiteY28" fmla="*/ 376925 h 597115"/>
                  <a:gd name="connsiteX29" fmla="*/ 498842 w 585452"/>
                  <a:gd name="connsiteY29" fmla="*/ 372284 h 597115"/>
                  <a:gd name="connsiteX30" fmla="*/ 502457 w 585452"/>
                  <a:gd name="connsiteY30" fmla="*/ 367127 h 597115"/>
                  <a:gd name="connsiteX31" fmla="*/ 498325 w 585452"/>
                  <a:gd name="connsiteY31" fmla="*/ 371768 h 597115"/>
                  <a:gd name="connsiteX32" fmla="*/ 493161 w 585452"/>
                  <a:gd name="connsiteY32" fmla="*/ 375894 h 597115"/>
                  <a:gd name="connsiteX33" fmla="*/ 485931 w 585452"/>
                  <a:gd name="connsiteY33" fmla="*/ 380535 h 597115"/>
                  <a:gd name="connsiteX34" fmla="*/ 465790 w 585452"/>
                  <a:gd name="connsiteY34" fmla="*/ 388785 h 597115"/>
                  <a:gd name="connsiteX35" fmla="*/ 442035 w 585452"/>
                  <a:gd name="connsiteY35" fmla="*/ 394973 h 597115"/>
                  <a:gd name="connsiteX36" fmla="*/ 395556 w 585452"/>
                  <a:gd name="connsiteY36" fmla="*/ 401677 h 597115"/>
                  <a:gd name="connsiteX37" fmla="*/ 381612 w 585452"/>
                  <a:gd name="connsiteY37" fmla="*/ 402193 h 597115"/>
                  <a:gd name="connsiteX38" fmla="*/ 407950 w 585452"/>
                  <a:gd name="connsiteY38" fmla="*/ 344954 h 597115"/>
                  <a:gd name="connsiteX39" fmla="*/ 465274 w 585452"/>
                  <a:gd name="connsiteY39" fmla="*/ 331031 h 597115"/>
                  <a:gd name="connsiteX40" fmla="*/ 485931 w 585452"/>
                  <a:gd name="connsiteY40" fmla="*/ 322780 h 597115"/>
                  <a:gd name="connsiteX41" fmla="*/ 502973 w 585452"/>
                  <a:gd name="connsiteY41" fmla="*/ 312982 h 597115"/>
                  <a:gd name="connsiteX42" fmla="*/ 509170 w 585452"/>
                  <a:gd name="connsiteY42" fmla="*/ 308341 h 597115"/>
                  <a:gd name="connsiteX43" fmla="*/ 513302 w 585452"/>
                  <a:gd name="connsiteY43" fmla="*/ 303700 h 597115"/>
                  <a:gd name="connsiteX44" fmla="*/ 515884 w 585452"/>
                  <a:gd name="connsiteY44" fmla="*/ 299575 h 597115"/>
                  <a:gd name="connsiteX45" fmla="*/ 512785 w 585452"/>
                  <a:gd name="connsiteY45" fmla="*/ 303700 h 597115"/>
                  <a:gd name="connsiteX46" fmla="*/ 508137 w 585452"/>
                  <a:gd name="connsiteY46" fmla="*/ 307310 h 597115"/>
                  <a:gd name="connsiteX47" fmla="*/ 501940 w 585452"/>
                  <a:gd name="connsiteY47" fmla="*/ 311435 h 597115"/>
                  <a:gd name="connsiteX48" fmla="*/ 484382 w 585452"/>
                  <a:gd name="connsiteY48" fmla="*/ 318655 h 597115"/>
                  <a:gd name="connsiteX49" fmla="*/ 463208 w 585452"/>
                  <a:gd name="connsiteY49" fmla="*/ 323811 h 597115"/>
                  <a:gd name="connsiteX50" fmla="*/ 422927 w 585452"/>
                  <a:gd name="connsiteY50" fmla="*/ 329484 h 597115"/>
                  <a:gd name="connsiteX51" fmla="*/ 413631 w 585452"/>
                  <a:gd name="connsiteY51" fmla="*/ 329999 h 597115"/>
                  <a:gd name="connsiteX52" fmla="*/ 436870 w 585452"/>
                  <a:gd name="connsiteY52" fmla="*/ 271729 h 597115"/>
                  <a:gd name="connsiteX53" fmla="*/ 436870 w 585452"/>
                  <a:gd name="connsiteY53" fmla="*/ 272760 h 597115"/>
                  <a:gd name="connsiteX54" fmla="*/ 482832 w 585452"/>
                  <a:gd name="connsiteY54" fmla="*/ 261931 h 597115"/>
                  <a:gd name="connsiteX55" fmla="*/ 499358 w 585452"/>
                  <a:gd name="connsiteY55" fmla="*/ 255743 h 597115"/>
                  <a:gd name="connsiteX56" fmla="*/ 512269 w 585452"/>
                  <a:gd name="connsiteY56" fmla="*/ 248008 h 597115"/>
                  <a:gd name="connsiteX57" fmla="*/ 517433 w 585452"/>
                  <a:gd name="connsiteY57" fmla="*/ 244398 h 597115"/>
                  <a:gd name="connsiteX58" fmla="*/ 520532 w 585452"/>
                  <a:gd name="connsiteY58" fmla="*/ 240789 h 597115"/>
                  <a:gd name="connsiteX59" fmla="*/ 522597 w 585452"/>
                  <a:gd name="connsiteY59" fmla="*/ 237695 h 597115"/>
                  <a:gd name="connsiteX60" fmla="*/ 520015 w 585452"/>
                  <a:gd name="connsiteY60" fmla="*/ 240789 h 597115"/>
                  <a:gd name="connsiteX61" fmla="*/ 516400 w 585452"/>
                  <a:gd name="connsiteY61" fmla="*/ 243367 h 597115"/>
                  <a:gd name="connsiteX62" fmla="*/ 511752 w 585452"/>
                  <a:gd name="connsiteY62" fmla="*/ 246461 h 597115"/>
                  <a:gd name="connsiteX63" fmla="*/ 497809 w 585452"/>
                  <a:gd name="connsiteY63" fmla="*/ 252133 h 597115"/>
                  <a:gd name="connsiteX64" fmla="*/ 481800 w 585452"/>
                  <a:gd name="connsiteY64" fmla="*/ 256259 h 597115"/>
                  <a:gd name="connsiteX65" fmla="*/ 450297 w 585452"/>
                  <a:gd name="connsiteY65" fmla="*/ 260900 h 597115"/>
                  <a:gd name="connsiteX66" fmla="*/ 441002 w 585452"/>
                  <a:gd name="connsiteY66" fmla="*/ 261415 h 597115"/>
                  <a:gd name="connsiteX67" fmla="*/ 446682 w 585452"/>
                  <a:gd name="connsiteY67" fmla="*/ 239242 h 597115"/>
                  <a:gd name="connsiteX68" fmla="*/ 436354 w 585452"/>
                  <a:gd name="connsiteY68" fmla="*/ 262962 h 597115"/>
                  <a:gd name="connsiteX69" fmla="*/ 435837 w 585452"/>
                  <a:gd name="connsiteY69" fmla="*/ 262962 h 597115"/>
                  <a:gd name="connsiteX70" fmla="*/ 427058 w 585452"/>
                  <a:gd name="connsiteY70" fmla="*/ 256774 h 597115"/>
                  <a:gd name="connsiteX71" fmla="*/ 405368 w 585452"/>
                  <a:gd name="connsiteY71" fmla="*/ 237695 h 597115"/>
                  <a:gd name="connsiteX72" fmla="*/ 395040 w 585452"/>
                  <a:gd name="connsiteY72" fmla="*/ 226866 h 597115"/>
                  <a:gd name="connsiteX73" fmla="*/ 387293 w 585452"/>
                  <a:gd name="connsiteY73" fmla="*/ 216037 h 597115"/>
                  <a:gd name="connsiteX74" fmla="*/ 385227 w 585452"/>
                  <a:gd name="connsiteY74" fmla="*/ 210880 h 597115"/>
                  <a:gd name="connsiteX75" fmla="*/ 384195 w 585452"/>
                  <a:gd name="connsiteY75" fmla="*/ 207270 h 597115"/>
                  <a:gd name="connsiteX76" fmla="*/ 383678 w 585452"/>
                  <a:gd name="connsiteY76" fmla="*/ 203661 h 597115"/>
                  <a:gd name="connsiteX77" fmla="*/ 383678 w 585452"/>
                  <a:gd name="connsiteY77" fmla="*/ 207270 h 597115"/>
                  <a:gd name="connsiteX78" fmla="*/ 384195 w 585452"/>
                  <a:gd name="connsiteY78" fmla="*/ 211396 h 597115"/>
                  <a:gd name="connsiteX79" fmla="*/ 386260 w 585452"/>
                  <a:gd name="connsiteY79" fmla="*/ 216552 h 597115"/>
                  <a:gd name="connsiteX80" fmla="*/ 392457 w 585452"/>
                  <a:gd name="connsiteY80" fmla="*/ 228413 h 597115"/>
                  <a:gd name="connsiteX81" fmla="*/ 401753 w 585452"/>
                  <a:gd name="connsiteY81" fmla="*/ 241304 h 597115"/>
                  <a:gd name="connsiteX82" fmla="*/ 431190 w 585452"/>
                  <a:gd name="connsiteY82" fmla="*/ 272244 h 597115"/>
                  <a:gd name="connsiteX83" fmla="*/ 432222 w 585452"/>
                  <a:gd name="connsiteY83" fmla="*/ 270697 h 597115"/>
                  <a:gd name="connsiteX84" fmla="*/ 400720 w 585452"/>
                  <a:gd name="connsiteY84" fmla="*/ 336187 h 597115"/>
                  <a:gd name="connsiteX85" fmla="*/ 389875 w 585452"/>
                  <a:gd name="connsiteY85" fmla="*/ 327937 h 597115"/>
                  <a:gd name="connsiteX86" fmla="*/ 362505 w 585452"/>
                  <a:gd name="connsiteY86" fmla="*/ 304732 h 597115"/>
                  <a:gd name="connsiteX87" fmla="*/ 349594 w 585452"/>
                  <a:gd name="connsiteY87" fmla="*/ 290808 h 597115"/>
                  <a:gd name="connsiteX88" fmla="*/ 340298 w 585452"/>
                  <a:gd name="connsiteY88" fmla="*/ 276885 h 597115"/>
                  <a:gd name="connsiteX89" fmla="*/ 337200 w 585452"/>
                  <a:gd name="connsiteY89" fmla="*/ 271213 h 597115"/>
                  <a:gd name="connsiteX90" fmla="*/ 336167 w 585452"/>
                  <a:gd name="connsiteY90" fmla="*/ 266056 h 597115"/>
                  <a:gd name="connsiteX91" fmla="*/ 335134 w 585452"/>
                  <a:gd name="connsiteY91" fmla="*/ 261415 h 597115"/>
                  <a:gd name="connsiteX92" fmla="*/ 335650 w 585452"/>
                  <a:gd name="connsiteY92" fmla="*/ 266056 h 597115"/>
                  <a:gd name="connsiteX93" fmla="*/ 336167 w 585452"/>
                  <a:gd name="connsiteY93" fmla="*/ 271213 h 597115"/>
                  <a:gd name="connsiteX94" fmla="*/ 338232 w 585452"/>
                  <a:gd name="connsiteY94" fmla="*/ 277917 h 597115"/>
                  <a:gd name="connsiteX95" fmla="*/ 346495 w 585452"/>
                  <a:gd name="connsiteY95" fmla="*/ 292871 h 597115"/>
                  <a:gd name="connsiteX96" fmla="*/ 357857 w 585452"/>
                  <a:gd name="connsiteY96" fmla="*/ 308857 h 597115"/>
                  <a:gd name="connsiteX97" fmla="*/ 395040 w 585452"/>
                  <a:gd name="connsiteY97" fmla="*/ 347532 h 597115"/>
                  <a:gd name="connsiteX98" fmla="*/ 365603 w 585452"/>
                  <a:gd name="connsiteY98" fmla="*/ 402708 h 597115"/>
                  <a:gd name="connsiteX99" fmla="*/ 350627 w 585452"/>
                  <a:gd name="connsiteY99" fmla="*/ 391364 h 597115"/>
                  <a:gd name="connsiteX100" fmla="*/ 314993 w 585452"/>
                  <a:gd name="connsiteY100" fmla="*/ 360939 h 597115"/>
                  <a:gd name="connsiteX101" fmla="*/ 298467 w 585452"/>
                  <a:gd name="connsiteY101" fmla="*/ 342375 h 597115"/>
                  <a:gd name="connsiteX102" fmla="*/ 286073 w 585452"/>
                  <a:gd name="connsiteY102" fmla="*/ 324843 h 597115"/>
                  <a:gd name="connsiteX103" fmla="*/ 282458 w 585452"/>
                  <a:gd name="connsiteY103" fmla="*/ 317108 h 597115"/>
                  <a:gd name="connsiteX104" fmla="*/ 280392 w 585452"/>
                  <a:gd name="connsiteY104" fmla="*/ 310404 h 597115"/>
                  <a:gd name="connsiteX105" fmla="*/ 279360 w 585452"/>
                  <a:gd name="connsiteY105" fmla="*/ 304732 h 597115"/>
                  <a:gd name="connsiteX106" fmla="*/ 279360 w 585452"/>
                  <a:gd name="connsiteY106" fmla="*/ 310404 h 597115"/>
                  <a:gd name="connsiteX107" fmla="*/ 280909 w 585452"/>
                  <a:gd name="connsiteY107" fmla="*/ 317108 h 597115"/>
                  <a:gd name="connsiteX108" fmla="*/ 283491 w 585452"/>
                  <a:gd name="connsiteY108" fmla="*/ 325874 h 597115"/>
                  <a:gd name="connsiteX109" fmla="*/ 293820 w 585452"/>
                  <a:gd name="connsiteY109" fmla="*/ 345469 h 597115"/>
                  <a:gd name="connsiteX110" fmla="*/ 309312 w 585452"/>
                  <a:gd name="connsiteY110" fmla="*/ 366096 h 597115"/>
                  <a:gd name="connsiteX111" fmla="*/ 357340 w 585452"/>
                  <a:gd name="connsiteY111" fmla="*/ 416631 h 597115"/>
                  <a:gd name="connsiteX112" fmla="*/ 251472 w 585452"/>
                  <a:gd name="connsiteY112" fmla="*/ 597115 h 597115"/>
                  <a:gd name="connsiteX113" fmla="*/ 194665 w 585452"/>
                  <a:gd name="connsiteY113" fmla="*/ 585770 h 597115"/>
                  <a:gd name="connsiteX114" fmla="*/ 306730 w 585452"/>
                  <a:gd name="connsiteY114" fmla="*/ 460979 h 597115"/>
                  <a:gd name="connsiteX115" fmla="*/ 242693 w 585452"/>
                  <a:gd name="connsiteY115" fmla="*/ 256774 h 597115"/>
                  <a:gd name="connsiteX116" fmla="*/ 491612 w 585452"/>
                  <a:gd name="connsiteY116" fmla="*/ 43804 h 597115"/>
                  <a:gd name="connsiteX117" fmla="*/ 496052 w 585452"/>
                  <a:gd name="connsiteY117" fmla="*/ 42574 h 597115"/>
                  <a:gd name="connsiteX118" fmla="*/ 260265 w 585452"/>
                  <a:gd name="connsiteY118" fmla="*/ 0 h 597115"/>
                  <a:gd name="connsiteX119" fmla="*/ 428611 w 585452"/>
                  <a:gd name="connsiteY119" fmla="*/ 62389 h 597115"/>
                  <a:gd name="connsiteX120" fmla="*/ 405890 w 585452"/>
                  <a:gd name="connsiteY120" fmla="*/ 75279 h 597115"/>
                  <a:gd name="connsiteX121" fmla="*/ 364578 w 585452"/>
                  <a:gd name="connsiteY121" fmla="*/ 99512 h 597115"/>
                  <a:gd name="connsiteX122" fmla="*/ 374906 w 585452"/>
                  <a:gd name="connsiteY122" fmla="*/ 71154 h 597115"/>
                  <a:gd name="connsiteX123" fmla="*/ 299512 w 585452"/>
                  <a:gd name="connsiteY123" fmla="*/ 42795 h 597115"/>
                  <a:gd name="connsiteX124" fmla="*/ 351151 w 585452"/>
                  <a:gd name="connsiteY124" fmla="*/ 108278 h 597115"/>
                  <a:gd name="connsiteX125" fmla="*/ 326364 w 585452"/>
                  <a:gd name="connsiteY125" fmla="*/ 124777 h 597115"/>
                  <a:gd name="connsiteX126" fmla="*/ 260265 w 585452"/>
                  <a:gd name="connsiteY126" fmla="*/ 48983 h 597115"/>
                  <a:gd name="connsiteX127" fmla="*/ 185387 w 585452"/>
                  <a:gd name="connsiteY127" fmla="*/ 141792 h 597115"/>
                  <a:gd name="connsiteX128" fmla="*/ 257683 w 585452"/>
                  <a:gd name="connsiteY128" fmla="*/ 166026 h 597115"/>
                  <a:gd name="connsiteX129" fmla="*/ 276790 w 585452"/>
                  <a:gd name="connsiteY129" fmla="*/ 164479 h 597115"/>
                  <a:gd name="connsiteX130" fmla="*/ 248904 w 585452"/>
                  <a:gd name="connsiteY130" fmla="*/ 194900 h 597115"/>
                  <a:gd name="connsiteX131" fmla="*/ 174026 w 585452"/>
                  <a:gd name="connsiteY131" fmla="*/ 169635 h 597115"/>
                  <a:gd name="connsiteX132" fmla="*/ 160083 w 585452"/>
                  <a:gd name="connsiteY132" fmla="*/ 254710 h 597115"/>
                  <a:gd name="connsiteX133" fmla="*/ 160600 w 585452"/>
                  <a:gd name="connsiteY133" fmla="*/ 261929 h 597115"/>
                  <a:gd name="connsiteX134" fmla="*/ 207593 w 585452"/>
                  <a:gd name="connsiteY134" fmla="*/ 277397 h 597115"/>
                  <a:gd name="connsiteX135" fmla="*/ 203461 w 585452"/>
                  <a:gd name="connsiteY135" fmla="*/ 303177 h 597115"/>
                  <a:gd name="connsiteX136" fmla="*/ 162665 w 585452"/>
                  <a:gd name="connsiteY136" fmla="*/ 291318 h 597115"/>
                  <a:gd name="connsiteX137" fmla="*/ 201912 w 585452"/>
                  <a:gd name="connsiteY137" fmla="*/ 398049 h 597115"/>
                  <a:gd name="connsiteX138" fmla="*/ 218437 w 585452"/>
                  <a:gd name="connsiteY138" fmla="*/ 401143 h 597115"/>
                  <a:gd name="connsiteX139" fmla="*/ 233929 w 585452"/>
                  <a:gd name="connsiteY139" fmla="*/ 430017 h 597115"/>
                  <a:gd name="connsiteX140" fmla="*/ 226183 w 585452"/>
                  <a:gd name="connsiteY140" fmla="*/ 429501 h 597115"/>
                  <a:gd name="connsiteX141" fmla="*/ 248904 w 585452"/>
                  <a:gd name="connsiteY141" fmla="*/ 451156 h 597115"/>
                  <a:gd name="connsiteX142" fmla="*/ 260782 w 585452"/>
                  <a:gd name="connsiteY142" fmla="*/ 465078 h 597115"/>
                  <a:gd name="connsiteX143" fmla="*/ 221019 w 585452"/>
                  <a:gd name="connsiteY143" fmla="*/ 516123 h 597115"/>
                  <a:gd name="connsiteX144" fmla="*/ 0 w 585452"/>
                  <a:gd name="connsiteY144" fmla="*/ 259866 h 597115"/>
                  <a:gd name="connsiteX145" fmla="*/ 2582 w 585452"/>
                  <a:gd name="connsiteY145" fmla="*/ 225320 h 597115"/>
                  <a:gd name="connsiteX146" fmla="*/ 23238 w 585452"/>
                  <a:gd name="connsiteY146" fmla="*/ 153651 h 597115"/>
                  <a:gd name="connsiteX147" fmla="*/ 40795 w 585452"/>
                  <a:gd name="connsiteY147" fmla="*/ 121168 h 597115"/>
                  <a:gd name="connsiteX148" fmla="*/ 48541 w 585452"/>
                  <a:gd name="connsiteY148" fmla="*/ 109824 h 597115"/>
                  <a:gd name="connsiteX149" fmla="*/ 108444 w 585452"/>
                  <a:gd name="connsiteY149" fmla="*/ 49498 h 597115"/>
                  <a:gd name="connsiteX150" fmla="*/ 108444 w 585452"/>
                  <a:gd name="connsiteY150" fmla="*/ 46405 h 597115"/>
                  <a:gd name="connsiteX151" fmla="*/ 112058 w 585452"/>
                  <a:gd name="connsiteY151" fmla="*/ 46405 h 597115"/>
                  <a:gd name="connsiteX152" fmla="*/ 260265 w 585452"/>
                  <a:gd name="connsiteY152" fmla="*/ 0 h 597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</a:cxnLst>
                <a:rect l="l" t="t" r="r" b="b"/>
                <a:pathLst>
                  <a:path w="585452" h="597115">
                    <a:moveTo>
                      <a:pt x="54222" y="339785"/>
                    </a:moveTo>
                    <a:cubicBezTo>
                      <a:pt x="83140" y="413517"/>
                      <a:pt x="150788" y="468172"/>
                      <a:pt x="231863" y="478484"/>
                    </a:cubicBezTo>
                    <a:cubicBezTo>
                      <a:pt x="233412" y="477968"/>
                      <a:pt x="234962" y="476937"/>
                      <a:pt x="236511" y="476421"/>
                    </a:cubicBezTo>
                    <a:cubicBezTo>
                      <a:pt x="234445" y="475906"/>
                      <a:pt x="232380" y="474874"/>
                      <a:pt x="230314" y="474359"/>
                    </a:cubicBezTo>
                    <a:cubicBezTo>
                      <a:pt x="212240" y="458891"/>
                      <a:pt x="196232" y="440844"/>
                      <a:pt x="182289" y="420736"/>
                    </a:cubicBezTo>
                    <a:cubicBezTo>
                      <a:pt x="131165" y="406299"/>
                      <a:pt x="86755" y="377425"/>
                      <a:pt x="54222" y="339785"/>
                    </a:cubicBezTo>
                    <a:close/>
                    <a:moveTo>
                      <a:pt x="47508" y="201087"/>
                    </a:moveTo>
                    <a:cubicBezTo>
                      <a:pt x="42344" y="220164"/>
                      <a:pt x="39246" y="239757"/>
                      <a:pt x="39246" y="259866"/>
                    </a:cubicBezTo>
                    <a:cubicBezTo>
                      <a:pt x="39246" y="260382"/>
                      <a:pt x="39246" y="260897"/>
                      <a:pt x="39246" y="260897"/>
                    </a:cubicBezTo>
                    <a:cubicBezTo>
                      <a:pt x="59386" y="316067"/>
                      <a:pt x="103796" y="360410"/>
                      <a:pt x="161116" y="384643"/>
                    </a:cubicBezTo>
                    <a:cubicBezTo>
                      <a:pt x="145108" y="352160"/>
                      <a:pt x="134780" y="315552"/>
                      <a:pt x="131681" y="276881"/>
                    </a:cubicBezTo>
                    <a:cubicBezTo>
                      <a:pt x="97599" y="258319"/>
                      <a:pt x="68681" y="232023"/>
                      <a:pt x="47508" y="201087"/>
                    </a:cubicBezTo>
                    <a:close/>
                    <a:moveTo>
                      <a:pt x="116189" y="92809"/>
                    </a:moveTo>
                    <a:cubicBezTo>
                      <a:pt x="91402" y="113949"/>
                      <a:pt x="72296" y="140245"/>
                      <a:pt x="58869" y="169635"/>
                    </a:cubicBezTo>
                    <a:cubicBezTo>
                      <a:pt x="75394" y="200571"/>
                      <a:pt x="100698" y="226867"/>
                      <a:pt x="131165" y="246460"/>
                    </a:cubicBezTo>
                    <a:cubicBezTo>
                      <a:pt x="132198" y="212430"/>
                      <a:pt x="138911" y="179431"/>
                      <a:pt x="149755" y="149526"/>
                    </a:cubicBezTo>
                    <a:cubicBezTo>
                      <a:pt x="134780" y="133542"/>
                      <a:pt x="122903" y="114465"/>
                      <a:pt x="116189" y="92809"/>
                    </a:cubicBezTo>
                    <a:close/>
                    <a:moveTo>
                      <a:pt x="221535" y="42795"/>
                    </a:moveTo>
                    <a:cubicBezTo>
                      <a:pt x="192100" y="47951"/>
                      <a:pt x="165247" y="58779"/>
                      <a:pt x="141493" y="74247"/>
                    </a:cubicBezTo>
                    <a:cubicBezTo>
                      <a:pt x="145108" y="91263"/>
                      <a:pt x="152854" y="106731"/>
                      <a:pt x="163182" y="119621"/>
                    </a:cubicBezTo>
                    <a:cubicBezTo>
                      <a:pt x="178157" y="90231"/>
                      <a:pt x="197781" y="64451"/>
                      <a:pt x="221535" y="42795"/>
                    </a:cubicBezTo>
                    <a:close/>
                    <a:moveTo>
                      <a:pt x="496052" y="42574"/>
                    </a:moveTo>
                    <a:cubicBezTo>
                      <a:pt x="518886" y="70288"/>
                      <a:pt x="618524" y="296739"/>
                      <a:pt x="574240" y="399614"/>
                    </a:cubicBezTo>
                    <a:cubicBezTo>
                      <a:pt x="527245" y="507905"/>
                      <a:pt x="411049" y="503264"/>
                      <a:pt x="343397" y="479027"/>
                    </a:cubicBezTo>
                    <a:cubicBezTo>
                      <a:pt x="350110" y="460979"/>
                      <a:pt x="365603" y="438805"/>
                      <a:pt x="374382" y="417147"/>
                    </a:cubicBezTo>
                    <a:cubicBezTo>
                      <a:pt x="382645" y="415600"/>
                      <a:pt x="415697" y="411990"/>
                      <a:pt x="444100" y="402708"/>
                    </a:cubicBezTo>
                    <a:cubicBezTo>
                      <a:pt x="452363" y="400130"/>
                      <a:pt x="460626" y="397036"/>
                      <a:pt x="467856" y="393426"/>
                    </a:cubicBezTo>
                    <a:cubicBezTo>
                      <a:pt x="475086" y="390332"/>
                      <a:pt x="482316" y="386723"/>
                      <a:pt x="487480" y="382597"/>
                    </a:cubicBezTo>
                    <a:cubicBezTo>
                      <a:pt x="490062" y="381050"/>
                      <a:pt x="492645" y="378988"/>
                      <a:pt x="494194" y="376925"/>
                    </a:cubicBezTo>
                    <a:cubicBezTo>
                      <a:pt x="496260" y="375378"/>
                      <a:pt x="498325" y="373831"/>
                      <a:pt x="498842" y="372284"/>
                    </a:cubicBezTo>
                    <a:cubicBezTo>
                      <a:pt x="500907" y="368674"/>
                      <a:pt x="502457" y="367127"/>
                      <a:pt x="502457" y="367127"/>
                    </a:cubicBezTo>
                    <a:cubicBezTo>
                      <a:pt x="502457" y="367127"/>
                      <a:pt x="500907" y="368674"/>
                      <a:pt x="498325" y="371768"/>
                    </a:cubicBezTo>
                    <a:cubicBezTo>
                      <a:pt x="497292" y="373315"/>
                      <a:pt x="495227" y="374347"/>
                      <a:pt x="493161" y="375894"/>
                    </a:cubicBezTo>
                    <a:cubicBezTo>
                      <a:pt x="491612" y="377441"/>
                      <a:pt x="489030" y="378988"/>
                      <a:pt x="485931" y="380535"/>
                    </a:cubicBezTo>
                    <a:cubicBezTo>
                      <a:pt x="480767" y="383629"/>
                      <a:pt x="473537" y="386207"/>
                      <a:pt x="465790" y="388785"/>
                    </a:cubicBezTo>
                    <a:cubicBezTo>
                      <a:pt x="458560" y="391364"/>
                      <a:pt x="450297" y="393426"/>
                      <a:pt x="442035" y="394973"/>
                    </a:cubicBezTo>
                    <a:cubicBezTo>
                      <a:pt x="424992" y="398583"/>
                      <a:pt x="407950" y="400130"/>
                      <a:pt x="395556" y="401677"/>
                    </a:cubicBezTo>
                    <a:cubicBezTo>
                      <a:pt x="391425" y="401677"/>
                      <a:pt x="384711" y="402193"/>
                      <a:pt x="381612" y="402193"/>
                    </a:cubicBezTo>
                    <a:cubicBezTo>
                      <a:pt x="389359" y="383629"/>
                      <a:pt x="400204" y="364033"/>
                      <a:pt x="407950" y="344954"/>
                    </a:cubicBezTo>
                    <a:cubicBezTo>
                      <a:pt x="414664" y="343407"/>
                      <a:pt x="440485" y="338766"/>
                      <a:pt x="465274" y="331031"/>
                    </a:cubicBezTo>
                    <a:cubicBezTo>
                      <a:pt x="472504" y="328452"/>
                      <a:pt x="479734" y="325874"/>
                      <a:pt x="485931" y="322780"/>
                    </a:cubicBezTo>
                    <a:cubicBezTo>
                      <a:pt x="492645" y="319686"/>
                      <a:pt x="498325" y="316592"/>
                      <a:pt x="502973" y="312982"/>
                    </a:cubicBezTo>
                    <a:cubicBezTo>
                      <a:pt x="505555" y="311435"/>
                      <a:pt x="507621" y="309888"/>
                      <a:pt x="509170" y="308341"/>
                    </a:cubicBezTo>
                    <a:cubicBezTo>
                      <a:pt x="510720" y="306794"/>
                      <a:pt x="512269" y="305247"/>
                      <a:pt x="513302" y="303700"/>
                    </a:cubicBezTo>
                    <a:cubicBezTo>
                      <a:pt x="514851" y="301122"/>
                      <a:pt x="515884" y="299575"/>
                      <a:pt x="515884" y="299575"/>
                    </a:cubicBezTo>
                    <a:cubicBezTo>
                      <a:pt x="515884" y="299575"/>
                      <a:pt x="514851" y="301122"/>
                      <a:pt x="512785" y="303700"/>
                    </a:cubicBezTo>
                    <a:cubicBezTo>
                      <a:pt x="511752" y="304732"/>
                      <a:pt x="510203" y="305763"/>
                      <a:pt x="508137" y="307310"/>
                    </a:cubicBezTo>
                    <a:cubicBezTo>
                      <a:pt x="506588" y="308857"/>
                      <a:pt x="504522" y="309888"/>
                      <a:pt x="501940" y="311435"/>
                    </a:cubicBezTo>
                    <a:cubicBezTo>
                      <a:pt x="497292" y="314014"/>
                      <a:pt x="491095" y="316592"/>
                      <a:pt x="484382" y="318655"/>
                    </a:cubicBezTo>
                    <a:cubicBezTo>
                      <a:pt x="477668" y="320717"/>
                      <a:pt x="470438" y="322264"/>
                      <a:pt x="463208" y="323811"/>
                    </a:cubicBezTo>
                    <a:cubicBezTo>
                      <a:pt x="448748" y="326905"/>
                      <a:pt x="433772" y="328452"/>
                      <a:pt x="422927" y="329484"/>
                    </a:cubicBezTo>
                    <a:cubicBezTo>
                      <a:pt x="419312" y="329999"/>
                      <a:pt x="416213" y="329999"/>
                      <a:pt x="413631" y="329999"/>
                    </a:cubicBezTo>
                    <a:cubicBezTo>
                      <a:pt x="421894" y="309373"/>
                      <a:pt x="429640" y="289261"/>
                      <a:pt x="436870" y="271729"/>
                    </a:cubicBezTo>
                    <a:lnTo>
                      <a:pt x="436870" y="272760"/>
                    </a:lnTo>
                    <a:cubicBezTo>
                      <a:pt x="436870" y="272760"/>
                      <a:pt x="460626" y="269150"/>
                      <a:pt x="482832" y="261931"/>
                    </a:cubicBezTo>
                    <a:cubicBezTo>
                      <a:pt x="488513" y="259868"/>
                      <a:pt x="494194" y="257806"/>
                      <a:pt x="499358" y="255743"/>
                    </a:cubicBezTo>
                    <a:cubicBezTo>
                      <a:pt x="504522" y="253165"/>
                      <a:pt x="509170" y="250586"/>
                      <a:pt x="512269" y="248008"/>
                    </a:cubicBezTo>
                    <a:cubicBezTo>
                      <a:pt x="514335" y="246977"/>
                      <a:pt x="515884" y="245430"/>
                      <a:pt x="517433" y="244398"/>
                    </a:cubicBezTo>
                    <a:cubicBezTo>
                      <a:pt x="518466" y="242851"/>
                      <a:pt x="519499" y="241820"/>
                      <a:pt x="520532" y="240789"/>
                    </a:cubicBezTo>
                    <a:cubicBezTo>
                      <a:pt x="521565" y="238726"/>
                      <a:pt x="522597" y="237695"/>
                      <a:pt x="522597" y="237695"/>
                    </a:cubicBezTo>
                    <a:cubicBezTo>
                      <a:pt x="522597" y="237695"/>
                      <a:pt x="521565" y="238726"/>
                      <a:pt x="520015" y="240789"/>
                    </a:cubicBezTo>
                    <a:cubicBezTo>
                      <a:pt x="519499" y="241820"/>
                      <a:pt x="517950" y="242336"/>
                      <a:pt x="516400" y="243367"/>
                    </a:cubicBezTo>
                    <a:cubicBezTo>
                      <a:pt x="515367" y="244398"/>
                      <a:pt x="513302" y="245430"/>
                      <a:pt x="511752" y="246461"/>
                    </a:cubicBezTo>
                    <a:cubicBezTo>
                      <a:pt x="507621" y="248524"/>
                      <a:pt x="502973" y="250586"/>
                      <a:pt x="497809" y="252133"/>
                    </a:cubicBezTo>
                    <a:cubicBezTo>
                      <a:pt x="492645" y="253680"/>
                      <a:pt x="487480" y="255227"/>
                      <a:pt x="481800" y="256259"/>
                    </a:cubicBezTo>
                    <a:cubicBezTo>
                      <a:pt x="470438" y="258837"/>
                      <a:pt x="459077" y="259868"/>
                      <a:pt x="450297" y="260900"/>
                    </a:cubicBezTo>
                    <a:cubicBezTo>
                      <a:pt x="446682" y="260900"/>
                      <a:pt x="443584" y="261415"/>
                      <a:pt x="441002" y="261415"/>
                    </a:cubicBezTo>
                    <a:cubicBezTo>
                      <a:pt x="467340" y="194894"/>
                      <a:pt x="479734" y="162407"/>
                      <a:pt x="446682" y="239242"/>
                    </a:cubicBezTo>
                    <a:cubicBezTo>
                      <a:pt x="443067" y="246977"/>
                      <a:pt x="436354" y="262962"/>
                      <a:pt x="436354" y="262962"/>
                    </a:cubicBezTo>
                    <a:cubicBezTo>
                      <a:pt x="435837" y="262962"/>
                      <a:pt x="435837" y="262962"/>
                      <a:pt x="435837" y="262962"/>
                    </a:cubicBezTo>
                    <a:cubicBezTo>
                      <a:pt x="434288" y="261931"/>
                      <a:pt x="431190" y="259868"/>
                      <a:pt x="427058" y="256774"/>
                    </a:cubicBezTo>
                    <a:cubicBezTo>
                      <a:pt x="420861" y="251618"/>
                      <a:pt x="413115" y="245430"/>
                      <a:pt x="405368" y="237695"/>
                    </a:cubicBezTo>
                    <a:cubicBezTo>
                      <a:pt x="401753" y="234085"/>
                      <a:pt x="398138" y="230475"/>
                      <a:pt x="395040" y="226866"/>
                    </a:cubicBezTo>
                    <a:cubicBezTo>
                      <a:pt x="391941" y="222740"/>
                      <a:pt x="389359" y="219131"/>
                      <a:pt x="387293" y="216037"/>
                    </a:cubicBezTo>
                    <a:cubicBezTo>
                      <a:pt x="386777" y="213974"/>
                      <a:pt x="385744" y="212427"/>
                      <a:pt x="385227" y="210880"/>
                    </a:cubicBezTo>
                    <a:cubicBezTo>
                      <a:pt x="384711" y="209333"/>
                      <a:pt x="384195" y="208302"/>
                      <a:pt x="384195" y="207270"/>
                    </a:cubicBezTo>
                    <a:cubicBezTo>
                      <a:pt x="383678" y="204692"/>
                      <a:pt x="383678" y="203661"/>
                      <a:pt x="383678" y="203661"/>
                    </a:cubicBezTo>
                    <a:cubicBezTo>
                      <a:pt x="383678" y="203661"/>
                      <a:pt x="383678" y="204692"/>
                      <a:pt x="383678" y="207270"/>
                    </a:cubicBezTo>
                    <a:cubicBezTo>
                      <a:pt x="383678" y="208302"/>
                      <a:pt x="384195" y="209849"/>
                      <a:pt x="384195" y="211396"/>
                    </a:cubicBezTo>
                    <a:cubicBezTo>
                      <a:pt x="384711" y="212943"/>
                      <a:pt x="385227" y="214490"/>
                      <a:pt x="386260" y="216552"/>
                    </a:cubicBezTo>
                    <a:cubicBezTo>
                      <a:pt x="387293" y="220162"/>
                      <a:pt x="389875" y="224287"/>
                      <a:pt x="392457" y="228413"/>
                    </a:cubicBezTo>
                    <a:cubicBezTo>
                      <a:pt x="395040" y="232538"/>
                      <a:pt x="398138" y="237179"/>
                      <a:pt x="401753" y="241304"/>
                    </a:cubicBezTo>
                    <a:cubicBezTo>
                      <a:pt x="415180" y="257806"/>
                      <a:pt x="431190" y="272244"/>
                      <a:pt x="431190" y="272244"/>
                    </a:cubicBezTo>
                    <a:lnTo>
                      <a:pt x="432222" y="270697"/>
                    </a:lnTo>
                    <a:cubicBezTo>
                      <a:pt x="421894" y="293387"/>
                      <a:pt x="411565" y="315561"/>
                      <a:pt x="400720" y="336187"/>
                    </a:cubicBezTo>
                    <a:cubicBezTo>
                      <a:pt x="398655" y="334640"/>
                      <a:pt x="394523" y="332062"/>
                      <a:pt x="389875" y="327937"/>
                    </a:cubicBezTo>
                    <a:cubicBezTo>
                      <a:pt x="382129" y="322264"/>
                      <a:pt x="371800" y="314014"/>
                      <a:pt x="362505" y="304732"/>
                    </a:cubicBezTo>
                    <a:cubicBezTo>
                      <a:pt x="357857" y="300091"/>
                      <a:pt x="353725" y="295449"/>
                      <a:pt x="349594" y="290808"/>
                    </a:cubicBezTo>
                    <a:cubicBezTo>
                      <a:pt x="345979" y="286167"/>
                      <a:pt x="342364" y="281526"/>
                      <a:pt x="340298" y="276885"/>
                    </a:cubicBezTo>
                    <a:cubicBezTo>
                      <a:pt x="338749" y="274823"/>
                      <a:pt x="337716" y="272760"/>
                      <a:pt x="337200" y="271213"/>
                    </a:cubicBezTo>
                    <a:cubicBezTo>
                      <a:pt x="336683" y="269150"/>
                      <a:pt x="336167" y="267603"/>
                      <a:pt x="336167" y="266056"/>
                    </a:cubicBezTo>
                    <a:cubicBezTo>
                      <a:pt x="335650" y="263478"/>
                      <a:pt x="335134" y="261415"/>
                      <a:pt x="335134" y="261415"/>
                    </a:cubicBezTo>
                    <a:cubicBezTo>
                      <a:pt x="335134" y="261415"/>
                      <a:pt x="335134" y="263478"/>
                      <a:pt x="335650" y="266056"/>
                    </a:cubicBezTo>
                    <a:cubicBezTo>
                      <a:pt x="335134" y="267603"/>
                      <a:pt x="336167" y="269150"/>
                      <a:pt x="336167" y="271213"/>
                    </a:cubicBezTo>
                    <a:cubicBezTo>
                      <a:pt x="336683" y="273276"/>
                      <a:pt x="337716" y="275338"/>
                      <a:pt x="338232" y="277917"/>
                    </a:cubicBezTo>
                    <a:cubicBezTo>
                      <a:pt x="340298" y="282558"/>
                      <a:pt x="342880" y="287714"/>
                      <a:pt x="346495" y="292871"/>
                    </a:cubicBezTo>
                    <a:cubicBezTo>
                      <a:pt x="349594" y="298544"/>
                      <a:pt x="353725" y="303700"/>
                      <a:pt x="357857" y="308857"/>
                    </a:cubicBezTo>
                    <a:cubicBezTo>
                      <a:pt x="374899" y="329484"/>
                      <a:pt x="395040" y="347532"/>
                      <a:pt x="395040" y="347532"/>
                    </a:cubicBezTo>
                    <a:cubicBezTo>
                      <a:pt x="385227" y="366612"/>
                      <a:pt x="375415" y="385176"/>
                      <a:pt x="365603" y="402708"/>
                    </a:cubicBezTo>
                    <a:cubicBezTo>
                      <a:pt x="362505" y="400646"/>
                      <a:pt x="357340" y="397036"/>
                      <a:pt x="350627" y="391364"/>
                    </a:cubicBezTo>
                    <a:cubicBezTo>
                      <a:pt x="340815" y="383629"/>
                      <a:pt x="327387" y="372800"/>
                      <a:pt x="314993" y="360939"/>
                    </a:cubicBezTo>
                    <a:cubicBezTo>
                      <a:pt x="309312" y="354751"/>
                      <a:pt x="303115" y="348563"/>
                      <a:pt x="298467" y="342375"/>
                    </a:cubicBezTo>
                    <a:cubicBezTo>
                      <a:pt x="293303" y="336187"/>
                      <a:pt x="288655" y="330515"/>
                      <a:pt x="286073" y="324843"/>
                    </a:cubicBezTo>
                    <a:cubicBezTo>
                      <a:pt x="284524" y="321749"/>
                      <a:pt x="282975" y="319170"/>
                      <a:pt x="282458" y="317108"/>
                    </a:cubicBezTo>
                    <a:cubicBezTo>
                      <a:pt x="281425" y="314529"/>
                      <a:pt x="280392" y="312467"/>
                      <a:pt x="280392" y="310404"/>
                    </a:cubicBezTo>
                    <a:cubicBezTo>
                      <a:pt x="279876" y="306794"/>
                      <a:pt x="279360" y="304732"/>
                      <a:pt x="279360" y="304732"/>
                    </a:cubicBezTo>
                    <a:cubicBezTo>
                      <a:pt x="279360" y="304732"/>
                      <a:pt x="279360" y="306794"/>
                      <a:pt x="279360" y="310404"/>
                    </a:cubicBezTo>
                    <a:cubicBezTo>
                      <a:pt x="279360" y="312467"/>
                      <a:pt x="280392" y="314529"/>
                      <a:pt x="280909" y="317108"/>
                    </a:cubicBezTo>
                    <a:cubicBezTo>
                      <a:pt x="281425" y="320202"/>
                      <a:pt x="282458" y="322780"/>
                      <a:pt x="283491" y="325874"/>
                    </a:cubicBezTo>
                    <a:cubicBezTo>
                      <a:pt x="286073" y="332062"/>
                      <a:pt x="289688" y="338766"/>
                      <a:pt x="293820" y="345469"/>
                    </a:cubicBezTo>
                    <a:cubicBezTo>
                      <a:pt x="298467" y="352689"/>
                      <a:pt x="303632" y="359392"/>
                      <a:pt x="309312" y="366096"/>
                    </a:cubicBezTo>
                    <a:cubicBezTo>
                      <a:pt x="331002" y="393426"/>
                      <a:pt x="356824" y="416631"/>
                      <a:pt x="357340" y="416631"/>
                    </a:cubicBezTo>
                    <a:cubicBezTo>
                      <a:pt x="347528" y="433648"/>
                      <a:pt x="251472" y="597115"/>
                      <a:pt x="251472" y="597115"/>
                    </a:cubicBezTo>
                    <a:lnTo>
                      <a:pt x="194665" y="585770"/>
                    </a:lnTo>
                    <a:cubicBezTo>
                      <a:pt x="202412" y="577004"/>
                      <a:pt x="206027" y="607944"/>
                      <a:pt x="306730" y="460979"/>
                    </a:cubicBezTo>
                    <a:cubicBezTo>
                      <a:pt x="254571" y="423851"/>
                      <a:pt x="203445" y="347016"/>
                      <a:pt x="242693" y="256774"/>
                    </a:cubicBezTo>
                    <a:cubicBezTo>
                      <a:pt x="293303" y="139202"/>
                      <a:pt x="495743" y="85057"/>
                      <a:pt x="491612" y="43804"/>
                    </a:cubicBezTo>
                    <a:cubicBezTo>
                      <a:pt x="491095" y="38712"/>
                      <a:pt x="492790" y="38615"/>
                      <a:pt x="496052" y="42574"/>
                    </a:cubicBezTo>
                    <a:close/>
                    <a:moveTo>
                      <a:pt x="260265" y="0"/>
                    </a:moveTo>
                    <a:cubicBezTo>
                      <a:pt x="324299" y="0"/>
                      <a:pt x="383168" y="23718"/>
                      <a:pt x="428611" y="62389"/>
                    </a:cubicBezTo>
                    <a:cubicBezTo>
                      <a:pt x="420865" y="66513"/>
                      <a:pt x="413119" y="71154"/>
                      <a:pt x="405890" y="75279"/>
                    </a:cubicBezTo>
                    <a:cubicBezTo>
                      <a:pt x="392980" y="83013"/>
                      <a:pt x="379037" y="91263"/>
                      <a:pt x="364578" y="99512"/>
                    </a:cubicBezTo>
                    <a:cubicBezTo>
                      <a:pt x="369225" y="90747"/>
                      <a:pt x="372840" y="81466"/>
                      <a:pt x="374906" y="71154"/>
                    </a:cubicBezTo>
                    <a:cubicBezTo>
                      <a:pt x="352184" y="57748"/>
                      <a:pt x="326364" y="47436"/>
                      <a:pt x="299512" y="42795"/>
                    </a:cubicBezTo>
                    <a:cubicBezTo>
                      <a:pt x="319651" y="61357"/>
                      <a:pt x="336692" y="83528"/>
                      <a:pt x="351151" y="108278"/>
                    </a:cubicBezTo>
                    <a:cubicBezTo>
                      <a:pt x="342889" y="113434"/>
                      <a:pt x="334627" y="119105"/>
                      <a:pt x="326364" y="124777"/>
                    </a:cubicBezTo>
                    <a:cubicBezTo>
                      <a:pt x="309323" y="94356"/>
                      <a:pt x="287118" y="68576"/>
                      <a:pt x="260265" y="48983"/>
                    </a:cubicBezTo>
                    <a:cubicBezTo>
                      <a:pt x="228765" y="72185"/>
                      <a:pt x="202945" y="104153"/>
                      <a:pt x="185387" y="141792"/>
                    </a:cubicBezTo>
                    <a:cubicBezTo>
                      <a:pt x="205527" y="157260"/>
                      <a:pt x="230314" y="166026"/>
                      <a:pt x="257683" y="166026"/>
                    </a:cubicBezTo>
                    <a:cubicBezTo>
                      <a:pt x="264396" y="166026"/>
                      <a:pt x="270593" y="165510"/>
                      <a:pt x="276790" y="164479"/>
                    </a:cubicBezTo>
                    <a:cubicBezTo>
                      <a:pt x="266462" y="174275"/>
                      <a:pt x="257683" y="184587"/>
                      <a:pt x="248904" y="194900"/>
                    </a:cubicBezTo>
                    <a:cubicBezTo>
                      <a:pt x="221019" y="193353"/>
                      <a:pt x="195715" y="184587"/>
                      <a:pt x="174026" y="169635"/>
                    </a:cubicBezTo>
                    <a:cubicBezTo>
                      <a:pt x="165247" y="196446"/>
                      <a:pt x="160083" y="224805"/>
                      <a:pt x="160083" y="254710"/>
                    </a:cubicBezTo>
                    <a:cubicBezTo>
                      <a:pt x="160083" y="257288"/>
                      <a:pt x="160600" y="259866"/>
                      <a:pt x="160600" y="261929"/>
                    </a:cubicBezTo>
                    <a:cubicBezTo>
                      <a:pt x="175575" y="268631"/>
                      <a:pt x="191067" y="273788"/>
                      <a:pt x="207593" y="277397"/>
                    </a:cubicBezTo>
                    <a:cubicBezTo>
                      <a:pt x="205527" y="286162"/>
                      <a:pt x="204494" y="294412"/>
                      <a:pt x="203461" y="303177"/>
                    </a:cubicBezTo>
                    <a:cubicBezTo>
                      <a:pt x="189518" y="300084"/>
                      <a:pt x="175575" y="296474"/>
                      <a:pt x="162665" y="291318"/>
                    </a:cubicBezTo>
                    <a:cubicBezTo>
                      <a:pt x="168346" y="331020"/>
                      <a:pt x="181772" y="367112"/>
                      <a:pt x="201912" y="398049"/>
                    </a:cubicBezTo>
                    <a:cubicBezTo>
                      <a:pt x="207593" y="399596"/>
                      <a:pt x="213273" y="400111"/>
                      <a:pt x="218437" y="401143"/>
                    </a:cubicBezTo>
                    <a:cubicBezTo>
                      <a:pt x="223085" y="410939"/>
                      <a:pt x="228249" y="420736"/>
                      <a:pt x="233929" y="430017"/>
                    </a:cubicBezTo>
                    <a:cubicBezTo>
                      <a:pt x="231347" y="430017"/>
                      <a:pt x="228765" y="430017"/>
                      <a:pt x="226183" y="429501"/>
                    </a:cubicBezTo>
                    <a:cubicBezTo>
                      <a:pt x="233412" y="437751"/>
                      <a:pt x="240642" y="444454"/>
                      <a:pt x="248904" y="451156"/>
                    </a:cubicBezTo>
                    <a:cubicBezTo>
                      <a:pt x="252519" y="456313"/>
                      <a:pt x="256650" y="460953"/>
                      <a:pt x="260782" y="465078"/>
                    </a:cubicBezTo>
                    <a:cubicBezTo>
                      <a:pt x="242191" y="491374"/>
                      <a:pt x="229281" y="506842"/>
                      <a:pt x="221019" y="516123"/>
                    </a:cubicBezTo>
                    <a:cubicBezTo>
                      <a:pt x="96050" y="497561"/>
                      <a:pt x="0" y="389799"/>
                      <a:pt x="0" y="259866"/>
                    </a:cubicBezTo>
                    <a:cubicBezTo>
                      <a:pt x="0" y="248007"/>
                      <a:pt x="1033" y="236664"/>
                      <a:pt x="2582" y="225320"/>
                    </a:cubicBezTo>
                    <a:cubicBezTo>
                      <a:pt x="6197" y="200056"/>
                      <a:pt x="12910" y="176338"/>
                      <a:pt x="23238" y="153651"/>
                    </a:cubicBezTo>
                    <a:cubicBezTo>
                      <a:pt x="28402" y="142823"/>
                      <a:pt x="34082" y="131996"/>
                      <a:pt x="40795" y="121168"/>
                    </a:cubicBezTo>
                    <a:cubicBezTo>
                      <a:pt x="42861" y="117559"/>
                      <a:pt x="45443" y="113434"/>
                      <a:pt x="48541" y="109824"/>
                    </a:cubicBezTo>
                    <a:cubicBezTo>
                      <a:pt x="65066" y="86622"/>
                      <a:pt x="85206" y="65998"/>
                      <a:pt x="108444" y="49498"/>
                    </a:cubicBezTo>
                    <a:cubicBezTo>
                      <a:pt x="108444" y="48467"/>
                      <a:pt x="108444" y="47436"/>
                      <a:pt x="108444" y="46405"/>
                    </a:cubicBezTo>
                    <a:lnTo>
                      <a:pt x="112058" y="46405"/>
                    </a:lnTo>
                    <a:cubicBezTo>
                      <a:pt x="154403" y="17531"/>
                      <a:pt x="205011" y="0"/>
                      <a:pt x="26026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wrap="square" lIns="91440" tIns="45720" rIns="91440" bIns="45720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/>
              </a:p>
            </p:txBody>
          </p:sp>
          <p:sp>
            <p:nvSpPr>
              <p:cNvPr id="16" name="Text2" descr="cb4e61d3-6573-42be-b554-f36a8abe839a"/>
              <p:cNvSpPr/>
              <p:nvPr/>
            </p:nvSpPr>
            <p:spPr bwMode="auto">
              <a:xfrm>
                <a:off x="4646467" y="3906788"/>
                <a:ext cx="2999168" cy="7919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如何写出好的提示词、如何选择合适的模型等技巧需要在实践中不断打磨。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7" name="Bullet2" descr="dd1367cd-9317-496a-bc69-468369b742ad"/>
              <p:cNvSpPr txBox="1"/>
              <p:nvPr/>
            </p:nvSpPr>
            <p:spPr bwMode="auto">
              <a:xfrm>
                <a:off x="4646467" y="3464983"/>
                <a:ext cx="2999168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技巧打磨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43" name="组合 42" descr="8664ac71-0692-4245-b42e-04bfd38c4380"/>
            <p:cNvGrpSpPr/>
            <p:nvPr/>
          </p:nvGrpSpPr>
          <p:grpSpPr>
            <a:xfrm>
              <a:off x="8386756" y="3100252"/>
              <a:ext cx="2999168" cy="1848127"/>
              <a:chOff x="8386756" y="3100252"/>
              <a:chExt cx="2999168" cy="1848127"/>
            </a:xfrm>
          </p:grpSpPr>
          <p:sp>
            <p:nvSpPr>
              <p:cNvPr id="9" name="Icon3" descr="f3e0ea48-c439-4aef-adb8-f63ee1fb2af3"/>
              <p:cNvSpPr/>
              <p:nvPr/>
            </p:nvSpPr>
            <p:spPr bwMode="auto">
              <a:xfrm>
                <a:off x="9587659" y="3100252"/>
                <a:ext cx="597364" cy="581236"/>
              </a:xfrm>
              <a:custGeom>
                <a:avLst/>
                <a:gdLst>
                  <a:gd name="connsiteX0" fmla="*/ 273512 w 601147"/>
                  <a:gd name="connsiteY0" fmla="*/ 584635 h 584917"/>
                  <a:gd name="connsiteX1" fmla="*/ 273513 w 601147"/>
                  <a:gd name="connsiteY1" fmla="*/ 584635 h 584917"/>
                  <a:gd name="connsiteX2" fmla="*/ 273583 w 601147"/>
                  <a:gd name="connsiteY2" fmla="*/ 584635 h 584917"/>
                  <a:gd name="connsiteX3" fmla="*/ 273583 w 601147"/>
                  <a:gd name="connsiteY3" fmla="*/ 584917 h 584917"/>
                  <a:gd name="connsiteX4" fmla="*/ 273512 w 601147"/>
                  <a:gd name="connsiteY4" fmla="*/ 584917 h 584917"/>
                  <a:gd name="connsiteX5" fmla="*/ 509977 w 601147"/>
                  <a:gd name="connsiteY5" fmla="*/ 386927 h 584917"/>
                  <a:gd name="connsiteX6" fmla="*/ 441599 w 601147"/>
                  <a:gd name="connsiteY6" fmla="*/ 411333 h 584917"/>
                  <a:gd name="connsiteX7" fmla="*/ 441599 w 601147"/>
                  <a:gd name="connsiteY7" fmla="*/ 471114 h 584917"/>
                  <a:gd name="connsiteX8" fmla="*/ 509977 w 601147"/>
                  <a:gd name="connsiteY8" fmla="*/ 558592 h 584917"/>
                  <a:gd name="connsiteX9" fmla="*/ 509977 w 601147"/>
                  <a:gd name="connsiteY9" fmla="*/ 356214 h 584917"/>
                  <a:gd name="connsiteX10" fmla="*/ 601147 w 601147"/>
                  <a:gd name="connsiteY10" fmla="*/ 385008 h 584917"/>
                  <a:gd name="connsiteX11" fmla="*/ 601147 w 601147"/>
                  <a:gd name="connsiteY11" fmla="*/ 471114 h 584917"/>
                  <a:gd name="connsiteX12" fmla="*/ 509977 w 601147"/>
                  <a:gd name="connsiteY12" fmla="*/ 584917 h 584917"/>
                  <a:gd name="connsiteX13" fmla="*/ 418806 w 601147"/>
                  <a:gd name="connsiteY13" fmla="*/ 471114 h 584917"/>
                  <a:gd name="connsiteX14" fmla="*/ 418806 w 601147"/>
                  <a:gd name="connsiteY14" fmla="*/ 385008 h 584917"/>
                  <a:gd name="connsiteX15" fmla="*/ 509977 w 601147"/>
                  <a:gd name="connsiteY15" fmla="*/ 356214 h 584917"/>
                  <a:gd name="connsiteX16" fmla="*/ 273513 w 601147"/>
                  <a:gd name="connsiteY16" fmla="*/ 0 h 584917"/>
                  <a:gd name="connsiteX17" fmla="*/ 424549 w 601147"/>
                  <a:gd name="connsiteY17" fmla="*/ 150820 h 584917"/>
                  <a:gd name="connsiteX18" fmla="*/ 341067 w 601147"/>
                  <a:gd name="connsiteY18" fmla="*/ 308771 h 584917"/>
                  <a:gd name="connsiteX19" fmla="*/ 453383 w 601147"/>
                  <a:gd name="connsiteY19" fmla="*/ 364163 h 584917"/>
                  <a:gd name="connsiteX20" fmla="*/ 427570 w 601147"/>
                  <a:gd name="connsiteY20" fmla="*/ 363889 h 584917"/>
                  <a:gd name="connsiteX21" fmla="*/ 395989 w 601147"/>
                  <a:gd name="connsiteY21" fmla="*/ 351000 h 584917"/>
                  <a:gd name="connsiteX22" fmla="*/ 395989 w 601147"/>
                  <a:gd name="connsiteY22" fmla="*/ 471108 h 584917"/>
                  <a:gd name="connsiteX23" fmla="*/ 449264 w 601147"/>
                  <a:gd name="connsiteY23" fmla="*/ 570376 h 584917"/>
                  <a:gd name="connsiteX24" fmla="*/ 273513 w 601147"/>
                  <a:gd name="connsiteY24" fmla="*/ 584635 h 584917"/>
                  <a:gd name="connsiteX25" fmla="*/ 350129 w 601147"/>
                  <a:gd name="connsiteY25" fmla="*/ 508402 h 584917"/>
                  <a:gd name="connsiteX26" fmla="*/ 285595 w 601147"/>
                  <a:gd name="connsiteY26" fmla="*/ 352646 h 584917"/>
                  <a:gd name="connsiteX27" fmla="*/ 286419 w 601147"/>
                  <a:gd name="connsiteY27" fmla="*/ 352646 h 584917"/>
                  <a:gd name="connsiteX28" fmla="*/ 311409 w 601147"/>
                  <a:gd name="connsiteY28" fmla="*/ 323853 h 584917"/>
                  <a:gd name="connsiteX29" fmla="*/ 273513 w 601147"/>
                  <a:gd name="connsiteY29" fmla="*/ 330708 h 584917"/>
                  <a:gd name="connsiteX30" fmla="*/ 235616 w 601147"/>
                  <a:gd name="connsiteY30" fmla="*/ 323853 h 584917"/>
                  <a:gd name="connsiteX31" fmla="*/ 260880 w 601147"/>
                  <a:gd name="connsiteY31" fmla="*/ 352646 h 584917"/>
                  <a:gd name="connsiteX32" fmla="*/ 261430 w 601147"/>
                  <a:gd name="connsiteY32" fmla="*/ 352646 h 584917"/>
                  <a:gd name="connsiteX33" fmla="*/ 196896 w 601147"/>
                  <a:gd name="connsiteY33" fmla="*/ 508402 h 584917"/>
                  <a:gd name="connsiteX34" fmla="*/ 273513 w 601147"/>
                  <a:gd name="connsiteY34" fmla="*/ 584635 h 584917"/>
                  <a:gd name="connsiteX35" fmla="*/ 0 w 601147"/>
                  <a:gd name="connsiteY35" fmla="*/ 517451 h 584917"/>
                  <a:gd name="connsiteX36" fmla="*/ 205958 w 601147"/>
                  <a:gd name="connsiteY36" fmla="*/ 308771 h 584917"/>
                  <a:gd name="connsiteX37" fmla="*/ 122476 w 601147"/>
                  <a:gd name="connsiteY37" fmla="*/ 150820 h 584917"/>
                  <a:gd name="connsiteX38" fmla="*/ 273513 w 601147"/>
                  <a:gd name="connsiteY38" fmla="*/ 0 h 584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601147" h="584917">
                    <a:moveTo>
                      <a:pt x="273512" y="584635"/>
                    </a:moveTo>
                    <a:lnTo>
                      <a:pt x="273513" y="584635"/>
                    </a:lnTo>
                    <a:lnTo>
                      <a:pt x="273583" y="584635"/>
                    </a:lnTo>
                    <a:lnTo>
                      <a:pt x="273583" y="584917"/>
                    </a:lnTo>
                    <a:lnTo>
                      <a:pt x="273512" y="584917"/>
                    </a:lnTo>
                    <a:close/>
                    <a:moveTo>
                      <a:pt x="509977" y="386927"/>
                    </a:moveTo>
                    <a:cubicBezTo>
                      <a:pt x="484163" y="406671"/>
                      <a:pt x="459448" y="411333"/>
                      <a:pt x="441599" y="411333"/>
                    </a:cubicBezTo>
                    <a:lnTo>
                      <a:pt x="441599" y="471114"/>
                    </a:lnTo>
                    <a:cubicBezTo>
                      <a:pt x="441599" y="509505"/>
                      <a:pt x="484438" y="543235"/>
                      <a:pt x="509977" y="558592"/>
                    </a:cubicBezTo>
                    <a:close/>
                    <a:moveTo>
                      <a:pt x="509977" y="356214"/>
                    </a:moveTo>
                    <a:cubicBezTo>
                      <a:pt x="555562" y="403929"/>
                      <a:pt x="601147" y="385008"/>
                      <a:pt x="601147" y="385008"/>
                    </a:cubicBezTo>
                    <a:lnTo>
                      <a:pt x="601147" y="471114"/>
                    </a:lnTo>
                    <a:cubicBezTo>
                      <a:pt x="601147" y="539396"/>
                      <a:pt x="509977" y="584917"/>
                      <a:pt x="509977" y="584917"/>
                    </a:cubicBezTo>
                    <a:cubicBezTo>
                      <a:pt x="509977" y="584917"/>
                      <a:pt x="418806" y="539396"/>
                      <a:pt x="418806" y="471114"/>
                    </a:cubicBezTo>
                    <a:lnTo>
                      <a:pt x="418806" y="385008"/>
                    </a:lnTo>
                    <a:cubicBezTo>
                      <a:pt x="418806" y="385008"/>
                      <a:pt x="464391" y="403929"/>
                      <a:pt x="509977" y="356214"/>
                    </a:cubicBezTo>
                    <a:close/>
                    <a:moveTo>
                      <a:pt x="273513" y="0"/>
                    </a:moveTo>
                    <a:cubicBezTo>
                      <a:pt x="356994" y="0"/>
                      <a:pt x="424549" y="67458"/>
                      <a:pt x="424549" y="150820"/>
                    </a:cubicBezTo>
                    <a:cubicBezTo>
                      <a:pt x="424549" y="210052"/>
                      <a:pt x="390497" y="275590"/>
                      <a:pt x="341067" y="308771"/>
                    </a:cubicBezTo>
                    <a:cubicBezTo>
                      <a:pt x="383357" y="319465"/>
                      <a:pt x="421528" y="339483"/>
                      <a:pt x="453383" y="364163"/>
                    </a:cubicBezTo>
                    <a:cubicBezTo>
                      <a:pt x="438280" y="367454"/>
                      <a:pt x="427570" y="363889"/>
                      <a:pt x="427570" y="363889"/>
                    </a:cubicBezTo>
                    <a:lnTo>
                      <a:pt x="395989" y="351000"/>
                    </a:lnTo>
                    <a:lnTo>
                      <a:pt x="395989" y="471108"/>
                    </a:lnTo>
                    <a:cubicBezTo>
                      <a:pt x="395989" y="513338"/>
                      <a:pt x="422901" y="547341"/>
                      <a:pt x="449264" y="570376"/>
                    </a:cubicBezTo>
                    <a:cubicBezTo>
                      <a:pt x="399559" y="579973"/>
                      <a:pt x="336673" y="584635"/>
                      <a:pt x="273513" y="584635"/>
                    </a:cubicBezTo>
                    <a:lnTo>
                      <a:pt x="350129" y="508402"/>
                    </a:lnTo>
                    <a:lnTo>
                      <a:pt x="285595" y="352646"/>
                    </a:lnTo>
                    <a:lnTo>
                      <a:pt x="286419" y="352646"/>
                    </a:lnTo>
                    <a:lnTo>
                      <a:pt x="311409" y="323853"/>
                    </a:lnTo>
                    <a:cubicBezTo>
                      <a:pt x="299326" y="328240"/>
                      <a:pt x="286694" y="330708"/>
                      <a:pt x="273513" y="330708"/>
                    </a:cubicBezTo>
                    <a:cubicBezTo>
                      <a:pt x="260331" y="330708"/>
                      <a:pt x="247699" y="328240"/>
                      <a:pt x="235616" y="323853"/>
                    </a:cubicBezTo>
                    <a:lnTo>
                      <a:pt x="260880" y="352646"/>
                    </a:lnTo>
                    <a:lnTo>
                      <a:pt x="261430" y="352646"/>
                    </a:lnTo>
                    <a:lnTo>
                      <a:pt x="196896" y="508402"/>
                    </a:lnTo>
                    <a:lnTo>
                      <a:pt x="273513" y="584635"/>
                    </a:lnTo>
                    <a:cubicBezTo>
                      <a:pt x="136756" y="584635"/>
                      <a:pt x="0" y="562423"/>
                      <a:pt x="0" y="517451"/>
                    </a:cubicBezTo>
                    <a:cubicBezTo>
                      <a:pt x="0" y="441218"/>
                      <a:pt x="87601" y="338661"/>
                      <a:pt x="205958" y="308771"/>
                    </a:cubicBezTo>
                    <a:cubicBezTo>
                      <a:pt x="156528" y="275590"/>
                      <a:pt x="122476" y="210052"/>
                      <a:pt x="122476" y="150820"/>
                    </a:cubicBezTo>
                    <a:cubicBezTo>
                      <a:pt x="122476" y="67458"/>
                      <a:pt x="190031" y="0"/>
                      <a:pt x="273513" y="0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wrap="square" lIns="91440" tIns="45720" rIns="91440" bIns="45720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/>
              </a:p>
            </p:txBody>
          </p:sp>
          <p:sp>
            <p:nvSpPr>
              <p:cNvPr id="10" name="Text3" descr="3266e23e-8ff6-49b8-af12-ce1ef6960e9c"/>
              <p:cNvSpPr/>
              <p:nvPr/>
            </p:nvSpPr>
            <p:spPr bwMode="auto">
              <a:xfrm>
                <a:off x="8386756" y="4156432"/>
                <a:ext cx="2999168" cy="7919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术是变化最快的一层，但掌握了道和法，能快速学习和适应新的术。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1" name="Bullet3" descr="3af9e6d3-5784-4976-b0de-58ee93f08430"/>
              <p:cNvSpPr txBox="1"/>
              <p:nvPr/>
            </p:nvSpPr>
            <p:spPr bwMode="auto">
              <a:xfrm>
                <a:off x="8386756" y="3714627"/>
                <a:ext cx="2999168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快速学习适应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</p:grp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5a12860-57d0-435d-97c1-4c6d2d8d7d77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FFFFFF"/>
                </a:solidFill>
                <a:ea typeface="微软雅黑" panose="020B0503020204020204" charset="-122"/>
              </a:rPr>
              <a:t>器：工具平台</a:t>
            </a:r>
            <a:endParaRPr lang="en-US" sz="2800" b="1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grpSp>
        <p:nvGrpSpPr>
          <p:cNvPr id="15" name="e95d6b8b-2e4e-43ff-bb00-f07488091468.source.3.zh-Hans.pptx" descr="19ffee03-8de5-41ba-bac6-f4b0d6a40310"/>
          <p:cNvGrpSpPr/>
          <p:nvPr/>
        </p:nvGrpSpPr>
        <p:grpSpPr>
          <a:xfrm>
            <a:off x="660399" y="1137352"/>
            <a:ext cx="10858501" cy="4996748"/>
            <a:chOff x="660399" y="1137352"/>
            <a:chExt cx="10858501" cy="4996748"/>
          </a:xfrm>
        </p:grpSpPr>
        <p:sp>
          <p:nvSpPr>
            <p:cNvPr id="3" name="Title" descr="96fbcc58-2ddb-4caa-97d5-70539c2527ff"/>
            <p:cNvSpPr/>
            <p:nvPr/>
          </p:nvSpPr>
          <p:spPr>
            <a:xfrm>
              <a:off x="660399" y="1137352"/>
              <a:ext cx="10858500" cy="585972"/>
            </a:xfrm>
            <a:prstGeom prst="rect">
              <a:avLst/>
            </a:prstGeom>
            <a:noFill/>
            <a:ln w="762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 anchorCtr="0">
              <a:normAutofit/>
            </a:bodyPr>
            <a:lstStyle/>
            <a:p>
              <a:pPr algn="l"/>
              <a:r>
                <a:rPr lang="en-US" sz="2400" b="1" i="0" u="none">
                  <a:solidFill>
                    <a:srgbClr val="FFFFFF"/>
                  </a:solidFill>
                  <a:ea typeface="微软雅黑" panose="020B0503020204020204" charset="-122"/>
                </a:rPr>
                <a:t>工具是术的载体，需合理使用</a:t>
              </a:r>
              <a:endParaRPr lang="en-US" sz="2400" b="1" i="0" u="none">
                <a:solidFill>
                  <a:srgbClr val="FFFFFF"/>
                </a:solidFill>
                <a:ea typeface="微软雅黑" panose="020B0503020204020204" charset="-122"/>
              </a:endParaRPr>
            </a:p>
          </p:txBody>
        </p:sp>
        <p:sp>
          <p:nvSpPr>
            <p:cNvPr id="22" name="PictureMisc1" descr="537424c2-3d9e-4480-b304-3dae08ac4681"/>
            <p:cNvSpPr/>
            <p:nvPr/>
          </p:nvSpPr>
          <p:spPr>
            <a:xfrm>
              <a:off x="660400" y="1815751"/>
              <a:ext cx="2640212" cy="4318349"/>
            </a:xfrm>
            <a:custGeom>
              <a:avLst/>
              <a:gdLst>
                <a:gd name="connsiteX0" fmla="*/ 79738 w 2646363"/>
                <a:gd name="connsiteY0" fmla="*/ 0 h 4328409"/>
                <a:gd name="connsiteX1" fmla="*/ 648252 w 2646363"/>
                <a:gd name="connsiteY1" fmla="*/ 0 h 4328409"/>
                <a:gd name="connsiteX2" fmla="*/ 720695 w 2646363"/>
                <a:gd name="connsiteY2" fmla="*/ 46316 h 4328409"/>
                <a:gd name="connsiteX3" fmla="*/ 2638985 w 2646363"/>
                <a:gd name="connsiteY3" fmla="*/ 4215420 h 4328409"/>
                <a:gd name="connsiteX4" fmla="*/ 2566542 w 2646363"/>
                <a:gd name="connsiteY4" fmla="*/ 4328410 h 4328409"/>
                <a:gd name="connsiteX5" fmla="*/ 79738 w 2646363"/>
                <a:gd name="connsiteY5" fmla="*/ 4328410 h 4328409"/>
                <a:gd name="connsiteX6" fmla="*/ 0 w 2646363"/>
                <a:gd name="connsiteY6" fmla="*/ 4248672 h 4328409"/>
                <a:gd name="connsiteX7" fmla="*/ 0 w 2646363"/>
                <a:gd name="connsiteY7" fmla="*/ 79738 h 4328409"/>
                <a:gd name="connsiteX8" fmla="*/ 79738 w 2646363"/>
                <a:gd name="connsiteY8" fmla="*/ 0 h 4328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46363" h="4328409">
                  <a:moveTo>
                    <a:pt x="79738" y="0"/>
                  </a:moveTo>
                  <a:lnTo>
                    <a:pt x="648252" y="0"/>
                  </a:lnTo>
                  <a:cubicBezTo>
                    <a:pt x="679299" y="0"/>
                    <a:pt x="707631" y="18153"/>
                    <a:pt x="720695" y="46316"/>
                  </a:cubicBezTo>
                  <a:lnTo>
                    <a:pt x="2638985" y="4215420"/>
                  </a:lnTo>
                  <a:cubicBezTo>
                    <a:pt x="2663245" y="4268182"/>
                    <a:pt x="2624734" y="4328410"/>
                    <a:pt x="2566542" y="4328410"/>
                  </a:cubicBezTo>
                  <a:lnTo>
                    <a:pt x="79738" y="4328410"/>
                  </a:lnTo>
                  <a:cubicBezTo>
                    <a:pt x="35797" y="4328410"/>
                    <a:pt x="0" y="4292782"/>
                    <a:pt x="0" y="4248672"/>
                  </a:cubicBezTo>
                  <a:lnTo>
                    <a:pt x="0" y="79738"/>
                  </a:lnTo>
                  <a:cubicBezTo>
                    <a:pt x="0" y="35628"/>
                    <a:pt x="35628" y="0"/>
                    <a:pt x="79738" y="0"/>
                  </a:cubicBezTo>
                  <a:close/>
                </a:path>
              </a:pathLst>
            </a:custGeom>
            <a:blipFill rotWithShape="1">
              <a:blip r:embed="rId1"/>
              <a:srcRect/>
              <a:stretch>
                <a:fillRect l="-7295" t="-1" r="-202504" b="-8234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</a:p>
          </p:txBody>
        </p:sp>
        <p:grpSp>
          <p:nvGrpSpPr>
            <p:cNvPr id="4" name="组合 3" descr="f724a9ac-8bb2-4288-921c-efc18fd3d0f4"/>
            <p:cNvGrpSpPr/>
            <p:nvPr/>
          </p:nvGrpSpPr>
          <p:grpSpPr>
            <a:xfrm>
              <a:off x="2136916" y="1956336"/>
              <a:ext cx="8136843" cy="1237247"/>
              <a:chOff x="1802706" y="1815751"/>
              <a:chExt cx="8065050" cy="921457"/>
            </a:xfrm>
          </p:grpSpPr>
          <p:sp>
            <p:nvSpPr>
              <p:cNvPr id="6" name="Number1" descr="0991ef79-bbd2-40b5-b560-70ecb8d08335"/>
              <p:cNvSpPr/>
              <p:nvPr/>
            </p:nvSpPr>
            <p:spPr>
              <a:xfrm>
                <a:off x="2041401" y="2103546"/>
                <a:ext cx="460303" cy="345868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 anchorCtr="0">
                <a:normAutofit/>
              </a:bodyPr>
              <a:lstStyle/>
              <a:p>
                <a:pPr algn="ctr"/>
                <a:r>
                  <a:rPr lang="en-US" sz="1200" b="1" i="0" u="none">
                    <a:solidFill>
                      <a:srgbClr val="FFCFB3"/>
                    </a:solidFill>
                    <a:latin typeface="Arial" panose="020B0604020202020204"/>
                  </a:rPr>
                  <a:t>1</a:t>
                </a:r>
                <a:endParaRPr lang="en-US" sz="1200" b="1" i="0" u="none">
                  <a:solidFill>
                    <a:srgbClr val="FFCFB3"/>
                  </a:solidFill>
                  <a:latin typeface="Arial" panose="020B0604020202020204"/>
                </a:endParaRPr>
              </a:p>
            </p:txBody>
          </p:sp>
          <p:sp>
            <p:nvSpPr>
              <p:cNvPr id="7" name="Bullet1" descr="03bfd388-ea2b-4eca-8cf4-6d138cf2aa05"/>
              <p:cNvSpPr txBox="1"/>
              <p:nvPr/>
            </p:nvSpPr>
            <p:spPr>
              <a:xfrm flipH="1">
                <a:off x="2659039" y="1879820"/>
                <a:ext cx="3066482" cy="7933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器是工具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8" name="Text1" descr="ed903bf5-bf13-42ac-aaed-eac1d48a896d"/>
              <p:cNvSpPr txBox="1"/>
              <p:nvPr/>
            </p:nvSpPr>
            <p:spPr>
              <a:xfrm flipH="1">
                <a:off x="5725520" y="1879820"/>
                <a:ext cx="4038921" cy="7933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>
                    <a:solidFill>
                      <a:srgbClr val="FFFFFF"/>
                    </a:solidFill>
                    <a:ea typeface="微软雅黑" panose="020B0503020204020204" charset="-122"/>
                  </a:rPr>
                  <a:t>器是工具和平台，是术的载体。</a:t>
                </a:r>
                <a:endParaRPr lang="en-US" sz="1200" b="0" i="0" u="none" strike="noStrik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33" name="ComponentBackground1" descr="e823da55-89ba-4466-a93c-4ed4ea392c70"/>
              <p:cNvSpPr/>
              <p:nvPr/>
            </p:nvSpPr>
            <p:spPr>
              <a:xfrm>
                <a:off x="1802706" y="1815751"/>
                <a:ext cx="8065050" cy="921457"/>
              </a:xfrm>
              <a:prstGeom prst="roundRect">
                <a:avLst>
                  <a:gd name="adj" fmla="val 50000"/>
                </a:avLst>
              </a:prstGeom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 anchorCtr="0"/>
              <a:lstStyle/>
              <a:p>
                <a:pPr algn="ctr">
                  <a:lnSpc>
                    <a:spcPct val="120000"/>
                  </a:lnSpc>
                </a:pPr>
              </a:p>
            </p:txBody>
          </p:sp>
        </p:grpSp>
        <p:grpSp>
          <p:nvGrpSpPr>
            <p:cNvPr id="9" name="组合 8" descr="3c7f6272-ef9f-4ac7-b6b0-60d67d823ebe"/>
            <p:cNvGrpSpPr/>
            <p:nvPr/>
          </p:nvGrpSpPr>
          <p:grpSpPr>
            <a:xfrm>
              <a:off x="2759487" y="3426595"/>
              <a:ext cx="8136843" cy="1237247"/>
              <a:chOff x="2353087" y="2948048"/>
              <a:chExt cx="8065050" cy="921457"/>
            </a:xfrm>
          </p:grpSpPr>
          <p:sp>
            <p:nvSpPr>
              <p:cNvPr id="74" name="Number2" descr="ba36480d-ccbb-49f5-a122-591b808b3aaf"/>
              <p:cNvSpPr/>
              <p:nvPr/>
            </p:nvSpPr>
            <p:spPr>
              <a:xfrm>
                <a:off x="2591782" y="3235843"/>
                <a:ext cx="460303" cy="345868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 anchorCtr="0">
                <a:normAutofit/>
              </a:bodyPr>
              <a:lstStyle/>
              <a:p>
                <a:pPr algn="ctr"/>
                <a:r>
                  <a:rPr lang="en-US" sz="1200" b="1" i="0" u="none">
                    <a:solidFill>
                      <a:srgbClr val="FFCFB3"/>
                    </a:solidFill>
                    <a:latin typeface="Arial" panose="020B0604020202020204"/>
                  </a:rPr>
                  <a:t>2</a:t>
                </a:r>
                <a:endParaRPr lang="en-US" sz="1200" b="1" i="0" u="none">
                  <a:solidFill>
                    <a:srgbClr val="FFCFB3"/>
                  </a:solidFill>
                  <a:latin typeface="Arial" panose="020B0604020202020204"/>
                </a:endParaRPr>
              </a:p>
            </p:txBody>
          </p:sp>
          <p:sp>
            <p:nvSpPr>
              <p:cNvPr id="75" name="Bullet2" descr="51f38939-6c9d-47fe-96b1-0936e24ec77d"/>
              <p:cNvSpPr txBox="1"/>
              <p:nvPr/>
            </p:nvSpPr>
            <p:spPr>
              <a:xfrm flipH="1">
                <a:off x="3209420" y="3012117"/>
                <a:ext cx="3066482" cy="7933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工具选择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76" name="Text2" descr="cb7d1633-316e-4eab-84a9-809e834b0a02"/>
              <p:cNvSpPr txBox="1"/>
              <p:nvPr/>
            </p:nvSpPr>
            <p:spPr>
              <a:xfrm flipH="1">
                <a:off x="6275901" y="3012117"/>
                <a:ext cx="4038921" cy="7933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>
                    <a:solidFill>
                      <a:srgbClr val="FFFFFF"/>
                    </a:solidFill>
                    <a:ea typeface="微软雅黑" panose="020B0503020204020204" charset="-122"/>
                  </a:rPr>
                  <a:t>选择工具要基于你的需求和场景，而不是盲目追新。</a:t>
                </a:r>
                <a:endParaRPr lang="en-US" sz="1200" b="0" i="0" u="none" strike="noStrik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73" name="ComponentBackground2" descr="852a535f-eb37-4b5f-817c-f894f91ddf38"/>
              <p:cNvSpPr/>
              <p:nvPr/>
            </p:nvSpPr>
            <p:spPr>
              <a:xfrm>
                <a:off x="2353087" y="2948048"/>
                <a:ext cx="8065050" cy="921457"/>
              </a:xfrm>
              <a:prstGeom prst="roundRect">
                <a:avLst>
                  <a:gd name="adj" fmla="val 50000"/>
                </a:avLst>
              </a:prstGeom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 anchorCtr="0"/>
              <a:lstStyle/>
              <a:p>
                <a:pPr algn="ctr">
                  <a:lnSpc>
                    <a:spcPct val="120000"/>
                  </a:lnSpc>
                </a:pPr>
              </a:p>
            </p:txBody>
          </p:sp>
        </p:grpSp>
        <p:grpSp>
          <p:nvGrpSpPr>
            <p:cNvPr id="10" name="组合 9" descr="26ab2211-c3d8-4854-9ccf-695c2becea13"/>
            <p:cNvGrpSpPr/>
            <p:nvPr/>
          </p:nvGrpSpPr>
          <p:grpSpPr>
            <a:xfrm>
              <a:off x="3382057" y="4896853"/>
              <a:ext cx="8136843" cy="1237247"/>
              <a:chOff x="2903468" y="4080345"/>
              <a:chExt cx="8065050" cy="921457"/>
            </a:xfrm>
          </p:grpSpPr>
          <p:sp>
            <p:nvSpPr>
              <p:cNvPr id="80" name="Number3" descr="1dd6362c-c991-4d14-8196-48aaace253e0"/>
              <p:cNvSpPr/>
              <p:nvPr/>
            </p:nvSpPr>
            <p:spPr>
              <a:xfrm>
                <a:off x="3142163" y="4368140"/>
                <a:ext cx="460303" cy="345868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 anchorCtr="0">
                <a:normAutofit/>
              </a:bodyPr>
              <a:lstStyle/>
              <a:p>
                <a:pPr algn="ctr"/>
                <a:r>
                  <a:rPr lang="en-US" sz="1200" b="1" i="0" u="none">
                    <a:solidFill>
                      <a:srgbClr val="FFCFB3"/>
                    </a:solidFill>
                    <a:latin typeface="Arial" panose="020B0604020202020204"/>
                  </a:rPr>
                  <a:t>3</a:t>
                </a:r>
                <a:endParaRPr lang="en-US" sz="1200" b="1" i="0" u="none">
                  <a:solidFill>
                    <a:srgbClr val="FFCFB3"/>
                  </a:solidFill>
                  <a:latin typeface="Arial" panose="020B0604020202020204"/>
                </a:endParaRPr>
              </a:p>
            </p:txBody>
          </p:sp>
          <p:sp>
            <p:nvSpPr>
              <p:cNvPr id="81" name="Bullet3" descr="1fbe7a21-97ef-454a-a2cc-c187c9425fc7"/>
              <p:cNvSpPr txBox="1"/>
              <p:nvPr/>
            </p:nvSpPr>
            <p:spPr>
              <a:xfrm flipH="1">
                <a:off x="3759801" y="4144414"/>
                <a:ext cx="3066482" cy="7933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避免盲目追新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82" name="Text3" descr="c452736d-698e-47f6-a198-14367e7cbe7d"/>
              <p:cNvSpPr txBox="1"/>
              <p:nvPr/>
            </p:nvSpPr>
            <p:spPr>
              <a:xfrm flipH="1">
                <a:off x="6826282" y="4144414"/>
                <a:ext cx="4038921" cy="7933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>
                    <a:solidFill>
                      <a:srgbClr val="FFFFFF"/>
                    </a:solidFill>
                    <a:ea typeface="微软雅黑" panose="020B0503020204020204" charset="-122"/>
                  </a:rPr>
                  <a:t>工具永远是手段而非目的，不要被工具表层牵着走。</a:t>
                </a:r>
                <a:endParaRPr lang="en-US" sz="1200" b="0" i="0" u="none" strike="noStrik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79" name="ComponentBackground3" descr="846abf73-1df4-4789-bdc1-ac3a492f4019"/>
              <p:cNvSpPr/>
              <p:nvPr/>
            </p:nvSpPr>
            <p:spPr>
              <a:xfrm>
                <a:off x="2903468" y="4080345"/>
                <a:ext cx="8065050" cy="921457"/>
              </a:xfrm>
              <a:prstGeom prst="roundRect">
                <a:avLst>
                  <a:gd name="adj" fmla="val 50000"/>
                </a:avLst>
              </a:prstGeom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 anchorCtr="0"/>
              <a:lstStyle/>
              <a:p>
                <a:pPr algn="ctr">
                  <a:lnSpc>
                    <a:spcPct val="120000"/>
                  </a:lnSpc>
                </a:pPr>
              </a:p>
            </p:txBody>
          </p:sp>
        </p:grpSp>
      </p:grp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5a12860-57d0-435d-97c1-4c6d2d8d7d77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FFFFFF"/>
                </a:solidFill>
                <a:ea typeface="微软雅黑" panose="020B0503020204020204" charset="-122"/>
              </a:rPr>
              <a:t>四者关系</a:t>
            </a:r>
            <a:endParaRPr lang="en-US" sz="2800" b="1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grpSp>
        <p:nvGrpSpPr>
          <p:cNvPr id="60" name="087dd535-edfc-4e5f-ba43-766baa0ce348.source.3.zh-Hans.pptx" descr="5e6c61e1-81e8-44d1-94d9-ea41b327cf72"/>
          <p:cNvGrpSpPr/>
          <p:nvPr/>
        </p:nvGrpSpPr>
        <p:grpSpPr>
          <a:xfrm>
            <a:off x="686479" y="1230206"/>
            <a:ext cx="10806341" cy="4903894"/>
            <a:chOff x="686479" y="1230206"/>
            <a:chExt cx="10806341" cy="4903894"/>
          </a:xfrm>
        </p:grpSpPr>
        <p:sp>
          <p:nvSpPr>
            <p:cNvPr id="35" name="Title" descr="c4fb3ac9-3a42-4953-9941-49eac805dee7"/>
            <p:cNvSpPr/>
            <p:nvPr/>
          </p:nvSpPr>
          <p:spPr>
            <a:xfrm>
              <a:off x="3911600" y="5126433"/>
              <a:ext cx="4356100" cy="1007667"/>
            </a:xfrm>
            <a:prstGeom prst="snip2SameRect">
              <a:avLst>
                <a:gd name="adj1" fmla="val 0"/>
                <a:gd name="adj2" fmla="val 0"/>
              </a:avLst>
            </a:prstGeom>
            <a:ln>
              <a:noFill/>
            </a:ln>
          </p:spPr>
          <p:txBody>
            <a:bodyPr wrap="square" lIns="91440" tIns="45720" rIns="91440" bIns="45720" anchor="b" anchorCtr="1">
              <a:norm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2400" b="1" i="0" u="none">
                  <a:solidFill>
                    <a:srgbClr val="FFFFFF"/>
                  </a:solidFill>
                  <a:ea typeface="微软雅黑" panose="020B0503020204020204" charset="-122"/>
                </a:rPr>
                <a:t>递进且相互支撑的关系</a:t>
              </a:r>
              <a:endParaRPr lang="en-US" sz="2400" b="1" i="0" u="none">
                <a:solidFill>
                  <a:srgbClr val="FFFFFF"/>
                </a:solidFill>
                <a:ea typeface="微软雅黑" panose="020B0503020204020204" charset="-122"/>
              </a:endParaRPr>
            </a:p>
          </p:txBody>
        </p:sp>
        <p:grpSp>
          <p:nvGrpSpPr>
            <p:cNvPr id="59" name="组合 58" descr="f8b2e2e6-9b2b-4e50-9c92-25abf62e4db9"/>
            <p:cNvGrpSpPr/>
            <p:nvPr/>
          </p:nvGrpSpPr>
          <p:grpSpPr>
            <a:xfrm>
              <a:off x="686479" y="1230206"/>
              <a:ext cx="10806341" cy="3896226"/>
              <a:chOff x="686479" y="1230206"/>
              <a:chExt cx="10806341" cy="3896226"/>
            </a:xfrm>
          </p:grpSpPr>
          <p:grpSp>
            <p:nvGrpSpPr>
              <p:cNvPr id="47" name="组合 46" descr="71ab31c4-2703-422d-8c51-bab4cb513c44"/>
              <p:cNvGrpSpPr/>
              <p:nvPr/>
            </p:nvGrpSpPr>
            <p:grpSpPr>
              <a:xfrm>
                <a:off x="4260231" y="1359000"/>
                <a:ext cx="3464709" cy="3260581"/>
                <a:chOff x="4234152" y="1359000"/>
                <a:chExt cx="3464709" cy="3260581"/>
              </a:xfrm>
            </p:grpSpPr>
            <p:grpSp>
              <p:nvGrpSpPr>
                <p:cNvPr id="37" name="组合 36" descr="bb599dcd-f76d-41af-a788-754082e4c10d"/>
                <p:cNvGrpSpPr/>
                <p:nvPr/>
              </p:nvGrpSpPr>
              <p:grpSpPr>
                <a:xfrm>
                  <a:off x="4234152" y="1359000"/>
                  <a:ext cx="3464709" cy="1440273"/>
                  <a:chOff x="3810000" y="1303337"/>
                  <a:chExt cx="2184401" cy="844552"/>
                </a:xfrm>
              </p:grpSpPr>
              <p:sp>
                <p:nvSpPr>
                  <p:cNvPr id="44" name="任意多边形: 形状 43" descr="e127059d-7193-4a37-bf26-08f522a2638c"/>
                  <p:cNvSpPr/>
                  <p:nvPr/>
                </p:nvSpPr>
                <p:spPr bwMode="auto">
                  <a:xfrm flipV="1">
                    <a:off x="3810000" y="1303337"/>
                    <a:ext cx="2184401" cy="839788"/>
                  </a:xfrm>
                  <a:custGeom>
                    <a:avLst/>
                    <a:gdLst/>
                    <a:ahLst/>
                    <a:cxnLst>
                      <a:cxn ang="0">
                        <a:pos x="1053" y="287"/>
                      </a:cxn>
                      <a:cxn ang="0">
                        <a:pos x="1053" y="286"/>
                      </a:cxn>
                      <a:cxn ang="0">
                        <a:pos x="1053" y="286"/>
                      </a:cxn>
                      <a:cxn ang="0">
                        <a:pos x="1052" y="286"/>
                      </a:cxn>
                      <a:cxn ang="0">
                        <a:pos x="931" y="54"/>
                      </a:cxn>
                      <a:cxn ang="0">
                        <a:pos x="931" y="55"/>
                      </a:cxn>
                      <a:cxn ang="0">
                        <a:pos x="930" y="52"/>
                      </a:cxn>
                      <a:cxn ang="0">
                        <a:pos x="927" y="48"/>
                      </a:cxn>
                      <a:cxn ang="0">
                        <a:pos x="812" y="16"/>
                      </a:cxn>
                      <a:cxn ang="0">
                        <a:pos x="528" y="0"/>
                      </a:cxn>
                      <a:cxn ang="0">
                        <a:pos x="243" y="16"/>
                      </a:cxn>
                      <a:cxn ang="0">
                        <a:pos x="128" y="48"/>
                      </a:cxn>
                      <a:cxn ang="0">
                        <a:pos x="127" y="48"/>
                      </a:cxn>
                      <a:cxn ang="0">
                        <a:pos x="4" y="283"/>
                      </a:cxn>
                      <a:cxn ang="0">
                        <a:pos x="1" y="286"/>
                      </a:cxn>
                      <a:cxn ang="0">
                        <a:pos x="1" y="287"/>
                      </a:cxn>
                      <a:cxn ang="0">
                        <a:pos x="0" y="290"/>
                      </a:cxn>
                      <a:cxn ang="0">
                        <a:pos x="155" y="328"/>
                      </a:cxn>
                      <a:cxn ang="0">
                        <a:pos x="528" y="344"/>
                      </a:cxn>
                      <a:cxn ang="0">
                        <a:pos x="900" y="328"/>
                      </a:cxn>
                      <a:cxn ang="0">
                        <a:pos x="1054" y="290"/>
                      </a:cxn>
                      <a:cxn ang="0">
                        <a:pos x="1054" y="287"/>
                      </a:cxn>
                      <a:cxn ang="0">
                        <a:pos x="1053" y="287"/>
                      </a:cxn>
                    </a:cxnLst>
                    <a:rect l="0" t="0" r="r" b="b"/>
                    <a:pathLst>
                      <a:path w="1054" h="344">
                        <a:moveTo>
                          <a:pt x="1053" y="287"/>
                        </a:moveTo>
                        <a:cubicBezTo>
                          <a:pt x="1053" y="287"/>
                          <a:pt x="1053" y="286"/>
                          <a:pt x="1053" y="286"/>
                        </a:cubicBezTo>
                        <a:cubicBezTo>
                          <a:pt x="1053" y="286"/>
                          <a:pt x="1053" y="286"/>
                          <a:pt x="1053" y="286"/>
                        </a:cubicBezTo>
                        <a:cubicBezTo>
                          <a:pt x="1053" y="286"/>
                          <a:pt x="1052" y="286"/>
                          <a:pt x="1052" y="286"/>
                        </a:cubicBezTo>
                        <a:cubicBezTo>
                          <a:pt x="1048" y="276"/>
                          <a:pt x="1026" y="236"/>
                          <a:pt x="931" y="54"/>
                        </a:cubicBezTo>
                        <a:cubicBezTo>
                          <a:pt x="931" y="54"/>
                          <a:pt x="931" y="54"/>
                          <a:pt x="931" y="55"/>
                        </a:cubicBezTo>
                        <a:cubicBezTo>
                          <a:pt x="931" y="54"/>
                          <a:pt x="931" y="53"/>
                          <a:pt x="930" y="52"/>
                        </a:cubicBezTo>
                        <a:cubicBezTo>
                          <a:pt x="930" y="52"/>
                          <a:pt x="930" y="52"/>
                          <a:pt x="927" y="48"/>
                        </a:cubicBezTo>
                        <a:cubicBezTo>
                          <a:pt x="918" y="35"/>
                          <a:pt x="879" y="25"/>
                          <a:pt x="812" y="16"/>
                        </a:cubicBezTo>
                        <a:cubicBezTo>
                          <a:pt x="734" y="5"/>
                          <a:pt x="638" y="0"/>
                          <a:pt x="528" y="0"/>
                        </a:cubicBezTo>
                        <a:cubicBezTo>
                          <a:pt x="417" y="0"/>
                          <a:pt x="323" y="5"/>
                          <a:pt x="243" y="16"/>
                        </a:cubicBezTo>
                        <a:cubicBezTo>
                          <a:pt x="175" y="25"/>
                          <a:pt x="136" y="37"/>
                          <a:pt x="128" y="48"/>
                        </a:cubicBezTo>
                        <a:cubicBezTo>
                          <a:pt x="128" y="48"/>
                          <a:pt x="128" y="48"/>
                          <a:pt x="127" y="48"/>
                        </a:cubicBezTo>
                        <a:cubicBezTo>
                          <a:pt x="127" y="48"/>
                          <a:pt x="127" y="48"/>
                          <a:pt x="4" y="283"/>
                        </a:cubicBezTo>
                        <a:cubicBezTo>
                          <a:pt x="3" y="284"/>
                          <a:pt x="2" y="285"/>
                          <a:pt x="1" y="286"/>
                        </a:cubicBezTo>
                        <a:cubicBezTo>
                          <a:pt x="1" y="287"/>
                          <a:pt x="1" y="287"/>
                          <a:pt x="1" y="287"/>
                        </a:cubicBezTo>
                        <a:cubicBezTo>
                          <a:pt x="1" y="288"/>
                          <a:pt x="0" y="289"/>
                          <a:pt x="0" y="290"/>
                        </a:cubicBezTo>
                        <a:cubicBezTo>
                          <a:pt x="0" y="305"/>
                          <a:pt x="52" y="318"/>
                          <a:pt x="155" y="328"/>
                        </a:cubicBezTo>
                        <a:cubicBezTo>
                          <a:pt x="258" y="339"/>
                          <a:pt x="382" y="344"/>
                          <a:pt x="528" y="344"/>
                        </a:cubicBezTo>
                        <a:cubicBezTo>
                          <a:pt x="672" y="344"/>
                          <a:pt x="797" y="339"/>
                          <a:pt x="900" y="328"/>
                        </a:cubicBezTo>
                        <a:cubicBezTo>
                          <a:pt x="1002" y="318"/>
                          <a:pt x="1054" y="305"/>
                          <a:pt x="1054" y="290"/>
                        </a:cubicBezTo>
                        <a:cubicBezTo>
                          <a:pt x="1054" y="289"/>
                          <a:pt x="1054" y="288"/>
                          <a:pt x="1054" y="287"/>
                        </a:cubicBezTo>
                        <a:cubicBezTo>
                          <a:pt x="1053" y="287"/>
                          <a:pt x="1053" y="287"/>
                          <a:pt x="1053" y="287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9525">
                    <a:noFill/>
                    <a:round/>
                  </a:ln>
                </p:spPr>
                <p:txBody>
                  <a:bodyPr wrap="square" lIns="91440" tIns="45720" rIns="91440" bIns="45720" anchor="ctr" anchorCtr="0">
                    <a:normAutofit/>
                  </a:bodyPr>
                  <a:lstStyle/>
                  <a:p>
                    <a:pPr algn="ctr"/>
                  </a:p>
                </p:txBody>
              </p:sp>
              <p:sp>
                <p:nvSpPr>
                  <p:cNvPr id="45" name="椭圆 44" descr="8d3a3b01-aab1-436c-bf12-5d87f5db170f"/>
                  <p:cNvSpPr/>
                  <p:nvPr/>
                </p:nvSpPr>
                <p:spPr bwMode="auto">
                  <a:xfrm>
                    <a:off x="4075114" y="1879167"/>
                    <a:ext cx="1654174" cy="268722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19050">
                    <a:noFill/>
                    <a:round/>
                  </a:ln>
                </p:spPr>
                <p:txBody>
                  <a:bodyPr wrap="square" lIns="91440" tIns="45720" rIns="91440" bIns="45720" anchor="ctr" anchorCtr="0">
                    <a:normAutofit fontScale="92500" lnSpcReduction="20000"/>
                  </a:bodyPr>
                  <a:lstStyle/>
                  <a:p>
                    <a:pPr algn="ctr"/>
                  </a:p>
                </p:txBody>
              </p:sp>
            </p:grpSp>
            <p:grpSp>
              <p:nvGrpSpPr>
                <p:cNvPr id="38" name="组合 37" descr="4c71fcf5-f188-41e5-a38d-d716e8a52ab3"/>
                <p:cNvGrpSpPr/>
                <p:nvPr/>
              </p:nvGrpSpPr>
              <p:grpSpPr>
                <a:xfrm>
                  <a:off x="4747613" y="2850829"/>
                  <a:ext cx="2437787" cy="1013384"/>
                  <a:chOff x="3810000" y="1303337"/>
                  <a:chExt cx="2184401" cy="844552"/>
                </a:xfrm>
              </p:grpSpPr>
              <p:sp>
                <p:nvSpPr>
                  <p:cNvPr id="42" name="任意多边形: 形状 41" descr="6972a150-0320-4863-ab4a-e4a62b119955"/>
                  <p:cNvSpPr/>
                  <p:nvPr/>
                </p:nvSpPr>
                <p:spPr bwMode="auto">
                  <a:xfrm flipV="1">
                    <a:off x="3810000" y="1303337"/>
                    <a:ext cx="2184401" cy="839788"/>
                  </a:xfrm>
                  <a:custGeom>
                    <a:avLst/>
                    <a:gdLst/>
                    <a:ahLst/>
                    <a:cxnLst>
                      <a:cxn ang="0">
                        <a:pos x="1053" y="287"/>
                      </a:cxn>
                      <a:cxn ang="0">
                        <a:pos x="1053" y="286"/>
                      </a:cxn>
                      <a:cxn ang="0">
                        <a:pos x="1053" y="286"/>
                      </a:cxn>
                      <a:cxn ang="0">
                        <a:pos x="1052" y="286"/>
                      </a:cxn>
                      <a:cxn ang="0">
                        <a:pos x="931" y="54"/>
                      </a:cxn>
                      <a:cxn ang="0">
                        <a:pos x="931" y="55"/>
                      </a:cxn>
                      <a:cxn ang="0">
                        <a:pos x="930" y="52"/>
                      </a:cxn>
                      <a:cxn ang="0">
                        <a:pos x="927" y="48"/>
                      </a:cxn>
                      <a:cxn ang="0">
                        <a:pos x="812" y="16"/>
                      </a:cxn>
                      <a:cxn ang="0">
                        <a:pos x="528" y="0"/>
                      </a:cxn>
                      <a:cxn ang="0">
                        <a:pos x="243" y="16"/>
                      </a:cxn>
                      <a:cxn ang="0">
                        <a:pos x="128" y="48"/>
                      </a:cxn>
                      <a:cxn ang="0">
                        <a:pos x="127" y="48"/>
                      </a:cxn>
                      <a:cxn ang="0">
                        <a:pos x="4" y="283"/>
                      </a:cxn>
                      <a:cxn ang="0">
                        <a:pos x="1" y="286"/>
                      </a:cxn>
                      <a:cxn ang="0">
                        <a:pos x="1" y="287"/>
                      </a:cxn>
                      <a:cxn ang="0">
                        <a:pos x="0" y="290"/>
                      </a:cxn>
                      <a:cxn ang="0">
                        <a:pos x="155" y="328"/>
                      </a:cxn>
                      <a:cxn ang="0">
                        <a:pos x="528" y="344"/>
                      </a:cxn>
                      <a:cxn ang="0">
                        <a:pos x="900" y="328"/>
                      </a:cxn>
                      <a:cxn ang="0">
                        <a:pos x="1054" y="290"/>
                      </a:cxn>
                      <a:cxn ang="0">
                        <a:pos x="1054" y="287"/>
                      </a:cxn>
                      <a:cxn ang="0">
                        <a:pos x="1053" y="287"/>
                      </a:cxn>
                    </a:cxnLst>
                    <a:rect l="0" t="0" r="r" b="b"/>
                    <a:pathLst>
                      <a:path w="1054" h="344">
                        <a:moveTo>
                          <a:pt x="1053" y="287"/>
                        </a:moveTo>
                        <a:cubicBezTo>
                          <a:pt x="1053" y="287"/>
                          <a:pt x="1053" y="286"/>
                          <a:pt x="1053" y="286"/>
                        </a:cubicBezTo>
                        <a:cubicBezTo>
                          <a:pt x="1053" y="286"/>
                          <a:pt x="1053" y="286"/>
                          <a:pt x="1053" y="286"/>
                        </a:cubicBezTo>
                        <a:cubicBezTo>
                          <a:pt x="1053" y="286"/>
                          <a:pt x="1052" y="286"/>
                          <a:pt x="1052" y="286"/>
                        </a:cubicBezTo>
                        <a:cubicBezTo>
                          <a:pt x="1048" y="276"/>
                          <a:pt x="1026" y="236"/>
                          <a:pt x="931" y="54"/>
                        </a:cubicBezTo>
                        <a:cubicBezTo>
                          <a:pt x="931" y="54"/>
                          <a:pt x="931" y="54"/>
                          <a:pt x="931" y="55"/>
                        </a:cubicBezTo>
                        <a:cubicBezTo>
                          <a:pt x="931" y="54"/>
                          <a:pt x="931" y="53"/>
                          <a:pt x="930" y="52"/>
                        </a:cubicBezTo>
                        <a:cubicBezTo>
                          <a:pt x="930" y="52"/>
                          <a:pt x="930" y="52"/>
                          <a:pt x="927" y="48"/>
                        </a:cubicBezTo>
                        <a:cubicBezTo>
                          <a:pt x="918" y="35"/>
                          <a:pt x="879" y="25"/>
                          <a:pt x="812" y="16"/>
                        </a:cubicBezTo>
                        <a:cubicBezTo>
                          <a:pt x="734" y="5"/>
                          <a:pt x="638" y="0"/>
                          <a:pt x="528" y="0"/>
                        </a:cubicBezTo>
                        <a:cubicBezTo>
                          <a:pt x="417" y="0"/>
                          <a:pt x="323" y="5"/>
                          <a:pt x="243" y="16"/>
                        </a:cubicBezTo>
                        <a:cubicBezTo>
                          <a:pt x="175" y="25"/>
                          <a:pt x="136" y="37"/>
                          <a:pt x="128" y="48"/>
                        </a:cubicBezTo>
                        <a:cubicBezTo>
                          <a:pt x="128" y="48"/>
                          <a:pt x="128" y="48"/>
                          <a:pt x="127" y="48"/>
                        </a:cubicBezTo>
                        <a:cubicBezTo>
                          <a:pt x="127" y="48"/>
                          <a:pt x="127" y="48"/>
                          <a:pt x="4" y="283"/>
                        </a:cubicBezTo>
                        <a:cubicBezTo>
                          <a:pt x="3" y="284"/>
                          <a:pt x="2" y="285"/>
                          <a:pt x="1" y="286"/>
                        </a:cubicBezTo>
                        <a:cubicBezTo>
                          <a:pt x="1" y="287"/>
                          <a:pt x="1" y="287"/>
                          <a:pt x="1" y="287"/>
                        </a:cubicBezTo>
                        <a:cubicBezTo>
                          <a:pt x="1" y="288"/>
                          <a:pt x="0" y="289"/>
                          <a:pt x="0" y="290"/>
                        </a:cubicBezTo>
                        <a:cubicBezTo>
                          <a:pt x="0" y="305"/>
                          <a:pt x="52" y="318"/>
                          <a:pt x="155" y="328"/>
                        </a:cubicBezTo>
                        <a:cubicBezTo>
                          <a:pt x="258" y="339"/>
                          <a:pt x="382" y="344"/>
                          <a:pt x="528" y="344"/>
                        </a:cubicBezTo>
                        <a:cubicBezTo>
                          <a:pt x="672" y="344"/>
                          <a:pt x="797" y="339"/>
                          <a:pt x="900" y="328"/>
                        </a:cubicBezTo>
                        <a:cubicBezTo>
                          <a:pt x="1002" y="318"/>
                          <a:pt x="1054" y="305"/>
                          <a:pt x="1054" y="290"/>
                        </a:cubicBezTo>
                        <a:cubicBezTo>
                          <a:pt x="1054" y="289"/>
                          <a:pt x="1054" y="288"/>
                          <a:pt x="1054" y="287"/>
                        </a:cubicBezTo>
                        <a:cubicBezTo>
                          <a:pt x="1053" y="287"/>
                          <a:pt x="1053" y="287"/>
                          <a:pt x="1053" y="287"/>
                        </a:cubicBezTo>
                        <a:close/>
                      </a:path>
                    </a:pathLst>
                  </a:custGeom>
                  <a:solidFill>
                    <a:schemeClr val="tx2">
                      <a:alpha val="50000"/>
                    </a:schemeClr>
                  </a:solidFill>
                  <a:ln w="9525">
                    <a:noFill/>
                    <a:round/>
                  </a:ln>
                </p:spPr>
                <p:txBody>
                  <a:bodyPr wrap="square" lIns="91440" tIns="45720" rIns="91440" bIns="45720" anchor="ctr" anchorCtr="0">
                    <a:normAutofit/>
                  </a:bodyPr>
                  <a:lstStyle/>
                  <a:p>
                    <a:pPr algn="ctr"/>
                  </a:p>
                </p:txBody>
              </p:sp>
              <p:sp>
                <p:nvSpPr>
                  <p:cNvPr id="43" name="椭圆 42" descr="34d582ad-0536-4904-b497-79d0c11103bd"/>
                  <p:cNvSpPr/>
                  <p:nvPr/>
                </p:nvSpPr>
                <p:spPr bwMode="auto">
                  <a:xfrm>
                    <a:off x="4075114" y="1879167"/>
                    <a:ext cx="1654174" cy="268722"/>
                  </a:xfrm>
                  <a:prstGeom prst="ellipse">
                    <a:avLst/>
                  </a:prstGeom>
                  <a:solidFill>
                    <a:schemeClr val="tx2"/>
                  </a:solidFill>
                  <a:ln w="19050">
                    <a:noFill/>
                    <a:round/>
                  </a:ln>
                </p:spPr>
                <p:txBody>
                  <a:bodyPr wrap="square" lIns="91440" tIns="45720" rIns="91440" bIns="45720" anchor="ctr" anchorCtr="0">
                    <a:normAutofit fontScale="62500" lnSpcReduction="20000"/>
                  </a:bodyPr>
                  <a:lstStyle/>
                  <a:p>
                    <a:pPr algn="ctr"/>
                  </a:p>
                </p:txBody>
              </p:sp>
            </p:grpSp>
            <p:grpSp>
              <p:nvGrpSpPr>
                <p:cNvPr id="39" name="组合 38" descr="20045e5a-351b-4b30-9499-2c5d3c020734"/>
                <p:cNvGrpSpPr/>
                <p:nvPr/>
              </p:nvGrpSpPr>
              <p:grpSpPr>
                <a:xfrm>
                  <a:off x="5119962" y="3915768"/>
                  <a:ext cx="1693088" cy="703813"/>
                  <a:chOff x="3810000" y="1303337"/>
                  <a:chExt cx="2184401" cy="844552"/>
                </a:xfrm>
              </p:grpSpPr>
              <p:sp>
                <p:nvSpPr>
                  <p:cNvPr id="40" name="任意多边形: 形状 39" descr="a2057aa0-beb6-46a4-ac08-97223d1db2d1"/>
                  <p:cNvSpPr/>
                  <p:nvPr/>
                </p:nvSpPr>
                <p:spPr bwMode="auto">
                  <a:xfrm flipV="1">
                    <a:off x="3810000" y="1303337"/>
                    <a:ext cx="2184401" cy="839788"/>
                  </a:xfrm>
                  <a:custGeom>
                    <a:avLst/>
                    <a:gdLst/>
                    <a:ahLst/>
                    <a:cxnLst>
                      <a:cxn ang="0">
                        <a:pos x="1053" y="287"/>
                      </a:cxn>
                      <a:cxn ang="0">
                        <a:pos x="1053" y="286"/>
                      </a:cxn>
                      <a:cxn ang="0">
                        <a:pos x="1053" y="286"/>
                      </a:cxn>
                      <a:cxn ang="0">
                        <a:pos x="1052" y="286"/>
                      </a:cxn>
                      <a:cxn ang="0">
                        <a:pos x="931" y="54"/>
                      </a:cxn>
                      <a:cxn ang="0">
                        <a:pos x="931" y="55"/>
                      </a:cxn>
                      <a:cxn ang="0">
                        <a:pos x="930" y="52"/>
                      </a:cxn>
                      <a:cxn ang="0">
                        <a:pos x="927" y="48"/>
                      </a:cxn>
                      <a:cxn ang="0">
                        <a:pos x="812" y="16"/>
                      </a:cxn>
                      <a:cxn ang="0">
                        <a:pos x="528" y="0"/>
                      </a:cxn>
                      <a:cxn ang="0">
                        <a:pos x="243" y="16"/>
                      </a:cxn>
                      <a:cxn ang="0">
                        <a:pos x="128" y="48"/>
                      </a:cxn>
                      <a:cxn ang="0">
                        <a:pos x="127" y="48"/>
                      </a:cxn>
                      <a:cxn ang="0">
                        <a:pos x="4" y="283"/>
                      </a:cxn>
                      <a:cxn ang="0">
                        <a:pos x="1" y="286"/>
                      </a:cxn>
                      <a:cxn ang="0">
                        <a:pos x="1" y="287"/>
                      </a:cxn>
                      <a:cxn ang="0">
                        <a:pos x="0" y="290"/>
                      </a:cxn>
                      <a:cxn ang="0">
                        <a:pos x="155" y="328"/>
                      </a:cxn>
                      <a:cxn ang="0">
                        <a:pos x="528" y="344"/>
                      </a:cxn>
                      <a:cxn ang="0">
                        <a:pos x="900" y="328"/>
                      </a:cxn>
                      <a:cxn ang="0">
                        <a:pos x="1054" y="290"/>
                      </a:cxn>
                      <a:cxn ang="0">
                        <a:pos x="1054" y="287"/>
                      </a:cxn>
                      <a:cxn ang="0">
                        <a:pos x="1053" y="287"/>
                      </a:cxn>
                    </a:cxnLst>
                    <a:rect l="0" t="0" r="r" b="b"/>
                    <a:pathLst>
                      <a:path w="1054" h="344">
                        <a:moveTo>
                          <a:pt x="1053" y="287"/>
                        </a:moveTo>
                        <a:cubicBezTo>
                          <a:pt x="1053" y="287"/>
                          <a:pt x="1053" y="286"/>
                          <a:pt x="1053" y="286"/>
                        </a:cubicBezTo>
                        <a:cubicBezTo>
                          <a:pt x="1053" y="286"/>
                          <a:pt x="1053" y="286"/>
                          <a:pt x="1053" y="286"/>
                        </a:cubicBezTo>
                        <a:cubicBezTo>
                          <a:pt x="1053" y="286"/>
                          <a:pt x="1052" y="286"/>
                          <a:pt x="1052" y="286"/>
                        </a:cubicBezTo>
                        <a:cubicBezTo>
                          <a:pt x="1048" y="276"/>
                          <a:pt x="1026" y="236"/>
                          <a:pt x="931" y="54"/>
                        </a:cubicBezTo>
                        <a:cubicBezTo>
                          <a:pt x="931" y="54"/>
                          <a:pt x="931" y="54"/>
                          <a:pt x="931" y="55"/>
                        </a:cubicBezTo>
                        <a:cubicBezTo>
                          <a:pt x="931" y="54"/>
                          <a:pt x="931" y="53"/>
                          <a:pt x="930" y="52"/>
                        </a:cubicBezTo>
                        <a:cubicBezTo>
                          <a:pt x="930" y="52"/>
                          <a:pt x="930" y="52"/>
                          <a:pt x="927" y="48"/>
                        </a:cubicBezTo>
                        <a:cubicBezTo>
                          <a:pt x="918" y="35"/>
                          <a:pt x="879" y="25"/>
                          <a:pt x="812" y="16"/>
                        </a:cubicBezTo>
                        <a:cubicBezTo>
                          <a:pt x="734" y="5"/>
                          <a:pt x="638" y="0"/>
                          <a:pt x="528" y="0"/>
                        </a:cubicBezTo>
                        <a:cubicBezTo>
                          <a:pt x="417" y="0"/>
                          <a:pt x="323" y="5"/>
                          <a:pt x="243" y="16"/>
                        </a:cubicBezTo>
                        <a:cubicBezTo>
                          <a:pt x="175" y="25"/>
                          <a:pt x="136" y="37"/>
                          <a:pt x="128" y="48"/>
                        </a:cubicBezTo>
                        <a:cubicBezTo>
                          <a:pt x="128" y="48"/>
                          <a:pt x="128" y="48"/>
                          <a:pt x="127" y="48"/>
                        </a:cubicBezTo>
                        <a:cubicBezTo>
                          <a:pt x="127" y="48"/>
                          <a:pt x="127" y="48"/>
                          <a:pt x="4" y="283"/>
                        </a:cubicBezTo>
                        <a:cubicBezTo>
                          <a:pt x="3" y="284"/>
                          <a:pt x="2" y="285"/>
                          <a:pt x="1" y="286"/>
                        </a:cubicBezTo>
                        <a:cubicBezTo>
                          <a:pt x="1" y="287"/>
                          <a:pt x="1" y="287"/>
                          <a:pt x="1" y="287"/>
                        </a:cubicBezTo>
                        <a:cubicBezTo>
                          <a:pt x="1" y="288"/>
                          <a:pt x="0" y="289"/>
                          <a:pt x="0" y="290"/>
                        </a:cubicBezTo>
                        <a:cubicBezTo>
                          <a:pt x="0" y="305"/>
                          <a:pt x="52" y="318"/>
                          <a:pt x="155" y="328"/>
                        </a:cubicBezTo>
                        <a:cubicBezTo>
                          <a:pt x="258" y="339"/>
                          <a:pt x="382" y="344"/>
                          <a:pt x="528" y="344"/>
                        </a:cubicBezTo>
                        <a:cubicBezTo>
                          <a:pt x="672" y="344"/>
                          <a:pt x="797" y="339"/>
                          <a:pt x="900" y="328"/>
                        </a:cubicBezTo>
                        <a:cubicBezTo>
                          <a:pt x="1002" y="318"/>
                          <a:pt x="1054" y="305"/>
                          <a:pt x="1054" y="290"/>
                        </a:cubicBezTo>
                        <a:cubicBezTo>
                          <a:pt x="1054" y="289"/>
                          <a:pt x="1054" y="288"/>
                          <a:pt x="1054" y="287"/>
                        </a:cubicBezTo>
                        <a:cubicBezTo>
                          <a:pt x="1053" y="287"/>
                          <a:pt x="1053" y="287"/>
                          <a:pt x="1053" y="287"/>
                        </a:cubicBezTo>
                        <a:close/>
                      </a:path>
                    </a:pathLst>
                  </a:custGeom>
                  <a:solidFill>
                    <a:schemeClr val="tx2">
                      <a:alpha val="50000"/>
                    </a:schemeClr>
                  </a:solidFill>
                  <a:ln w="9525">
                    <a:noFill/>
                    <a:round/>
                  </a:ln>
                </p:spPr>
                <p:txBody>
                  <a:bodyPr wrap="square" lIns="91440" tIns="45720" rIns="91440" bIns="45720" anchor="ctr" anchorCtr="0">
                    <a:normAutofit/>
                  </a:bodyPr>
                  <a:lstStyle/>
                  <a:p>
                    <a:pPr algn="ctr"/>
                  </a:p>
                </p:txBody>
              </p:sp>
              <p:sp>
                <p:nvSpPr>
                  <p:cNvPr id="41" name="椭圆 40" descr="f423f4f9-f930-4540-991d-42fdeea7cfba"/>
                  <p:cNvSpPr/>
                  <p:nvPr/>
                </p:nvSpPr>
                <p:spPr bwMode="auto">
                  <a:xfrm>
                    <a:off x="4075114" y="1879167"/>
                    <a:ext cx="1654174" cy="268722"/>
                  </a:xfrm>
                  <a:prstGeom prst="ellipse">
                    <a:avLst/>
                  </a:prstGeom>
                  <a:solidFill>
                    <a:schemeClr val="tx2"/>
                  </a:solidFill>
                  <a:ln w="19050">
                    <a:noFill/>
                    <a:round/>
                  </a:ln>
                </p:spPr>
                <p:txBody>
                  <a:bodyPr wrap="square" lIns="91440" tIns="45720" rIns="91440" bIns="45720" anchor="ctr" anchorCtr="0">
                    <a:normAutofit fontScale="25000" lnSpcReduction="20000"/>
                  </a:bodyPr>
                  <a:lstStyle/>
                  <a:p>
                    <a:pPr algn="ctr"/>
                  </a:p>
                </p:txBody>
              </p:sp>
            </p:grpSp>
          </p:grpSp>
          <p:grpSp>
            <p:nvGrpSpPr>
              <p:cNvPr id="58" name="组合 57" descr="34af8fbf-e79e-493d-911c-1cabbecf786b"/>
              <p:cNvGrpSpPr/>
              <p:nvPr/>
            </p:nvGrpSpPr>
            <p:grpSpPr>
              <a:xfrm>
                <a:off x="686479" y="1230206"/>
                <a:ext cx="10806341" cy="3896226"/>
                <a:chOff x="686479" y="1230206"/>
                <a:chExt cx="10806341" cy="3896226"/>
              </a:xfrm>
            </p:grpSpPr>
            <p:grpSp>
              <p:nvGrpSpPr>
                <p:cNvPr id="53" name="组合 52" descr="92e40335-15ab-49ff-8216-c6ac0cc3555e"/>
                <p:cNvGrpSpPr/>
                <p:nvPr/>
              </p:nvGrpSpPr>
              <p:grpSpPr>
                <a:xfrm>
                  <a:off x="7256769" y="1230206"/>
                  <a:ext cx="4236051" cy="1423836"/>
                  <a:chOff x="7230690" y="1230206"/>
                  <a:chExt cx="4236051" cy="1423836"/>
                </a:xfrm>
              </p:grpSpPr>
              <p:grpSp>
                <p:nvGrpSpPr>
                  <p:cNvPr id="48" name="组合 47" descr="b5ab6ff4-e989-4beb-9cef-39a5723c2788"/>
                  <p:cNvGrpSpPr/>
                  <p:nvPr/>
                </p:nvGrpSpPr>
                <p:grpSpPr>
                  <a:xfrm>
                    <a:off x="8076818" y="1230206"/>
                    <a:ext cx="3389923" cy="1423836"/>
                    <a:chOff x="8076818" y="1230206"/>
                    <a:chExt cx="3389923" cy="1423836"/>
                  </a:xfrm>
                </p:grpSpPr>
                <p:sp>
                  <p:nvSpPr>
                    <p:cNvPr id="30" name="Text1" descr="cd449bac-68a7-4e67-a781-d95509265222"/>
                    <p:cNvSpPr/>
                    <p:nvPr/>
                  </p:nvSpPr>
                  <p:spPr>
                    <a:xfrm>
                      <a:off x="8076818" y="1856459"/>
                      <a:ext cx="3389923" cy="797583"/>
                    </a:xfrm>
                    <a:prstGeom prst="snip2SameRect">
                      <a:avLst>
                        <a:gd name="adj1" fmla="val 0"/>
                        <a:gd name="adj2" fmla="val 0"/>
                      </a:avLst>
                    </a:prstGeom>
                    <a:ln>
                      <a:noFill/>
                    </a:ln>
                  </p:spPr>
                  <p:txBody>
                    <a:bodyPr wrap="square" lIns="91440" tIns="45720" rIns="91440" bIns="45720" anchor="t" anchorCtr="0">
                      <a:normAutofit/>
                    </a:bodyPr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ct val="0"/>
                        </a:spcBef>
                      </a:pPr>
                      <a:r>
                        <a:rPr lang="en-US" sz="1200" b="0" i="0" u="none">
                          <a:solidFill>
                            <a:srgbClr val="FFFFFF"/>
                          </a:solidFill>
                          <a:ea typeface="微软雅黑" panose="020B0503020204020204" charset="-122"/>
                        </a:rPr>
                        <a:t>道指引方向，法提供路径，术解决具体问题，器提升效率，四者递进。</a:t>
                      </a:r>
                      <a:endParaRPr lang="en-US" sz="1200" b="0" i="0" u="none">
                        <a:solidFill>
                          <a:srgbClr val="FFFFFF"/>
                        </a:solidFill>
                        <a:ea typeface="微软雅黑" panose="020B0503020204020204" charset="-122"/>
                      </a:endParaRPr>
                    </a:p>
                  </p:txBody>
                </p:sp>
                <p:sp>
                  <p:nvSpPr>
                    <p:cNvPr id="31" name="Bullet1" descr="851d1e92-ab50-4752-bb50-797538d1ae64"/>
                    <p:cNvSpPr txBox="1"/>
                    <p:nvPr/>
                  </p:nvSpPr>
                  <p:spPr bwMode="auto">
                    <a:xfrm>
                      <a:off x="8076818" y="1230206"/>
                      <a:ext cx="3389923" cy="61026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square" lIns="91440" tIns="45720" rIns="91440" bIns="45720" anchor="b" anchorCtr="0">
                      <a:normAutofit/>
                    </a:bodyPr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algn="l">
                        <a:spcBef>
                          <a:spcPct val="0"/>
                        </a:spcBef>
                      </a:pPr>
                      <a:r>
                        <a:rPr lang="en-US" sz="1800" b="1" i="0" u="none">
                          <a:solidFill>
                            <a:srgbClr val="FFFFFF"/>
                          </a:solidFill>
                          <a:ea typeface="微软雅黑" panose="020B0503020204020204" charset="-122"/>
                        </a:rPr>
                        <a:t>递进关系</a:t>
                      </a:r>
                      <a:endParaRPr lang="en-US" sz="1800" b="1" i="0" u="none">
                        <a:solidFill>
                          <a:srgbClr val="FFFFFF"/>
                        </a:solidFill>
                        <a:ea typeface="微软雅黑" panose="020B0503020204020204" charset="-122"/>
                      </a:endParaRPr>
                    </a:p>
                  </p:txBody>
                </p:sp>
              </p:grpSp>
              <p:grpSp>
                <p:nvGrpSpPr>
                  <p:cNvPr id="49" name="组合 48" descr="447ac75e-8867-4977-b6a9-61f776640b66"/>
                  <p:cNvGrpSpPr/>
                  <p:nvPr/>
                </p:nvGrpSpPr>
                <p:grpSpPr>
                  <a:xfrm>
                    <a:off x="7230690" y="1767069"/>
                    <a:ext cx="522378" cy="522378"/>
                    <a:chOff x="7230690" y="1767069"/>
                    <a:chExt cx="522378" cy="522378"/>
                  </a:xfrm>
                </p:grpSpPr>
                <p:sp>
                  <p:nvSpPr>
                    <p:cNvPr id="28" name="任意多边形: 形状 27" descr="8d193f1f-fc32-4b1d-8f90-fcdf080f07c8"/>
                    <p:cNvSpPr/>
                    <p:nvPr/>
                  </p:nvSpPr>
                  <p:spPr>
                    <a:xfrm>
                      <a:off x="7230690" y="1767069"/>
                      <a:ext cx="522378" cy="522378"/>
                    </a:xfrm>
                    <a:custGeom>
                      <a:avLst/>
                      <a:gdLst>
                        <a:gd name="connsiteX0" fmla="*/ 0 w 670873"/>
                        <a:gd name="connsiteY0" fmla="*/ 335437 h 670873"/>
                        <a:gd name="connsiteX1" fmla="*/ 335437 w 670873"/>
                        <a:gd name="connsiteY1" fmla="*/ 0 h 670873"/>
                        <a:gd name="connsiteX2" fmla="*/ 670874 w 670873"/>
                        <a:gd name="connsiteY2" fmla="*/ 335437 h 670873"/>
                        <a:gd name="connsiteX3" fmla="*/ 335437 w 670873"/>
                        <a:gd name="connsiteY3" fmla="*/ 670874 h 670873"/>
                        <a:gd name="connsiteX4" fmla="*/ 0 w 670873"/>
                        <a:gd name="connsiteY4" fmla="*/ 335437 h 6708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670873" h="670873">
                          <a:moveTo>
                            <a:pt x="0" y="335437"/>
                          </a:moveTo>
                          <a:cubicBezTo>
                            <a:pt x="0" y="150180"/>
                            <a:pt x="150180" y="0"/>
                            <a:pt x="335437" y="0"/>
                          </a:cubicBezTo>
                          <a:cubicBezTo>
                            <a:pt x="520694" y="0"/>
                            <a:pt x="670874" y="150180"/>
                            <a:pt x="670874" y="335437"/>
                          </a:cubicBezTo>
                          <a:cubicBezTo>
                            <a:pt x="670874" y="520694"/>
                            <a:pt x="520694" y="670874"/>
                            <a:pt x="335437" y="670874"/>
                          </a:cubicBezTo>
                          <a:cubicBezTo>
                            <a:pt x="150180" y="670874"/>
                            <a:pt x="0" y="520694"/>
                            <a:pt x="0" y="335437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28575">
                      <a:solidFill>
                        <a:schemeClr val="bg1"/>
                      </a:solidFill>
                    </a:ln>
                  </p:spPr>
                  <p:style>
                    <a:lnRef idx="2">
                      <a:scrgbClr r="0" g="0" b="0"/>
                    </a:lnRef>
                    <a:fillRef idx="1">
                      <a:scrgbClr r="0" g="0" b="0"/>
                    </a:fillRef>
                    <a:effectRef idx="0">
                      <a:schemeClr val="accent1">
                        <a:hueOff val="0"/>
                        <a:satOff val="0"/>
                        <a:lumOff val="0"/>
                        <a:alphaOff val="0"/>
                      </a:schemeClr>
                    </a:effectRef>
                    <a:fontRef idx="minor">
                      <a:schemeClr val="lt1"/>
                    </a:fontRef>
                  </p:style>
                  <p:txBody>
                    <a:bodyPr wrap="square" lIns="91440" tIns="45720" rIns="91440" bIns="45720" anchor="ctr" anchorCtr="0">
                      <a:normAutofit/>
                    </a:bodyPr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</a:defRPr>
                      </a:lvl9pPr>
                    </a:lstStyle>
                    <a:p>
                      <a:pPr algn="ctr"/>
                    </a:p>
                  </p:txBody>
                </p:sp>
                <p:sp>
                  <p:nvSpPr>
                    <p:cNvPr id="29" name="Icon1" descr="5761eefe-eaa2-4279-9aa7-f3ce92806693"/>
                    <p:cNvSpPr/>
                    <p:nvPr/>
                  </p:nvSpPr>
                  <p:spPr bwMode="auto">
                    <a:xfrm>
                      <a:off x="7345590" y="1882161"/>
                      <a:ext cx="292579" cy="292194"/>
                    </a:xfrm>
                    <a:custGeom>
                      <a:avLst/>
                      <a:gdLst>
                        <a:gd name="connsiteX0" fmla="*/ 86413 w 591547"/>
                        <a:gd name="connsiteY0" fmla="*/ 515758 h 590770"/>
                        <a:gd name="connsiteX1" fmla="*/ 171919 w 591547"/>
                        <a:gd name="connsiteY1" fmla="*/ 515758 h 590770"/>
                        <a:gd name="connsiteX2" fmla="*/ 171919 w 591547"/>
                        <a:gd name="connsiteY2" fmla="*/ 537523 h 590770"/>
                        <a:gd name="connsiteX3" fmla="*/ 86413 w 591547"/>
                        <a:gd name="connsiteY3" fmla="*/ 537523 h 590770"/>
                        <a:gd name="connsiteX4" fmla="*/ 86413 w 591547"/>
                        <a:gd name="connsiteY4" fmla="*/ 461733 h 590770"/>
                        <a:gd name="connsiteX5" fmla="*/ 171919 w 591547"/>
                        <a:gd name="connsiteY5" fmla="*/ 461733 h 590770"/>
                        <a:gd name="connsiteX6" fmla="*/ 171919 w 591547"/>
                        <a:gd name="connsiteY6" fmla="*/ 483498 h 590770"/>
                        <a:gd name="connsiteX7" fmla="*/ 86413 w 591547"/>
                        <a:gd name="connsiteY7" fmla="*/ 483498 h 590770"/>
                        <a:gd name="connsiteX8" fmla="*/ 86413 w 591547"/>
                        <a:gd name="connsiteY8" fmla="*/ 408616 h 590770"/>
                        <a:gd name="connsiteX9" fmla="*/ 171919 w 591547"/>
                        <a:gd name="connsiteY9" fmla="*/ 408616 h 590770"/>
                        <a:gd name="connsiteX10" fmla="*/ 171919 w 591547"/>
                        <a:gd name="connsiteY10" fmla="*/ 429474 h 590770"/>
                        <a:gd name="connsiteX11" fmla="*/ 86413 w 591547"/>
                        <a:gd name="connsiteY11" fmla="*/ 429474 h 590770"/>
                        <a:gd name="connsiteX12" fmla="*/ 204177 w 591547"/>
                        <a:gd name="connsiteY12" fmla="*/ 357041 h 590770"/>
                        <a:gd name="connsiteX13" fmla="*/ 204177 w 591547"/>
                        <a:gd name="connsiteY13" fmla="*/ 569815 h 590770"/>
                        <a:gd name="connsiteX14" fmla="*/ 333300 w 591547"/>
                        <a:gd name="connsiteY14" fmla="*/ 569815 h 590770"/>
                        <a:gd name="connsiteX15" fmla="*/ 333300 w 591547"/>
                        <a:gd name="connsiteY15" fmla="*/ 382026 h 590770"/>
                        <a:gd name="connsiteX16" fmla="*/ 183194 w 591547"/>
                        <a:gd name="connsiteY16" fmla="*/ 357041 h 590770"/>
                        <a:gd name="connsiteX17" fmla="*/ 75053 w 591547"/>
                        <a:gd name="connsiteY17" fmla="*/ 382026 h 590770"/>
                        <a:gd name="connsiteX18" fmla="*/ 75053 w 591547"/>
                        <a:gd name="connsiteY18" fmla="*/ 569815 h 590770"/>
                        <a:gd name="connsiteX19" fmla="*/ 183194 w 591547"/>
                        <a:gd name="connsiteY19" fmla="*/ 569815 h 590770"/>
                        <a:gd name="connsiteX20" fmla="*/ 247709 w 591547"/>
                        <a:gd name="connsiteY20" fmla="*/ 311838 h 590770"/>
                        <a:gd name="connsiteX21" fmla="*/ 322851 w 591547"/>
                        <a:gd name="connsiteY21" fmla="*/ 311838 h 590770"/>
                        <a:gd name="connsiteX22" fmla="*/ 322851 w 591547"/>
                        <a:gd name="connsiteY22" fmla="*/ 332826 h 590770"/>
                        <a:gd name="connsiteX23" fmla="*/ 247709 w 591547"/>
                        <a:gd name="connsiteY23" fmla="*/ 332826 h 590770"/>
                        <a:gd name="connsiteX24" fmla="*/ 247709 w 591547"/>
                        <a:gd name="connsiteY24" fmla="*/ 257944 h 590770"/>
                        <a:gd name="connsiteX25" fmla="*/ 322851 w 591547"/>
                        <a:gd name="connsiteY25" fmla="*/ 257944 h 590770"/>
                        <a:gd name="connsiteX26" fmla="*/ 322851 w 591547"/>
                        <a:gd name="connsiteY26" fmla="*/ 279580 h 590770"/>
                        <a:gd name="connsiteX27" fmla="*/ 247709 w 591547"/>
                        <a:gd name="connsiteY27" fmla="*/ 279580 h 590770"/>
                        <a:gd name="connsiteX28" fmla="*/ 247709 w 591547"/>
                        <a:gd name="connsiteY28" fmla="*/ 203919 h 590770"/>
                        <a:gd name="connsiteX29" fmla="*/ 322851 w 591547"/>
                        <a:gd name="connsiteY29" fmla="*/ 203919 h 590770"/>
                        <a:gd name="connsiteX30" fmla="*/ 322851 w 591547"/>
                        <a:gd name="connsiteY30" fmla="*/ 225684 h 590770"/>
                        <a:gd name="connsiteX31" fmla="*/ 247709 w 591547"/>
                        <a:gd name="connsiteY31" fmla="*/ 225684 h 590770"/>
                        <a:gd name="connsiteX32" fmla="*/ 247709 w 591547"/>
                        <a:gd name="connsiteY32" fmla="*/ 150672 h 590770"/>
                        <a:gd name="connsiteX33" fmla="*/ 322851 w 591547"/>
                        <a:gd name="connsiteY33" fmla="*/ 150672 h 590770"/>
                        <a:gd name="connsiteX34" fmla="*/ 322851 w 591547"/>
                        <a:gd name="connsiteY34" fmla="*/ 171660 h 590770"/>
                        <a:gd name="connsiteX35" fmla="*/ 247709 w 591547"/>
                        <a:gd name="connsiteY35" fmla="*/ 171660 h 590770"/>
                        <a:gd name="connsiteX36" fmla="*/ 355090 w 591547"/>
                        <a:gd name="connsiteY36" fmla="*/ 102357 h 590770"/>
                        <a:gd name="connsiteX37" fmla="*/ 355090 w 591547"/>
                        <a:gd name="connsiteY37" fmla="*/ 373160 h 590770"/>
                        <a:gd name="connsiteX38" fmla="*/ 355090 w 591547"/>
                        <a:gd name="connsiteY38" fmla="*/ 376384 h 590770"/>
                        <a:gd name="connsiteX39" fmla="*/ 355090 w 591547"/>
                        <a:gd name="connsiteY39" fmla="*/ 569815 h 590770"/>
                        <a:gd name="connsiteX40" fmla="*/ 484213 w 591547"/>
                        <a:gd name="connsiteY40" fmla="*/ 569815 h 590770"/>
                        <a:gd name="connsiteX41" fmla="*/ 484213 w 591547"/>
                        <a:gd name="connsiteY41" fmla="*/ 154744 h 590770"/>
                        <a:gd name="connsiteX42" fmla="*/ 333300 w 591547"/>
                        <a:gd name="connsiteY42" fmla="*/ 99939 h 590770"/>
                        <a:gd name="connsiteX43" fmla="*/ 236458 w 591547"/>
                        <a:gd name="connsiteY43" fmla="*/ 125730 h 590770"/>
                        <a:gd name="connsiteX44" fmla="*/ 236458 w 591547"/>
                        <a:gd name="connsiteY44" fmla="*/ 341728 h 590770"/>
                        <a:gd name="connsiteX45" fmla="*/ 333300 w 591547"/>
                        <a:gd name="connsiteY45" fmla="*/ 360265 h 590770"/>
                        <a:gd name="connsiteX46" fmla="*/ 397862 w 591547"/>
                        <a:gd name="connsiteY46" fmla="*/ 21761 h 590770"/>
                        <a:gd name="connsiteX47" fmla="*/ 387371 w 591547"/>
                        <a:gd name="connsiteY47" fmla="*/ 32238 h 590770"/>
                        <a:gd name="connsiteX48" fmla="*/ 397862 w 591547"/>
                        <a:gd name="connsiteY48" fmla="*/ 42716 h 590770"/>
                        <a:gd name="connsiteX49" fmla="*/ 409160 w 591547"/>
                        <a:gd name="connsiteY49" fmla="*/ 32238 h 590770"/>
                        <a:gd name="connsiteX50" fmla="*/ 397862 w 591547"/>
                        <a:gd name="connsiteY50" fmla="*/ 21761 h 590770"/>
                        <a:gd name="connsiteX51" fmla="*/ 397862 w 591547"/>
                        <a:gd name="connsiteY51" fmla="*/ 0 h 590770"/>
                        <a:gd name="connsiteX52" fmla="*/ 430143 w 591547"/>
                        <a:gd name="connsiteY52" fmla="*/ 32238 h 590770"/>
                        <a:gd name="connsiteX53" fmla="*/ 409160 w 591547"/>
                        <a:gd name="connsiteY53" fmla="*/ 62865 h 590770"/>
                        <a:gd name="connsiteX54" fmla="*/ 409160 w 591547"/>
                        <a:gd name="connsiteY54" fmla="*/ 100745 h 590770"/>
                        <a:gd name="connsiteX55" fmla="*/ 498740 w 591547"/>
                        <a:gd name="connsiteY55" fmla="*/ 137819 h 590770"/>
                        <a:gd name="connsiteX56" fmla="*/ 506003 w 591547"/>
                        <a:gd name="connsiteY56" fmla="*/ 147491 h 590770"/>
                        <a:gd name="connsiteX57" fmla="*/ 506003 w 591547"/>
                        <a:gd name="connsiteY57" fmla="*/ 569815 h 590770"/>
                        <a:gd name="connsiteX58" fmla="*/ 591547 w 591547"/>
                        <a:gd name="connsiteY58" fmla="*/ 569815 h 590770"/>
                        <a:gd name="connsiteX59" fmla="*/ 591547 w 591547"/>
                        <a:gd name="connsiteY59" fmla="*/ 590770 h 590770"/>
                        <a:gd name="connsiteX60" fmla="*/ 494705 w 591547"/>
                        <a:gd name="connsiteY60" fmla="*/ 590770 h 590770"/>
                        <a:gd name="connsiteX61" fmla="*/ 344598 w 591547"/>
                        <a:gd name="connsiteY61" fmla="*/ 590770 h 590770"/>
                        <a:gd name="connsiteX62" fmla="*/ 193685 w 591547"/>
                        <a:gd name="connsiteY62" fmla="*/ 590770 h 590770"/>
                        <a:gd name="connsiteX63" fmla="*/ 64562 w 591547"/>
                        <a:gd name="connsiteY63" fmla="*/ 590770 h 590770"/>
                        <a:gd name="connsiteX64" fmla="*/ 0 w 591547"/>
                        <a:gd name="connsiteY64" fmla="*/ 590770 h 590770"/>
                        <a:gd name="connsiteX65" fmla="*/ 0 w 591547"/>
                        <a:gd name="connsiteY65" fmla="*/ 569815 h 590770"/>
                        <a:gd name="connsiteX66" fmla="*/ 54070 w 591547"/>
                        <a:gd name="connsiteY66" fmla="*/ 569815 h 590770"/>
                        <a:gd name="connsiteX67" fmla="*/ 54070 w 591547"/>
                        <a:gd name="connsiteY67" fmla="*/ 373160 h 590770"/>
                        <a:gd name="connsiteX68" fmla="*/ 62141 w 591547"/>
                        <a:gd name="connsiteY68" fmla="*/ 362683 h 590770"/>
                        <a:gd name="connsiteX69" fmla="*/ 191264 w 591547"/>
                        <a:gd name="connsiteY69" fmla="*/ 333668 h 590770"/>
                        <a:gd name="connsiteX70" fmla="*/ 195299 w 591547"/>
                        <a:gd name="connsiteY70" fmla="*/ 333668 h 590770"/>
                        <a:gd name="connsiteX71" fmla="*/ 196106 w 591547"/>
                        <a:gd name="connsiteY71" fmla="*/ 333668 h 590770"/>
                        <a:gd name="connsiteX72" fmla="*/ 215475 w 591547"/>
                        <a:gd name="connsiteY72" fmla="*/ 336892 h 590770"/>
                        <a:gd name="connsiteX73" fmla="*/ 215475 w 591547"/>
                        <a:gd name="connsiteY73" fmla="*/ 116864 h 590770"/>
                        <a:gd name="connsiteX74" fmla="*/ 223545 w 591547"/>
                        <a:gd name="connsiteY74" fmla="*/ 106387 h 590770"/>
                        <a:gd name="connsiteX75" fmla="*/ 341370 w 591547"/>
                        <a:gd name="connsiteY75" fmla="*/ 75760 h 590770"/>
                        <a:gd name="connsiteX76" fmla="*/ 342984 w 591547"/>
                        <a:gd name="connsiteY76" fmla="*/ 75760 h 590770"/>
                        <a:gd name="connsiteX77" fmla="*/ 345405 w 591547"/>
                        <a:gd name="connsiteY77" fmla="*/ 75760 h 590770"/>
                        <a:gd name="connsiteX78" fmla="*/ 347020 w 591547"/>
                        <a:gd name="connsiteY78" fmla="*/ 75760 h 590770"/>
                        <a:gd name="connsiteX79" fmla="*/ 348634 w 591547"/>
                        <a:gd name="connsiteY79" fmla="*/ 75760 h 590770"/>
                        <a:gd name="connsiteX80" fmla="*/ 387371 w 591547"/>
                        <a:gd name="connsiteY80" fmla="*/ 91879 h 590770"/>
                        <a:gd name="connsiteX81" fmla="*/ 387371 w 591547"/>
                        <a:gd name="connsiteY81" fmla="*/ 62865 h 590770"/>
                        <a:gd name="connsiteX82" fmla="*/ 365581 w 591547"/>
                        <a:gd name="connsiteY82" fmla="*/ 32238 h 590770"/>
                        <a:gd name="connsiteX83" fmla="*/ 397862 w 591547"/>
                        <a:gd name="connsiteY83" fmla="*/ 0 h 5907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</a:cxnLst>
                      <a:rect l="l" t="t" r="r" b="b"/>
                      <a:pathLst>
                        <a:path w="591547" h="590770">
                          <a:moveTo>
                            <a:pt x="86413" y="515758"/>
                          </a:moveTo>
                          <a:lnTo>
                            <a:pt x="171919" y="515758"/>
                          </a:lnTo>
                          <a:lnTo>
                            <a:pt x="171919" y="537523"/>
                          </a:lnTo>
                          <a:lnTo>
                            <a:pt x="86413" y="537523"/>
                          </a:lnTo>
                          <a:close/>
                          <a:moveTo>
                            <a:pt x="86413" y="461733"/>
                          </a:moveTo>
                          <a:lnTo>
                            <a:pt x="171919" y="461733"/>
                          </a:lnTo>
                          <a:lnTo>
                            <a:pt x="171919" y="483498"/>
                          </a:lnTo>
                          <a:lnTo>
                            <a:pt x="86413" y="483498"/>
                          </a:lnTo>
                          <a:close/>
                          <a:moveTo>
                            <a:pt x="86413" y="408616"/>
                          </a:moveTo>
                          <a:lnTo>
                            <a:pt x="171919" y="408616"/>
                          </a:lnTo>
                          <a:lnTo>
                            <a:pt x="171919" y="429474"/>
                          </a:lnTo>
                          <a:lnTo>
                            <a:pt x="86413" y="429474"/>
                          </a:lnTo>
                          <a:close/>
                          <a:moveTo>
                            <a:pt x="204177" y="357041"/>
                          </a:moveTo>
                          <a:lnTo>
                            <a:pt x="204177" y="569815"/>
                          </a:lnTo>
                          <a:lnTo>
                            <a:pt x="333300" y="569815"/>
                          </a:lnTo>
                          <a:lnTo>
                            <a:pt x="333300" y="382026"/>
                          </a:lnTo>
                          <a:close/>
                          <a:moveTo>
                            <a:pt x="183194" y="357041"/>
                          </a:moveTo>
                          <a:lnTo>
                            <a:pt x="75053" y="382026"/>
                          </a:lnTo>
                          <a:lnTo>
                            <a:pt x="75053" y="569815"/>
                          </a:lnTo>
                          <a:lnTo>
                            <a:pt x="183194" y="569815"/>
                          </a:lnTo>
                          <a:close/>
                          <a:moveTo>
                            <a:pt x="247709" y="311838"/>
                          </a:moveTo>
                          <a:lnTo>
                            <a:pt x="322851" y="311838"/>
                          </a:lnTo>
                          <a:lnTo>
                            <a:pt x="322851" y="332826"/>
                          </a:lnTo>
                          <a:lnTo>
                            <a:pt x="247709" y="332826"/>
                          </a:lnTo>
                          <a:close/>
                          <a:moveTo>
                            <a:pt x="247709" y="257944"/>
                          </a:moveTo>
                          <a:lnTo>
                            <a:pt x="322851" y="257944"/>
                          </a:lnTo>
                          <a:lnTo>
                            <a:pt x="322851" y="279580"/>
                          </a:lnTo>
                          <a:lnTo>
                            <a:pt x="247709" y="279580"/>
                          </a:lnTo>
                          <a:close/>
                          <a:moveTo>
                            <a:pt x="247709" y="203919"/>
                          </a:moveTo>
                          <a:lnTo>
                            <a:pt x="322851" y="203919"/>
                          </a:lnTo>
                          <a:lnTo>
                            <a:pt x="322851" y="225684"/>
                          </a:lnTo>
                          <a:lnTo>
                            <a:pt x="247709" y="225684"/>
                          </a:lnTo>
                          <a:close/>
                          <a:moveTo>
                            <a:pt x="247709" y="150672"/>
                          </a:moveTo>
                          <a:lnTo>
                            <a:pt x="322851" y="150672"/>
                          </a:lnTo>
                          <a:lnTo>
                            <a:pt x="322851" y="171660"/>
                          </a:lnTo>
                          <a:lnTo>
                            <a:pt x="247709" y="171660"/>
                          </a:lnTo>
                          <a:close/>
                          <a:moveTo>
                            <a:pt x="355090" y="102357"/>
                          </a:moveTo>
                          <a:lnTo>
                            <a:pt x="355090" y="373160"/>
                          </a:lnTo>
                          <a:lnTo>
                            <a:pt x="355090" y="376384"/>
                          </a:lnTo>
                          <a:lnTo>
                            <a:pt x="355090" y="569815"/>
                          </a:lnTo>
                          <a:lnTo>
                            <a:pt x="484213" y="569815"/>
                          </a:lnTo>
                          <a:lnTo>
                            <a:pt x="484213" y="154744"/>
                          </a:lnTo>
                          <a:close/>
                          <a:moveTo>
                            <a:pt x="333300" y="99939"/>
                          </a:moveTo>
                          <a:lnTo>
                            <a:pt x="236458" y="125730"/>
                          </a:lnTo>
                          <a:lnTo>
                            <a:pt x="236458" y="341728"/>
                          </a:lnTo>
                          <a:lnTo>
                            <a:pt x="333300" y="360265"/>
                          </a:lnTo>
                          <a:close/>
                          <a:moveTo>
                            <a:pt x="397862" y="21761"/>
                          </a:moveTo>
                          <a:cubicBezTo>
                            <a:pt x="392213" y="21761"/>
                            <a:pt x="387371" y="26596"/>
                            <a:pt x="387371" y="32238"/>
                          </a:cubicBezTo>
                          <a:cubicBezTo>
                            <a:pt x="387371" y="37880"/>
                            <a:pt x="392213" y="42716"/>
                            <a:pt x="397862" y="42716"/>
                          </a:cubicBezTo>
                          <a:cubicBezTo>
                            <a:pt x="404318" y="42716"/>
                            <a:pt x="409160" y="37880"/>
                            <a:pt x="409160" y="32238"/>
                          </a:cubicBezTo>
                          <a:cubicBezTo>
                            <a:pt x="409160" y="26596"/>
                            <a:pt x="404318" y="21761"/>
                            <a:pt x="397862" y="21761"/>
                          </a:cubicBezTo>
                          <a:close/>
                          <a:moveTo>
                            <a:pt x="397862" y="0"/>
                          </a:moveTo>
                          <a:cubicBezTo>
                            <a:pt x="415616" y="0"/>
                            <a:pt x="430143" y="14507"/>
                            <a:pt x="430143" y="32238"/>
                          </a:cubicBezTo>
                          <a:cubicBezTo>
                            <a:pt x="430143" y="45940"/>
                            <a:pt x="421266" y="58029"/>
                            <a:pt x="409160" y="62865"/>
                          </a:cubicBezTo>
                          <a:lnTo>
                            <a:pt x="409160" y="100745"/>
                          </a:lnTo>
                          <a:lnTo>
                            <a:pt x="498740" y="137819"/>
                          </a:lnTo>
                          <a:cubicBezTo>
                            <a:pt x="502775" y="139431"/>
                            <a:pt x="506003" y="143461"/>
                            <a:pt x="506003" y="147491"/>
                          </a:cubicBezTo>
                          <a:lnTo>
                            <a:pt x="506003" y="569815"/>
                          </a:lnTo>
                          <a:lnTo>
                            <a:pt x="591547" y="569815"/>
                          </a:lnTo>
                          <a:lnTo>
                            <a:pt x="591547" y="590770"/>
                          </a:lnTo>
                          <a:lnTo>
                            <a:pt x="494705" y="590770"/>
                          </a:lnTo>
                          <a:lnTo>
                            <a:pt x="344598" y="590770"/>
                          </a:lnTo>
                          <a:lnTo>
                            <a:pt x="193685" y="590770"/>
                          </a:lnTo>
                          <a:lnTo>
                            <a:pt x="64562" y="590770"/>
                          </a:lnTo>
                          <a:lnTo>
                            <a:pt x="0" y="590770"/>
                          </a:lnTo>
                          <a:lnTo>
                            <a:pt x="0" y="569815"/>
                          </a:lnTo>
                          <a:lnTo>
                            <a:pt x="54070" y="569815"/>
                          </a:lnTo>
                          <a:lnTo>
                            <a:pt x="54070" y="373160"/>
                          </a:lnTo>
                          <a:cubicBezTo>
                            <a:pt x="54070" y="368324"/>
                            <a:pt x="57298" y="364294"/>
                            <a:pt x="62141" y="362683"/>
                          </a:cubicBezTo>
                          <a:lnTo>
                            <a:pt x="191264" y="333668"/>
                          </a:lnTo>
                          <a:cubicBezTo>
                            <a:pt x="192878" y="332862"/>
                            <a:pt x="194492" y="332862"/>
                            <a:pt x="195299" y="333668"/>
                          </a:cubicBezTo>
                          <a:cubicBezTo>
                            <a:pt x="196106" y="333668"/>
                            <a:pt x="196106" y="333668"/>
                            <a:pt x="196106" y="333668"/>
                          </a:cubicBezTo>
                          <a:lnTo>
                            <a:pt x="215475" y="336892"/>
                          </a:lnTo>
                          <a:lnTo>
                            <a:pt x="215475" y="116864"/>
                          </a:lnTo>
                          <a:cubicBezTo>
                            <a:pt x="215475" y="112028"/>
                            <a:pt x="218703" y="107999"/>
                            <a:pt x="223545" y="106387"/>
                          </a:cubicBezTo>
                          <a:lnTo>
                            <a:pt x="341370" y="75760"/>
                          </a:lnTo>
                          <a:cubicBezTo>
                            <a:pt x="342177" y="75760"/>
                            <a:pt x="342177" y="75760"/>
                            <a:pt x="342984" y="75760"/>
                          </a:cubicBezTo>
                          <a:cubicBezTo>
                            <a:pt x="343791" y="75760"/>
                            <a:pt x="344598" y="74954"/>
                            <a:pt x="345405" y="75760"/>
                          </a:cubicBezTo>
                          <a:cubicBezTo>
                            <a:pt x="346213" y="75760"/>
                            <a:pt x="347020" y="75760"/>
                            <a:pt x="347020" y="75760"/>
                          </a:cubicBezTo>
                          <a:cubicBezTo>
                            <a:pt x="347827" y="75760"/>
                            <a:pt x="347827" y="75760"/>
                            <a:pt x="348634" y="75760"/>
                          </a:cubicBezTo>
                          <a:lnTo>
                            <a:pt x="387371" y="91879"/>
                          </a:lnTo>
                          <a:lnTo>
                            <a:pt x="387371" y="62865"/>
                          </a:lnTo>
                          <a:cubicBezTo>
                            <a:pt x="375265" y="58029"/>
                            <a:pt x="365581" y="45940"/>
                            <a:pt x="365581" y="32238"/>
                          </a:cubicBezTo>
                          <a:cubicBezTo>
                            <a:pt x="365581" y="14507"/>
                            <a:pt x="380107" y="0"/>
                            <a:pt x="397862" y="0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wrap="square" lIns="91440" tIns="45720" rIns="91440" bIns="45720" anchor="ctr" anchorCtr="0">
                      <a:normAutofit fontScale="85000" lnSpcReduction="20000"/>
                    </a:bodyPr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algn="ctr"/>
                    </a:p>
                  </p:txBody>
                </p:sp>
              </p:grpSp>
              <p:cxnSp>
                <p:nvCxnSpPr>
                  <p:cNvPr id="19" name="直接连接符 18" descr="3c8ed19e-db8c-4852-a6c4-8db9dacf33eb"/>
                  <p:cNvCxnSpPr/>
                  <p:nvPr/>
                </p:nvCxnSpPr>
                <p:spPr>
                  <a:xfrm>
                    <a:off x="7818120" y="2034000"/>
                    <a:ext cx="167880" cy="0"/>
                  </a:xfrm>
                  <a:prstGeom prst="line">
                    <a:avLst/>
                  </a:prstGeom>
                  <a:ln w="3175" cap="rnd">
                    <a:solidFill>
                      <a:schemeClr val="tx2"/>
                    </a:solidFill>
                    <a:round/>
                    <a:headEnd type="oval" w="sm" len="sm"/>
                    <a:tailEnd type="oval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4" name="组合 53" descr="1f2729ad-508d-41b5-9350-c17165ffc318"/>
                <p:cNvGrpSpPr/>
                <p:nvPr/>
              </p:nvGrpSpPr>
              <p:grpSpPr>
                <a:xfrm>
                  <a:off x="686479" y="2466401"/>
                  <a:ext cx="4433346" cy="1423836"/>
                  <a:chOff x="660400" y="2466401"/>
                  <a:chExt cx="4433346" cy="1423836"/>
                </a:xfrm>
              </p:grpSpPr>
              <p:grpSp>
                <p:nvGrpSpPr>
                  <p:cNvPr id="51" name="组合 50" descr="e478e382-da46-4c11-ad32-b932980615d8"/>
                  <p:cNvGrpSpPr/>
                  <p:nvPr/>
                </p:nvGrpSpPr>
                <p:grpSpPr>
                  <a:xfrm>
                    <a:off x="4571368" y="3063792"/>
                    <a:ext cx="522378" cy="522378"/>
                    <a:chOff x="4571368" y="3063792"/>
                    <a:chExt cx="522378" cy="522378"/>
                  </a:xfrm>
                </p:grpSpPr>
                <p:sp>
                  <p:nvSpPr>
                    <p:cNvPr id="26" name="任意多边形: 形状 25" descr="18c185dc-b962-4868-aaaa-e7b1b8872825"/>
                    <p:cNvSpPr/>
                    <p:nvPr/>
                  </p:nvSpPr>
                  <p:spPr>
                    <a:xfrm flipH="1">
                      <a:off x="4571368" y="3063792"/>
                      <a:ext cx="522378" cy="522378"/>
                    </a:xfrm>
                    <a:custGeom>
                      <a:avLst/>
                      <a:gdLst>
                        <a:gd name="connsiteX0" fmla="*/ 0 w 670873"/>
                        <a:gd name="connsiteY0" fmla="*/ 335437 h 670873"/>
                        <a:gd name="connsiteX1" fmla="*/ 335437 w 670873"/>
                        <a:gd name="connsiteY1" fmla="*/ 0 h 670873"/>
                        <a:gd name="connsiteX2" fmla="*/ 670874 w 670873"/>
                        <a:gd name="connsiteY2" fmla="*/ 335437 h 670873"/>
                        <a:gd name="connsiteX3" fmla="*/ 335437 w 670873"/>
                        <a:gd name="connsiteY3" fmla="*/ 670874 h 670873"/>
                        <a:gd name="connsiteX4" fmla="*/ 0 w 670873"/>
                        <a:gd name="connsiteY4" fmla="*/ 335437 h 6708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670873" h="670873">
                          <a:moveTo>
                            <a:pt x="0" y="335437"/>
                          </a:moveTo>
                          <a:cubicBezTo>
                            <a:pt x="0" y="150180"/>
                            <a:pt x="150180" y="0"/>
                            <a:pt x="335437" y="0"/>
                          </a:cubicBezTo>
                          <a:cubicBezTo>
                            <a:pt x="520694" y="0"/>
                            <a:pt x="670874" y="150180"/>
                            <a:pt x="670874" y="335437"/>
                          </a:cubicBezTo>
                          <a:cubicBezTo>
                            <a:pt x="670874" y="520694"/>
                            <a:pt x="520694" y="670874"/>
                            <a:pt x="335437" y="670874"/>
                          </a:cubicBezTo>
                          <a:cubicBezTo>
                            <a:pt x="150180" y="670874"/>
                            <a:pt x="0" y="520694"/>
                            <a:pt x="0" y="335437"/>
                          </a:cubicBezTo>
                          <a:close/>
                        </a:path>
                      </a:pathLst>
                    </a:custGeom>
                    <a:solidFill>
                      <a:schemeClr val="tx2">
                        <a:alpha val="90000"/>
                      </a:schemeClr>
                    </a:solidFill>
                    <a:ln w="28575">
                      <a:solidFill>
                        <a:schemeClr val="bg1"/>
                      </a:solidFill>
                    </a:ln>
                  </p:spPr>
                  <p:style>
                    <a:lnRef idx="2">
                      <a:scrgbClr r="0" g="0" b="0"/>
                    </a:lnRef>
                    <a:fillRef idx="1">
                      <a:scrgbClr r="0" g="0" b="0"/>
                    </a:fillRef>
                    <a:effectRef idx="0">
                      <a:schemeClr val="accent1">
                        <a:hueOff val="0"/>
                        <a:satOff val="0"/>
                        <a:lumOff val="0"/>
                        <a:alphaOff val="0"/>
                      </a:schemeClr>
                    </a:effectRef>
                    <a:fontRef idx="minor">
                      <a:schemeClr val="lt1"/>
                    </a:fontRef>
                  </p:style>
                  <p:txBody>
                    <a:bodyPr wrap="square" lIns="91440" tIns="45720" rIns="91440" bIns="45720" anchor="ctr" anchorCtr="0">
                      <a:normAutofit/>
                    </a:bodyPr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</a:defRPr>
                      </a:lvl9pPr>
                    </a:lstStyle>
                    <a:p>
                      <a:pPr algn="ctr"/>
                    </a:p>
                  </p:txBody>
                </p:sp>
                <p:sp>
                  <p:nvSpPr>
                    <p:cNvPr id="27" name="Icon2" descr="332b6b32-b43c-4f65-b804-d33575659f1b"/>
                    <p:cNvSpPr/>
                    <p:nvPr/>
                  </p:nvSpPr>
                  <p:spPr bwMode="auto">
                    <a:xfrm>
                      <a:off x="4686267" y="3181543"/>
                      <a:ext cx="292579" cy="286874"/>
                    </a:xfrm>
                    <a:custGeom>
                      <a:avLst/>
                      <a:gdLst>
                        <a:gd name="T0" fmla="*/ 1312 w 1990"/>
                        <a:gd name="T1" fmla="*/ 1552 h 1954"/>
                        <a:gd name="T2" fmla="*/ 291 w 1990"/>
                        <a:gd name="T3" fmla="*/ 1746 h 1954"/>
                        <a:gd name="T4" fmla="*/ 0 w 1990"/>
                        <a:gd name="T5" fmla="*/ 540 h 1954"/>
                        <a:gd name="T6" fmla="*/ 515 w 1990"/>
                        <a:gd name="T7" fmla="*/ 249 h 1954"/>
                        <a:gd name="T8" fmla="*/ 1205 w 1990"/>
                        <a:gd name="T9" fmla="*/ 0 h 1954"/>
                        <a:gd name="T10" fmla="*/ 1496 w 1990"/>
                        <a:gd name="T11" fmla="*/ 489 h 1954"/>
                        <a:gd name="T12" fmla="*/ 1413 w 1990"/>
                        <a:gd name="T13" fmla="*/ 291 h 1954"/>
                        <a:gd name="T14" fmla="*/ 802 w 1990"/>
                        <a:gd name="T15" fmla="*/ 83 h 1954"/>
                        <a:gd name="T16" fmla="*/ 1039 w 1990"/>
                        <a:gd name="T17" fmla="*/ 249 h 1954"/>
                        <a:gd name="T18" fmla="*/ 1243 w 1990"/>
                        <a:gd name="T19" fmla="*/ 499 h 1954"/>
                        <a:gd name="T20" fmla="*/ 291 w 1990"/>
                        <a:gd name="T21" fmla="*/ 333 h 1954"/>
                        <a:gd name="T22" fmla="*/ 83 w 1990"/>
                        <a:gd name="T23" fmla="*/ 1455 h 1954"/>
                        <a:gd name="T24" fmla="*/ 1039 w 1990"/>
                        <a:gd name="T25" fmla="*/ 1663 h 1954"/>
                        <a:gd name="T26" fmla="*/ 1641 w 1990"/>
                        <a:gd name="T27" fmla="*/ 1453 h 1954"/>
                        <a:gd name="T28" fmla="*/ 1138 w 1990"/>
                        <a:gd name="T29" fmla="*/ 583 h 1954"/>
                        <a:gd name="T30" fmla="*/ 1641 w 1990"/>
                        <a:gd name="T31" fmla="*/ 1453 h 1954"/>
                        <a:gd name="T32" fmla="*/ 1752 w 1990"/>
                        <a:gd name="T33" fmla="*/ 809 h 1954"/>
                        <a:gd name="T34" fmla="*/ 1026 w 1990"/>
                        <a:gd name="T35" fmla="*/ 1228 h 1954"/>
                        <a:gd name="T36" fmla="*/ 1767 w 1990"/>
                        <a:gd name="T37" fmla="*/ 1422 h 1954"/>
                        <a:gd name="T38" fmla="*/ 1717 w 1990"/>
                        <a:gd name="T39" fmla="*/ 1835 h 1954"/>
                        <a:gd name="T40" fmla="*/ 1767 w 1990"/>
                        <a:gd name="T41" fmla="*/ 1422 h 1954"/>
                        <a:gd name="T42" fmla="*/ 1739 w 1990"/>
                        <a:gd name="T43" fmla="*/ 1874 h 1954"/>
                        <a:gd name="T44" fmla="*/ 1956 w 1990"/>
                        <a:gd name="T45" fmla="*/ 1749 h 1954"/>
                        <a:gd name="T46" fmla="*/ 249 w 1990"/>
                        <a:gd name="T47" fmla="*/ 551 h 1954"/>
                        <a:gd name="T48" fmla="*/ 803 w 1990"/>
                        <a:gd name="T49" fmla="*/ 613 h 1954"/>
                        <a:gd name="T50" fmla="*/ 675 w 1990"/>
                        <a:gd name="T51" fmla="*/ 828 h 1954"/>
                        <a:gd name="T52" fmla="*/ 249 w 1990"/>
                        <a:gd name="T53" fmla="*/ 890 h 1954"/>
                        <a:gd name="T54" fmla="*/ 675 w 1990"/>
                        <a:gd name="T55" fmla="*/ 828 h 1954"/>
                        <a:gd name="T56" fmla="*/ 675 w 1990"/>
                        <a:gd name="T57" fmla="*/ 1167 h 1954"/>
                        <a:gd name="T58" fmla="*/ 249 w 1990"/>
                        <a:gd name="T59" fmla="*/ 1105 h 1954"/>
                        <a:gd name="T60" fmla="*/ 249 w 1990"/>
                        <a:gd name="T61" fmla="*/ 1444 h 1954"/>
                        <a:gd name="T62" fmla="*/ 803 w 1990"/>
                        <a:gd name="T63" fmla="*/ 1382 h 1954"/>
                        <a:gd name="T64" fmla="*/ 249 w 1990"/>
                        <a:gd name="T65" fmla="*/ 1444 h 1954"/>
                        <a:gd name="T66" fmla="*/ 1179 w 1990"/>
                        <a:gd name="T67" fmla="*/ 961 h 1954"/>
                        <a:gd name="T68" fmla="*/ 1300 w 1990"/>
                        <a:gd name="T69" fmla="*/ 1219 h 1954"/>
                        <a:gd name="T70" fmla="*/ 1604 w 1990"/>
                        <a:gd name="T71" fmla="*/ 858 h 19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</a:cxnLst>
                      <a:rect l="0" t="0" r="r" b="b"/>
                      <a:pathLst>
                        <a:path w="1990" h="1954">
                          <a:moveTo>
                            <a:pt x="1231" y="1534"/>
                          </a:moveTo>
                          <a:cubicBezTo>
                            <a:pt x="1258" y="1542"/>
                            <a:pt x="1285" y="1548"/>
                            <a:pt x="1312" y="1552"/>
                          </a:cubicBezTo>
                          <a:cubicBezTo>
                            <a:pt x="1272" y="1665"/>
                            <a:pt x="1165" y="1746"/>
                            <a:pt x="1039" y="1746"/>
                          </a:cubicBezTo>
                          <a:lnTo>
                            <a:pt x="291" y="1746"/>
                          </a:lnTo>
                          <a:cubicBezTo>
                            <a:pt x="131" y="1746"/>
                            <a:pt x="0" y="1615"/>
                            <a:pt x="0" y="1455"/>
                          </a:cubicBezTo>
                          <a:lnTo>
                            <a:pt x="0" y="540"/>
                          </a:lnTo>
                          <a:cubicBezTo>
                            <a:pt x="0" y="380"/>
                            <a:pt x="131" y="249"/>
                            <a:pt x="291" y="249"/>
                          </a:cubicBezTo>
                          <a:lnTo>
                            <a:pt x="515" y="249"/>
                          </a:lnTo>
                          <a:cubicBezTo>
                            <a:pt x="535" y="109"/>
                            <a:pt x="656" y="0"/>
                            <a:pt x="802" y="0"/>
                          </a:cubicBezTo>
                          <a:lnTo>
                            <a:pt x="1205" y="0"/>
                          </a:lnTo>
                          <a:cubicBezTo>
                            <a:pt x="1366" y="0"/>
                            <a:pt x="1496" y="131"/>
                            <a:pt x="1496" y="291"/>
                          </a:cubicBezTo>
                          <a:lnTo>
                            <a:pt x="1496" y="489"/>
                          </a:lnTo>
                          <a:cubicBezTo>
                            <a:pt x="1469" y="484"/>
                            <a:pt x="1441" y="480"/>
                            <a:pt x="1413" y="479"/>
                          </a:cubicBezTo>
                          <a:lnTo>
                            <a:pt x="1413" y="291"/>
                          </a:lnTo>
                          <a:cubicBezTo>
                            <a:pt x="1413" y="176"/>
                            <a:pt x="1320" y="83"/>
                            <a:pt x="1205" y="83"/>
                          </a:cubicBezTo>
                          <a:lnTo>
                            <a:pt x="802" y="83"/>
                          </a:lnTo>
                          <a:cubicBezTo>
                            <a:pt x="701" y="83"/>
                            <a:pt x="617" y="155"/>
                            <a:pt x="598" y="249"/>
                          </a:cubicBezTo>
                          <a:lnTo>
                            <a:pt x="1039" y="249"/>
                          </a:lnTo>
                          <a:cubicBezTo>
                            <a:pt x="1180" y="249"/>
                            <a:pt x="1297" y="349"/>
                            <a:pt x="1324" y="482"/>
                          </a:cubicBezTo>
                          <a:cubicBezTo>
                            <a:pt x="1297" y="485"/>
                            <a:pt x="1270" y="491"/>
                            <a:pt x="1243" y="499"/>
                          </a:cubicBezTo>
                          <a:cubicBezTo>
                            <a:pt x="1224" y="404"/>
                            <a:pt x="1140" y="333"/>
                            <a:pt x="1039" y="333"/>
                          </a:cubicBezTo>
                          <a:lnTo>
                            <a:pt x="291" y="333"/>
                          </a:lnTo>
                          <a:cubicBezTo>
                            <a:pt x="177" y="333"/>
                            <a:pt x="83" y="426"/>
                            <a:pt x="83" y="540"/>
                          </a:cubicBezTo>
                          <a:lnTo>
                            <a:pt x="83" y="1455"/>
                          </a:lnTo>
                          <a:cubicBezTo>
                            <a:pt x="83" y="1569"/>
                            <a:pt x="177" y="1663"/>
                            <a:pt x="291" y="1663"/>
                          </a:cubicBezTo>
                          <a:lnTo>
                            <a:pt x="1039" y="1663"/>
                          </a:lnTo>
                          <a:cubicBezTo>
                            <a:pt x="1126" y="1663"/>
                            <a:pt x="1200" y="1609"/>
                            <a:pt x="1231" y="1534"/>
                          </a:cubicBezTo>
                          <a:close/>
                          <a:moveTo>
                            <a:pt x="1641" y="1453"/>
                          </a:moveTo>
                          <a:cubicBezTo>
                            <a:pt x="1401" y="1591"/>
                            <a:pt x="1093" y="1509"/>
                            <a:pt x="955" y="1269"/>
                          </a:cubicBezTo>
                          <a:cubicBezTo>
                            <a:pt x="816" y="1029"/>
                            <a:pt x="899" y="722"/>
                            <a:pt x="1138" y="583"/>
                          </a:cubicBezTo>
                          <a:cubicBezTo>
                            <a:pt x="1378" y="445"/>
                            <a:pt x="1686" y="527"/>
                            <a:pt x="1824" y="767"/>
                          </a:cubicBezTo>
                          <a:cubicBezTo>
                            <a:pt x="1963" y="1007"/>
                            <a:pt x="1880" y="1314"/>
                            <a:pt x="1641" y="1453"/>
                          </a:cubicBezTo>
                          <a:close/>
                          <a:moveTo>
                            <a:pt x="1599" y="1381"/>
                          </a:moveTo>
                          <a:cubicBezTo>
                            <a:pt x="1799" y="1266"/>
                            <a:pt x="1868" y="1009"/>
                            <a:pt x="1752" y="809"/>
                          </a:cubicBezTo>
                          <a:cubicBezTo>
                            <a:pt x="1637" y="608"/>
                            <a:pt x="1380" y="539"/>
                            <a:pt x="1180" y="655"/>
                          </a:cubicBezTo>
                          <a:cubicBezTo>
                            <a:pt x="980" y="771"/>
                            <a:pt x="911" y="1027"/>
                            <a:pt x="1026" y="1228"/>
                          </a:cubicBezTo>
                          <a:cubicBezTo>
                            <a:pt x="1142" y="1428"/>
                            <a:pt x="1399" y="1497"/>
                            <a:pt x="1599" y="1381"/>
                          </a:cubicBezTo>
                          <a:close/>
                          <a:moveTo>
                            <a:pt x="1767" y="1422"/>
                          </a:moveTo>
                          <a:lnTo>
                            <a:pt x="1551" y="1547"/>
                          </a:lnTo>
                          <a:lnTo>
                            <a:pt x="1717" y="1835"/>
                          </a:lnTo>
                          <a:lnTo>
                            <a:pt x="1933" y="1710"/>
                          </a:lnTo>
                          <a:lnTo>
                            <a:pt x="1767" y="1422"/>
                          </a:lnTo>
                          <a:close/>
                          <a:moveTo>
                            <a:pt x="1956" y="1749"/>
                          </a:moveTo>
                          <a:lnTo>
                            <a:pt x="1739" y="1874"/>
                          </a:lnTo>
                          <a:cubicBezTo>
                            <a:pt x="1774" y="1934"/>
                            <a:pt x="1850" y="1954"/>
                            <a:pt x="1910" y="1919"/>
                          </a:cubicBezTo>
                          <a:cubicBezTo>
                            <a:pt x="1969" y="1885"/>
                            <a:pt x="1990" y="1809"/>
                            <a:pt x="1956" y="1749"/>
                          </a:cubicBezTo>
                          <a:close/>
                          <a:moveTo>
                            <a:pt x="803" y="551"/>
                          </a:moveTo>
                          <a:lnTo>
                            <a:pt x="249" y="551"/>
                          </a:lnTo>
                          <a:lnTo>
                            <a:pt x="249" y="613"/>
                          </a:lnTo>
                          <a:lnTo>
                            <a:pt x="803" y="613"/>
                          </a:lnTo>
                          <a:lnTo>
                            <a:pt x="803" y="551"/>
                          </a:lnTo>
                          <a:close/>
                          <a:moveTo>
                            <a:pt x="675" y="828"/>
                          </a:moveTo>
                          <a:lnTo>
                            <a:pt x="249" y="828"/>
                          </a:lnTo>
                          <a:lnTo>
                            <a:pt x="249" y="890"/>
                          </a:lnTo>
                          <a:lnTo>
                            <a:pt x="675" y="890"/>
                          </a:lnTo>
                          <a:lnTo>
                            <a:pt x="675" y="828"/>
                          </a:lnTo>
                          <a:close/>
                          <a:moveTo>
                            <a:pt x="249" y="1167"/>
                          </a:moveTo>
                          <a:lnTo>
                            <a:pt x="675" y="1167"/>
                          </a:lnTo>
                          <a:lnTo>
                            <a:pt x="675" y="1105"/>
                          </a:lnTo>
                          <a:lnTo>
                            <a:pt x="249" y="1105"/>
                          </a:lnTo>
                          <a:lnTo>
                            <a:pt x="249" y="1167"/>
                          </a:lnTo>
                          <a:close/>
                          <a:moveTo>
                            <a:pt x="249" y="1444"/>
                          </a:moveTo>
                          <a:lnTo>
                            <a:pt x="803" y="1444"/>
                          </a:lnTo>
                          <a:lnTo>
                            <a:pt x="803" y="1382"/>
                          </a:lnTo>
                          <a:lnTo>
                            <a:pt x="249" y="1382"/>
                          </a:lnTo>
                          <a:lnTo>
                            <a:pt x="249" y="1444"/>
                          </a:lnTo>
                          <a:close/>
                          <a:moveTo>
                            <a:pt x="1308" y="1105"/>
                          </a:moveTo>
                          <a:lnTo>
                            <a:pt x="1179" y="961"/>
                          </a:lnTo>
                          <a:lnTo>
                            <a:pt x="1118" y="1017"/>
                          </a:lnTo>
                          <a:lnTo>
                            <a:pt x="1300" y="1219"/>
                          </a:lnTo>
                          <a:lnTo>
                            <a:pt x="1657" y="922"/>
                          </a:lnTo>
                          <a:lnTo>
                            <a:pt x="1604" y="858"/>
                          </a:lnTo>
                          <a:lnTo>
                            <a:pt x="1308" y="1105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wrap="square" lIns="91440" tIns="45720" rIns="91440" bIns="45720" anchor="ctr" anchorCtr="0">
                      <a:normAutofit fontScale="85000" lnSpcReduction="20000"/>
                    </a:bodyPr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algn="ctr"/>
                    </a:p>
                  </p:txBody>
                </p:sp>
              </p:grpSp>
              <p:grpSp>
                <p:nvGrpSpPr>
                  <p:cNvPr id="50" name="组合 49" descr="1fa8cee3-a07f-4141-bbc0-544f2353b9cc"/>
                  <p:cNvGrpSpPr/>
                  <p:nvPr/>
                </p:nvGrpSpPr>
                <p:grpSpPr>
                  <a:xfrm>
                    <a:off x="660400" y="2466401"/>
                    <a:ext cx="3179353" cy="1423836"/>
                    <a:chOff x="660400" y="2466401"/>
                    <a:chExt cx="3179353" cy="1423836"/>
                  </a:xfrm>
                </p:grpSpPr>
                <p:sp>
                  <p:nvSpPr>
                    <p:cNvPr id="22" name="Text2" descr="6583be46-45a4-46c7-951f-37381d2c3a6e"/>
                    <p:cNvSpPr/>
                    <p:nvPr/>
                  </p:nvSpPr>
                  <p:spPr>
                    <a:xfrm>
                      <a:off x="660400" y="3092654"/>
                      <a:ext cx="3179353" cy="797583"/>
                    </a:xfrm>
                    <a:prstGeom prst="snip2SameRect">
                      <a:avLst>
                        <a:gd name="adj1" fmla="val 0"/>
                        <a:gd name="adj2" fmla="val 0"/>
                      </a:avLst>
                    </a:prstGeom>
                    <a:ln>
                      <a:noFill/>
                    </a:ln>
                  </p:spPr>
                  <p:txBody>
                    <a:bodyPr wrap="square" lIns="91440" tIns="45720" rIns="91440" bIns="45720" anchor="t" anchorCtr="0">
                      <a:normAutofit/>
                    </a:bodyPr>
                    <a:lstStyle/>
                    <a:p>
                      <a:pPr algn="r">
                        <a:lnSpc>
                          <a:spcPct val="120000"/>
                        </a:lnSpc>
                        <a:spcBef>
                          <a:spcPct val="0"/>
                        </a:spcBef>
                      </a:pPr>
                      <a:r>
                        <a:rPr lang="en-US" sz="1200" b="0" i="0" u="none">
                          <a:solidFill>
                            <a:srgbClr val="FFFFFF"/>
                          </a:solidFill>
                          <a:ea typeface="微软雅黑" panose="020B0503020204020204" charset="-122"/>
                        </a:rPr>
                        <a:t>道、法、术、器相互支撑，共同构建完整的AI编程思维体系。</a:t>
                      </a:r>
                      <a:endParaRPr lang="en-US" sz="1200" b="0" i="0" u="none">
                        <a:solidFill>
                          <a:srgbClr val="FFFFFF"/>
                        </a:solidFill>
                        <a:ea typeface="微软雅黑" panose="020B0503020204020204" charset="-122"/>
                      </a:endParaRPr>
                    </a:p>
                  </p:txBody>
                </p:sp>
                <p:sp>
                  <p:nvSpPr>
                    <p:cNvPr id="23" name="Bullet2" descr="5cbdecbc-1ce0-474b-bba7-8edf4706bb23"/>
                    <p:cNvSpPr txBox="1"/>
                    <p:nvPr/>
                  </p:nvSpPr>
                  <p:spPr bwMode="auto">
                    <a:xfrm>
                      <a:off x="660400" y="2466401"/>
                      <a:ext cx="3179353" cy="61026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square" lIns="91440" tIns="45720" rIns="91440" bIns="45720" anchor="b" anchorCtr="0">
                      <a:normAutofit/>
                    </a:bodyPr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algn="r">
                        <a:spcBef>
                          <a:spcPct val="0"/>
                        </a:spcBef>
                      </a:pPr>
                      <a:r>
                        <a:rPr lang="en-US" sz="1800" b="1" i="0" u="none">
                          <a:solidFill>
                            <a:srgbClr val="FFFFFF"/>
                          </a:solidFill>
                          <a:ea typeface="微软雅黑" panose="020B0503020204020204" charset="-122"/>
                        </a:rPr>
                        <a:t>相互支撑</a:t>
                      </a:r>
                      <a:endParaRPr lang="en-US" sz="1800" b="1" i="0" u="none">
                        <a:solidFill>
                          <a:srgbClr val="FFFFFF"/>
                        </a:solidFill>
                        <a:ea typeface="微软雅黑" panose="020B0503020204020204" charset="-122"/>
                      </a:endParaRPr>
                    </a:p>
                  </p:txBody>
                </p:sp>
              </p:grpSp>
              <p:cxnSp>
                <p:nvCxnSpPr>
                  <p:cNvPr id="17" name="直接连接符 16" descr="2d81fb93-c66e-479f-bb89-587f108dd71a"/>
                  <p:cNvCxnSpPr/>
                  <p:nvPr/>
                </p:nvCxnSpPr>
                <p:spPr>
                  <a:xfrm flipH="1">
                    <a:off x="3930571" y="3339000"/>
                    <a:ext cx="509625" cy="0"/>
                  </a:xfrm>
                  <a:prstGeom prst="line">
                    <a:avLst/>
                  </a:prstGeom>
                  <a:ln w="3175" cap="rnd">
                    <a:solidFill>
                      <a:schemeClr val="tx2"/>
                    </a:solidFill>
                    <a:round/>
                    <a:headEnd type="oval" w="sm" len="sm"/>
                    <a:tailEnd type="oval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5" name="组合 54" descr="b99184dc-b92e-457f-bb8d-f43fa878f2c1"/>
                <p:cNvGrpSpPr/>
                <p:nvPr/>
              </p:nvGrpSpPr>
              <p:grpSpPr>
                <a:xfrm>
                  <a:off x="6522236" y="3702596"/>
                  <a:ext cx="4970584" cy="1423836"/>
                  <a:chOff x="6496157" y="3702596"/>
                  <a:chExt cx="4970584" cy="1423836"/>
                </a:xfrm>
              </p:grpSpPr>
              <p:grpSp>
                <p:nvGrpSpPr>
                  <p:cNvPr id="52" name="组合 51" descr="0ac5c993-aaad-40a0-a4c7-803dd161f8c9"/>
                  <p:cNvGrpSpPr/>
                  <p:nvPr/>
                </p:nvGrpSpPr>
                <p:grpSpPr>
                  <a:xfrm>
                    <a:off x="6496157" y="4000467"/>
                    <a:ext cx="522378" cy="522378"/>
                    <a:chOff x="6496157" y="4000467"/>
                    <a:chExt cx="522378" cy="522378"/>
                  </a:xfrm>
                </p:grpSpPr>
                <p:sp>
                  <p:nvSpPr>
                    <p:cNvPr id="24" name="任意多边形: 形状 23" descr="e9dc297d-e594-4154-85b6-d9851bda0aa2"/>
                    <p:cNvSpPr/>
                    <p:nvPr/>
                  </p:nvSpPr>
                  <p:spPr>
                    <a:xfrm>
                      <a:off x="6496157" y="4000467"/>
                      <a:ext cx="522378" cy="522378"/>
                    </a:xfrm>
                    <a:custGeom>
                      <a:avLst/>
                      <a:gdLst>
                        <a:gd name="connsiteX0" fmla="*/ 0 w 670873"/>
                        <a:gd name="connsiteY0" fmla="*/ 335437 h 670873"/>
                        <a:gd name="connsiteX1" fmla="*/ 335437 w 670873"/>
                        <a:gd name="connsiteY1" fmla="*/ 0 h 670873"/>
                        <a:gd name="connsiteX2" fmla="*/ 670874 w 670873"/>
                        <a:gd name="connsiteY2" fmla="*/ 335437 h 670873"/>
                        <a:gd name="connsiteX3" fmla="*/ 335437 w 670873"/>
                        <a:gd name="connsiteY3" fmla="*/ 670874 h 670873"/>
                        <a:gd name="connsiteX4" fmla="*/ 0 w 670873"/>
                        <a:gd name="connsiteY4" fmla="*/ 335437 h 6708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670873" h="670873">
                          <a:moveTo>
                            <a:pt x="0" y="335437"/>
                          </a:moveTo>
                          <a:cubicBezTo>
                            <a:pt x="0" y="150180"/>
                            <a:pt x="150180" y="0"/>
                            <a:pt x="335437" y="0"/>
                          </a:cubicBezTo>
                          <a:cubicBezTo>
                            <a:pt x="520694" y="0"/>
                            <a:pt x="670874" y="150180"/>
                            <a:pt x="670874" y="335437"/>
                          </a:cubicBezTo>
                          <a:cubicBezTo>
                            <a:pt x="670874" y="520694"/>
                            <a:pt x="520694" y="670874"/>
                            <a:pt x="335437" y="670874"/>
                          </a:cubicBezTo>
                          <a:cubicBezTo>
                            <a:pt x="150180" y="670874"/>
                            <a:pt x="0" y="520694"/>
                            <a:pt x="0" y="335437"/>
                          </a:cubicBezTo>
                          <a:close/>
                        </a:path>
                      </a:pathLst>
                    </a:custGeom>
                    <a:solidFill>
                      <a:schemeClr val="tx2">
                        <a:alpha val="90000"/>
                      </a:schemeClr>
                    </a:solidFill>
                    <a:ln w="28575">
                      <a:solidFill>
                        <a:schemeClr val="bg1"/>
                      </a:solidFill>
                    </a:ln>
                  </p:spPr>
                  <p:style>
                    <a:lnRef idx="2">
                      <a:scrgbClr r="0" g="0" b="0"/>
                    </a:lnRef>
                    <a:fillRef idx="1">
                      <a:scrgbClr r="0" g="0" b="0"/>
                    </a:fillRef>
                    <a:effectRef idx="0">
                      <a:schemeClr val="accent1">
                        <a:hueOff val="0"/>
                        <a:satOff val="0"/>
                        <a:lumOff val="0"/>
                        <a:alphaOff val="0"/>
                      </a:schemeClr>
                    </a:effectRef>
                    <a:fontRef idx="minor">
                      <a:schemeClr val="lt1"/>
                    </a:fontRef>
                  </p:style>
                  <p:txBody>
                    <a:bodyPr wrap="square" lIns="91440" tIns="45720" rIns="91440" bIns="45720" anchor="ctr" anchorCtr="0">
                      <a:normAutofit/>
                    </a:bodyPr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</a:defRPr>
                      </a:lvl9pPr>
                    </a:lstStyle>
                    <a:p>
                      <a:pPr algn="ctr"/>
                    </a:p>
                  </p:txBody>
                </p:sp>
                <p:sp>
                  <p:nvSpPr>
                    <p:cNvPr id="25" name="Icon3" descr="0a62eb6e-2ca7-46dd-8cdd-eb16005ed194"/>
                    <p:cNvSpPr/>
                    <p:nvPr/>
                  </p:nvSpPr>
                  <p:spPr bwMode="auto">
                    <a:xfrm>
                      <a:off x="6611057" y="4161830"/>
                      <a:ext cx="292579" cy="199650"/>
                    </a:xfrm>
                    <a:custGeom>
                      <a:avLst/>
                      <a:gdLst>
                        <a:gd name="connsiteX0" fmla="*/ 20293 w 607639"/>
                        <a:gd name="connsiteY0" fmla="*/ 364067 h 414642"/>
                        <a:gd name="connsiteX1" fmla="*/ 20293 w 607639"/>
                        <a:gd name="connsiteY1" fmla="*/ 384244 h 414642"/>
                        <a:gd name="connsiteX2" fmla="*/ 30351 w 607639"/>
                        <a:gd name="connsiteY2" fmla="*/ 394377 h 414642"/>
                        <a:gd name="connsiteX3" fmla="*/ 577199 w 607639"/>
                        <a:gd name="connsiteY3" fmla="*/ 394377 h 414642"/>
                        <a:gd name="connsiteX4" fmla="*/ 587346 w 607639"/>
                        <a:gd name="connsiteY4" fmla="*/ 384244 h 414642"/>
                        <a:gd name="connsiteX5" fmla="*/ 587346 w 607639"/>
                        <a:gd name="connsiteY5" fmla="*/ 364067 h 414642"/>
                        <a:gd name="connsiteX6" fmla="*/ 556995 w 607639"/>
                        <a:gd name="connsiteY6" fmla="*/ 364067 h 414642"/>
                        <a:gd name="connsiteX7" fmla="*/ 394916 w 607639"/>
                        <a:gd name="connsiteY7" fmla="*/ 364067 h 414642"/>
                        <a:gd name="connsiteX8" fmla="*/ 394916 w 607639"/>
                        <a:gd name="connsiteY8" fmla="*/ 374200 h 414642"/>
                        <a:gd name="connsiteX9" fmla="*/ 384859 w 607639"/>
                        <a:gd name="connsiteY9" fmla="*/ 384244 h 414642"/>
                        <a:gd name="connsiteX10" fmla="*/ 222780 w 607639"/>
                        <a:gd name="connsiteY10" fmla="*/ 384244 h 414642"/>
                        <a:gd name="connsiteX11" fmla="*/ 212634 w 607639"/>
                        <a:gd name="connsiteY11" fmla="*/ 374200 h 414642"/>
                        <a:gd name="connsiteX12" fmla="*/ 212634 w 607639"/>
                        <a:gd name="connsiteY12" fmla="*/ 364067 h 414642"/>
                        <a:gd name="connsiteX13" fmla="*/ 50644 w 607639"/>
                        <a:gd name="connsiteY13" fmla="*/ 364067 h 414642"/>
                        <a:gd name="connsiteX14" fmla="*/ 182270 w 607639"/>
                        <a:gd name="connsiteY14" fmla="*/ 262926 h 414642"/>
                        <a:gd name="connsiteX15" fmla="*/ 192432 w 607639"/>
                        <a:gd name="connsiteY15" fmla="*/ 262926 h 414642"/>
                        <a:gd name="connsiteX16" fmla="*/ 202593 w 607639"/>
                        <a:gd name="connsiteY16" fmla="*/ 273052 h 414642"/>
                        <a:gd name="connsiteX17" fmla="*/ 192432 w 607639"/>
                        <a:gd name="connsiteY17" fmla="*/ 283178 h 414642"/>
                        <a:gd name="connsiteX18" fmla="*/ 182270 w 607639"/>
                        <a:gd name="connsiteY18" fmla="*/ 283178 h 414642"/>
                        <a:gd name="connsiteX19" fmla="*/ 172109 w 607639"/>
                        <a:gd name="connsiteY19" fmla="*/ 273052 h 414642"/>
                        <a:gd name="connsiteX20" fmla="*/ 182270 w 607639"/>
                        <a:gd name="connsiteY20" fmla="*/ 262926 h 414642"/>
                        <a:gd name="connsiteX21" fmla="*/ 91153 w 607639"/>
                        <a:gd name="connsiteY21" fmla="*/ 262926 h 414642"/>
                        <a:gd name="connsiteX22" fmla="*/ 141783 w 607639"/>
                        <a:gd name="connsiteY22" fmla="*/ 262926 h 414642"/>
                        <a:gd name="connsiteX23" fmla="*/ 151927 w 607639"/>
                        <a:gd name="connsiteY23" fmla="*/ 273052 h 414642"/>
                        <a:gd name="connsiteX24" fmla="*/ 141783 w 607639"/>
                        <a:gd name="connsiteY24" fmla="*/ 283178 h 414642"/>
                        <a:gd name="connsiteX25" fmla="*/ 91153 w 607639"/>
                        <a:gd name="connsiteY25" fmla="*/ 283178 h 414642"/>
                        <a:gd name="connsiteX26" fmla="*/ 81009 w 607639"/>
                        <a:gd name="connsiteY26" fmla="*/ 273052 h 414642"/>
                        <a:gd name="connsiteX27" fmla="*/ 91153 w 607639"/>
                        <a:gd name="connsiteY27" fmla="*/ 262926 h 414642"/>
                        <a:gd name="connsiteX28" fmla="*/ 161988 w 607639"/>
                        <a:gd name="connsiteY28" fmla="*/ 222493 h 414642"/>
                        <a:gd name="connsiteX29" fmla="*/ 232948 w 607639"/>
                        <a:gd name="connsiteY29" fmla="*/ 222493 h 414642"/>
                        <a:gd name="connsiteX30" fmla="*/ 243098 w 607639"/>
                        <a:gd name="connsiteY30" fmla="*/ 232619 h 414642"/>
                        <a:gd name="connsiteX31" fmla="*/ 232948 w 607639"/>
                        <a:gd name="connsiteY31" fmla="*/ 242745 h 414642"/>
                        <a:gd name="connsiteX32" fmla="*/ 161988 w 607639"/>
                        <a:gd name="connsiteY32" fmla="*/ 242745 h 414642"/>
                        <a:gd name="connsiteX33" fmla="*/ 151927 w 607639"/>
                        <a:gd name="connsiteY33" fmla="*/ 232619 h 414642"/>
                        <a:gd name="connsiteX34" fmla="*/ 161988 w 607639"/>
                        <a:gd name="connsiteY34" fmla="*/ 222493 h 414642"/>
                        <a:gd name="connsiteX35" fmla="*/ 91146 w 607639"/>
                        <a:gd name="connsiteY35" fmla="*/ 222493 h 414642"/>
                        <a:gd name="connsiteX36" fmla="*/ 121467 w 607639"/>
                        <a:gd name="connsiteY36" fmla="*/ 222493 h 414642"/>
                        <a:gd name="connsiteX37" fmla="*/ 131604 w 607639"/>
                        <a:gd name="connsiteY37" fmla="*/ 232619 h 414642"/>
                        <a:gd name="connsiteX38" fmla="*/ 121467 w 607639"/>
                        <a:gd name="connsiteY38" fmla="*/ 242745 h 414642"/>
                        <a:gd name="connsiteX39" fmla="*/ 91146 w 607639"/>
                        <a:gd name="connsiteY39" fmla="*/ 242745 h 414642"/>
                        <a:gd name="connsiteX40" fmla="*/ 81009 w 607639"/>
                        <a:gd name="connsiteY40" fmla="*/ 232619 h 414642"/>
                        <a:gd name="connsiteX41" fmla="*/ 91146 w 607639"/>
                        <a:gd name="connsiteY41" fmla="*/ 222493 h 414642"/>
                        <a:gd name="connsiteX42" fmla="*/ 182270 w 607639"/>
                        <a:gd name="connsiteY42" fmla="*/ 182059 h 414642"/>
                        <a:gd name="connsiteX43" fmla="*/ 192432 w 607639"/>
                        <a:gd name="connsiteY43" fmla="*/ 182059 h 414642"/>
                        <a:gd name="connsiteX44" fmla="*/ 202593 w 607639"/>
                        <a:gd name="connsiteY44" fmla="*/ 192195 h 414642"/>
                        <a:gd name="connsiteX45" fmla="*/ 192432 w 607639"/>
                        <a:gd name="connsiteY45" fmla="*/ 202241 h 414642"/>
                        <a:gd name="connsiteX46" fmla="*/ 182270 w 607639"/>
                        <a:gd name="connsiteY46" fmla="*/ 202241 h 414642"/>
                        <a:gd name="connsiteX47" fmla="*/ 172109 w 607639"/>
                        <a:gd name="connsiteY47" fmla="*/ 192195 h 414642"/>
                        <a:gd name="connsiteX48" fmla="*/ 182270 w 607639"/>
                        <a:gd name="connsiteY48" fmla="*/ 182059 h 414642"/>
                        <a:gd name="connsiteX49" fmla="*/ 91153 w 607639"/>
                        <a:gd name="connsiteY49" fmla="*/ 182059 h 414642"/>
                        <a:gd name="connsiteX50" fmla="*/ 141783 w 607639"/>
                        <a:gd name="connsiteY50" fmla="*/ 182059 h 414642"/>
                        <a:gd name="connsiteX51" fmla="*/ 151927 w 607639"/>
                        <a:gd name="connsiteY51" fmla="*/ 192195 h 414642"/>
                        <a:gd name="connsiteX52" fmla="*/ 141783 w 607639"/>
                        <a:gd name="connsiteY52" fmla="*/ 202241 h 414642"/>
                        <a:gd name="connsiteX53" fmla="*/ 91153 w 607639"/>
                        <a:gd name="connsiteY53" fmla="*/ 202241 h 414642"/>
                        <a:gd name="connsiteX54" fmla="*/ 81009 w 607639"/>
                        <a:gd name="connsiteY54" fmla="*/ 192195 h 414642"/>
                        <a:gd name="connsiteX55" fmla="*/ 91153 w 607639"/>
                        <a:gd name="connsiteY55" fmla="*/ 182059 h 414642"/>
                        <a:gd name="connsiteX56" fmla="*/ 161988 w 607639"/>
                        <a:gd name="connsiteY56" fmla="*/ 141625 h 414642"/>
                        <a:gd name="connsiteX57" fmla="*/ 232948 w 607639"/>
                        <a:gd name="connsiteY57" fmla="*/ 141625 h 414642"/>
                        <a:gd name="connsiteX58" fmla="*/ 243098 w 607639"/>
                        <a:gd name="connsiteY58" fmla="*/ 151761 h 414642"/>
                        <a:gd name="connsiteX59" fmla="*/ 232948 w 607639"/>
                        <a:gd name="connsiteY59" fmla="*/ 161807 h 414642"/>
                        <a:gd name="connsiteX60" fmla="*/ 161988 w 607639"/>
                        <a:gd name="connsiteY60" fmla="*/ 161807 h 414642"/>
                        <a:gd name="connsiteX61" fmla="*/ 151927 w 607639"/>
                        <a:gd name="connsiteY61" fmla="*/ 151761 h 414642"/>
                        <a:gd name="connsiteX62" fmla="*/ 161988 w 607639"/>
                        <a:gd name="connsiteY62" fmla="*/ 141625 h 414642"/>
                        <a:gd name="connsiteX63" fmla="*/ 91146 w 607639"/>
                        <a:gd name="connsiteY63" fmla="*/ 141625 h 414642"/>
                        <a:gd name="connsiteX64" fmla="*/ 121467 w 607639"/>
                        <a:gd name="connsiteY64" fmla="*/ 141625 h 414642"/>
                        <a:gd name="connsiteX65" fmla="*/ 131604 w 607639"/>
                        <a:gd name="connsiteY65" fmla="*/ 151761 h 414642"/>
                        <a:gd name="connsiteX66" fmla="*/ 121467 w 607639"/>
                        <a:gd name="connsiteY66" fmla="*/ 161807 h 414642"/>
                        <a:gd name="connsiteX67" fmla="*/ 91146 w 607639"/>
                        <a:gd name="connsiteY67" fmla="*/ 161807 h 414642"/>
                        <a:gd name="connsiteX68" fmla="*/ 81009 w 607639"/>
                        <a:gd name="connsiteY68" fmla="*/ 151761 h 414642"/>
                        <a:gd name="connsiteX69" fmla="*/ 91146 w 607639"/>
                        <a:gd name="connsiteY69" fmla="*/ 141625 h 414642"/>
                        <a:gd name="connsiteX70" fmla="*/ 364566 w 607639"/>
                        <a:gd name="connsiteY70" fmla="*/ 102176 h 414642"/>
                        <a:gd name="connsiteX71" fmla="*/ 283573 w 607639"/>
                        <a:gd name="connsiteY71" fmla="*/ 192194 h 414642"/>
                        <a:gd name="connsiteX72" fmla="*/ 374712 w 607639"/>
                        <a:gd name="connsiteY72" fmla="*/ 283188 h 414642"/>
                        <a:gd name="connsiteX73" fmla="*/ 464783 w 607639"/>
                        <a:gd name="connsiteY73" fmla="*/ 202235 h 414642"/>
                        <a:gd name="connsiteX74" fmla="*/ 374712 w 607639"/>
                        <a:gd name="connsiteY74" fmla="*/ 202235 h 414642"/>
                        <a:gd name="connsiteX75" fmla="*/ 364566 w 607639"/>
                        <a:gd name="connsiteY75" fmla="*/ 192194 h 414642"/>
                        <a:gd name="connsiteX76" fmla="*/ 182270 w 607639"/>
                        <a:gd name="connsiteY76" fmla="*/ 101191 h 414642"/>
                        <a:gd name="connsiteX77" fmla="*/ 192432 w 607639"/>
                        <a:gd name="connsiteY77" fmla="*/ 101191 h 414642"/>
                        <a:gd name="connsiteX78" fmla="*/ 202593 w 607639"/>
                        <a:gd name="connsiteY78" fmla="*/ 111238 h 414642"/>
                        <a:gd name="connsiteX79" fmla="*/ 192432 w 607639"/>
                        <a:gd name="connsiteY79" fmla="*/ 121373 h 414642"/>
                        <a:gd name="connsiteX80" fmla="*/ 182270 w 607639"/>
                        <a:gd name="connsiteY80" fmla="*/ 121373 h 414642"/>
                        <a:gd name="connsiteX81" fmla="*/ 172109 w 607639"/>
                        <a:gd name="connsiteY81" fmla="*/ 111238 h 414642"/>
                        <a:gd name="connsiteX82" fmla="*/ 182270 w 607639"/>
                        <a:gd name="connsiteY82" fmla="*/ 101191 h 414642"/>
                        <a:gd name="connsiteX83" fmla="*/ 91153 w 607639"/>
                        <a:gd name="connsiteY83" fmla="*/ 101191 h 414642"/>
                        <a:gd name="connsiteX84" fmla="*/ 141783 w 607639"/>
                        <a:gd name="connsiteY84" fmla="*/ 101191 h 414642"/>
                        <a:gd name="connsiteX85" fmla="*/ 151927 w 607639"/>
                        <a:gd name="connsiteY85" fmla="*/ 111238 h 414642"/>
                        <a:gd name="connsiteX86" fmla="*/ 141783 w 607639"/>
                        <a:gd name="connsiteY86" fmla="*/ 121373 h 414642"/>
                        <a:gd name="connsiteX87" fmla="*/ 91153 w 607639"/>
                        <a:gd name="connsiteY87" fmla="*/ 121373 h 414642"/>
                        <a:gd name="connsiteX88" fmla="*/ 81009 w 607639"/>
                        <a:gd name="connsiteY88" fmla="*/ 111238 h 414642"/>
                        <a:gd name="connsiteX89" fmla="*/ 91153 w 607639"/>
                        <a:gd name="connsiteY89" fmla="*/ 101191 h 414642"/>
                        <a:gd name="connsiteX90" fmla="*/ 374712 w 607639"/>
                        <a:gd name="connsiteY90" fmla="*/ 80938 h 414642"/>
                        <a:gd name="connsiteX91" fmla="*/ 384858 w 607639"/>
                        <a:gd name="connsiteY91" fmla="*/ 91068 h 414642"/>
                        <a:gd name="connsiteX92" fmla="*/ 384858 w 607639"/>
                        <a:gd name="connsiteY92" fmla="*/ 182063 h 414642"/>
                        <a:gd name="connsiteX93" fmla="*/ 475998 w 607639"/>
                        <a:gd name="connsiteY93" fmla="*/ 182063 h 414642"/>
                        <a:gd name="connsiteX94" fmla="*/ 486055 w 607639"/>
                        <a:gd name="connsiteY94" fmla="*/ 192194 h 414642"/>
                        <a:gd name="connsiteX95" fmla="*/ 374712 w 607639"/>
                        <a:gd name="connsiteY95" fmla="*/ 303360 h 414642"/>
                        <a:gd name="connsiteX96" fmla="*/ 263280 w 607639"/>
                        <a:gd name="connsiteY96" fmla="*/ 192194 h 414642"/>
                        <a:gd name="connsiteX97" fmla="*/ 374712 w 607639"/>
                        <a:gd name="connsiteY97" fmla="*/ 80938 h 414642"/>
                        <a:gd name="connsiteX98" fmla="*/ 425343 w 607639"/>
                        <a:gd name="connsiteY98" fmla="*/ 61744 h 414642"/>
                        <a:gd name="connsiteX99" fmla="*/ 425343 w 607639"/>
                        <a:gd name="connsiteY99" fmla="*/ 141635 h 414642"/>
                        <a:gd name="connsiteX100" fmla="*/ 505373 w 607639"/>
                        <a:gd name="connsiteY100" fmla="*/ 141635 h 414642"/>
                        <a:gd name="connsiteX101" fmla="*/ 425343 w 607639"/>
                        <a:gd name="connsiteY101" fmla="*/ 61744 h 414642"/>
                        <a:gd name="connsiteX102" fmla="*/ 161988 w 607639"/>
                        <a:gd name="connsiteY102" fmla="*/ 60757 h 414642"/>
                        <a:gd name="connsiteX103" fmla="*/ 232948 w 607639"/>
                        <a:gd name="connsiteY103" fmla="*/ 60757 h 414642"/>
                        <a:gd name="connsiteX104" fmla="*/ 243098 w 607639"/>
                        <a:gd name="connsiteY104" fmla="*/ 70804 h 414642"/>
                        <a:gd name="connsiteX105" fmla="*/ 232948 w 607639"/>
                        <a:gd name="connsiteY105" fmla="*/ 80939 h 414642"/>
                        <a:gd name="connsiteX106" fmla="*/ 161988 w 607639"/>
                        <a:gd name="connsiteY106" fmla="*/ 80939 h 414642"/>
                        <a:gd name="connsiteX107" fmla="*/ 151927 w 607639"/>
                        <a:gd name="connsiteY107" fmla="*/ 70804 h 414642"/>
                        <a:gd name="connsiteX108" fmla="*/ 161988 w 607639"/>
                        <a:gd name="connsiteY108" fmla="*/ 60757 h 414642"/>
                        <a:gd name="connsiteX109" fmla="*/ 91146 w 607639"/>
                        <a:gd name="connsiteY109" fmla="*/ 60757 h 414642"/>
                        <a:gd name="connsiteX110" fmla="*/ 121467 w 607639"/>
                        <a:gd name="connsiteY110" fmla="*/ 60757 h 414642"/>
                        <a:gd name="connsiteX111" fmla="*/ 131604 w 607639"/>
                        <a:gd name="connsiteY111" fmla="*/ 70804 h 414642"/>
                        <a:gd name="connsiteX112" fmla="*/ 121467 w 607639"/>
                        <a:gd name="connsiteY112" fmla="*/ 80939 h 414642"/>
                        <a:gd name="connsiteX113" fmla="*/ 91146 w 607639"/>
                        <a:gd name="connsiteY113" fmla="*/ 80939 h 414642"/>
                        <a:gd name="connsiteX114" fmla="*/ 81009 w 607639"/>
                        <a:gd name="connsiteY114" fmla="*/ 70804 h 414642"/>
                        <a:gd name="connsiteX115" fmla="*/ 91146 w 607639"/>
                        <a:gd name="connsiteY115" fmla="*/ 60757 h 414642"/>
                        <a:gd name="connsiteX116" fmla="*/ 415194 w 607639"/>
                        <a:gd name="connsiteY116" fmla="*/ 40505 h 414642"/>
                        <a:gd name="connsiteX117" fmla="*/ 526560 w 607639"/>
                        <a:gd name="connsiteY117" fmla="*/ 151765 h 414642"/>
                        <a:gd name="connsiteX118" fmla="*/ 516501 w 607639"/>
                        <a:gd name="connsiteY118" fmla="*/ 161807 h 414642"/>
                        <a:gd name="connsiteX119" fmla="*/ 415194 w 607639"/>
                        <a:gd name="connsiteY119" fmla="*/ 161807 h 414642"/>
                        <a:gd name="connsiteX120" fmla="*/ 405046 w 607639"/>
                        <a:gd name="connsiteY120" fmla="*/ 151765 h 414642"/>
                        <a:gd name="connsiteX121" fmla="*/ 405046 w 607639"/>
                        <a:gd name="connsiteY121" fmla="*/ 50636 h 414642"/>
                        <a:gd name="connsiteX122" fmla="*/ 415194 w 607639"/>
                        <a:gd name="connsiteY122" fmla="*/ 40505 h 414642"/>
                        <a:gd name="connsiteX123" fmla="*/ 70848 w 607639"/>
                        <a:gd name="connsiteY123" fmla="*/ 20177 h 414642"/>
                        <a:gd name="connsiteX124" fmla="*/ 60791 w 607639"/>
                        <a:gd name="connsiteY124" fmla="*/ 30309 h 414642"/>
                        <a:gd name="connsiteX125" fmla="*/ 60791 w 607639"/>
                        <a:gd name="connsiteY125" fmla="*/ 343802 h 414642"/>
                        <a:gd name="connsiteX126" fmla="*/ 222780 w 607639"/>
                        <a:gd name="connsiteY126" fmla="*/ 343802 h 414642"/>
                        <a:gd name="connsiteX127" fmla="*/ 232927 w 607639"/>
                        <a:gd name="connsiteY127" fmla="*/ 353935 h 414642"/>
                        <a:gd name="connsiteX128" fmla="*/ 232927 w 607639"/>
                        <a:gd name="connsiteY128" fmla="*/ 364067 h 414642"/>
                        <a:gd name="connsiteX129" fmla="*/ 374712 w 607639"/>
                        <a:gd name="connsiteY129" fmla="*/ 364067 h 414642"/>
                        <a:gd name="connsiteX130" fmla="*/ 374712 w 607639"/>
                        <a:gd name="connsiteY130" fmla="*/ 353935 h 414642"/>
                        <a:gd name="connsiteX131" fmla="*/ 384859 w 607639"/>
                        <a:gd name="connsiteY131" fmla="*/ 343802 h 414642"/>
                        <a:gd name="connsiteX132" fmla="*/ 546848 w 607639"/>
                        <a:gd name="connsiteY132" fmla="*/ 343802 h 414642"/>
                        <a:gd name="connsiteX133" fmla="*/ 546848 w 607639"/>
                        <a:gd name="connsiteY133" fmla="*/ 30309 h 414642"/>
                        <a:gd name="connsiteX134" fmla="*/ 536702 w 607639"/>
                        <a:gd name="connsiteY134" fmla="*/ 20177 h 414642"/>
                        <a:gd name="connsiteX135" fmla="*/ 70848 w 607639"/>
                        <a:gd name="connsiteY135" fmla="*/ 0 h 414642"/>
                        <a:gd name="connsiteX136" fmla="*/ 536702 w 607639"/>
                        <a:gd name="connsiteY136" fmla="*/ 0 h 414642"/>
                        <a:gd name="connsiteX137" fmla="*/ 567142 w 607639"/>
                        <a:gd name="connsiteY137" fmla="*/ 30309 h 414642"/>
                        <a:gd name="connsiteX138" fmla="*/ 567142 w 607639"/>
                        <a:gd name="connsiteY138" fmla="*/ 343802 h 414642"/>
                        <a:gd name="connsiteX139" fmla="*/ 597492 w 607639"/>
                        <a:gd name="connsiteY139" fmla="*/ 343802 h 414642"/>
                        <a:gd name="connsiteX140" fmla="*/ 607639 w 607639"/>
                        <a:gd name="connsiteY140" fmla="*/ 353935 h 414642"/>
                        <a:gd name="connsiteX141" fmla="*/ 607639 w 607639"/>
                        <a:gd name="connsiteY141" fmla="*/ 384244 h 414642"/>
                        <a:gd name="connsiteX142" fmla="*/ 577199 w 607639"/>
                        <a:gd name="connsiteY142" fmla="*/ 414642 h 414642"/>
                        <a:gd name="connsiteX143" fmla="*/ 30351 w 607639"/>
                        <a:gd name="connsiteY143" fmla="*/ 414642 h 414642"/>
                        <a:gd name="connsiteX144" fmla="*/ 0 w 607639"/>
                        <a:gd name="connsiteY144" fmla="*/ 384244 h 414642"/>
                        <a:gd name="connsiteX145" fmla="*/ 0 w 607639"/>
                        <a:gd name="connsiteY145" fmla="*/ 353935 h 414642"/>
                        <a:gd name="connsiteX146" fmla="*/ 10147 w 607639"/>
                        <a:gd name="connsiteY146" fmla="*/ 343802 h 414642"/>
                        <a:gd name="connsiteX147" fmla="*/ 40497 w 607639"/>
                        <a:gd name="connsiteY147" fmla="*/ 343802 h 414642"/>
                        <a:gd name="connsiteX148" fmla="*/ 40497 w 607639"/>
                        <a:gd name="connsiteY148" fmla="*/ 30309 h 414642"/>
                        <a:gd name="connsiteX149" fmla="*/ 70848 w 607639"/>
                        <a:gd name="connsiteY149" fmla="*/ 0 h 41464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  <a:cxn ang="0">
                          <a:pos x="connsiteX97" y="connsiteY97"/>
                        </a:cxn>
                        <a:cxn ang="0">
                          <a:pos x="connsiteX98" y="connsiteY98"/>
                        </a:cxn>
                        <a:cxn ang="0">
                          <a:pos x="connsiteX99" y="connsiteY99"/>
                        </a:cxn>
                        <a:cxn ang="0">
                          <a:pos x="connsiteX100" y="connsiteY100"/>
                        </a:cxn>
                        <a:cxn ang="0">
                          <a:pos x="connsiteX101" y="connsiteY101"/>
                        </a:cxn>
                        <a:cxn ang="0">
                          <a:pos x="connsiteX102" y="connsiteY102"/>
                        </a:cxn>
                        <a:cxn ang="0">
                          <a:pos x="connsiteX103" y="connsiteY103"/>
                        </a:cxn>
                        <a:cxn ang="0">
                          <a:pos x="connsiteX104" y="connsiteY104"/>
                        </a:cxn>
                        <a:cxn ang="0">
                          <a:pos x="connsiteX105" y="connsiteY105"/>
                        </a:cxn>
                        <a:cxn ang="0">
                          <a:pos x="connsiteX106" y="connsiteY106"/>
                        </a:cxn>
                        <a:cxn ang="0">
                          <a:pos x="connsiteX107" y="connsiteY107"/>
                        </a:cxn>
                        <a:cxn ang="0">
                          <a:pos x="connsiteX108" y="connsiteY108"/>
                        </a:cxn>
                        <a:cxn ang="0">
                          <a:pos x="connsiteX109" y="connsiteY109"/>
                        </a:cxn>
                        <a:cxn ang="0">
                          <a:pos x="connsiteX110" y="connsiteY110"/>
                        </a:cxn>
                        <a:cxn ang="0">
                          <a:pos x="connsiteX111" y="connsiteY111"/>
                        </a:cxn>
                        <a:cxn ang="0">
                          <a:pos x="connsiteX112" y="connsiteY112"/>
                        </a:cxn>
                        <a:cxn ang="0">
                          <a:pos x="connsiteX113" y="connsiteY113"/>
                        </a:cxn>
                        <a:cxn ang="0">
                          <a:pos x="connsiteX114" y="connsiteY114"/>
                        </a:cxn>
                        <a:cxn ang="0">
                          <a:pos x="connsiteX115" y="connsiteY115"/>
                        </a:cxn>
                        <a:cxn ang="0">
                          <a:pos x="connsiteX116" y="connsiteY116"/>
                        </a:cxn>
                        <a:cxn ang="0">
                          <a:pos x="connsiteX117" y="connsiteY117"/>
                        </a:cxn>
                        <a:cxn ang="0">
                          <a:pos x="connsiteX118" y="connsiteY118"/>
                        </a:cxn>
                        <a:cxn ang="0">
                          <a:pos x="connsiteX119" y="connsiteY119"/>
                        </a:cxn>
                        <a:cxn ang="0">
                          <a:pos x="connsiteX120" y="connsiteY120"/>
                        </a:cxn>
                        <a:cxn ang="0">
                          <a:pos x="connsiteX121" y="connsiteY121"/>
                        </a:cxn>
                        <a:cxn ang="0">
                          <a:pos x="connsiteX122" y="connsiteY122"/>
                        </a:cxn>
                        <a:cxn ang="0">
                          <a:pos x="connsiteX123" y="connsiteY123"/>
                        </a:cxn>
                        <a:cxn ang="0">
                          <a:pos x="connsiteX124" y="connsiteY124"/>
                        </a:cxn>
                        <a:cxn ang="0">
                          <a:pos x="connsiteX125" y="connsiteY125"/>
                        </a:cxn>
                        <a:cxn ang="0">
                          <a:pos x="connsiteX126" y="connsiteY126"/>
                        </a:cxn>
                        <a:cxn ang="0">
                          <a:pos x="connsiteX127" y="connsiteY127"/>
                        </a:cxn>
                        <a:cxn ang="0">
                          <a:pos x="connsiteX128" y="connsiteY128"/>
                        </a:cxn>
                        <a:cxn ang="0">
                          <a:pos x="connsiteX129" y="connsiteY129"/>
                        </a:cxn>
                        <a:cxn ang="0">
                          <a:pos x="connsiteX130" y="connsiteY130"/>
                        </a:cxn>
                        <a:cxn ang="0">
                          <a:pos x="connsiteX131" y="connsiteY131"/>
                        </a:cxn>
                        <a:cxn ang="0">
                          <a:pos x="connsiteX132" y="connsiteY132"/>
                        </a:cxn>
                        <a:cxn ang="0">
                          <a:pos x="connsiteX133" y="connsiteY133"/>
                        </a:cxn>
                        <a:cxn ang="0">
                          <a:pos x="connsiteX134" y="connsiteY134"/>
                        </a:cxn>
                        <a:cxn ang="0">
                          <a:pos x="connsiteX135" y="connsiteY135"/>
                        </a:cxn>
                        <a:cxn ang="0">
                          <a:pos x="connsiteX136" y="connsiteY136"/>
                        </a:cxn>
                        <a:cxn ang="0">
                          <a:pos x="connsiteX137" y="connsiteY137"/>
                        </a:cxn>
                        <a:cxn ang="0">
                          <a:pos x="connsiteX138" y="connsiteY138"/>
                        </a:cxn>
                        <a:cxn ang="0">
                          <a:pos x="connsiteX139" y="connsiteY139"/>
                        </a:cxn>
                        <a:cxn ang="0">
                          <a:pos x="connsiteX140" y="connsiteY140"/>
                        </a:cxn>
                        <a:cxn ang="0">
                          <a:pos x="connsiteX141" y="connsiteY141"/>
                        </a:cxn>
                        <a:cxn ang="0">
                          <a:pos x="connsiteX142" y="connsiteY142"/>
                        </a:cxn>
                        <a:cxn ang="0">
                          <a:pos x="connsiteX143" y="connsiteY143"/>
                        </a:cxn>
                        <a:cxn ang="0">
                          <a:pos x="connsiteX144" y="connsiteY144"/>
                        </a:cxn>
                        <a:cxn ang="0">
                          <a:pos x="connsiteX145" y="connsiteY145"/>
                        </a:cxn>
                        <a:cxn ang="0">
                          <a:pos x="connsiteX146" y="connsiteY146"/>
                        </a:cxn>
                        <a:cxn ang="0">
                          <a:pos x="connsiteX147" y="connsiteY147"/>
                        </a:cxn>
                        <a:cxn ang="0">
                          <a:pos x="connsiteX148" y="connsiteY148"/>
                        </a:cxn>
                        <a:cxn ang="0">
                          <a:pos x="connsiteX149" y="connsiteY149"/>
                        </a:cxn>
                      </a:cxnLst>
                      <a:rect l="l" t="t" r="r" b="b"/>
                      <a:pathLst>
                        <a:path w="607639" h="414642">
                          <a:moveTo>
                            <a:pt x="20293" y="364067"/>
                          </a:moveTo>
                          <a:lnTo>
                            <a:pt x="20293" y="384244"/>
                          </a:lnTo>
                          <a:cubicBezTo>
                            <a:pt x="20293" y="390377"/>
                            <a:pt x="24299" y="394377"/>
                            <a:pt x="30351" y="394377"/>
                          </a:cubicBezTo>
                          <a:lnTo>
                            <a:pt x="577199" y="394377"/>
                          </a:lnTo>
                          <a:cubicBezTo>
                            <a:pt x="583341" y="394377"/>
                            <a:pt x="587346" y="390377"/>
                            <a:pt x="587346" y="384244"/>
                          </a:cubicBezTo>
                          <a:lnTo>
                            <a:pt x="587346" y="364067"/>
                          </a:lnTo>
                          <a:lnTo>
                            <a:pt x="556995" y="364067"/>
                          </a:lnTo>
                          <a:lnTo>
                            <a:pt x="394916" y="364067"/>
                          </a:lnTo>
                          <a:lnTo>
                            <a:pt x="394916" y="374200"/>
                          </a:lnTo>
                          <a:cubicBezTo>
                            <a:pt x="394916" y="380244"/>
                            <a:pt x="390911" y="384244"/>
                            <a:pt x="384859" y="384244"/>
                          </a:cubicBezTo>
                          <a:lnTo>
                            <a:pt x="222780" y="384244"/>
                          </a:lnTo>
                          <a:cubicBezTo>
                            <a:pt x="216728" y="384244"/>
                            <a:pt x="212634" y="380244"/>
                            <a:pt x="212634" y="374200"/>
                          </a:cubicBezTo>
                          <a:lnTo>
                            <a:pt x="212634" y="364067"/>
                          </a:lnTo>
                          <a:lnTo>
                            <a:pt x="50644" y="364067"/>
                          </a:lnTo>
                          <a:close/>
                          <a:moveTo>
                            <a:pt x="182270" y="262926"/>
                          </a:moveTo>
                          <a:lnTo>
                            <a:pt x="192432" y="262926"/>
                          </a:lnTo>
                          <a:cubicBezTo>
                            <a:pt x="198493" y="262926"/>
                            <a:pt x="202593" y="267012"/>
                            <a:pt x="202593" y="273052"/>
                          </a:cubicBezTo>
                          <a:cubicBezTo>
                            <a:pt x="202593" y="279092"/>
                            <a:pt x="198493" y="283178"/>
                            <a:pt x="192432" y="283178"/>
                          </a:cubicBezTo>
                          <a:lnTo>
                            <a:pt x="182270" y="283178"/>
                          </a:lnTo>
                          <a:cubicBezTo>
                            <a:pt x="176209" y="283178"/>
                            <a:pt x="172109" y="279092"/>
                            <a:pt x="172109" y="273052"/>
                          </a:cubicBezTo>
                          <a:cubicBezTo>
                            <a:pt x="172109" y="267012"/>
                            <a:pt x="176209" y="262926"/>
                            <a:pt x="182270" y="262926"/>
                          </a:cubicBezTo>
                          <a:close/>
                          <a:moveTo>
                            <a:pt x="91153" y="262926"/>
                          </a:moveTo>
                          <a:lnTo>
                            <a:pt x="141783" y="262926"/>
                          </a:lnTo>
                          <a:cubicBezTo>
                            <a:pt x="147834" y="262926"/>
                            <a:pt x="151927" y="267012"/>
                            <a:pt x="151927" y="273052"/>
                          </a:cubicBezTo>
                          <a:cubicBezTo>
                            <a:pt x="151927" y="279092"/>
                            <a:pt x="147834" y="283178"/>
                            <a:pt x="141783" y="283178"/>
                          </a:cubicBezTo>
                          <a:lnTo>
                            <a:pt x="91153" y="283178"/>
                          </a:lnTo>
                          <a:cubicBezTo>
                            <a:pt x="85102" y="283178"/>
                            <a:pt x="81009" y="279092"/>
                            <a:pt x="81009" y="273052"/>
                          </a:cubicBezTo>
                          <a:cubicBezTo>
                            <a:pt x="81009" y="267012"/>
                            <a:pt x="85102" y="262926"/>
                            <a:pt x="91153" y="262926"/>
                          </a:cubicBezTo>
                          <a:close/>
                          <a:moveTo>
                            <a:pt x="161988" y="222493"/>
                          </a:moveTo>
                          <a:lnTo>
                            <a:pt x="232948" y="222493"/>
                          </a:lnTo>
                          <a:cubicBezTo>
                            <a:pt x="239002" y="222493"/>
                            <a:pt x="243098" y="226579"/>
                            <a:pt x="243098" y="232619"/>
                          </a:cubicBezTo>
                          <a:cubicBezTo>
                            <a:pt x="243098" y="238659"/>
                            <a:pt x="239002" y="242745"/>
                            <a:pt x="232948" y="242745"/>
                          </a:cubicBezTo>
                          <a:lnTo>
                            <a:pt x="161988" y="242745"/>
                          </a:lnTo>
                          <a:cubicBezTo>
                            <a:pt x="155934" y="242745"/>
                            <a:pt x="151927" y="238659"/>
                            <a:pt x="151927" y="232619"/>
                          </a:cubicBezTo>
                          <a:cubicBezTo>
                            <a:pt x="151927" y="226579"/>
                            <a:pt x="155934" y="222493"/>
                            <a:pt x="161988" y="222493"/>
                          </a:cubicBezTo>
                          <a:close/>
                          <a:moveTo>
                            <a:pt x="91146" y="222493"/>
                          </a:moveTo>
                          <a:lnTo>
                            <a:pt x="121467" y="222493"/>
                          </a:lnTo>
                          <a:cubicBezTo>
                            <a:pt x="127603" y="222493"/>
                            <a:pt x="131604" y="226579"/>
                            <a:pt x="131604" y="232619"/>
                          </a:cubicBezTo>
                          <a:cubicBezTo>
                            <a:pt x="131604" y="238659"/>
                            <a:pt x="127603" y="242745"/>
                            <a:pt x="121467" y="242745"/>
                          </a:cubicBezTo>
                          <a:lnTo>
                            <a:pt x="91146" y="242745"/>
                          </a:lnTo>
                          <a:cubicBezTo>
                            <a:pt x="85099" y="242745"/>
                            <a:pt x="81009" y="238659"/>
                            <a:pt x="81009" y="232619"/>
                          </a:cubicBezTo>
                          <a:cubicBezTo>
                            <a:pt x="81009" y="226579"/>
                            <a:pt x="85099" y="222493"/>
                            <a:pt x="91146" y="222493"/>
                          </a:cubicBezTo>
                          <a:close/>
                          <a:moveTo>
                            <a:pt x="182270" y="182059"/>
                          </a:moveTo>
                          <a:lnTo>
                            <a:pt x="192432" y="182059"/>
                          </a:lnTo>
                          <a:cubicBezTo>
                            <a:pt x="198493" y="182059"/>
                            <a:pt x="202593" y="186060"/>
                            <a:pt x="202593" y="192195"/>
                          </a:cubicBezTo>
                          <a:cubicBezTo>
                            <a:pt x="202593" y="198240"/>
                            <a:pt x="198493" y="202241"/>
                            <a:pt x="192432" y="202241"/>
                          </a:cubicBezTo>
                          <a:lnTo>
                            <a:pt x="182270" y="202241"/>
                          </a:lnTo>
                          <a:cubicBezTo>
                            <a:pt x="176209" y="202241"/>
                            <a:pt x="172109" y="198240"/>
                            <a:pt x="172109" y="192195"/>
                          </a:cubicBezTo>
                          <a:cubicBezTo>
                            <a:pt x="172109" y="186060"/>
                            <a:pt x="176209" y="182059"/>
                            <a:pt x="182270" y="182059"/>
                          </a:cubicBezTo>
                          <a:close/>
                          <a:moveTo>
                            <a:pt x="91153" y="182059"/>
                          </a:moveTo>
                          <a:lnTo>
                            <a:pt x="141783" y="182059"/>
                          </a:lnTo>
                          <a:cubicBezTo>
                            <a:pt x="147834" y="182059"/>
                            <a:pt x="151927" y="186060"/>
                            <a:pt x="151927" y="192195"/>
                          </a:cubicBezTo>
                          <a:cubicBezTo>
                            <a:pt x="151927" y="198240"/>
                            <a:pt x="147834" y="202241"/>
                            <a:pt x="141783" y="202241"/>
                          </a:cubicBezTo>
                          <a:lnTo>
                            <a:pt x="91153" y="202241"/>
                          </a:lnTo>
                          <a:cubicBezTo>
                            <a:pt x="85102" y="202241"/>
                            <a:pt x="81009" y="198240"/>
                            <a:pt x="81009" y="192195"/>
                          </a:cubicBezTo>
                          <a:cubicBezTo>
                            <a:pt x="81009" y="186060"/>
                            <a:pt x="85102" y="182059"/>
                            <a:pt x="91153" y="182059"/>
                          </a:cubicBezTo>
                          <a:close/>
                          <a:moveTo>
                            <a:pt x="161988" y="141625"/>
                          </a:moveTo>
                          <a:lnTo>
                            <a:pt x="232948" y="141625"/>
                          </a:lnTo>
                          <a:cubicBezTo>
                            <a:pt x="239002" y="141625"/>
                            <a:pt x="243098" y="145626"/>
                            <a:pt x="243098" y="151761"/>
                          </a:cubicBezTo>
                          <a:cubicBezTo>
                            <a:pt x="243098" y="157806"/>
                            <a:pt x="239002" y="161807"/>
                            <a:pt x="232948" y="161807"/>
                          </a:cubicBezTo>
                          <a:lnTo>
                            <a:pt x="161988" y="161807"/>
                          </a:lnTo>
                          <a:cubicBezTo>
                            <a:pt x="155934" y="161807"/>
                            <a:pt x="151927" y="157806"/>
                            <a:pt x="151927" y="151761"/>
                          </a:cubicBezTo>
                          <a:cubicBezTo>
                            <a:pt x="151927" y="145626"/>
                            <a:pt x="155934" y="141625"/>
                            <a:pt x="161988" y="141625"/>
                          </a:cubicBezTo>
                          <a:close/>
                          <a:moveTo>
                            <a:pt x="91146" y="141625"/>
                          </a:moveTo>
                          <a:lnTo>
                            <a:pt x="121467" y="141625"/>
                          </a:lnTo>
                          <a:cubicBezTo>
                            <a:pt x="127603" y="141625"/>
                            <a:pt x="131604" y="145626"/>
                            <a:pt x="131604" y="151761"/>
                          </a:cubicBezTo>
                          <a:cubicBezTo>
                            <a:pt x="131604" y="157806"/>
                            <a:pt x="127603" y="161807"/>
                            <a:pt x="121467" y="161807"/>
                          </a:cubicBezTo>
                          <a:lnTo>
                            <a:pt x="91146" y="161807"/>
                          </a:lnTo>
                          <a:cubicBezTo>
                            <a:pt x="85099" y="161807"/>
                            <a:pt x="81009" y="157806"/>
                            <a:pt x="81009" y="151761"/>
                          </a:cubicBezTo>
                          <a:cubicBezTo>
                            <a:pt x="81009" y="145626"/>
                            <a:pt x="85099" y="141625"/>
                            <a:pt x="91146" y="141625"/>
                          </a:cubicBezTo>
                          <a:close/>
                          <a:moveTo>
                            <a:pt x="364566" y="102176"/>
                          </a:moveTo>
                          <a:cubicBezTo>
                            <a:pt x="318996" y="107241"/>
                            <a:pt x="283573" y="145630"/>
                            <a:pt x="283573" y="192194"/>
                          </a:cubicBezTo>
                          <a:cubicBezTo>
                            <a:pt x="283573" y="242756"/>
                            <a:pt x="324069" y="283188"/>
                            <a:pt x="374712" y="283188"/>
                          </a:cubicBezTo>
                          <a:cubicBezTo>
                            <a:pt x="421261" y="283188"/>
                            <a:pt x="459799" y="247732"/>
                            <a:pt x="464783" y="202235"/>
                          </a:cubicBezTo>
                          <a:lnTo>
                            <a:pt x="374712" y="202235"/>
                          </a:lnTo>
                          <a:cubicBezTo>
                            <a:pt x="368660" y="202235"/>
                            <a:pt x="364566" y="198236"/>
                            <a:pt x="364566" y="192194"/>
                          </a:cubicBezTo>
                          <a:close/>
                          <a:moveTo>
                            <a:pt x="182270" y="101191"/>
                          </a:moveTo>
                          <a:lnTo>
                            <a:pt x="192432" y="101191"/>
                          </a:lnTo>
                          <a:cubicBezTo>
                            <a:pt x="198493" y="101191"/>
                            <a:pt x="202593" y="105192"/>
                            <a:pt x="202593" y="111238"/>
                          </a:cubicBezTo>
                          <a:cubicBezTo>
                            <a:pt x="202593" y="117372"/>
                            <a:pt x="198493" y="121373"/>
                            <a:pt x="192432" y="121373"/>
                          </a:cubicBezTo>
                          <a:lnTo>
                            <a:pt x="182270" y="121373"/>
                          </a:lnTo>
                          <a:cubicBezTo>
                            <a:pt x="176209" y="121373"/>
                            <a:pt x="172109" y="117372"/>
                            <a:pt x="172109" y="111238"/>
                          </a:cubicBezTo>
                          <a:cubicBezTo>
                            <a:pt x="172109" y="105192"/>
                            <a:pt x="176209" y="101191"/>
                            <a:pt x="182270" y="101191"/>
                          </a:cubicBezTo>
                          <a:close/>
                          <a:moveTo>
                            <a:pt x="91153" y="101191"/>
                          </a:moveTo>
                          <a:lnTo>
                            <a:pt x="141783" y="101191"/>
                          </a:lnTo>
                          <a:cubicBezTo>
                            <a:pt x="147834" y="101191"/>
                            <a:pt x="151927" y="105192"/>
                            <a:pt x="151927" y="111238"/>
                          </a:cubicBezTo>
                          <a:cubicBezTo>
                            <a:pt x="151927" y="117372"/>
                            <a:pt x="147834" y="121373"/>
                            <a:pt x="141783" y="121373"/>
                          </a:cubicBezTo>
                          <a:lnTo>
                            <a:pt x="91153" y="121373"/>
                          </a:lnTo>
                          <a:cubicBezTo>
                            <a:pt x="85102" y="121373"/>
                            <a:pt x="81009" y="117372"/>
                            <a:pt x="81009" y="111238"/>
                          </a:cubicBezTo>
                          <a:cubicBezTo>
                            <a:pt x="81009" y="105192"/>
                            <a:pt x="85102" y="101191"/>
                            <a:pt x="91153" y="101191"/>
                          </a:cubicBezTo>
                          <a:close/>
                          <a:moveTo>
                            <a:pt x="374712" y="80938"/>
                          </a:moveTo>
                          <a:cubicBezTo>
                            <a:pt x="380764" y="80938"/>
                            <a:pt x="384858" y="85026"/>
                            <a:pt x="384858" y="91068"/>
                          </a:cubicBezTo>
                          <a:lnTo>
                            <a:pt x="384858" y="182063"/>
                          </a:lnTo>
                          <a:lnTo>
                            <a:pt x="475998" y="182063"/>
                          </a:lnTo>
                          <a:cubicBezTo>
                            <a:pt x="482050" y="182063"/>
                            <a:pt x="486055" y="186062"/>
                            <a:pt x="486055" y="192194"/>
                          </a:cubicBezTo>
                          <a:cubicBezTo>
                            <a:pt x="486055" y="253864"/>
                            <a:pt x="436480" y="303360"/>
                            <a:pt x="374712" y="303360"/>
                          </a:cubicBezTo>
                          <a:cubicBezTo>
                            <a:pt x="312944" y="303360"/>
                            <a:pt x="263280" y="253864"/>
                            <a:pt x="263280" y="192194"/>
                          </a:cubicBezTo>
                          <a:cubicBezTo>
                            <a:pt x="263280" y="130523"/>
                            <a:pt x="312944" y="80938"/>
                            <a:pt x="374712" y="80938"/>
                          </a:cubicBezTo>
                          <a:close/>
                          <a:moveTo>
                            <a:pt x="425343" y="61744"/>
                          </a:moveTo>
                          <a:lnTo>
                            <a:pt x="425343" y="141635"/>
                          </a:lnTo>
                          <a:lnTo>
                            <a:pt x="505373" y="141635"/>
                          </a:lnTo>
                          <a:cubicBezTo>
                            <a:pt x="500299" y="99157"/>
                            <a:pt x="466827" y="65743"/>
                            <a:pt x="425343" y="61744"/>
                          </a:cubicBezTo>
                          <a:close/>
                          <a:moveTo>
                            <a:pt x="161988" y="60757"/>
                          </a:moveTo>
                          <a:lnTo>
                            <a:pt x="232948" y="60757"/>
                          </a:lnTo>
                          <a:cubicBezTo>
                            <a:pt x="239002" y="60757"/>
                            <a:pt x="243098" y="64758"/>
                            <a:pt x="243098" y="70804"/>
                          </a:cubicBezTo>
                          <a:cubicBezTo>
                            <a:pt x="243098" y="76938"/>
                            <a:pt x="239002" y="80939"/>
                            <a:pt x="232948" y="80939"/>
                          </a:cubicBezTo>
                          <a:lnTo>
                            <a:pt x="161988" y="80939"/>
                          </a:lnTo>
                          <a:cubicBezTo>
                            <a:pt x="155934" y="80939"/>
                            <a:pt x="151927" y="76938"/>
                            <a:pt x="151927" y="70804"/>
                          </a:cubicBezTo>
                          <a:cubicBezTo>
                            <a:pt x="151927" y="64758"/>
                            <a:pt x="155934" y="60757"/>
                            <a:pt x="161988" y="60757"/>
                          </a:cubicBezTo>
                          <a:close/>
                          <a:moveTo>
                            <a:pt x="91146" y="60757"/>
                          </a:moveTo>
                          <a:lnTo>
                            <a:pt x="121467" y="60757"/>
                          </a:lnTo>
                          <a:cubicBezTo>
                            <a:pt x="127603" y="60757"/>
                            <a:pt x="131604" y="64758"/>
                            <a:pt x="131604" y="70804"/>
                          </a:cubicBezTo>
                          <a:cubicBezTo>
                            <a:pt x="131604" y="76938"/>
                            <a:pt x="127603" y="80939"/>
                            <a:pt x="121467" y="80939"/>
                          </a:cubicBezTo>
                          <a:lnTo>
                            <a:pt x="91146" y="80939"/>
                          </a:lnTo>
                          <a:cubicBezTo>
                            <a:pt x="85099" y="80939"/>
                            <a:pt x="81009" y="76938"/>
                            <a:pt x="81009" y="70804"/>
                          </a:cubicBezTo>
                          <a:cubicBezTo>
                            <a:pt x="81009" y="64758"/>
                            <a:pt x="85099" y="60757"/>
                            <a:pt x="91146" y="60757"/>
                          </a:cubicBezTo>
                          <a:close/>
                          <a:moveTo>
                            <a:pt x="415194" y="40505"/>
                          </a:moveTo>
                          <a:cubicBezTo>
                            <a:pt x="476975" y="40505"/>
                            <a:pt x="526560" y="90092"/>
                            <a:pt x="526560" y="151765"/>
                          </a:cubicBezTo>
                          <a:cubicBezTo>
                            <a:pt x="526560" y="157808"/>
                            <a:pt x="522554" y="161807"/>
                            <a:pt x="516501" y="161807"/>
                          </a:cubicBezTo>
                          <a:lnTo>
                            <a:pt x="415194" y="161807"/>
                          </a:lnTo>
                          <a:cubicBezTo>
                            <a:pt x="409141" y="161807"/>
                            <a:pt x="405046" y="157808"/>
                            <a:pt x="405046" y="151765"/>
                          </a:cubicBezTo>
                          <a:lnTo>
                            <a:pt x="405046" y="50636"/>
                          </a:lnTo>
                          <a:cubicBezTo>
                            <a:pt x="405046" y="44593"/>
                            <a:pt x="409141" y="40505"/>
                            <a:pt x="415194" y="40505"/>
                          </a:cubicBezTo>
                          <a:close/>
                          <a:moveTo>
                            <a:pt x="70848" y="20177"/>
                          </a:moveTo>
                          <a:cubicBezTo>
                            <a:pt x="64796" y="20177"/>
                            <a:pt x="60791" y="24265"/>
                            <a:pt x="60791" y="30309"/>
                          </a:cubicBezTo>
                          <a:lnTo>
                            <a:pt x="60791" y="343802"/>
                          </a:lnTo>
                          <a:lnTo>
                            <a:pt x="222780" y="343802"/>
                          </a:lnTo>
                          <a:cubicBezTo>
                            <a:pt x="228833" y="343802"/>
                            <a:pt x="232927" y="347891"/>
                            <a:pt x="232927" y="353935"/>
                          </a:cubicBezTo>
                          <a:lnTo>
                            <a:pt x="232927" y="364067"/>
                          </a:lnTo>
                          <a:lnTo>
                            <a:pt x="374712" y="364067"/>
                          </a:lnTo>
                          <a:lnTo>
                            <a:pt x="374712" y="353935"/>
                          </a:lnTo>
                          <a:cubicBezTo>
                            <a:pt x="374712" y="347891"/>
                            <a:pt x="378718" y="343802"/>
                            <a:pt x="384859" y="343802"/>
                          </a:cubicBezTo>
                          <a:lnTo>
                            <a:pt x="546848" y="343802"/>
                          </a:lnTo>
                          <a:lnTo>
                            <a:pt x="546848" y="30309"/>
                          </a:lnTo>
                          <a:cubicBezTo>
                            <a:pt x="546848" y="24265"/>
                            <a:pt x="542754" y="20177"/>
                            <a:pt x="536702" y="20177"/>
                          </a:cubicBezTo>
                          <a:close/>
                          <a:moveTo>
                            <a:pt x="70848" y="0"/>
                          </a:moveTo>
                          <a:lnTo>
                            <a:pt x="536702" y="0"/>
                          </a:lnTo>
                          <a:cubicBezTo>
                            <a:pt x="553969" y="0"/>
                            <a:pt x="567142" y="13155"/>
                            <a:pt x="567142" y="30309"/>
                          </a:cubicBezTo>
                          <a:lnTo>
                            <a:pt x="567142" y="343802"/>
                          </a:lnTo>
                          <a:lnTo>
                            <a:pt x="597492" y="343802"/>
                          </a:lnTo>
                          <a:cubicBezTo>
                            <a:pt x="603545" y="343802"/>
                            <a:pt x="607639" y="347891"/>
                            <a:pt x="607639" y="353935"/>
                          </a:cubicBezTo>
                          <a:lnTo>
                            <a:pt x="607639" y="384244"/>
                          </a:lnTo>
                          <a:cubicBezTo>
                            <a:pt x="607639" y="401487"/>
                            <a:pt x="594466" y="414642"/>
                            <a:pt x="577199" y="414642"/>
                          </a:cubicBezTo>
                          <a:lnTo>
                            <a:pt x="30351" y="414642"/>
                          </a:lnTo>
                          <a:cubicBezTo>
                            <a:pt x="13173" y="414642"/>
                            <a:pt x="0" y="401487"/>
                            <a:pt x="0" y="384244"/>
                          </a:cubicBezTo>
                          <a:lnTo>
                            <a:pt x="0" y="353935"/>
                          </a:lnTo>
                          <a:cubicBezTo>
                            <a:pt x="0" y="347891"/>
                            <a:pt x="4094" y="343802"/>
                            <a:pt x="10147" y="343802"/>
                          </a:cubicBezTo>
                          <a:lnTo>
                            <a:pt x="40497" y="343802"/>
                          </a:lnTo>
                          <a:lnTo>
                            <a:pt x="40497" y="30309"/>
                          </a:lnTo>
                          <a:cubicBezTo>
                            <a:pt x="40497" y="13155"/>
                            <a:pt x="53670" y="0"/>
                            <a:pt x="70848" y="0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wrap="square" lIns="91440" tIns="45720" rIns="91440" bIns="45720" anchor="ctr" anchorCtr="0">
                      <a:normAutofit fontScale="40000" lnSpcReduction="20000"/>
                    </a:bodyPr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algn="ctr"/>
                    </a:p>
                  </p:txBody>
                </p:sp>
              </p:grpSp>
              <p:sp>
                <p:nvSpPr>
                  <p:cNvPr id="20" name="Text3" descr="cb150b1a-087a-4d85-aeb5-77b1a633a274"/>
                  <p:cNvSpPr/>
                  <p:nvPr/>
                </p:nvSpPr>
                <p:spPr>
                  <a:xfrm>
                    <a:off x="8076818" y="4328849"/>
                    <a:ext cx="3389923" cy="797583"/>
                  </a:xfrm>
                  <a:prstGeom prst="snip2SameRect">
                    <a:avLst>
                      <a:gd name="adj1" fmla="val 0"/>
                      <a:gd name="adj2" fmla="val 0"/>
                    </a:avLst>
                  </a:prstGeom>
                  <a:ln>
                    <a:noFill/>
                  </a:ln>
                </p:spPr>
                <p:txBody>
                  <a:bodyPr wrap="square" lIns="91440" tIns="45720" rIns="91440" bIns="45720" anchor="t" anchorCtr="0">
                    <a:normAutofit/>
                  </a:bodyPr>
                  <a:lstStyle/>
                  <a:p>
                    <a:pPr algn="l">
                      <a:lnSpc>
                        <a:spcPct val="120000"/>
                      </a:lnSpc>
                      <a:spcBef>
                        <a:spcPct val="0"/>
                      </a:spcBef>
                    </a:pPr>
                    <a:r>
                      <a:rPr lang="en-US" sz="1200" b="0" i="0" u="none">
                        <a:solidFill>
                          <a:srgbClr val="FFFFFF"/>
                        </a:solidFill>
                        <a:ea typeface="微软雅黑" panose="020B0503020204020204" charset="-122"/>
                      </a:rPr>
                      <a:t>今天我们重点探讨道和法，因为这是根基，有了根基术和器的学习将水到渠成。</a:t>
                    </a:r>
                    <a:endParaRPr lang="en-US" sz="1200" b="0" i="0" u="none">
                      <a:solidFill>
                        <a:srgbClr val="FFFFFF"/>
                      </a:solidFill>
                      <a:ea typeface="微软雅黑" panose="020B0503020204020204" charset="-122"/>
                    </a:endParaRPr>
                  </a:p>
                </p:txBody>
              </p:sp>
              <p:sp>
                <p:nvSpPr>
                  <p:cNvPr id="21" name="Bullet3" descr="eed1344a-66a4-4b14-9b31-18fb33b14da7"/>
                  <p:cNvSpPr txBox="1"/>
                  <p:nvPr/>
                </p:nvSpPr>
                <p:spPr bwMode="auto">
                  <a:xfrm>
                    <a:off x="8076818" y="3702596"/>
                    <a:ext cx="3389923" cy="61026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b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pPr algn="l">
                      <a:spcBef>
                        <a:spcPct val="0"/>
                      </a:spcBef>
                    </a:pPr>
                    <a:r>
                      <a:rPr lang="en-US" sz="1800" b="1" i="0" u="none">
                        <a:solidFill>
                          <a:srgbClr val="FFFFFF"/>
                        </a:solidFill>
                        <a:ea typeface="微软雅黑" panose="020B0503020204020204" charset="-122"/>
                      </a:rPr>
                      <a:t>重点探讨道和法</a:t>
                    </a:r>
                    <a:endParaRPr lang="en-US" sz="1800" b="1" i="0" u="none">
                      <a:solidFill>
                        <a:srgbClr val="FFFFFF"/>
                      </a:solidFill>
                      <a:ea typeface="微软雅黑" panose="020B0503020204020204" charset="-122"/>
                    </a:endParaRPr>
                  </a:p>
                </p:txBody>
              </p:sp>
              <p:cxnSp>
                <p:nvCxnSpPr>
                  <p:cNvPr id="18" name="直接连接符 17" descr="3950bd8e-82a4-4038-a1c9-1bc8841e4aa8"/>
                  <p:cNvCxnSpPr/>
                  <p:nvPr/>
                </p:nvCxnSpPr>
                <p:spPr>
                  <a:xfrm>
                    <a:off x="7185400" y="4312857"/>
                    <a:ext cx="800600" cy="0"/>
                  </a:xfrm>
                  <a:prstGeom prst="line">
                    <a:avLst/>
                  </a:prstGeom>
                  <a:ln w="3175" cap="rnd">
                    <a:solidFill>
                      <a:schemeClr val="tx2"/>
                    </a:solidFill>
                    <a:round/>
                    <a:headEnd type="oval" w="sm" len="sm"/>
                    <a:tailEnd type="oval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</p:grp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b9ca036a-98b6-46f8-b8a2-797843b2c00b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600" b="1" i="0" u="none">
                <a:solidFill>
                  <a:srgbClr val="FFFFFF"/>
                </a:solidFill>
                <a:ea typeface="微软雅黑" panose="020B0503020204020204" charset="-122"/>
              </a:rPr>
              <a:t>道：智慧的底层架构</a:t>
            </a:r>
            <a:endParaRPr lang="en-US" sz="3600" b="1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sp>
        <p:nvSpPr>
          <p:cNvPr id="3" name="文本占位符 2" descr="940db717-0ce0-4017-b1dc-fabda493c3bb"/>
          <p:cNvSpPr>
            <a:spLocks noGrp="1"/>
          </p:cNvSpPr>
          <p:nvPr>
            <p:ph type="body" idx="1" hasCustomPrompt="1"/>
          </p:nvPr>
        </p:nvSpPr>
        <p:spPr/>
        <p:txBody>
          <a:bodyPr anchorCtr="0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 sz="1600" b="0" i="0" u="none">
                <a:solidFill>
                  <a:srgbClr val="FFFFFF"/>
                </a:solidFill>
                <a:ea typeface="微软雅黑" panose="020B0503020204020204" charset="-122"/>
              </a:rPr>
              <a:t>探讨软件工程的永恒原则</a:t>
            </a:r>
            <a:endParaRPr lang="en-US" sz="1600" b="0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5a12860-57d0-435d-97c1-4c6d2d8d7d77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FFFFFF"/>
                </a:solidFill>
                <a:ea typeface="微软雅黑" panose="020B0503020204020204" charset="-122"/>
              </a:rPr>
              <a:t>不变与变化</a:t>
            </a:r>
            <a:endParaRPr lang="en-US" sz="2800" b="1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grpSp>
        <p:nvGrpSpPr>
          <p:cNvPr id="68" name="3234eb7f-cd1f-4c9a-be9b-8082c69b2909.source.3.zh-Hans.pptx" descr="091abd14-ed9c-40a8-99b0-304e7462813c"/>
          <p:cNvGrpSpPr/>
          <p:nvPr/>
        </p:nvGrpSpPr>
        <p:grpSpPr>
          <a:xfrm>
            <a:off x="673100" y="1189675"/>
            <a:ext cx="10845800" cy="4928551"/>
            <a:chOff x="673100" y="1189675"/>
            <a:chExt cx="10845800" cy="4928551"/>
          </a:xfrm>
        </p:grpSpPr>
        <p:cxnSp>
          <p:nvCxnSpPr>
            <p:cNvPr id="8" name="íṧļíḋè" descr="34355756-6d80-4106-911b-ed20992bb276"/>
            <p:cNvCxnSpPr>
              <a:endCxn id="3" idx="0"/>
            </p:cNvCxnSpPr>
            <p:nvPr/>
          </p:nvCxnSpPr>
          <p:spPr>
            <a:xfrm rot="10800000" flipV="1">
              <a:off x="2522698" y="3007988"/>
              <a:ext cx="3584946" cy="591203"/>
            </a:xfrm>
            <a:prstGeom prst="bentConnector2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iṥľídé" descr="d8231269-2b4b-46b2-9863-7fd915ae4554"/>
            <p:cNvCxnSpPr>
              <a:endCxn id="5" idx="0"/>
            </p:cNvCxnSpPr>
            <p:nvPr/>
          </p:nvCxnSpPr>
          <p:spPr>
            <a:xfrm>
              <a:off x="6095998" y="2996880"/>
              <a:ext cx="3573303" cy="591201"/>
            </a:xfrm>
            <a:prstGeom prst="bentConnector2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itle" descr="09b556a5-29f6-4f62-9e9b-1d66ca10873b"/>
            <p:cNvSpPr txBox="1"/>
            <p:nvPr/>
          </p:nvSpPr>
          <p:spPr>
            <a:xfrm>
              <a:off x="673101" y="5527022"/>
              <a:ext cx="10845798" cy="591204"/>
            </a:xfrm>
            <a:prstGeom prst="rect">
              <a:avLst/>
            </a:prstGeom>
            <a:noFill/>
          </p:spPr>
          <p:txBody>
            <a:bodyPr vert="horz" wrap="square" rtlCol="0" anchor="b" anchorCtr="1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FFFFFF"/>
                  </a:solidFill>
                  <a:ea typeface="微软雅黑" panose="020B0503020204020204" charset="-122"/>
                </a:rPr>
                <a:t>明确AI时代的不变与变化因素</a:t>
              </a:r>
              <a:endParaRPr lang="en-US" sz="2400" b="1" i="0" u="none">
                <a:solidFill>
                  <a:srgbClr val="FFFFFF"/>
                </a:solidFill>
                <a:ea typeface="微软雅黑" panose="020B0503020204020204" charset="-122"/>
              </a:endParaRPr>
            </a:p>
          </p:txBody>
        </p:sp>
        <p:grpSp>
          <p:nvGrpSpPr>
            <p:cNvPr id="66" name="组合 65" descr="ec96ce96-2b9e-4ace-8674-7a3650222592"/>
            <p:cNvGrpSpPr/>
            <p:nvPr/>
          </p:nvGrpSpPr>
          <p:grpSpPr>
            <a:xfrm>
              <a:off x="4246401" y="1189675"/>
              <a:ext cx="3699198" cy="1687753"/>
              <a:chOff x="4246401" y="1189675"/>
              <a:chExt cx="3699198" cy="1687753"/>
            </a:xfrm>
          </p:grpSpPr>
          <p:sp>
            <p:nvSpPr>
              <p:cNvPr id="18" name="Text1" descr="b1a039b2-b948-4d9f-b0c6-3f95bea8e6ef"/>
              <p:cNvSpPr/>
              <p:nvPr/>
            </p:nvSpPr>
            <p:spPr>
              <a:xfrm flipH="1">
                <a:off x="4246401" y="1782226"/>
                <a:ext cx="3699195" cy="1095202"/>
              </a:xfrm>
              <a:prstGeom prst="roundRect">
                <a:avLst/>
              </a:prstGeom>
              <a:noFill/>
              <a:ln w="3175">
                <a:solidFill>
                  <a:schemeClr val="tx2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1">
                <a:normAutofit/>
              </a:bodyPr>
              <a:lstStyle/>
              <a:p>
                <a:pPr algn="ctr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价值判断、系统思维、美学追求、智慧决策等人类独有的能力是不变的。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7" name="Bullet1" descr="d80f112c-a2c7-42b1-94c7-8b786472364e"/>
              <p:cNvSpPr txBox="1"/>
              <p:nvPr/>
            </p:nvSpPr>
            <p:spPr bwMode="auto">
              <a:xfrm>
                <a:off x="4246401" y="1189675"/>
                <a:ext cx="3699198" cy="414401"/>
              </a:xfrm>
              <a:prstGeom prst="roundRect">
                <a:avLst>
                  <a:gd name="adj" fmla="val 18852"/>
                </a:avLst>
              </a:prstGeom>
              <a:solidFill>
                <a:schemeClr val="tx2">
                  <a:alpha val="50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不变因素</a:t>
                </a:r>
                <a:endParaRPr lang="en-US" sz="1800" b="1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64" name="组合 63" descr="0b190b94-9415-466d-a870-dc5c8ca6279c"/>
            <p:cNvGrpSpPr/>
            <p:nvPr/>
          </p:nvGrpSpPr>
          <p:grpSpPr>
            <a:xfrm>
              <a:off x="673100" y="3599192"/>
              <a:ext cx="3722484" cy="1714106"/>
              <a:chOff x="673100" y="3599192"/>
              <a:chExt cx="3722484" cy="1714106"/>
            </a:xfrm>
          </p:grpSpPr>
          <p:sp>
            <p:nvSpPr>
              <p:cNvPr id="3" name="Bullet2" descr="59a58fb1-0640-4949-a3db-251fc87fd9a2"/>
              <p:cNvSpPr/>
              <p:nvPr/>
            </p:nvSpPr>
            <p:spPr>
              <a:xfrm>
                <a:off x="673100" y="3599192"/>
                <a:ext cx="3699195" cy="425512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1">
                <a:norm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变化因素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0" name="Text2" descr="bcc90c6c-b893-4508-adbb-b27ecf936cdc"/>
              <p:cNvSpPr/>
              <p:nvPr/>
            </p:nvSpPr>
            <p:spPr>
              <a:xfrm flipH="1">
                <a:off x="673100" y="4218096"/>
                <a:ext cx="3722484" cy="1095202"/>
              </a:xfrm>
              <a:prstGeom prst="roundRect">
                <a:avLst/>
              </a:prstGeom>
              <a:noFill/>
              <a:ln w="31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1">
                <a:normAutofit/>
              </a:bodyPr>
              <a:lstStyle/>
              <a:p>
                <a:pPr algn="ctr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实现速度、工具形态、协作方式、迭代节奏等可以被AI增强的部分是变化的。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65" name="组合 64" descr="6e57171f-f142-4229-95a3-c7014185bf08"/>
            <p:cNvGrpSpPr/>
            <p:nvPr/>
          </p:nvGrpSpPr>
          <p:grpSpPr>
            <a:xfrm>
              <a:off x="7819702" y="3588081"/>
              <a:ext cx="3699198" cy="1697514"/>
              <a:chOff x="7819702" y="3588081"/>
              <a:chExt cx="3699198" cy="1697514"/>
            </a:xfrm>
          </p:grpSpPr>
          <p:sp>
            <p:nvSpPr>
              <p:cNvPr id="5" name="Bullet3" descr="8217bed4-a070-47fb-a793-949e0a02ebdf"/>
              <p:cNvSpPr/>
              <p:nvPr/>
            </p:nvSpPr>
            <p:spPr>
              <a:xfrm flipH="1">
                <a:off x="7819702" y="3588081"/>
                <a:ext cx="3699198" cy="425512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1">
                <a:norm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保持清醒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63" name="Text3" descr="129a2fee-12c1-4dec-a254-040f595bdee2"/>
              <p:cNvSpPr/>
              <p:nvPr/>
            </p:nvSpPr>
            <p:spPr>
              <a:xfrm flipH="1">
                <a:off x="7819702" y="4190393"/>
                <a:ext cx="3699198" cy="1095202"/>
              </a:xfrm>
              <a:prstGeom prst="roundRect">
                <a:avLst/>
              </a:prstGeom>
              <a:noFill/>
              <a:ln w="31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1">
                <a:normAutofit/>
              </a:bodyPr>
              <a:lstStyle/>
              <a:p>
                <a:pPr algn="ctr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在加速中保持清醒，在自动化中保留判断，不被变化迷惑。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</p:grp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5a12860-57d0-435d-97c1-4c6d2d8d7d77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FFFFFF"/>
                </a:solidFill>
                <a:ea typeface="微软雅黑" panose="020B0503020204020204" charset="-122"/>
              </a:rPr>
              <a:t>价值之道</a:t>
            </a:r>
            <a:endParaRPr lang="en-US" sz="2800" b="1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grpSp>
        <p:nvGrpSpPr>
          <p:cNvPr id="6" name="4f6dda0b-6875-4bd9-bffb-36a9d7e75b99.source.4.zh-Hans.pptx" descr="34443c64-b94d-407a-b1b2-fd00006009a1"/>
          <p:cNvGrpSpPr/>
          <p:nvPr/>
        </p:nvGrpSpPr>
        <p:grpSpPr>
          <a:xfrm>
            <a:off x="660399" y="1130300"/>
            <a:ext cx="10367738" cy="5003800"/>
            <a:chOff x="660399" y="1130300"/>
            <a:chExt cx="10367738" cy="5003800"/>
          </a:xfrm>
        </p:grpSpPr>
        <p:sp>
          <p:nvSpPr>
            <p:cNvPr id="5" name="PictureMisc1" descr="c25950c6-6d44-4e9b-a920-e1c572e0cdfa"/>
            <p:cNvSpPr/>
            <p:nvPr/>
          </p:nvSpPr>
          <p:spPr>
            <a:xfrm>
              <a:off x="660399" y="1130300"/>
              <a:ext cx="2285999" cy="5003800"/>
            </a:xfrm>
            <a:prstGeom prst="roundRect">
              <a:avLst>
                <a:gd name="adj" fmla="val 5417"/>
              </a:avLst>
            </a:prstGeom>
            <a:blipFill rotWithShape="1">
              <a:blip r:embed="rId1"/>
              <a:stretch>
                <a:fillRect l="-23091" r="-22835"/>
              </a:stretch>
            </a:blipFill>
            <a:ln w="6031" cap="sq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</a:p>
          </p:txBody>
        </p:sp>
        <p:grpSp>
          <p:nvGrpSpPr>
            <p:cNvPr id="51" name="组合 50" descr="e0282b17-0631-45fb-9a4d-75d8530cc825"/>
            <p:cNvGrpSpPr/>
            <p:nvPr/>
          </p:nvGrpSpPr>
          <p:grpSpPr>
            <a:xfrm>
              <a:off x="2946400" y="1130300"/>
              <a:ext cx="8081737" cy="5003800"/>
              <a:chOff x="2946400" y="1130300"/>
              <a:chExt cx="8081737" cy="5003800"/>
            </a:xfrm>
          </p:grpSpPr>
          <p:grpSp>
            <p:nvGrpSpPr>
              <p:cNvPr id="33" name="组合 32" descr="eb91a703-60ba-4682-96b5-2e6f2319f716"/>
              <p:cNvGrpSpPr/>
              <p:nvPr/>
            </p:nvGrpSpPr>
            <p:grpSpPr>
              <a:xfrm>
                <a:off x="3614058" y="1130300"/>
                <a:ext cx="3422650" cy="2423992"/>
                <a:chOff x="7605487" y="1130300"/>
                <a:chExt cx="3422650" cy="2423992"/>
              </a:xfrm>
            </p:grpSpPr>
            <p:sp>
              <p:nvSpPr>
                <p:cNvPr id="34" name="ComponentBackground1" descr="1a6d32fa-6191-452d-ae4a-85f20b856b9b"/>
                <p:cNvSpPr/>
                <p:nvPr/>
              </p:nvSpPr>
              <p:spPr>
                <a:xfrm>
                  <a:off x="7605487" y="1130300"/>
                  <a:ext cx="3422650" cy="2423992"/>
                </a:xfrm>
                <a:prstGeom prst="roundRect">
                  <a:avLst>
                    <a:gd name="adj" fmla="val 5900"/>
                  </a:avLst>
                </a:prstGeom>
                <a:noFill/>
                <a:ln w="6350">
                  <a:solidFill>
                    <a:schemeClr val="accent1">
                      <a:shade val="15000"/>
                      <a:alpha val="50000"/>
                    </a:schemeClr>
                  </a:solidFill>
                </a:ln>
              </p:spPr>
              <p:txBody>
                <a:bodyPr wrap="square" rtlCol="0" anchor="ctr" anchorCtr="0">
                  <a:normAutofit/>
                </a:bodyPr>
                <a:lstStyle/>
                <a:p>
                  <a:pPr algn="l"/>
                </a:p>
              </p:txBody>
            </p:sp>
            <p:sp>
              <p:nvSpPr>
                <p:cNvPr id="35" name="Bullet1" descr="f23b5299-5e84-4f66-ae9e-2de29b07c302"/>
                <p:cNvSpPr/>
                <p:nvPr/>
              </p:nvSpPr>
              <p:spPr>
                <a:xfrm>
                  <a:off x="7704366" y="1218469"/>
                  <a:ext cx="3224894" cy="453048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/>
                  <a:r>
                    <a:rPr lang="en-US" sz="1800" b="1" i="0" u="none">
                      <a:solidFill>
                        <a:srgbClr val="FFFFFF"/>
                      </a:solidFill>
                      <a:ea typeface="微软雅黑" panose="020B0503020204020204" charset="-122"/>
                    </a:rPr>
                    <a:t>识别真实需求</a:t>
                  </a:r>
                  <a:endPara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36" name="Text1" descr="38dc630d-5bad-4af3-82e4-00ca40403ace"/>
                <p:cNvSpPr/>
                <p:nvPr/>
              </p:nvSpPr>
              <p:spPr>
                <a:xfrm>
                  <a:off x="7704366" y="1684828"/>
                  <a:ext cx="3224892" cy="177274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30000"/>
                    </a:lnSpc>
                  </a:pPr>
                  <a:r>
                    <a:rPr lang="en-US" sz="1200" b="0" i="0" u="none">
                      <a:solidFill>
                        <a:srgbClr val="FFFFFF"/>
                      </a:solidFill>
                      <a:ea typeface="微软雅黑" panose="020B0503020204020204" charset="-122"/>
                    </a:rPr>
                    <a:t>不是用户说什么我们就做什么，要深入理解用户痛点，找到问题的本质。</a:t>
                  </a:r>
                  <a:endPara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37" name="组合 36" descr="70ea685c-4953-4cfc-b5a3-8887947cb525"/>
              <p:cNvGrpSpPr/>
              <p:nvPr/>
            </p:nvGrpSpPr>
            <p:grpSpPr>
              <a:xfrm>
                <a:off x="3614058" y="3710108"/>
                <a:ext cx="3422650" cy="2423992"/>
                <a:chOff x="7605487" y="3710108"/>
                <a:chExt cx="3422650" cy="2423992"/>
              </a:xfrm>
            </p:grpSpPr>
            <p:sp>
              <p:nvSpPr>
                <p:cNvPr id="38" name="ComponentBackground2" descr="bfd24061-c0fb-47f7-8c46-55495b700411"/>
                <p:cNvSpPr/>
                <p:nvPr/>
              </p:nvSpPr>
              <p:spPr>
                <a:xfrm>
                  <a:off x="7605487" y="3710108"/>
                  <a:ext cx="3422650" cy="2423992"/>
                </a:xfrm>
                <a:prstGeom prst="roundRect">
                  <a:avLst>
                    <a:gd name="adj" fmla="val 5900"/>
                  </a:avLst>
                </a:prstGeom>
                <a:noFill/>
                <a:ln w="6350">
                  <a:solidFill>
                    <a:schemeClr val="accent1">
                      <a:shade val="15000"/>
                      <a:alpha val="50000"/>
                    </a:schemeClr>
                  </a:solidFill>
                </a:ln>
              </p:spPr>
              <p:txBody>
                <a:bodyPr wrap="square" rtlCol="0" anchor="ctr" anchorCtr="0">
                  <a:normAutofit/>
                </a:bodyPr>
                <a:lstStyle/>
                <a:p>
                  <a:pPr algn="l"/>
                </a:p>
              </p:txBody>
            </p:sp>
            <p:sp>
              <p:nvSpPr>
                <p:cNvPr id="39" name="Bullet2" descr="6ef54289-4502-4d54-9930-62b212a5e7f2"/>
                <p:cNvSpPr/>
                <p:nvPr/>
              </p:nvSpPr>
              <p:spPr>
                <a:xfrm>
                  <a:off x="7704366" y="3798277"/>
                  <a:ext cx="3224894" cy="453048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/>
                  <a:r>
                    <a:rPr lang="en-US" sz="1800" b="1" i="0" u="none">
                      <a:solidFill>
                        <a:srgbClr val="FFFFFF"/>
                      </a:solidFill>
                      <a:ea typeface="微软雅黑" panose="020B0503020204020204" charset="-122"/>
                    </a:rPr>
                    <a:t>定义价值指标</a:t>
                  </a:r>
                  <a:endPara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40" name="Text2" descr="2e31f923-6375-4f4e-bce6-f3bfb479bcbb"/>
                <p:cNvSpPr/>
                <p:nvPr/>
              </p:nvSpPr>
              <p:spPr>
                <a:xfrm>
                  <a:off x="7704366" y="4264636"/>
                  <a:ext cx="3224892" cy="177274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30000"/>
                    </a:lnSpc>
                  </a:pPr>
                  <a:r>
                    <a:rPr lang="en-US" sz="1200" b="0" i="0" u="none">
                      <a:solidFill>
                        <a:srgbClr val="FFFFFF"/>
                      </a:solidFill>
                      <a:ea typeface="微软雅黑" panose="020B0503020204020204" charset="-122"/>
                    </a:rPr>
                    <a:t>所有投入必须指向明确的价值产出，建立反馈循环持续验证。</a:t>
                  </a:r>
                  <a:endPara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16" name="组合 15" descr="9d2c7bcd-879d-4ec6-a305-eeef28f5ee51"/>
              <p:cNvGrpSpPr/>
              <p:nvPr/>
            </p:nvGrpSpPr>
            <p:grpSpPr>
              <a:xfrm>
                <a:off x="7605487" y="1130300"/>
                <a:ext cx="3422650" cy="2423992"/>
                <a:chOff x="7605487" y="1130300"/>
                <a:chExt cx="3422650" cy="2423992"/>
              </a:xfrm>
            </p:grpSpPr>
            <p:sp>
              <p:nvSpPr>
                <p:cNvPr id="21" name="ComponentBackground3" descr="3f732ef0-31c7-4e07-89ca-5b4fafe92706"/>
                <p:cNvSpPr/>
                <p:nvPr/>
              </p:nvSpPr>
              <p:spPr>
                <a:xfrm>
                  <a:off x="7605487" y="1130300"/>
                  <a:ext cx="3422650" cy="2423992"/>
                </a:xfrm>
                <a:prstGeom prst="roundRect">
                  <a:avLst>
                    <a:gd name="adj" fmla="val 5900"/>
                  </a:avLst>
                </a:prstGeom>
                <a:noFill/>
                <a:ln w="6350">
                  <a:solidFill>
                    <a:schemeClr val="accent1">
                      <a:shade val="15000"/>
                      <a:alpha val="50000"/>
                    </a:schemeClr>
                  </a:solidFill>
                </a:ln>
              </p:spPr>
              <p:txBody>
                <a:bodyPr wrap="square" rtlCol="0" anchor="ctr" anchorCtr="0">
                  <a:normAutofit/>
                </a:bodyPr>
                <a:lstStyle/>
                <a:p>
                  <a:pPr algn="l"/>
                </a:p>
              </p:txBody>
            </p:sp>
            <p:sp>
              <p:nvSpPr>
                <p:cNvPr id="22" name="Bullet3" descr="b469c1d6-7917-4232-adc0-35d6219f04d6"/>
                <p:cNvSpPr/>
                <p:nvPr/>
              </p:nvSpPr>
              <p:spPr>
                <a:xfrm>
                  <a:off x="7704366" y="1218469"/>
                  <a:ext cx="3224894" cy="453048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/>
                  <a:r>
                    <a:rPr lang="en-US" sz="1800" b="1" i="0" u="none">
                      <a:solidFill>
                        <a:srgbClr val="FFFFFF"/>
                      </a:solidFill>
                      <a:ea typeface="微软雅黑" panose="020B0503020204020204" charset="-122"/>
                    </a:rPr>
                    <a:t>保持价值理性</a:t>
                  </a:r>
                  <a:endPara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23" name="Text3" descr="9439ae4c-d279-43c3-9a24-e641d46ad69f"/>
                <p:cNvSpPr/>
                <p:nvPr/>
              </p:nvSpPr>
              <p:spPr>
                <a:xfrm>
                  <a:off x="7704366" y="1684828"/>
                  <a:ext cx="3224892" cy="177274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30000"/>
                    </a:lnSpc>
                  </a:pPr>
                  <a:r>
                    <a:rPr lang="en-US" sz="1200" b="0" i="0" u="none">
                      <a:solidFill>
                        <a:srgbClr val="FFFFFF"/>
                      </a:solidFill>
                      <a:ea typeface="微软雅黑" panose="020B0503020204020204" charset="-122"/>
                    </a:rPr>
                    <a:t>防止为技术而技术，抵制过度工程，确保每一行代码都服务于核心价值。</a:t>
                  </a:r>
                  <a:endPara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17" name="组合 16" descr="b415b55e-76aa-4f3d-a9da-7a4f250c53d1"/>
              <p:cNvGrpSpPr/>
              <p:nvPr/>
            </p:nvGrpSpPr>
            <p:grpSpPr>
              <a:xfrm>
                <a:off x="7605487" y="3710108"/>
                <a:ext cx="3422650" cy="2423992"/>
                <a:chOff x="7605487" y="3710108"/>
                <a:chExt cx="3422650" cy="2423992"/>
              </a:xfrm>
            </p:grpSpPr>
            <p:sp>
              <p:nvSpPr>
                <p:cNvPr id="18" name="ComponentBackground4" descr="c272ecc9-2220-4cb8-a8a7-06a4d5844a54"/>
                <p:cNvSpPr/>
                <p:nvPr/>
              </p:nvSpPr>
              <p:spPr>
                <a:xfrm>
                  <a:off x="7605487" y="3710108"/>
                  <a:ext cx="3422650" cy="2423992"/>
                </a:xfrm>
                <a:prstGeom prst="roundRect">
                  <a:avLst>
                    <a:gd name="adj" fmla="val 5900"/>
                  </a:avLst>
                </a:prstGeom>
                <a:noFill/>
                <a:ln w="6350">
                  <a:solidFill>
                    <a:schemeClr val="accent1">
                      <a:shade val="15000"/>
                      <a:alpha val="50000"/>
                    </a:schemeClr>
                  </a:solidFill>
                </a:ln>
              </p:spPr>
              <p:txBody>
                <a:bodyPr wrap="square" rtlCol="0" anchor="ctr" anchorCtr="0">
                  <a:normAutofit/>
                </a:bodyPr>
                <a:lstStyle/>
                <a:p>
                  <a:pPr algn="l"/>
                </a:p>
              </p:txBody>
            </p:sp>
            <p:sp>
              <p:nvSpPr>
                <p:cNvPr id="19" name="Bullet4" descr="65ce1bad-12fc-41f5-843c-2970d614026f"/>
                <p:cNvSpPr/>
                <p:nvPr/>
              </p:nvSpPr>
              <p:spPr>
                <a:xfrm>
                  <a:off x="7704366" y="3798277"/>
                  <a:ext cx="3224894" cy="453048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/>
                  <a:r>
                    <a:rPr lang="en-US" sz="1800" b="1" i="0" u="none">
                      <a:solidFill>
                        <a:srgbClr val="FFFFFF"/>
                      </a:solidFill>
                      <a:ea typeface="微软雅黑" panose="020B0503020204020204" charset="-122"/>
                    </a:rPr>
                    <a:t>价值公式</a:t>
                  </a:r>
                  <a:endPara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20" name="Text4" descr="ae7523d5-3156-4191-ada1-39beaf385f3c"/>
                <p:cNvSpPr/>
                <p:nvPr/>
              </p:nvSpPr>
              <p:spPr>
                <a:xfrm>
                  <a:off x="7704366" y="4264636"/>
                  <a:ext cx="3224892" cy="177274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30000"/>
                    </a:lnSpc>
                  </a:pPr>
                  <a:r>
                    <a:rPr lang="en-US" sz="1200" b="0" i="0" u="none">
                      <a:solidFill>
                        <a:srgbClr val="FFFFFF"/>
                      </a:solidFill>
                      <a:ea typeface="微软雅黑" panose="020B0503020204020204" charset="-122"/>
                    </a:rPr>
                    <a:t>最终价值 = 问题定义的深度与准度 × 解决方案的实现效率。</a:t>
                  </a:r>
                  <a:endPara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endParaRPr>
                </a:p>
              </p:txBody>
            </p:sp>
          </p:grpSp>
          <p:cxnSp>
            <p:nvCxnSpPr>
              <p:cNvPr id="42" name="连接符: 肘形 41" descr="4009d5d3-365d-4d39-aa0f-0e3ecff57561"/>
              <p:cNvCxnSpPr>
                <a:stCxn id="34" idx="1"/>
              </p:cNvCxnSpPr>
              <p:nvPr/>
            </p:nvCxnSpPr>
            <p:spPr>
              <a:xfrm rot="10800000" flipV="1">
                <a:off x="2946400" y="2342296"/>
                <a:ext cx="667658" cy="1289904"/>
              </a:xfrm>
              <a:prstGeom prst="bentConnector3">
                <a:avLst/>
              </a:prstGeom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连接符: 肘形 43" descr="109a5165-2600-48f5-8065-4872133be7bb"/>
              <p:cNvCxnSpPr>
                <a:stCxn id="38" idx="1"/>
              </p:cNvCxnSpPr>
              <p:nvPr/>
            </p:nvCxnSpPr>
            <p:spPr>
              <a:xfrm rot="10800000">
                <a:off x="2946400" y="3632200"/>
                <a:ext cx="667658" cy="1289904"/>
              </a:xfrm>
              <a:prstGeom prst="bentConnector3">
                <a:avLst/>
              </a:prstGeom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 descr="05f4608c-597f-4daf-b3ef-72d569f5f505"/>
              <p:cNvCxnSpPr>
                <a:stCxn id="34" idx="3"/>
                <a:endCxn id="21" idx="1"/>
              </p:cNvCxnSpPr>
              <p:nvPr/>
            </p:nvCxnSpPr>
            <p:spPr>
              <a:xfrm>
                <a:off x="7036708" y="2342296"/>
                <a:ext cx="568779" cy="0"/>
              </a:xfrm>
              <a:prstGeom prst="line">
                <a:avLst/>
              </a:prstGeom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 descr="c2336a86-f762-4b12-ae34-b5a0da987b92"/>
              <p:cNvCxnSpPr>
                <a:stCxn id="38" idx="3"/>
                <a:endCxn id="18" idx="1"/>
              </p:cNvCxnSpPr>
              <p:nvPr/>
            </p:nvCxnSpPr>
            <p:spPr>
              <a:xfrm>
                <a:off x="7036708" y="4922104"/>
                <a:ext cx="568779" cy="0"/>
              </a:xfrm>
              <a:prstGeom prst="line">
                <a:avLst/>
              </a:prstGeom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" name="Title" descr="11d42ea4-b13f-41f8-9724-7d67b4b02fd7"/>
            <p:cNvSpPr txBox="1"/>
            <p:nvPr/>
          </p:nvSpPr>
          <p:spPr>
            <a:xfrm>
              <a:off x="660399" y="2314575"/>
              <a:ext cx="2286002" cy="2635250"/>
            </a:xfrm>
            <a:prstGeom prst="roundRect">
              <a:avLst>
                <a:gd name="adj" fmla="val 5873"/>
              </a:avLst>
            </a:prstGeom>
            <a:solidFill>
              <a:srgbClr val="FFFFFF">
                <a:alpha val="90000"/>
              </a:srgbClr>
            </a:solidFill>
            <a:ln w="6350">
              <a:noFill/>
            </a:ln>
          </p:spPr>
          <p:txBody>
            <a:bodyPr wrap="square" rtlCol="0" anchor="ctr" anchorCtr="0">
              <a:normAutofit/>
            </a:bodyPr>
            <a:lstStyle/>
            <a:p>
              <a:pPr algn="l"/>
              <a:r>
                <a:rPr lang="en-US" sz="2400" b="1" i="0" u="none">
                  <a:solidFill>
                    <a:srgbClr val="000000"/>
                  </a:solidFill>
                  <a:ea typeface="微软雅黑" panose="020B0503020204020204" charset="-122"/>
                </a:rPr>
                <a:t>从问题到影响力的价值创造</a:t>
              </a:r>
              <a:endParaRPr lang="en-US" sz="2400" b="1" i="0" u="none">
                <a:solidFill>
                  <a:srgbClr val="000000"/>
                </a:solidFill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5a12860-57d0-435d-97c1-4c6d2d8d7d77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FFFFFF"/>
                </a:solidFill>
                <a:ea typeface="微软雅黑" panose="020B0503020204020204" charset="-122"/>
              </a:rPr>
              <a:t>抽象之道</a:t>
            </a:r>
            <a:endParaRPr lang="en-US" sz="2800" b="1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grpSp>
        <p:nvGrpSpPr>
          <p:cNvPr id="67" name="999262ed-e82a-4590-977f-e5f125b44d5b.source.4.zh-Hans.pptx" descr="ef7c4b27-c835-4d81-94d6-3f52e0e72bb2"/>
          <p:cNvGrpSpPr/>
          <p:nvPr/>
        </p:nvGrpSpPr>
        <p:grpSpPr>
          <a:xfrm>
            <a:off x="660399" y="1130300"/>
            <a:ext cx="10858501" cy="5003800"/>
            <a:chOff x="660399" y="1130300"/>
            <a:chExt cx="10858501" cy="5003800"/>
          </a:xfrm>
        </p:grpSpPr>
        <p:sp>
          <p:nvSpPr>
            <p:cNvPr id="16" name="Title" descr="0cac1d38-3349-4ab0-9e4b-3f9ba83986ff"/>
            <p:cNvSpPr txBox="1"/>
            <p:nvPr/>
          </p:nvSpPr>
          <p:spPr bwMode="auto">
            <a:xfrm>
              <a:off x="660399" y="1130300"/>
              <a:ext cx="10858500" cy="659661"/>
            </a:xfrm>
            <a:prstGeom prst="rect">
              <a:avLst/>
            </a:prstGeom>
            <a:noFill/>
          </p:spPr>
          <p:txBody>
            <a:bodyPr wrap="square" lIns="90000" tIns="46800" rIns="90000" bIns="46800" anchor="t" anchorCtr="1">
              <a:norm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2400" b="1" i="0" u="none">
                  <a:solidFill>
                    <a:srgbClr val="FFFFFF"/>
                  </a:solidFill>
                  <a:ea typeface="微软雅黑" panose="020B0503020204020204" charset="-122"/>
                </a:rPr>
                <a:t>驾驭复杂性的智慧</a:t>
              </a:r>
              <a:endParaRPr lang="en-US" sz="2400" b="1" i="0" u="none">
                <a:solidFill>
                  <a:srgbClr val="FFFFFF"/>
                </a:solidFill>
                <a:ea typeface="微软雅黑" panose="020B0503020204020204" charset="-122"/>
              </a:endParaRPr>
            </a:p>
          </p:txBody>
        </p:sp>
        <p:sp>
          <p:nvSpPr>
            <p:cNvPr id="17" name="矩形: 圆角 16" descr="c186aca0-5fa7-472c-b2d6-0b4796146daf"/>
            <p:cNvSpPr/>
            <p:nvPr/>
          </p:nvSpPr>
          <p:spPr>
            <a:xfrm>
              <a:off x="6426200" y="4368800"/>
              <a:ext cx="5092700" cy="176530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</a:p>
          </p:txBody>
        </p:sp>
        <p:grpSp>
          <p:nvGrpSpPr>
            <p:cNvPr id="62" name="组合 61" descr="3934be59-67db-492c-8f24-48ac966cddcd"/>
            <p:cNvGrpSpPr/>
            <p:nvPr/>
          </p:nvGrpSpPr>
          <p:grpSpPr>
            <a:xfrm>
              <a:off x="858027" y="2443401"/>
              <a:ext cx="4748247" cy="1230523"/>
              <a:chOff x="858027" y="2443401"/>
              <a:chExt cx="4748247" cy="1230523"/>
            </a:xfrm>
          </p:grpSpPr>
          <p:sp>
            <p:nvSpPr>
              <p:cNvPr id="3" name="Icon1" descr="ce416418-4c25-4361-97f6-83eaa24bb47a"/>
              <p:cNvSpPr/>
              <p:nvPr/>
            </p:nvSpPr>
            <p:spPr>
              <a:xfrm>
                <a:off x="858027" y="2798766"/>
                <a:ext cx="465825" cy="465175"/>
              </a:xfrm>
              <a:custGeom>
                <a:avLst/>
                <a:gdLst>
                  <a:gd name="T0" fmla="*/ 4740 w 6302"/>
                  <a:gd name="T1" fmla="*/ 841 h 6302"/>
                  <a:gd name="T2" fmla="*/ 4920 w 6302"/>
                  <a:gd name="T3" fmla="*/ 841 h 6302"/>
                  <a:gd name="T4" fmla="*/ 5605 w 6302"/>
                  <a:gd name="T5" fmla="*/ 1420 h 6302"/>
                  <a:gd name="T6" fmla="*/ 6302 w 6302"/>
                  <a:gd name="T7" fmla="*/ 723 h 6302"/>
                  <a:gd name="T8" fmla="*/ 6302 w 6302"/>
                  <a:gd name="T9" fmla="*/ 697 h 6302"/>
                  <a:gd name="T10" fmla="*/ 5605 w 6302"/>
                  <a:gd name="T11" fmla="*/ 0 h 6302"/>
                  <a:gd name="T12" fmla="*/ 4920 w 6302"/>
                  <a:gd name="T13" fmla="*/ 579 h 6302"/>
                  <a:gd name="T14" fmla="*/ 4740 w 6302"/>
                  <a:gd name="T15" fmla="*/ 579 h 6302"/>
                  <a:gd name="T16" fmla="*/ 3912 w 6302"/>
                  <a:gd name="T17" fmla="*/ 1420 h 6302"/>
                  <a:gd name="T18" fmla="*/ 3912 w 6302"/>
                  <a:gd name="T19" fmla="*/ 3019 h 6302"/>
                  <a:gd name="T20" fmla="*/ 2687 w 6302"/>
                  <a:gd name="T21" fmla="*/ 3019 h 6302"/>
                  <a:gd name="T22" fmla="*/ 1347 w 6302"/>
                  <a:gd name="T23" fmla="*/ 1779 h 6302"/>
                  <a:gd name="T24" fmla="*/ 0 w 6302"/>
                  <a:gd name="T25" fmla="*/ 3151 h 6302"/>
                  <a:gd name="T26" fmla="*/ 1347 w 6302"/>
                  <a:gd name="T27" fmla="*/ 4523 h 6302"/>
                  <a:gd name="T28" fmla="*/ 2687 w 6302"/>
                  <a:gd name="T29" fmla="*/ 3282 h 6302"/>
                  <a:gd name="T30" fmla="*/ 3912 w 6302"/>
                  <a:gd name="T31" fmla="*/ 3282 h 6302"/>
                  <a:gd name="T32" fmla="*/ 3912 w 6302"/>
                  <a:gd name="T33" fmla="*/ 4882 h 6302"/>
                  <a:gd name="T34" fmla="*/ 4740 w 6302"/>
                  <a:gd name="T35" fmla="*/ 5723 h 6302"/>
                  <a:gd name="T36" fmla="*/ 4920 w 6302"/>
                  <a:gd name="T37" fmla="*/ 5723 h 6302"/>
                  <a:gd name="T38" fmla="*/ 5605 w 6302"/>
                  <a:gd name="T39" fmla="*/ 6302 h 6302"/>
                  <a:gd name="T40" fmla="*/ 6302 w 6302"/>
                  <a:gd name="T41" fmla="*/ 5605 h 6302"/>
                  <a:gd name="T42" fmla="*/ 6302 w 6302"/>
                  <a:gd name="T43" fmla="*/ 5578 h 6302"/>
                  <a:gd name="T44" fmla="*/ 5605 w 6302"/>
                  <a:gd name="T45" fmla="*/ 4881 h 6302"/>
                  <a:gd name="T46" fmla="*/ 4920 w 6302"/>
                  <a:gd name="T47" fmla="*/ 5460 h 6302"/>
                  <a:gd name="T48" fmla="*/ 4740 w 6302"/>
                  <a:gd name="T49" fmla="*/ 5460 h 6302"/>
                  <a:gd name="T50" fmla="*/ 4174 w 6302"/>
                  <a:gd name="T51" fmla="*/ 4882 h 6302"/>
                  <a:gd name="T52" fmla="*/ 4174 w 6302"/>
                  <a:gd name="T53" fmla="*/ 3282 h 6302"/>
                  <a:gd name="T54" fmla="*/ 4920 w 6302"/>
                  <a:gd name="T55" fmla="*/ 3282 h 6302"/>
                  <a:gd name="T56" fmla="*/ 5605 w 6302"/>
                  <a:gd name="T57" fmla="*/ 3861 h 6302"/>
                  <a:gd name="T58" fmla="*/ 6302 w 6302"/>
                  <a:gd name="T59" fmla="*/ 3164 h 6302"/>
                  <a:gd name="T60" fmla="*/ 6302 w 6302"/>
                  <a:gd name="T61" fmla="*/ 3138 h 6302"/>
                  <a:gd name="T62" fmla="*/ 5605 w 6302"/>
                  <a:gd name="T63" fmla="*/ 2441 h 6302"/>
                  <a:gd name="T64" fmla="*/ 4920 w 6302"/>
                  <a:gd name="T65" fmla="*/ 3019 h 6302"/>
                  <a:gd name="T66" fmla="*/ 4174 w 6302"/>
                  <a:gd name="T67" fmla="*/ 3019 h 6302"/>
                  <a:gd name="T68" fmla="*/ 4174 w 6302"/>
                  <a:gd name="T69" fmla="*/ 1420 h 6302"/>
                  <a:gd name="T70" fmla="*/ 4740 w 6302"/>
                  <a:gd name="T71" fmla="*/ 841 h 6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302" h="6302">
                    <a:moveTo>
                      <a:pt x="4740" y="841"/>
                    </a:moveTo>
                    <a:lnTo>
                      <a:pt x="4920" y="841"/>
                    </a:lnTo>
                    <a:cubicBezTo>
                      <a:pt x="4976" y="1170"/>
                      <a:pt x="5260" y="1420"/>
                      <a:pt x="5605" y="1420"/>
                    </a:cubicBezTo>
                    <a:cubicBezTo>
                      <a:pt x="5990" y="1420"/>
                      <a:pt x="6302" y="1108"/>
                      <a:pt x="6302" y="723"/>
                    </a:cubicBezTo>
                    <a:lnTo>
                      <a:pt x="6302" y="697"/>
                    </a:lnTo>
                    <a:cubicBezTo>
                      <a:pt x="6302" y="312"/>
                      <a:pt x="5990" y="0"/>
                      <a:pt x="5605" y="0"/>
                    </a:cubicBezTo>
                    <a:cubicBezTo>
                      <a:pt x="5260" y="0"/>
                      <a:pt x="4976" y="250"/>
                      <a:pt x="4920" y="579"/>
                    </a:cubicBezTo>
                    <a:lnTo>
                      <a:pt x="4740" y="579"/>
                    </a:lnTo>
                    <a:cubicBezTo>
                      <a:pt x="4283" y="579"/>
                      <a:pt x="3912" y="956"/>
                      <a:pt x="3912" y="1420"/>
                    </a:cubicBezTo>
                    <a:lnTo>
                      <a:pt x="3912" y="3019"/>
                    </a:lnTo>
                    <a:lnTo>
                      <a:pt x="2687" y="3019"/>
                    </a:lnTo>
                    <a:cubicBezTo>
                      <a:pt x="2622" y="2323"/>
                      <a:pt x="2047" y="1779"/>
                      <a:pt x="1347" y="1779"/>
                    </a:cubicBezTo>
                    <a:cubicBezTo>
                      <a:pt x="603" y="1779"/>
                      <a:pt x="0" y="2393"/>
                      <a:pt x="0" y="3151"/>
                    </a:cubicBezTo>
                    <a:cubicBezTo>
                      <a:pt x="0" y="3909"/>
                      <a:pt x="603" y="4523"/>
                      <a:pt x="1347" y="4523"/>
                    </a:cubicBezTo>
                    <a:cubicBezTo>
                      <a:pt x="2047" y="4523"/>
                      <a:pt x="2622" y="3978"/>
                      <a:pt x="2687" y="3282"/>
                    </a:cubicBezTo>
                    <a:lnTo>
                      <a:pt x="3912" y="3282"/>
                    </a:lnTo>
                    <a:lnTo>
                      <a:pt x="3912" y="4882"/>
                    </a:lnTo>
                    <a:cubicBezTo>
                      <a:pt x="3912" y="5345"/>
                      <a:pt x="4283" y="5723"/>
                      <a:pt x="4740" y="5723"/>
                    </a:cubicBezTo>
                    <a:lnTo>
                      <a:pt x="4920" y="5723"/>
                    </a:lnTo>
                    <a:cubicBezTo>
                      <a:pt x="4976" y="6051"/>
                      <a:pt x="5260" y="6302"/>
                      <a:pt x="5605" y="6302"/>
                    </a:cubicBezTo>
                    <a:cubicBezTo>
                      <a:pt x="5990" y="6302"/>
                      <a:pt x="6302" y="5990"/>
                      <a:pt x="6302" y="5605"/>
                    </a:cubicBezTo>
                    <a:lnTo>
                      <a:pt x="6302" y="5578"/>
                    </a:lnTo>
                    <a:cubicBezTo>
                      <a:pt x="6302" y="5193"/>
                      <a:pt x="5990" y="4881"/>
                      <a:pt x="5605" y="4881"/>
                    </a:cubicBezTo>
                    <a:cubicBezTo>
                      <a:pt x="5260" y="4881"/>
                      <a:pt x="4976" y="5132"/>
                      <a:pt x="4920" y="5460"/>
                    </a:cubicBezTo>
                    <a:lnTo>
                      <a:pt x="4740" y="5460"/>
                    </a:lnTo>
                    <a:cubicBezTo>
                      <a:pt x="4428" y="5460"/>
                      <a:pt x="4174" y="5201"/>
                      <a:pt x="4174" y="4882"/>
                    </a:cubicBezTo>
                    <a:lnTo>
                      <a:pt x="4174" y="3282"/>
                    </a:lnTo>
                    <a:lnTo>
                      <a:pt x="4920" y="3282"/>
                    </a:lnTo>
                    <a:cubicBezTo>
                      <a:pt x="4976" y="3610"/>
                      <a:pt x="5260" y="3861"/>
                      <a:pt x="5605" y="3861"/>
                    </a:cubicBezTo>
                    <a:cubicBezTo>
                      <a:pt x="5990" y="3861"/>
                      <a:pt x="6302" y="3549"/>
                      <a:pt x="6302" y="3164"/>
                    </a:cubicBezTo>
                    <a:lnTo>
                      <a:pt x="6302" y="3138"/>
                    </a:lnTo>
                    <a:cubicBezTo>
                      <a:pt x="6302" y="2753"/>
                      <a:pt x="5990" y="2441"/>
                      <a:pt x="5605" y="2441"/>
                    </a:cubicBezTo>
                    <a:cubicBezTo>
                      <a:pt x="5260" y="2441"/>
                      <a:pt x="4976" y="2691"/>
                      <a:pt x="4920" y="3019"/>
                    </a:cubicBezTo>
                    <a:lnTo>
                      <a:pt x="4174" y="3019"/>
                    </a:lnTo>
                    <a:lnTo>
                      <a:pt x="4174" y="1420"/>
                    </a:lnTo>
                    <a:cubicBezTo>
                      <a:pt x="4174" y="1101"/>
                      <a:pt x="4428" y="841"/>
                      <a:pt x="4740" y="841"/>
                    </a:cubicBezTo>
                    <a:close/>
                  </a:path>
                </a:pathLst>
              </a:custGeom>
              <a:solidFill>
                <a:schemeClr val="tx2"/>
              </a:solidFill>
              <a:ln w="12700">
                <a:miter lim="400000"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4" name="Text1" descr="7db319c5-578a-4d11-b3f0-a8a9356e0a8a"/>
              <p:cNvSpPr/>
              <p:nvPr/>
            </p:nvSpPr>
            <p:spPr>
              <a:xfrm>
                <a:off x="1621112" y="2985200"/>
                <a:ext cx="3985162" cy="688724"/>
              </a:xfrm>
              <a:prstGeom prst="rect">
                <a:avLst/>
              </a:prstGeom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抽象不是简化，而是复杂性的优雅组织，是人类认知的根本能力。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5" name="Bullet1" descr="f533b972-033f-402e-946e-82e37346e2e2"/>
              <p:cNvSpPr/>
              <p:nvPr/>
            </p:nvSpPr>
            <p:spPr>
              <a:xfrm>
                <a:off x="1621112" y="2443401"/>
                <a:ext cx="3985162" cy="541798"/>
              </a:xfrm>
              <a:prstGeom prst="rect">
                <a:avLst/>
              </a:prstGeom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sz="1800" b="1" i="1" u="none">
                    <a:solidFill>
                      <a:srgbClr val="FFFFFF"/>
                    </a:solidFill>
                    <a:ea typeface="微软雅黑" panose="020B0503020204020204" charset="-122"/>
                  </a:rPr>
                  <a:t>抽象定义</a:t>
                </a:r>
                <a:endParaRPr lang="en-US" sz="1800" b="1" i="1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63" name="组合 62" descr="3072c5c6-1c8c-40f7-a25f-57944374235f"/>
            <p:cNvGrpSpPr/>
            <p:nvPr/>
          </p:nvGrpSpPr>
          <p:grpSpPr>
            <a:xfrm>
              <a:off x="6573027" y="2443401"/>
              <a:ext cx="4748247" cy="1230523"/>
              <a:chOff x="6573027" y="2443401"/>
              <a:chExt cx="4748247" cy="1230523"/>
            </a:xfrm>
          </p:grpSpPr>
          <p:sp>
            <p:nvSpPr>
              <p:cNvPr id="20" name="Icon2" descr="36a87924-335e-41de-9b08-8301e663fdb4"/>
              <p:cNvSpPr/>
              <p:nvPr/>
            </p:nvSpPr>
            <p:spPr>
              <a:xfrm>
                <a:off x="6573027" y="2798766"/>
                <a:ext cx="465825" cy="465175"/>
              </a:xfrm>
              <a:custGeom>
                <a:avLst/>
                <a:gdLst>
                  <a:gd name="T0" fmla="*/ 4740 w 6302"/>
                  <a:gd name="T1" fmla="*/ 841 h 6302"/>
                  <a:gd name="T2" fmla="*/ 4920 w 6302"/>
                  <a:gd name="T3" fmla="*/ 841 h 6302"/>
                  <a:gd name="T4" fmla="*/ 5605 w 6302"/>
                  <a:gd name="T5" fmla="*/ 1420 h 6302"/>
                  <a:gd name="T6" fmla="*/ 6302 w 6302"/>
                  <a:gd name="T7" fmla="*/ 723 h 6302"/>
                  <a:gd name="T8" fmla="*/ 6302 w 6302"/>
                  <a:gd name="T9" fmla="*/ 697 h 6302"/>
                  <a:gd name="T10" fmla="*/ 5605 w 6302"/>
                  <a:gd name="T11" fmla="*/ 0 h 6302"/>
                  <a:gd name="T12" fmla="*/ 4920 w 6302"/>
                  <a:gd name="T13" fmla="*/ 579 h 6302"/>
                  <a:gd name="T14" fmla="*/ 4740 w 6302"/>
                  <a:gd name="T15" fmla="*/ 579 h 6302"/>
                  <a:gd name="T16" fmla="*/ 3912 w 6302"/>
                  <a:gd name="T17" fmla="*/ 1420 h 6302"/>
                  <a:gd name="T18" fmla="*/ 3912 w 6302"/>
                  <a:gd name="T19" fmla="*/ 3019 h 6302"/>
                  <a:gd name="T20" fmla="*/ 2687 w 6302"/>
                  <a:gd name="T21" fmla="*/ 3019 h 6302"/>
                  <a:gd name="T22" fmla="*/ 1347 w 6302"/>
                  <a:gd name="T23" fmla="*/ 1779 h 6302"/>
                  <a:gd name="T24" fmla="*/ 0 w 6302"/>
                  <a:gd name="T25" fmla="*/ 3151 h 6302"/>
                  <a:gd name="T26" fmla="*/ 1347 w 6302"/>
                  <a:gd name="T27" fmla="*/ 4523 h 6302"/>
                  <a:gd name="T28" fmla="*/ 2687 w 6302"/>
                  <a:gd name="T29" fmla="*/ 3282 h 6302"/>
                  <a:gd name="T30" fmla="*/ 3912 w 6302"/>
                  <a:gd name="T31" fmla="*/ 3282 h 6302"/>
                  <a:gd name="T32" fmla="*/ 3912 w 6302"/>
                  <a:gd name="T33" fmla="*/ 4882 h 6302"/>
                  <a:gd name="T34" fmla="*/ 4740 w 6302"/>
                  <a:gd name="T35" fmla="*/ 5723 h 6302"/>
                  <a:gd name="T36" fmla="*/ 4920 w 6302"/>
                  <a:gd name="T37" fmla="*/ 5723 h 6302"/>
                  <a:gd name="T38" fmla="*/ 5605 w 6302"/>
                  <a:gd name="T39" fmla="*/ 6302 h 6302"/>
                  <a:gd name="T40" fmla="*/ 6302 w 6302"/>
                  <a:gd name="T41" fmla="*/ 5605 h 6302"/>
                  <a:gd name="T42" fmla="*/ 6302 w 6302"/>
                  <a:gd name="T43" fmla="*/ 5578 h 6302"/>
                  <a:gd name="T44" fmla="*/ 5605 w 6302"/>
                  <a:gd name="T45" fmla="*/ 4881 h 6302"/>
                  <a:gd name="T46" fmla="*/ 4920 w 6302"/>
                  <a:gd name="T47" fmla="*/ 5460 h 6302"/>
                  <a:gd name="T48" fmla="*/ 4740 w 6302"/>
                  <a:gd name="T49" fmla="*/ 5460 h 6302"/>
                  <a:gd name="T50" fmla="*/ 4174 w 6302"/>
                  <a:gd name="T51" fmla="*/ 4882 h 6302"/>
                  <a:gd name="T52" fmla="*/ 4174 w 6302"/>
                  <a:gd name="T53" fmla="*/ 3282 h 6302"/>
                  <a:gd name="T54" fmla="*/ 4920 w 6302"/>
                  <a:gd name="T55" fmla="*/ 3282 h 6302"/>
                  <a:gd name="T56" fmla="*/ 5605 w 6302"/>
                  <a:gd name="T57" fmla="*/ 3861 h 6302"/>
                  <a:gd name="T58" fmla="*/ 6302 w 6302"/>
                  <a:gd name="T59" fmla="*/ 3164 h 6302"/>
                  <a:gd name="T60" fmla="*/ 6302 w 6302"/>
                  <a:gd name="T61" fmla="*/ 3138 h 6302"/>
                  <a:gd name="T62" fmla="*/ 5605 w 6302"/>
                  <a:gd name="T63" fmla="*/ 2441 h 6302"/>
                  <a:gd name="T64" fmla="*/ 4920 w 6302"/>
                  <a:gd name="T65" fmla="*/ 3019 h 6302"/>
                  <a:gd name="T66" fmla="*/ 4174 w 6302"/>
                  <a:gd name="T67" fmla="*/ 3019 h 6302"/>
                  <a:gd name="T68" fmla="*/ 4174 w 6302"/>
                  <a:gd name="T69" fmla="*/ 1420 h 6302"/>
                  <a:gd name="T70" fmla="*/ 4740 w 6302"/>
                  <a:gd name="T71" fmla="*/ 841 h 6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302" h="6302">
                    <a:moveTo>
                      <a:pt x="4740" y="841"/>
                    </a:moveTo>
                    <a:lnTo>
                      <a:pt x="4920" y="841"/>
                    </a:lnTo>
                    <a:cubicBezTo>
                      <a:pt x="4976" y="1170"/>
                      <a:pt x="5260" y="1420"/>
                      <a:pt x="5605" y="1420"/>
                    </a:cubicBezTo>
                    <a:cubicBezTo>
                      <a:pt x="5990" y="1420"/>
                      <a:pt x="6302" y="1108"/>
                      <a:pt x="6302" y="723"/>
                    </a:cubicBezTo>
                    <a:lnTo>
                      <a:pt x="6302" y="697"/>
                    </a:lnTo>
                    <a:cubicBezTo>
                      <a:pt x="6302" y="312"/>
                      <a:pt x="5990" y="0"/>
                      <a:pt x="5605" y="0"/>
                    </a:cubicBezTo>
                    <a:cubicBezTo>
                      <a:pt x="5260" y="0"/>
                      <a:pt x="4976" y="250"/>
                      <a:pt x="4920" y="579"/>
                    </a:cubicBezTo>
                    <a:lnTo>
                      <a:pt x="4740" y="579"/>
                    </a:lnTo>
                    <a:cubicBezTo>
                      <a:pt x="4283" y="579"/>
                      <a:pt x="3912" y="956"/>
                      <a:pt x="3912" y="1420"/>
                    </a:cubicBezTo>
                    <a:lnTo>
                      <a:pt x="3912" y="3019"/>
                    </a:lnTo>
                    <a:lnTo>
                      <a:pt x="2687" y="3019"/>
                    </a:lnTo>
                    <a:cubicBezTo>
                      <a:pt x="2622" y="2323"/>
                      <a:pt x="2047" y="1779"/>
                      <a:pt x="1347" y="1779"/>
                    </a:cubicBezTo>
                    <a:cubicBezTo>
                      <a:pt x="603" y="1779"/>
                      <a:pt x="0" y="2393"/>
                      <a:pt x="0" y="3151"/>
                    </a:cubicBezTo>
                    <a:cubicBezTo>
                      <a:pt x="0" y="3909"/>
                      <a:pt x="603" y="4523"/>
                      <a:pt x="1347" y="4523"/>
                    </a:cubicBezTo>
                    <a:cubicBezTo>
                      <a:pt x="2047" y="4523"/>
                      <a:pt x="2622" y="3978"/>
                      <a:pt x="2687" y="3282"/>
                    </a:cubicBezTo>
                    <a:lnTo>
                      <a:pt x="3912" y="3282"/>
                    </a:lnTo>
                    <a:lnTo>
                      <a:pt x="3912" y="4882"/>
                    </a:lnTo>
                    <a:cubicBezTo>
                      <a:pt x="3912" y="5345"/>
                      <a:pt x="4283" y="5723"/>
                      <a:pt x="4740" y="5723"/>
                    </a:cubicBezTo>
                    <a:lnTo>
                      <a:pt x="4920" y="5723"/>
                    </a:lnTo>
                    <a:cubicBezTo>
                      <a:pt x="4976" y="6051"/>
                      <a:pt x="5260" y="6302"/>
                      <a:pt x="5605" y="6302"/>
                    </a:cubicBezTo>
                    <a:cubicBezTo>
                      <a:pt x="5990" y="6302"/>
                      <a:pt x="6302" y="5990"/>
                      <a:pt x="6302" y="5605"/>
                    </a:cubicBezTo>
                    <a:lnTo>
                      <a:pt x="6302" y="5578"/>
                    </a:lnTo>
                    <a:cubicBezTo>
                      <a:pt x="6302" y="5193"/>
                      <a:pt x="5990" y="4881"/>
                      <a:pt x="5605" y="4881"/>
                    </a:cubicBezTo>
                    <a:cubicBezTo>
                      <a:pt x="5260" y="4881"/>
                      <a:pt x="4976" y="5132"/>
                      <a:pt x="4920" y="5460"/>
                    </a:cubicBezTo>
                    <a:lnTo>
                      <a:pt x="4740" y="5460"/>
                    </a:lnTo>
                    <a:cubicBezTo>
                      <a:pt x="4428" y="5460"/>
                      <a:pt x="4174" y="5201"/>
                      <a:pt x="4174" y="4882"/>
                    </a:cubicBezTo>
                    <a:lnTo>
                      <a:pt x="4174" y="3282"/>
                    </a:lnTo>
                    <a:lnTo>
                      <a:pt x="4920" y="3282"/>
                    </a:lnTo>
                    <a:cubicBezTo>
                      <a:pt x="4976" y="3610"/>
                      <a:pt x="5260" y="3861"/>
                      <a:pt x="5605" y="3861"/>
                    </a:cubicBezTo>
                    <a:cubicBezTo>
                      <a:pt x="5990" y="3861"/>
                      <a:pt x="6302" y="3549"/>
                      <a:pt x="6302" y="3164"/>
                    </a:cubicBezTo>
                    <a:lnTo>
                      <a:pt x="6302" y="3138"/>
                    </a:lnTo>
                    <a:cubicBezTo>
                      <a:pt x="6302" y="2753"/>
                      <a:pt x="5990" y="2441"/>
                      <a:pt x="5605" y="2441"/>
                    </a:cubicBezTo>
                    <a:cubicBezTo>
                      <a:pt x="5260" y="2441"/>
                      <a:pt x="4976" y="2691"/>
                      <a:pt x="4920" y="3019"/>
                    </a:cubicBezTo>
                    <a:lnTo>
                      <a:pt x="4174" y="3019"/>
                    </a:lnTo>
                    <a:lnTo>
                      <a:pt x="4174" y="1420"/>
                    </a:lnTo>
                    <a:cubicBezTo>
                      <a:pt x="4174" y="1101"/>
                      <a:pt x="4428" y="841"/>
                      <a:pt x="4740" y="841"/>
                    </a:cubicBezTo>
                    <a:close/>
                  </a:path>
                </a:pathLst>
              </a:custGeom>
              <a:solidFill>
                <a:schemeClr val="tx2"/>
              </a:solidFill>
              <a:ln w="12700">
                <a:miter lim="400000"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21" name="Text2" descr="0ec68eac-1e26-491d-bc0a-08cfce93aa8b"/>
              <p:cNvSpPr/>
              <p:nvPr/>
            </p:nvSpPr>
            <p:spPr>
              <a:xfrm>
                <a:off x="7336112" y="2985200"/>
                <a:ext cx="3985162" cy="688724"/>
              </a:xfrm>
              <a:prstGeom prst="rect">
                <a:avLst/>
              </a:prstGeom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优秀的抽象就像一个精心设计的接口，隐藏实现复杂性，暴露简洁使用方式。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2" name="Bullet2" descr="1514e63f-24d4-40d5-ae2a-f9f71f46a49c"/>
              <p:cNvSpPr/>
              <p:nvPr/>
            </p:nvSpPr>
            <p:spPr>
              <a:xfrm>
                <a:off x="7336112" y="2443401"/>
                <a:ext cx="3985162" cy="541798"/>
              </a:xfrm>
              <a:prstGeom prst="rect">
                <a:avLst/>
              </a:prstGeom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sz="1800" b="1" i="1" u="none">
                    <a:solidFill>
                      <a:srgbClr val="FFFFFF"/>
                    </a:solidFill>
                    <a:ea typeface="微软雅黑" panose="020B0503020204020204" charset="-122"/>
                  </a:rPr>
                  <a:t>抽象作用</a:t>
                </a:r>
                <a:endParaRPr lang="en-US" sz="1800" b="1" i="1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64" name="组合 63" descr="a87e995d-b03e-491f-9a49-c5a01aacf28d"/>
            <p:cNvGrpSpPr/>
            <p:nvPr/>
          </p:nvGrpSpPr>
          <p:grpSpPr>
            <a:xfrm>
              <a:off x="858027" y="4560996"/>
              <a:ext cx="4748247" cy="1230523"/>
              <a:chOff x="858027" y="4560996"/>
              <a:chExt cx="4748247" cy="1230523"/>
            </a:xfrm>
          </p:grpSpPr>
          <p:sp>
            <p:nvSpPr>
              <p:cNvPr id="24" name="Icon3" descr="7c299ca0-a5e5-4363-906d-5215cf85c81a"/>
              <p:cNvSpPr/>
              <p:nvPr/>
            </p:nvSpPr>
            <p:spPr>
              <a:xfrm>
                <a:off x="858027" y="4916361"/>
                <a:ext cx="465825" cy="465175"/>
              </a:xfrm>
              <a:custGeom>
                <a:avLst/>
                <a:gdLst>
                  <a:gd name="T0" fmla="*/ 4740 w 6302"/>
                  <a:gd name="T1" fmla="*/ 841 h 6302"/>
                  <a:gd name="T2" fmla="*/ 4920 w 6302"/>
                  <a:gd name="T3" fmla="*/ 841 h 6302"/>
                  <a:gd name="T4" fmla="*/ 5605 w 6302"/>
                  <a:gd name="T5" fmla="*/ 1420 h 6302"/>
                  <a:gd name="T6" fmla="*/ 6302 w 6302"/>
                  <a:gd name="T7" fmla="*/ 723 h 6302"/>
                  <a:gd name="T8" fmla="*/ 6302 w 6302"/>
                  <a:gd name="T9" fmla="*/ 697 h 6302"/>
                  <a:gd name="T10" fmla="*/ 5605 w 6302"/>
                  <a:gd name="T11" fmla="*/ 0 h 6302"/>
                  <a:gd name="T12" fmla="*/ 4920 w 6302"/>
                  <a:gd name="T13" fmla="*/ 579 h 6302"/>
                  <a:gd name="T14" fmla="*/ 4740 w 6302"/>
                  <a:gd name="T15" fmla="*/ 579 h 6302"/>
                  <a:gd name="T16" fmla="*/ 3912 w 6302"/>
                  <a:gd name="T17" fmla="*/ 1420 h 6302"/>
                  <a:gd name="T18" fmla="*/ 3912 w 6302"/>
                  <a:gd name="T19" fmla="*/ 3019 h 6302"/>
                  <a:gd name="T20" fmla="*/ 2687 w 6302"/>
                  <a:gd name="T21" fmla="*/ 3019 h 6302"/>
                  <a:gd name="T22" fmla="*/ 1347 w 6302"/>
                  <a:gd name="T23" fmla="*/ 1779 h 6302"/>
                  <a:gd name="T24" fmla="*/ 0 w 6302"/>
                  <a:gd name="T25" fmla="*/ 3151 h 6302"/>
                  <a:gd name="T26" fmla="*/ 1347 w 6302"/>
                  <a:gd name="T27" fmla="*/ 4523 h 6302"/>
                  <a:gd name="T28" fmla="*/ 2687 w 6302"/>
                  <a:gd name="T29" fmla="*/ 3282 h 6302"/>
                  <a:gd name="T30" fmla="*/ 3912 w 6302"/>
                  <a:gd name="T31" fmla="*/ 3282 h 6302"/>
                  <a:gd name="T32" fmla="*/ 3912 w 6302"/>
                  <a:gd name="T33" fmla="*/ 4882 h 6302"/>
                  <a:gd name="T34" fmla="*/ 4740 w 6302"/>
                  <a:gd name="T35" fmla="*/ 5723 h 6302"/>
                  <a:gd name="T36" fmla="*/ 4920 w 6302"/>
                  <a:gd name="T37" fmla="*/ 5723 h 6302"/>
                  <a:gd name="T38" fmla="*/ 5605 w 6302"/>
                  <a:gd name="T39" fmla="*/ 6302 h 6302"/>
                  <a:gd name="T40" fmla="*/ 6302 w 6302"/>
                  <a:gd name="T41" fmla="*/ 5605 h 6302"/>
                  <a:gd name="T42" fmla="*/ 6302 w 6302"/>
                  <a:gd name="T43" fmla="*/ 5578 h 6302"/>
                  <a:gd name="T44" fmla="*/ 5605 w 6302"/>
                  <a:gd name="T45" fmla="*/ 4881 h 6302"/>
                  <a:gd name="T46" fmla="*/ 4920 w 6302"/>
                  <a:gd name="T47" fmla="*/ 5460 h 6302"/>
                  <a:gd name="T48" fmla="*/ 4740 w 6302"/>
                  <a:gd name="T49" fmla="*/ 5460 h 6302"/>
                  <a:gd name="T50" fmla="*/ 4174 w 6302"/>
                  <a:gd name="T51" fmla="*/ 4882 h 6302"/>
                  <a:gd name="T52" fmla="*/ 4174 w 6302"/>
                  <a:gd name="T53" fmla="*/ 3282 h 6302"/>
                  <a:gd name="T54" fmla="*/ 4920 w 6302"/>
                  <a:gd name="T55" fmla="*/ 3282 h 6302"/>
                  <a:gd name="T56" fmla="*/ 5605 w 6302"/>
                  <a:gd name="T57" fmla="*/ 3861 h 6302"/>
                  <a:gd name="T58" fmla="*/ 6302 w 6302"/>
                  <a:gd name="T59" fmla="*/ 3164 h 6302"/>
                  <a:gd name="T60" fmla="*/ 6302 w 6302"/>
                  <a:gd name="T61" fmla="*/ 3138 h 6302"/>
                  <a:gd name="T62" fmla="*/ 5605 w 6302"/>
                  <a:gd name="T63" fmla="*/ 2441 h 6302"/>
                  <a:gd name="T64" fmla="*/ 4920 w 6302"/>
                  <a:gd name="T65" fmla="*/ 3019 h 6302"/>
                  <a:gd name="T66" fmla="*/ 4174 w 6302"/>
                  <a:gd name="T67" fmla="*/ 3019 h 6302"/>
                  <a:gd name="T68" fmla="*/ 4174 w 6302"/>
                  <a:gd name="T69" fmla="*/ 1420 h 6302"/>
                  <a:gd name="T70" fmla="*/ 4740 w 6302"/>
                  <a:gd name="T71" fmla="*/ 841 h 6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302" h="6302">
                    <a:moveTo>
                      <a:pt x="4740" y="841"/>
                    </a:moveTo>
                    <a:lnTo>
                      <a:pt x="4920" y="841"/>
                    </a:lnTo>
                    <a:cubicBezTo>
                      <a:pt x="4976" y="1170"/>
                      <a:pt x="5260" y="1420"/>
                      <a:pt x="5605" y="1420"/>
                    </a:cubicBezTo>
                    <a:cubicBezTo>
                      <a:pt x="5990" y="1420"/>
                      <a:pt x="6302" y="1108"/>
                      <a:pt x="6302" y="723"/>
                    </a:cubicBezTo>
                    <a:lnTo>
                      <a:pt x="6302" y="697"/>
                    </a:lnTo>
                    <a:cubicBezTo>
                      <a:pt x="6302" y="312"/>
                      <a:pt x="5990" y="0"/>
                      <a:pt x="5605" y="0"/>
                    </a:cubicBezTo>
                    <a:cubicBezTo>
                      <a:pt x="5260" y="0"/>
                      <a:pt x="4976" y="250"/>
                      <a:pt x="4920" y="579"/>
                    </a:cubicBezTo>
                    <a:lnTo>
                      <a:pt x="4740" y="579"/>
                    </a:lnTo>
                    <a:cubicBezTo>
                      <a:pt x="4283" y="579"/>
                      <a:pt x="3912" y="956"/>
                      <a:pt x="3912" y="1420"/>
                    </a:cubicBezTo>
                    <a:lnTo>
                      <a:pt x="3912" y="3019"/>
                    </a:lnTo>
                    <a:lnTo>
                      <a:pt x="2687" y="3019"/>
                    </a:lnTo>
                    <a:cubicBezTo>
                      <a:pt x="2622" y="2323"/>
                      <a:pt x="2047" y="1779"/>
                      <a:pt x="1347" y="1779"/>
                    </a:cubicBezTo>
                    <a:cubicBezTo>
                      <a:pt x="603" y="1779"/>
                      <a:pt x="0" y="2393"/>
                      <a:pt x="0" y="3151"/>
                    </a:cubicBezTo>
                    <a:cubicBezTo>
                      <a:pt x="0" y="3909"/>
                      <a:pt x="603" y="4523"/>
                      <a:pt x="1347" y="4523"/>
                    </a:cubicBezTo>
                    <a:cubicBezTo>
                      <a:pt x="2047" y="4523"/>
                      <a:pt x="2622" y="3978"/>
                      <a:pt x="2687" y="3282"/>
                    </a:cubicBezTo>
                    <a:lnTo>
                      <a:pt x="3912" y="3282"/>
                    </a:lnTo>
                    <a:lnTo>
                      <a:pt x="3912" y="4882"/>
                    </a:lnTo>
                    <a:cubicBezTo>
                      <a:pt x="3912" y="5345"/>
                      <a:pt x="4283" y="5723"/>
                      <a:pt x="4740" y="5723"/>
                    </a:cubicBezTo>
                    <a:lnTo>
                      <a:pt x="4920" y="5723"/>
                    </a:lnTo>
                    <a:cubicBezTo>
                      <a:pt x="4976" y="6051"/>
                      <a:pt x="5260" y="6302"/>
                      <a:pt x="5605" y="6302"/>
                    </a:cubicBezTo>
                    <a:cubicBezTo>
                      <a:pt x="5990" y="6302"/>
                      <a:pt x="6302" y="5990"/>
                      <a:pt x="6302" y="5605"/>
                    </a:cubicBezTo>
                    <a:lnTo>
                      <a:pt x="6302" y="5578"/>
                    </a:lnTo>
                    <a:cubicBezTo>
                      <a:pt x="6302" y="5193"/>
                      <a:pt x="5990" y="4881"/>
                      <a:pt x="5605" y="4881"/>
                    </a:cubicBezTo>
                    <a:cubicBezTo>
                      <a:pt x="5260" y="4881"/>
                      <a:pt x="4976" y="5132"/>
                      <a:pt x="4920" y="5460"/>
                    </a:cubicBezTo>
                    <a:lnTo>
                      <a:pt x="4740" y="5460"/>
                    </a:lnTo>
                    <a:cubicBezTo>
                      <a:pt x="4428" y="5460"/>
                      <a:pt x="4174" y="5201"/>
                      <a:pt x="4174" y="4882"/>
                    </a:cubicBezTo>
                    <a:lnTo>
                      <a:pt x="4174" y="3282"/>
                    </a:lnTo>
                    <a:lnTo>
                      <a:pt x="4920" y="3282"/>
                    </a:lnTo>
                    <a:cubicBezTo>
                      <a:pt x="4976" y="3610"/>
                      <a:pt x="5260" y="3861"/>
                      <a:pt x="5605" y="3861"/>
                    </a:cubicBezTo>
                    <a:cubicBezTo>
                      <a:pt x="5990" y="3861"/>
                      <a:pt x="6302" y="3549"/>
                      <a:pt x="6302" y="3164"/>
                    </a:cubicBezTo>
                    <a:lnTo>
                      <a:pt x="6302" y="3138"/>
                    </a:lnTo>
                    <a:cubicBezTo>
                      <a:pt x="6302" y="2753"/>
                      <a:pt x="5990" y="2441"/>
                      <a:pt x="5605" y="2441"/>
                    </a:cubicBezTo>
                    <a:cubicBezTo>
                      <a:pt x="5260" y="2441"/>
                      <a:pt x="4976" y="2691"/>
                      <a:pt x="4920" y="3019"/>
                    </a:cubicBezTo>
                    <a:lnTo>
                      <a:pt x="4174" y="3019"/>
                    </a:lnTo>
                    <a:lnTo>
                      <a:pt x="4174" y="1420"/>
                    </a:lnTo>
                    <a:cubicBezTo>
                      <a:pt x="4174" y="1101"/>
                      <a:pt x="4428" y="841"/>
                      <a:pt x="4740" y="841"/>
                    </a:cubicBezTo>
                    <a:close/>
                  </a:path>
                </a:pathLst>
              </a:custGeom>
              <a:solidFill>
                <a:schemeClr val="tx2"/>
              </a:solidFill>
              <a:ln w="12700">
                <a:miter lim="400000"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25" name="Text3" descr="b2c972a8-9256-4281-b040-816a3b3eebaf"/>
              <p:cNvSpPr/>
              <p:nvPr/>
            </p:nvSpPr>
            <p:spPr>
              <a:xfrm>
                <a:off x="1621112" y="5102795"/>
                <a:ext cx="3985162" cy="688724"/>
              </a:xfrm>
              <a:prstGeom prst="rect">
                <a:avLst/>
              </a:prstGeom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完整性要求抽象完整表达领域概念，稳定性意味着经得起时间考验，可演化性要求预留扩展空间。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6" name="Bullet3" descr="9dce086a-fe69-4d2a-847c-e8d127636d6f"/>
              <p:cNvSpPr/>
              <p:nvPr/>
            </p:nvSpPr>
            <p:spPr>
              <a:xfrm>
                <a:off x="1621112" y="4560996"/>
                <a:ext cx="3985162" cy="541798"/>
              </a:xfrm>
              <a:prstGeom prst="rect">
                <a:avLst/>
              </a:prstGeom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sz="1800" b="1" i="1" u="none">
                    <a:solidFill>
                      <a:srgbClr val="FFFFFF"/>
                    </a:solidFill>
                    <a:ea typeface="微软雅黑" panose="020B0503020204020204" charset="-122"/>
                  </a:rPr>
                  <a:t>抽象原则</a:t>
                </a:r>
                <a:endParaRPr lang="en-US" sz="1800" b="1" i="1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65" name="组合 64" descr="511a98d6-4a3a-46a7-b6a8-36c2538b2a3b"/>
            <p:cNvGrpSpPr/>
            <p:nvPr/>
          </p:nvGrpSpPr>
          <p:grpSpPr>
            <a:xfrm>
              <a:off x="6573027" y="4560996"/>
              <a:ext cx="4748247" cy="1230523"/>
              <a:chOff x="6573027" y="4560996"/>
              <a:chExt cx="4748247" cy="1230523"/>
            </a:xfrm>
          </p:grpSpPr>
          <p:sp>
            <p:nvSpPr>
              <p:cNvPr id="28" name="Icon4" descr="795e5924-4ee3-4b60-98d9-b8fe1159e8a9"/>
              <p:cNvSpPr/>
              <p:nvPr/>
            </p:nvSpPr>
            <p:spPr>
              <a:xfrm>
                <a:off x="6573027" y="4916361"/>
                <a:ext cx="465825" cy="465175"/>
              </a:xfrm>
              <a:custGeom>
                <a:avLst/>
                <a:gdLst>
                  <a:gd name="T0" fmla="*/ 4740 w 6302"/>
                  <a:gd name="T1" fmla="*/ 841 h 6302"/>
                  <a:gd name="T2" fmla="*/ 4920 w 6302"/>
                  <a:gd name="T3" fmla="*/ 841 h 6302"/>
                  <a:gd name="T4" fmla="*/ 5605 w 6302"/>
                  <a:gd name="T5" fmla="*/ 1420 h 6302"/>
                  <a:gd name="T6" fmla="*/ 6302 w 6302"/>
                  <a:gd name="T7" fmla="*/ 723 h 6302"/>
                  <a:gd name="T8" fmla="*/ 6302 w 6302"/>
                  <a:gd name="T9" fmla="*/ 697 h 6302"/>
                  <a:gd name="T10" fmla="*/ 5605 w 6302"/>
                  <a:gd name="T11" fmla="*/ 0 h 6302"/>
                  <a:gd name="T12" fmla="*/ 4920 w 6302"/>
                  <a:gd name="T13" fmla="*/ 579 h 6302"/>
                  <a:gd name="T14" fmla="*/ 4740 w 6302"/>
                  <a:gd name="T15" fmla="*/ 579 h 6302"/>
                  <a:gd name="T16" fmla="*/ 3912 w 6302"/>
                  <a:gd name="T17" fmla="*/ 1420 h 6302"/>
                  <a:gd name="T18" fmla="*/ 3912 w 6302"/>
                  <a:gd name="T19" fmla="*/ 3019 h 6302"/>
                  <a:gd name="T20" fmla="*/ 2687 w 6302"/>
                  <a:gd name="T21" fmla="*/ 3019 h 6302"/>
                  <a:gd name="T22" fmla="*/ 1347 w 6302"/>
                  <a:gd name="T23" fmla="*/ 1779 h 6302"/>
                  <a:gd name="T24" fmla="*/ 0 w 6302"/>
                  <a:gd name="T25" fmla="*/ 3151 h 6302"/>
                  <a:gd name="T26" fmla="*/ 1347 w 6302"/>
                  <a:gd name="T27" fmla="*/ 4523 h 6302"/>
                  <a:gd name="T28" fmla="*/ 2687 w 6302"/>
                  <a:gd name="T29" fmla="*/ 3282 h 6302"/>
                  <a:gd name="T30" fmla="*/ 3912 w 6302"/>
                  <a:gd name="T31" fmla="*/ 3282 h 6302"/>
                  <a:gd name="T32" fmla="*/ 3912 w 6302"/>
                  <a:gd name="T33" fmla="*/ 4882 h 6302"/>
                  <a:gd name="T34" fmla="*/ 4740 w 6302"/>
                  <a:gd name="T35" fmla="*/ 5723 h 6302"/>
                  <a:gd name="T36" fmla="*/ 4920 w 6302"/>
                  <a:gd name="T37" fmla="*/ 5723 h 6302"/>
                  <a:gd name="T38" fmla="*/ 5605 w 6302"/>
                  <a:gd name="T39" fmla="*/ 6302 h 6302"/>
                  <a:gd name="T40" fmla="*/ 6302 w 6302"/>
                  <a:gd name="T41" fmla="*/ 5605 h 6302"/>
                  <a:gd name="T42" fmla="*/ 6302 w 6302"/>
                  <a:gd name="T43" fmla="*/ 5578 h 6302"/>
                  <a:gd name="T44" fmla="*/ 5605 w 6302"/>
                  <a:gd name="T45" fmla="*/ 4881 h 6302"/>
                  <a:gd name="T46" fmla="*/ 4920 w 6302"/>
                  <a:gd name="T47" fmla="*/ 5460 h 6302"/>
                  <a:gd name="T48" fmla="*/ 4740 w 6302"/>
                  <a:gd name="T49" fmla="*/ 5460 h 6302"/>
                  <a:gd name="T50" fmla="*/ 4174 w 6302"/>
                  <a:gd name="T51" fmla="*/ 4882 h 6302"/>
                  <a:gd name="T52" fmla="*/ 4174 w 6302"/>
                  <a:gd name="T53" fmla="*/ 3282 h 6302"/>
                  <a:gd name="T54" fmla="*/ 4920 w 6302"/>
                  <a:gd name="T55" fmla="*/ 3282 h 6302"/>
                  <a:gd name="T56" fmla="*/ 5605 w 6302"/>
                  <a:gd name="T57" fmla="*/ 3861 h 6302"/>
                  <a:gd name="T58" fmla="*/ 6302 w 6302"/>
                  <a:gd name="T59" fmla="*/ 3164 h 6302"/>
                  <a:gd name="T60" fmla="*/ 6302 w 6302"/>
                  <a:gd name="T61" fmla="*/ 3138 h 6302"/>
                  <a:gd name="T62" fmla="*/ 5605 w 6302"/>
                  <a:gd name="T63" fmla="*/ 2441 h 6302"/>
                  <a:gd name="T64" fmla="*/ 4920 w 6302"/>
                  <a:gd name="T65" fmla="*/ 3019 h 6302"/>
                  <a:gd name="T66" fmla="*/ 4174 w 6302"/>
                  <a:gd name="T67" fmla="*/ 3019 h 6302"/>
                  <a:gd name="T68" fmla="*/ 4174 w 6302"/>
                  <a:gd name="T69" fmla="*/ 1420 h 6302"/>
                  <a:gd name="T70" fmla="*/ 4740 w 6302"/>
                  <a:gd name="T71" fmla="*/ 841 h 6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302" h="6302">
                    <a:moveTo>
                      <a:pt x="4740" y="841"/>
                    </a:moveTo>
                    <a:lnTo>
                      <a:pt x="4920" y="841"/>
                    </a:lnTo>
                    <a:cubicBezTo>
                      <a:pt x="4976" y="1170"/>
                      <a:pt x="5260" y="1420"/>
                      <a:pt x="5605" y="1420"/>
                    </a:cubicBezTo>
                    <a:cubicBezTo>
                      <a:pt x="5990" y="1420"/>
                      <a:pt x="6302" y="1108"/>
                      <a:pt x="6302" y="723"/>
                    </a:cubicBezTo>
                    <a:lnTo>
                      <a:pt x="6302" y="697"/>
                    </a:lnTo>
                    <a:cubicBezTo>
                      <a:pt x="6302" y="312"/>
                      <a:pt x="5990" y="0"/>
                      <a:pt x="5605" y="0"/>
                    </a:cubicBezTo>
                    <a:cubicBezTo>
                      <a:pt x="5260" y="0"/>
                      <a:pt x="4976" y="250"/>
                      <a:pt x="4920" y="579"/>
                    </a:cubicBezTo>
                    <a:lnTo>
                      <a:pt x="4740" y="579"/>
                    </a:lnTo>
                    <a:cubicBezTo>
                      <a:pt x="4283" y="579"/>
                      <a:pt x="3912" y="956"/>
                      <a:pt x="3912" y="1420"/>
                    </a:cubicBezTo>
                    <a:lnTo>
                      <a:pt x="3912" y="3019"/>
                    </a:lnTo>
                    <a:lnTo>
                      <a:pt x="2687" y="3019"/>
                    </a:lnTo>
                    <a:cubicBezTo>
                      <a:pt x="2622" y="2323"/>
                      <a:pt x="2047" y="1779"/>
                      <a:pt x="1347" y="1779"/>
                    </a:cubicBezTo>
                    <a:cubicBezTo>
                      <a:pt x="603" y="1779"/>
                      <a:pt x="0" y="2393"/>
                      <a:pt x="0" y="3151"/>
                    </a:cubicBezTo>
                    <a:cubicBezTo>
                      <a:pt x="0" y="3909"/>
                      <a:pt x="603" y="4523"/>
                      <a:pt x="1347" y="4523"/>
                    </a:cubicBezTo>
                    <a:cubicBezTo>
                      <a:pt x="2047" y="4523"/>
                      <a:pt x="2622" y="3978"/>
                      <a:pt x="2687" y="3282"/>
                    </a:cubicBezTo>
                    <a:lnTo>
                      <a:pt x="3912" y="3282"/>
                    </a:lnTo>
                    <a:lnTo>
                      <a:pt x="3912" y="4882"/>
                    </a:lnTo>
                    <a:cubicBezTo>
                      <a:pt x="3912" y="5345"/>
                      <a:pt x="4283" y="5723"/>
                      <a:pt x="4740" y="5723"/>
                    </a:cubicBezTo>
                    <a:lnTo>
                      <a:pt x="4920" y="5723"/>
                    </a:lnTo>
                    <a:cubicBezTo>
                      <a:pt x="4976" y="6051"/>
                      <a:pt x="5260" y="6302"/>
                      <a:pt x="5605" y="6302"/>
                    </a:cubicBezTo>
                    <a:cubicBezTo>
                      <a:pt x="5990" y="6302"/>
                      <a:pt x="6302" y="5990"/>
                      <a:pt x="6302" y="5605"/>
                    </a:cubicBezTo>
                    <a:lnTo>
                      <a:pt x="6302" y="5578"/>
                    </a:lnTo>
                    <a:cubicBezTo>
                      <a:pt x="6302" y="5193"/>
                      <a:pt x="5990" y="4881"/>
                      <a:pt x="5605" y="4881"/>
                    </a:cubicBezTo>
                    <a:cubicBezTo>
                      <a:pt x="5260" y="4881"/>
                      <a:pt x="4976" y="5132"/>
                      <a:pt x="4920" y="5460"/>
                    </a:cubicBezTo>
                    <a:lnTo>
                      <a:pt x="4740" y="5460"/>
                    </a:lnTo>
                    <a:cubicBezTo>
                      <a:pt x="4428" y="5460"/>
                      <a:pt x="4174" y="5201"/>
                      <a:pt x="4174" y="4882"/>
                    </a:cubicBezTo>
                    <a:lnTo>
                      <a:pt x="4174" y="3282"/>
                    </a:lnTo>
                    <a:lnTo>
                      <a:pt x="4920" y="3282"/>
                    </a:lnTo>
                    <a:cubicBezTo>
                      <a:pt x="4976" y="3610"/>
                      <a:pt x="5260" y="3861"/>
                      <a:pt x="5605" y="3861"/>
                    </a:cubicBezTo>
                    <a:cubicBezTo>
                      <a:pt x="5990" y="3861"/>
                      <a:pt x="6302" y="3549"/>
                      <a:pt x="6302" y="3164"/>
                    </a:cubicBezTo>
                    <a:lnTo>
                      <a:pt x="6302" y="3138"/>
                    </a:lnTo>
                    <a:cubicBezTo>
                      <a:pt x="6302" y="2753"/>
                      <a:pt x="5990" y="2441"/>
                      <a:pt x="5605" y="2441"/>
                    </a:cubicBezTo>
                    <a:cubicBezTo>
                      <a:pt x="5260" y="2441"/>
                      <a:pt x="4976" y="2691"/>
                      <a:pt x="4920" y="3019"/>
                    </a:cubicBezTo>
                    <a:lnTo>
                      <a:pt x="4174" y="3019"/>
                    </a:lnTo>
                    <a:lnTo>
                      <a:pt x="4174" y="1420"/>
                    </a:lnTo>
                    <a:cubicBezTo>
                      <a:pt x="4174" y="1101"/>
                      <a:pt x="4428" y="841"/>
                      <a:pt x="4740" y="84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miter lim="400000"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34" name="Text4" descr="85e87316-5677-4ba6-be14-97c0d1e6e7bc"/>
              <p:cNvSpPr/>
              <p:nvPr/>
            </p:nvSpPr>
            <p:spPr>
              <a:xfrm>
                <a:off x="7336112" y="5102795"/>
                <a:ext cx="3985162" cy="688724"/>
              </a:xfrm>
              <a:prstGeom prst="rect">
                <a:avLst/>
              </a:prstGeom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传统时代主要在代码层面做抽象，现在需要在意图层面做抽象。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35" name="Bullet4" descr="670b8297-1504-494b-aba2-768575c6ab63"/>
              <p:cNvSpPr/>
              <p:nvPr/>
            </p:nvSpPr>
            <p:spPr>
              <a:xfrm>
                <a:off x="7336112" y="4560996"/>
                <a:ext cx="3985162" cy="541798"/>
              </a:xfrm>
              <a:prstGeom prst="rect">
                <a:avLst/>
              </a:prstGeom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sz="1800" b="1" i="1" u="none">
                    <a:solidFill>
                      <a:srgbClr val="FFFFFF"/>
                    </a:solidFill>
                    <a:latin typeface="Arial" panose="020B0604020202020204"/>
                  </a:rPr>
                  <a:t>AI时代抽象变化</a:t>
                </a:r>
                <a:endParaRPr lang="en-US" sz="1800" b="1" i="1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</p:grpSp>
      </p:grp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5a12860-57d0-435d-97c1-4c6d2d8d7d77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FFFFFF"/>
                </a:solidFill>
                <a:ea typeface="微软雅黑" panose="020B0503020204020204" charset="-122"/>
              </a:rPr>
              <a:t>简约之道</a:t>
            </a:r>
            <a:endParaRPr lang="en-US" sz="2800" b="1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grpSp>
        <p:nvGrpSpPr>
          <p:cNvPr id="50" name="9cb02b2e-8e79-4b0d-bb6b-dfea3fa21d15.source.4.zh-Hans.pptx" descr="249f3d47-4826-4a3e-9fd0-eade18170db2"/>
          <p:cNvGrpSpPr/>
          <p:nvPr/>
        </p:nvGrpSpPr>
        <p:grpSpPr>
          <a:xfrm>
            <a:off x="669925" y="1130300"/>
            <a:ext cx="10848974" cy="5360686"/>
            <a:chOff x="669925" y="1130300"/>
            <a:chExt cx="10848974" cy="5360686"/>
          </a:xfrm>
        </p:grpSpPr>
        <p:grpSp>
          <p:nvGrpSpPr>
            <p:cNvPr id="48" name="组合 47" descr="2d58e8b7-8106-4386-841b-6d603f9c09a7"/>
            <p:cNvGrpSpPr/>
            <p:nvPr/>
          </p:nvGrpSpPr>
          <p:grpSpPr>
            <a:xfrm>
              <a:off x="3994944" y="3420963"/>
              <a:ext cx="4202113" cy="3070023"/>
              <a:chOff x="3994944" y="3420963"/>
              <a:chExt cx="4202113" cy="3070023"/>
            </a:xfrm>
          </p:grpSpPr>
          <p:sp>
            <p:nvSpPr>
              <p:cNvPr id="24" name="ïṡļîdé" descr="6a4d6ad2-04bd-4b38-8f1b-2c3cea019def"/>
              <p:cNvSpPr/>
              <p:nvPr/>
            </p:nvSpPr>
            <p:spPr bwMode="auto">
              <a:xfrm>
                <a:off x="6364618" y="4638551"/>
                <a:ext cx="347596" cy="1758069"/>
              </a:xfrm>
              <a:custGeom>
                <a:avLst/>
                <a:gdLst>
                  <a:gd name="T0" fmla="*/ 0 w 518"/>
                  <a:gd name="T1" fmla="*/ 133 h 2626"/>
                  <a:gd name="T2" fmla="*/ 0 w 518"/>
                  <a:gd name="T3" fmla="*/ 133 h 2626"/>
                  <a:gd name="T4" fmla="*/ 398 w 518"/>
                  <a:gd name="T5" fmla="*/ 174 h 2626"/>
                  <a:gd name="T6" fmla="*/ 369 w 518"/>
                  <a:gd name="T7" fmla="*/ 145 h 2626"/>
                  <a:gd name="T8" fmla="*/ 305 w 518"/>
                  <a:gd name="T9" fmla="*/ 98 h 2626"/>
                  <a:gd name="T10" fmla="*/ 207 w 518"/>
                  <a:gd name="T11" fmla="*/ 48 h 2626"/>
                  <a:gd name="T12" fmla="*/ 147 w 518"/>
                  <a:gd name="T13" fmla="*/ 27 h 2626"/>
                  <a:gd name="T14" fmla="*/ 50 w 518"/>
                  <a:gd name="T15" fmla="*/ 5 h 2626"/>
                  <a:gd name="T16" fmla="*/ 0 w 518"/>
                  <a:gd name="T17" fmla="*/ 133 h 2626"/>
                  <a:gd name="T18" fmla="*/ 36 w 518"/>
                  <a:gd name="T19" fmla="*/ 138 h 2626"/>
                  <a:gd name="T20" fmla="*/ 114 w 518"/>
                  <a:gd name="T21" fmla="*/ 156 h 2626"/>
                  <a:gd name="T22" fmla="*/ 179 w 518"/>
                  <a:gd name="T23" fmla="*/ 181 h 2626"/>
                  <a:gd name="T24" fmla="*/ 244 w 518"/>
                  <a:gd name="T25" fmla="*/ 218 h 2626"/>
                  <a:gd name="T26" fmla="*/ 288 w 518"/>
                  <a:gd name="T27" fmla="*/ 254 h 2626"/>
                  <a:gd name="T28" fmla="*/ 315 w 518"/>
                  <a:gd name="T29" fmla="*/ 283 h 2626"/>
                  <a:gd name="T30" fmla="*/ 349 w 518"/>
                  <a:gd name="T31" fmla="*/ 333 h 2626"/>
                  <a:gd name="T32" fmla="*/ 373 w 518"/>
                  <a:gd name="T33" fmla="*/ 396 h 2626"/>
                  <a:gd name="T34" fmla="*/ 382 w 518"/>
                  <a:gd name="T35" fmla="*/ 454 h 2626"/>
                  <a:gd name="T36" fmla="*/ 385 w 518"/>
                  <a:gd name="T37" fmla="*/ 512 h 2626"/>
                  <a:gd name="T38" fmla="*/ 378 w 518"/>
                  <a:gd name="T39" fmla="*/ 578 h 2626"/>
                  <a:gd name="T40" fmla="*/ 363 w 518"/>
                  <a:gd name="T41" fmla="*/ 653 h 2626"/>
                  <a:gd name="T42" fmla="*/ 338 w 518"/>
                  <a:gd name="T43" fmla="*/ 736 h 2626"/>
                  <a:gd name="T44" fmla="*/ 315 w 518"/>
                  <a:gd name="T45" fmla="*/ 797 h 2626"/>
                  <a:gd name="T46" fmla="*/ 216 w 518"/>
                  <a:gd name="T47" fmla="*/ 1054 h 2626"/>
                  <a:gd name="T48" fmla="*/ 157 w 518"/>
                  <a:gd name="T49" fmla="*/ 1233 h 2626"/>
                  <a:gd name="T50" fmla="*/ 111 w 518"/>
                  <a:gd name="T51" fmla="*/ 1401 h 2626"/>
                  <a:gd name="T52" fmla="*/ 78 w 518"/>
                  <a:gd name="T53" fmla="*/ 1560 h 2626"/>
                  <a:gd name="T54" fmla="*/ 56 w 518"/>
                  <a:gd name="T55" fmla="*/ 1715 h 2626"/>
                  <a:gd name="T56" fmla="*/ 46 w 518"/>
                  <a:gd name="T57" fmla="*/ 1817 h 2626"/>
                  <a:gd name="T58" fmla="*/ 42 w 518"/>
                  <a:gd name="T59" fmla="*/ 1967 h 2626"/>
                  <a:gd name="T60" fmla="*/ 48 w 518"/>
                  <a:gd name="T61" fmla="*/ 2119 h 2626"/>
                  <a:gd name="T62" fmla="*/ 63 w 518"/>
                  <a:gd name="T63" fmla="*/ 2273 h 2626"/>
                  <a:gd name="T64" fmla="*/ 106 w 518"/>
                  <a:gd name="T65" fmla="*/ 2543 h 2626"/>
                  <a:gd name="T66" fmla="*/ 237 w 518"/>
                  <a:gd name="T67" fmla="*/ 2516 h 2626"/>
                  <a:gd name="T68" fmla="*/ 203 w 518"/>
                  <a:gd name="T69" fmla="*/ 2306 h 2626"/>
                  <a:gd name="T70" fmla="*/ 186 w 518"/>
                  <a:gd name="T71" fmla="*/ 2158 h 2626"/>
                  <a:gd name="T72" fmla="*/ 176 w 518"/>
                  <a:gd name="T73" fmla="*/ 2014 h 2626"/>
                  <a:gd name="T74" fmla="*/ 178 w 518"/>
                  <a:gd name="T75" fmla="*/ 1873 h 2626"/>
                  <a:gd name="T76" fmla="*/ 189 w 518"/>
                  <a:gd name="T77" fmla="*/ 1730 h 2626"/>
                  <a:gd name="T78" fmla="*/ 201 w 518"/>
                  <a:gd name="T79" fmla="*/ 1633 h 2626"/>
                  <a:gd name="T80" fmla="*/ 229 w 518"/>
                  <a:gd name="T81" fmla="*/ 1484 h 2626"/>
                  <a:gd name="T82" fmla="*/ 269 w 518"/>
                  <a:gd name="T83" fmla="*/ 1326 h 2626"/>
                  <a:gd name="T84" fmla="*/ 322 w 518"/>
                  <a:gd name="T85" fmla="*/ 1158 h 2626"/>
                  <a:gd name="T86" fmla="*/ 388 w 518"/>
                  <a:gd name="T87" fmla="*/ 977 h 2626"/>
                  <a:gd name="T88" fmla="*/ 452 w 518"/>
                  <a:gd name="T89" fmla="*/ 814 h 2626"/>
                  <a:gd name="T90" fmla="*/ 485 w 518"/>
                  <a:gd name="T91" fmla="*/ 717 h 2626"/>
                  <a:gd name="T92" fmla="*/ 506 w 518"/>
                  <a:gd name="T93" fmla="*/ 627 h 2626"/>
                  <a:gd name="T94" fmla="*/ 517 w 518"/>
                  <a:gd name="T95" fmla="*/ 542 h 2626"/>
                  <a:gd name="T96" fmla="*/ 518 w 518"/>
                  <a:gd name="T97" fmla="*/ 466 h 2626"/>
                  <a:gd name="T98" fmla="*/ 510 w 518"/>
                  <a:gd name="T99" fmla="*/ 394 h 2626"/>
                  <a:gd name="T100" fmla="*/ 492 w 518"/>
                  <a:gd name="T101" fmla="*/ 329 h 2626"/>
                  <a:gd name="T102" fmla="*/ 452 w 518"/>
                  <a:gd name="T103" fmla="*/ 245 h 2626"/>
                  <a:gd name="T104" fmla="*/ 398 w 518"/>
                  <a:gd name="T105" fmla="*/ 174 h 26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518" h="2626">
                    <a:moveTo>
                      <a:pt x="2" y="109"/>
                    </a:moveTo>
                    <a:lnTo>
                      <a:pt x="0" y="133"/>
                    </a:lnTo>
                    <a:lnTo>
                      <a:pt x="0" y="133"/>
                    </a:lnTo>
                    <a:lnTo>
                      <a:pt x="0" y="133"/>
                    </a:lnTo>
                    <a:lnTo>
                      <a:pt x="0" y="133"/>
                    </a:lnTo>
                    <a:lnTo>
                      <a:pt x="0" y="133"/>
                    </a:lnTo>
                    <a:lnTo>
                      <a:pt x="0" y="133"/>
                    </a:lnTo>
                    <a:lnTo>
                      <a:pt x="2" y="109"/>
                    </a:lnTo>
                    <a:close/>
                    <a:moveTo>
                      <a:pt x="398" y="174"/>
                    </a:moveTo>
                    <a:lnTo>
                      <a:pt x="398" y="174"/>
                    </a:lnTo>
                    <a:lnTo>
                      <a:pt x="382" y="160"/>
                    </a:lnTo>
                    <a:lnTo>
                      <a:pt x="369" y="145"/>
                    </a:lnTo>
                    <a:lnTo>
                      <a:pt x="352" y="133"/>
                    </a:lnTo>
                    <a:lnTo>
                      <a:pt x="337" y="120"/>
                    </a:lnTo>
                    <a:lnTo>
                      <a:pt x="305" y="98"/>
                    </a:lnTo>
                    <a:lnTo>
                      <a:pt x="272" y="79"/>
                    </a:lnTo>
                    <a:lnTo>
                      <a:pt x="240" y="62"/>
                    </a:lnTo>
                    <a:lnTo>
                      <a:pt x="207" y="48"/>
                    </a:lnTo>
                    <a:lnTo>
                      <a:pt x="176" y="37"/>
                    </a:lnTo>
                    <a:lnTo>
                      <a:pt x="147" y="27"/>
                    </a:lnTo>
                    <a:lnTo>
                      <a:pt x="147" y="27"/>
                    </a:lnTo>
                    <a:lnTo>
                      <a:pt x="119" y="19"/>
                    </a:lnTo>
                    <a:lnTo>
                      <a:pt x="93" y="13"/>
                    </a:lnTo>
                    <a:lnTo>
                      <a:pt x="50" y="5"/>
                    </a:lnTo>
                    <a:lnTo>
                      <a:pt x="21" y="1"/>
                    </a:lnTo>
                    <a:lnTo>
                      <a:pt x="9" y="0"/>
                    </a:lnTo>
                    <a:lnTo>
                      <a:pt x="0" y="133"/>
                    </a:lnTo>
                    <a:lnTo>
                      <a:pt x="0" y="133"/>
                    </a:lnTo>
                    <a:lnTo>
                      <a:pt x="18" y="135"/>
                    </a:lnTo>
                    <a:lnTo>
                      <a:pt x="36" y="138"/>
                    </a:lnTo>
                    <a:lnTo>
                      <a:pt x="59" y="142"/>
                    </a:lnTo>
                    <a:lnTo>
                      <a:pt x="85" y="148"/>
                    </a:lnTo>
                    <a:lnTo>
                      <a:pt x="114" y="156"/>
                    </a:lnTo>
                    <a:lnTo>
                      <a:pt x="146" y="167"/>
                    </a:lnTo>
                    <a:lnTo>
                      <a:pt x="179" y="181"/>
                    </a:lnTo>
                    <a:lnTo>
                      <a:pt x="179" y="181"/>
                    </a:lnTo>
                    <a:lnTo>
                      <a:pt x="211" y="198"/>
                    </a:lnTo>
                    <a:lnTo>
                      <a:pt x="227" y="207"/>
                    </a:lnTo>
                    <a:lnTo>
                      <a:pt x="244" y="218"/>
                    </a:lnTo>
                    <a:lnTo>
                      <a:pt x="259" y="229"/>
                    </a:lnTo>
                    <a:lnTo>
                      <a:pt x="274" y="241"/>
                    </a:lnTo>
                    <a:lnTo>
                      <a:pt x="288" y="254"/>
                    </a:lnTo>
                    <a:lnTo>
                      <a:pt x="302" y="268"/>
                    </a:lnTo>
                    <a:lnTo>
                      <a:pt x="302" y="268"/>
                    </a:lnTo>
                    <a:lnTo>
                      <a:pt x="315" y="283"/>
                    </a:lnTo>
                    <a:lnTo>
                      <a:pt x="327" y="299"/>
                    </a:lnTo>
                    <a:lnTo>
                      <a:pt x="338" y="315"/>
                    </a:lnTo>
                    <a:lnTo>
                      <a:pt x="349" y="333"/>
                    </a:lnTo>
                    <a:lnTo>
                      <a:pt x="357" y="353"/>
                    </a:lnTo>
                    <a:lnTo>
                      <a:pt x="366" y="373"/>
                    </a:lnTo>
                    <a:lnTo>
                      <a:pt x="373" y="396"/>
                    </a:lnTo>
                    <a:lnTo>
                      <a:pt x="378" y="420"/>
                    </a:lnTo>
                    <a:lnTo>
                      <a:pt x="378" y="420"/>
                    </a:lnTo>
                    <a:lnTo>
                      <a:pt x="382" y="454"/>
                    </a:lnTo>
                    <a:lnTo>
                      <a:pt x="384" y="473"/>
                    </a:lnTo>
                    <a:lnTo>
                      <a:pt x="385" y="492"/>
                    </a:lnTo>
                    <a:lnTo>
                      <a:pt x="385" y="512"/>
                    </a:lnTo>
                    <a:lnTo>
                      <a:pt x="384" y="534"/>
                    </a:lnTo>
                    <a:lnTo>
                      <a:pt x="381" y="555"/>
                    </a:lnTo>
                    <a:lnTo>
                      <a:pt x="378" y="578"/>
                    </a:lnTo>
                    <a:lnTo>
                      <a:pt x="374" y="602"/>
                    </a:lnTo>
                    <a:lnTo>
                      <a:pt x="370" y="627"/>
                    </a:lnTo>
                    <a:lnTo>
                      <a:pt x="363" y="653"/>
                    </a:lnTo>
                    <a:lnTo>
                      <a:pt x="356" y="679"/>
                    </a:lnTo>
                    <a:lnTo>
                      <a:pt x="348" y="707"/>
                    </a:lnTo>
                    <a:lnTo>
                      <a:pt x="338" y="736"/>
                    </a:lnTo>
                    <a:lnTo>
                      <a:pt x="327" y="767"/>
                    </a:lnTo>
                    <a:lnTo>
                      <a:pt x="315" y="797"/>
                    </a:lnTo>
                    <a:lnTo>
                      <a:pt x="315" y="797"/>
                    </a:lnTo>
                    <a:lnTo>
                      <a:pt x="262" y="929"/>
                    </a:lnTo>
                    <a:lnTo>
                      <a:pt x="238" y="992"/>
                    </a:lnTo>
                    <a:lnTo>
                      <a:pt x="216" y="1054"/>
                    </a:lnTo>
                    <a:lnTo>
                      <a:pt x="196" y="1115"/>
                    </a:lnTo>
                    <a:lnTo>
                      <a:pt x="176" y="1175"/>
                    </a:lnTo>
                    <a:lnTo>
                      <a:pt x="157" y="1233"/>
                    </a:lnTo>
                    <a:lnTo>
                      <a:pt x="140" y="1290"/>
                    </a:lnTo>
                    <a:lnTo>
                      <a:pt x="125" y="1345"/>
                    </a:lnTo>
                    <a:lnTo>
                      <a:pt x="111" y="1401"/>
                    </a:lnTo>
                    <a:lnTo>
                      <a:pt x="99" y="1455"/>
                    </a:lnTo>
                    <a:lnTo>
                      <a:pt x="88" y="1507"/>
                    </a:lnTo>
                    <a:lnTo>
                      <a:pt x="78" y="1560"/>
                    </a:lnTo>
                    <a:lnTo>
                      <a:pt x="68" y="1612"/>
                    </a:lnTo>
                    <a:lnTo>
                      <a:pt x="61" y="1664"/>
                    </a:lnTo>
                    <a:lnTo>
                      <a:pt x="56" y="1715"/>
                    </a:lnTo>
                    <a:lnTo>
                      <a:pt x="56" y="1715"/>
                    </a:lnTo>
                    <a:lnTo>
                      <a:pt x="50" y="1766"/>
                    </a:lnTo>
                    <a:lnTo>
                      <a:pt x="46" y="1817"/>
                    </a:lnTo>
                    <a:lnTo>
                      <a:pt x="45" y="1867"/>
                    </a:lnTo>
                    <a:lnTo>
                      <a:pt x="43" y="1917"/>
                    </a:lnTo>
                    <a:lnTo>
                      <a:pt x="42" y="1967"/>
                    </a:lnTo>
                    <a:lnTo>
                      <a:pt x="43" y="2018"/>
                    </a:lnTo>
                    <a:lnTo>
                      <a:pt x="45" y="2068"/>
                    </a:lnTo>
                    <a:lnTo>
                      <a:pt x="48" y="2119"/>
                    </a:lnTo>
                    <a:lnTo>
                      <a:pt x="52" y="2169"/>
                    </a:lnTo>
                    <a:lnTo>
                      <a:pt x="57" y="2221"/>
                    </a:lnTo>
                    <a:lnTo>
                      <a:pt x="63" y="2273"/>
                    </a:lnTo>
                    <a:lnTo>
                      <a:pt x="70" y="2325"/>
                    </a:lnTo>
                    <a:lnTo>
                      <a:pt x="86" y="2432"/>
                    </a:lnTo>
                    <a:lnTo>
                      <a:pt x="106" y="2543"/>
                    </a:lnTo>
                    <a:lnTo>
                      <a:pt x="122" y="2626"/>
                    </a:lnTo>
                    <a:lnTo>
                      <a:pt x="254" y="2601"/>
                    </a:lnTo>
                    <a:lnTo>
                      <a:pt x="237" y="2516"/>
                    </a:lnTo>
                    <a:lnTo>
                      <a:pt x="237" y="2516"/>
                    </a:lnTo>
                    <a:lnTo>
                      <a:pt x="218" y="2410"/>
                    </a:lnTo>
                    <a:lnTo>
                      <a:pt x="203" y="2306"/>
                    </a:lnTo>
                    <a:lnTo>
                      <a:pt x="196" y="2256"/>
                    </a:lnTo>
                    <a:lnTo>
                      <a:pt x="190" y="2206"/>
                    </a:lnTo>
                    <a:lnTo>
                      <a:pt x="186" y="2158"/>
                    </a:lnTo>
                    <a:lnTo>
                      <a:pt x="182" y="2109"/>
                    </a:lnTo>
                    <a:lnTo>
                      <a:pt x="179" y="2062"/>
                    </a:lnTo>
                    <a:lnTo>
                      <a:pt x="176" y="2014"/>
                    </a:lnTo>
                    <a:lnTo>
                      <a:pt x="176" y="1967"/>
                    </a:lnTo>
                    <a:lnTo>
                      <a:pt x="176" y="1920"/>
                    </a:lnTo>
                    <a:lnTo>
                      <a:pt x="178" y="1873"/>
                    </a:lnTo>
                    <a:lnTo>
                      <a:pt x="180" y="1826"/>
                    </a:lnTo>
                    <a:lnTo>
                      <a:pt x="183" y="1777"/>
                    </a:lnTo>
                    <a:lnTo>
                      <a:pt x="189" y="1730"/>
                    </a:lnTo>
                    <a:lnTo>
                      <a:pt x="189" y="1730"/>
                    </a:lnTo>
                    <a:lnTo>
                      <a:pt x="194" y="1682"/>
                    </a:lnTo>
                    <a:lnTo>
                      <a:pt x="201" y="1633"/>
                    </a:lnTo>
                    <a:lnTo>
                      <a:pt x="209" y="1583"/>
                    </a:lnTo>
                    <a:lnTo>
                      <a:pt x="219" y="1533"/>
                    </a:lnTo>
                    <a:lnTo>
                      <a:pt x="229" y="1484"/>
                    </a:lnTo>
                    <a:lnTo>
                      <a:pt x="241" y="1432"/>
                    </a:lnTo>
                    <a:lnTo>
                      <a:pt x="255" y="1380"/>
                    </a:lnTo>
                    <a:lnTo>
                      <a:pt x="269" y="1326"/>
                    </a:lnTo>
                    <a:lnTo>
                      <a:pt x="286" y="1272"/>
                    </a:lnTo>
                    <a:lnTo>
                      <a:pt x="304" y="1215"/>
                    </a:lnTo>
                    <a:lnTo>
                      <a:pt x="322" y="1158"/>
                    </a:lnTo>
                    <a:lnTo>
                      <a:pt x="342" y="1099"/>
                    </a:lnTo>
                    <a:lnTo>
                      <a:pt x="364" y="1039"/>
                    </a:lnTo>
                    <a:lnTo>
                      <a:pt x="388" y="977"/>
                    </a:lnTo>
                    <a:lnTo>
                      <a:pt x="439" y="848"/>
                    </a:lnTo>
                    <a:lnTo>
                      <a:pt x="439" y="848"/>
                    </a:lnTo>
                    <a:lnTo>
                      <a:pt x="452" y="814"/>
                    </a:lnTo>
                    <a:lnTo>
                      <a:pt x="464" y="780"/>
                    </a:lnTo>
                    <a:lnTo>
                      <a:pt x="475" y="749"/>
                    </a:lnTo>
                    <a:lnTo>
                      <a:pt x="485" y="717"/>
                    </a:lnTo>
                    <a:lnTo>
                      <a:pt x="493" y="686"/>
                    </a:lnTo>
                    <a:lnTo>
                      <a:pt x="500" y="656"/>
                    </a:lnTo>
                    <a:lnTo>
                      <a:pt x="506" y="627"/>
                    </a:lnTo>
                    <a:lnTo>
                      <a:pt x="511" y="598"/>
                    </a:lnTo>
                    <a:lnTo>
                      <a:pt x="514" y="570"/>
                    </a:lnTo>
                    <a:lnTo>
                      <a:pt x="517" y="542"/>
                    </a:lnTo>
                    <a:lnTo>
                      <a:pt x="518" y="516"/>
                    </a:lnTo>
                    <a:lnTo>
                      <a:pt x="518" y="491"/>
                    </a:lnTo>
                    <a:lnTo>
                      <a:pt x="518" y="466"/>
                    </a:lnTo>
                    <a:lnTo>
                      <a:pt x="515" y="441"/>
                    </a:lnTo>
                    <a:lnTo>
                      <a:pt x="512" y="418"/>
                    </a:lnTo>
                    <a:lnTo>
                      <a:pt x="510" y="394"/>
                    </a:lnTo>
                    <a:lnTo>
                      <a:pt x="510" y="394"/>
                    </a:lnTo>
                    <a:lnTo>
                      <a:pt x="501" y="361"/>
                    </a:lnTo>
                    <a:lnTo>
                      <a:pt x="492" y="329"/>
                    </a:lnTo>
                    <a:lnTo>
                      <a:pt x="479" y="299"/>
                    </a:lnTo>
                    <a:lnTo>
                      <a:pt x="467" y="271"/>
                    </a:lnTo>
                    <a:lnTo>
                      <a:pt x="452" y="245"/>
                    </a:lnTo>
                    <a:lnTo>
                      <a:pt x="435" y="220"/>
                    </a:lnTo>
                    <a:lnTo>
                      <a:pt x="417" y="196"/>
                    </a:lnTo>
                    <a:lnTo>
                      <a:pt x="398" y="174"/>
                    </a:lnTo>
                    <a:lnTo>
                      <a:pt x="398" y="174"/>
                    </a:lnTo>
                    <a:close/>
                  </a:path>
                </a:pathLst>
              </a:custGeom>
              <a:solidFill>
                <a:srgbClr val="5859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  <p:sp>
            <p:nvSpPr>
              <p:cNvPr id="25" name="îŝlíḋé" descr="e98b30a6-aeba-4274-911d-fae76e691e7b"/>
              <p:cNvSpPr/>
              <p:nvPr/>
            </p:nvSpPr>
            <p:spPr bwMode="auto">
              <a:xfrm>
                <a:off x="5876376" y="5014276"/>
                <a:ext cx="462121" cy="1442620"/>
              </a:xfrm>
              <a:custGeom>
                <a:avLst/>
                <a:gdLst>
                  <a:gd name="T0" fmla="*/ 688 w 688"/>
                  <a:gd name="T1" fmla="*/ 2100 h 2154"/>
                  <a:gd name="T2" fmla="*/ 404 w 688"/>
                  <a:gd name="T3" fmla="*/ 2154 h 2154"/>
                  <a:gd name="T4" fmla="*/ 0 w 688"/>
                  <a:gd name="T5" fmla="*/ 54 h 2154"/>
                  <a:gd name="T6" fmla="*/ 285 w 688"/>
                  <a:gd name="T7" fmla="*/ 0 h 2154"/>
                  <a:gd name="T8" fmla="*/ 688 w 688"/>
                  <a:gd name="T9" fmla="*/ 2100 h 2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88" h="2154">
                    <a:moveTo>
                      <a:pt x="688" y="2100"/>
                    </a:moveTo>
                    <a:lnTo>
                      <a:pt x="404" y="2154"/>
                    </a:lnTo>
                    <a:lnTo>
                      <a:pt x="0" y="54"/>
                    </a:lnTo>
                    <a:lnTo>
                      <a:pt x="285" y="0"/>
                    </a:lnTo>
                    <a:lnTo>
                      <a:pt x="688" y="2100"/>
                    </a:lnTo>
                    <a:close/>
                  </a:path>
                </a:pathLst>
              </a:custGeom>
              <a:solidFill>
                <a:srgbClr val="8080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  <p:sp>
            <p:nvSpPr>
              <p:cNvPr id="26" name="íṡļîḑé" descr="04de7f22-3509-40a7-bf96-79640ef118cc"/>
              <p:cNvSpPr/>
              <p:nvPr/>
            </p:nvSpPr>
            <p:spPr bwMode="auto">
              <a:xfrm>
                <a:off x="5874367" y="4897741"/>
                <a:ext cx="247135" cy="184848"/>
              </a:xfrm>
              <a:custGeom>
                <a:avLst/>
                <a:gdLst>
                  <a:gd name="T0" fmla="*/ 133 w 368"/>
                  <a:gd name="T1" fmla="*/ 64 h 278"/>
                  <a:gd name="T2" fmla="*/ 134 w 368"/>
                  <a:gd name="T3" fmla="*/ 79 h 278"/>
                  <a:gd name="T4" fmla="*/ 134 w 368"/>
                  <a:gd name="T5" fmla="*/ 91 h 278"/>
                  <a:gd name="T6" fmla="*/ 134 w 368"/>
                  <a:gd name="T7" fmla="*/ 106 h 278"/>
                  <a:gd name="T8" fmla="*/ 132 w 368"/>
                  <a:gd name="T9" fmla="*/ 124 h 278"/>
                  <a:gd name="T10" fmla="*/ 129 w 368"/>
                  <a:gd name="T11" fmla="*/ 141 h 278"/>
                  <a:gd name="T12" fmla="*/ 126 w 368"/>
                  <a:gd name="T13" fmla="*/ 154 h 278"/>
                  <a:gd name="T14" fmla="*/ 122 w 368"/>
                  <a:gd name="T15" fmla="*/ 170 h 278"/>
                  <a:gd name="T16" fmla="*/ 114 w 368"/>
                  <a:gd name="T17" fmla="*/ 191 h 278"/>
                  <a:gd name="T18" fmla="*/ 108 w 368"/>
                  <a:gd name="T19" fmla="*/ 202 h 278"/>
                  <a:gd name="T20" fmla="*/ 103 w 368"/>
                  <a:gd name="T21" fmla="*/ 210 h 278"/>
                  <a:gd name="T22" fmla="*/ 94 w 368"/>
                  <a:gd name="T23" fmla="*/ 223 h 278"/>
                  <a:gd name="T24" fmla="*/ 89 w 368"/>
                  <a:gd name="T25" fmla="*/ 230 h 278"/>
                  <a:gd name="T26" fmla="*/ 78 w 368"/>
                  <a:gd name="T27" fmla="*/ 241 h 278"/>
                  <a:gd name="T28" fmla="*/ 68 w 368"/>
                  <a:gd name="T29" fmla="*/ 250 h 278"/>
                  <a:gd name="T30" fmla="*/ 58 w 368"/>
                  <a:gd name="T31" fmla="*/ 257 h 278"/>
                  <a:gd name="T32" fmla="*/ 44 w 368"/>
                  <a:gd name="T33" fmla="*/ 266 h 278"/>
                  <a:gd name="T34" fmla="*/ 31 w 368"/>
                  <a:gd name="T35" fmla="*/ 271 h 278"/>
                  <a:gd name="T36" fmla="*/ 22 w 368"/>
                  <a:gd name="T37" fmla="*/ 274 h 278"/>
                  <a:gd name="T38" fmla="*/ 15 w 368"/>
                  <a:gd name="T39" fmla="*/ 275 h 278"/>
                  <a:gd name="T40" fmla="*/ 8 w 368"/>
                  <a:gd name="T41" fmla="*/ 277 h 278"/>
                  <a:gd name="T42" fmla="*/ 0 w 368"/>
                  <a:gd name="T43" fmla="*/ 278 h 278"/>
                  <a:gd name="T44" fmla="*/ 241 w 368"/>
                  <a:gd name="T45" fmla="*/ 259 h 278"/>
                  <a:gd name="T46" fmla="*/ 245 w 368"/>
                  <a:gd name="T47" fmla="*/ 257 h 278"/>
                  <a:gd name="T48" fmla="*/ 248 w 368"/>
                  <a:gd name="T49" fmla="*/ 257 h 278"/>
                  <a:gd name="T50" fmla="*/ 252 w 368"/>
                  <a:gd name="T51" fmla="*/ 256 h 278"/>
                  <a:gd name="T52" fmla="*/ 256 w 368"/>
                  <a:gd name="T53" fmla="*/ 255 h 278"/>
                  <a:gd name="T54" fmla="*/ 262 w 368"/>
                  <a:gd name="T55" fmla="*/ 253 h 278"/>
                  <a:gd name="T56" fmla="*/ 264 w 368"/>
                  <a:gd name="T57" fmla="*/ 253 h 278"/>
                  <a:gd name="T58" fmla="*/ 269 w 368"/>
                  <a:gd name="T59" fmla="*/ 250 h 278"/>
                  <a:gd name="T60" fmla="*/ 277 w 368"/>
                  <a:gd name="T61" fmla="*/ 248 h 278"/>
                  <a:gd name="T62" fmla="*/ 281 w 368"/>
                  <a:gd name="T63" fmla="*/ 245 h 278"/>
                  <a:gd name="T64" fmla="*/ 288 w 368"/>
                  <a:gd name="T65" fmla="*/ 241 h 278"/>
                  <a:gd name="T66" fmla="*/ 300 w 368"/>
                  <a:gd name="T67" fmla="*/ 231 h 278"/>
                  <a:gd name="T68" fmla="*/ 302 w 368"/>
                  <a:gd name="T69" fmla="*/ 231 h 278"/>
                  <a:gd name="T70" fmla="*/ 309 w 368"/>
                  <a:gd name="T71" fmla="*/ 224 h 278"/>
                  <a:gd name="T72" fmla="*/ 318 w 368"/>
                  <a:gd name="T73" fmla="*/ 214 h 278"/>
                  <a:gd name="T74" fmla="*/ 324 w 368"/>
                  <a:gd name="T75" fmla="*/ 208 h 278"/>
                  <a:gd name="T76" fmla="*/ 329 w 368"/>
                  <a:gd name="T77" fmla="*/ 201 h 278"/>
                  <a:gd name="T78" fmla="*/ 335 w 368"/>
                  <a:gd name="T79" fmla="*/ 191 h 278"/>
                  <a:gd name="T80" fmla="*/ 339 w 368"/>
                  <a:gd name="T81" fmla="*/ 184 h 278"/>
                  <a:gd name="T82" fmla="*/ 343 w 368"/>
                  <a:gd name="T83" fmla="*/ 176 h 278"/>
                  <a:gd name="T84" fmla="*/ 347 w 368"/>
                  <a:gd name="T85" fmla="*/ 166 h 278"/>
                  <a:gd name="T86" fmla="*/ 353 w 368"/>
                  <a:gd name="T87" fmla="*/ 154 h 278"/>
                  <a:gd name="T88" fmla="*/ 358 w 368"/>
                  <a:gd name="T89" fmla="*/ 133 h 278"/>
                  <a:gd name="T90" fmla="*/ 361 w 368"/>
                  <a:gd name="T91" fmla="*/ 123 h 278"/>
                  <a:gd name="T92" fmla="*/ 363 w 368"/>
                  <a:gd name="T93" fmla="*/ 115 h 278"/>
                  <a:gd name="T94" fmla="*/ 365 w 368"/>
                  <a:gd name="T95" fmla="*/ 105 h 278"/>
                  <a:gd name="T96" fmla="*/ 367 w 368"/>
                  <a:gd name="T97" fmla="*/ 94 h 278"/>
                  <a:gd name="T98" fmla="*/ 367 w 368"/>
                  <a:gd name="T99" fmla="*/ 82 h 278"/>
                  <a:gd name="T100" fmla="*/ 368 w 368"/>
                  <a:gd name="T101" fmla="*/ 70 h 278"/>
                  <a:gd name="T102" fmla="*/ 368 w 368"/>
                  <a:gd name="T103" fmla="*/ 61 h 278"/>
                  <a:gd name="T104" fmla="*/ 368 w 368"/>
                  <a:gd name="T105" fmla="*/ 51 h 278"/>
                  <a:gd name="T106" fmla="*/ 368 w 368"/>
                  <a:gd name="T107" fmla="*/ 41 h 278"/>
                  <a:gd name="T108" fmla="*/ 367 w 368"/>
                  <a:gd name="T109" fmla="*/ 32 h 278"/>
                  <a:gd name="T110" fmla="*/ 365 w 368"/>
                  <a:gd name="T111" fmla="*/ 22 h 278"/>
                  <a:gd name="T112" fmla="*/ 364 w 368"/>
                  <a:gd name="T113" fmla="*/ 11 h 278"/>
                  <a:gd name="T114" fmla="*/ 130 w 368"/>
                  <a:gd name="T115" fmla="*/ 46 h 2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368" h="278">
                    <a:moveTo>
                      <a:pt x="130" y="46"/>
                    </a:moveTo>
                    <a:lnTo>
                      <a:pt x="130" y="46"/>
                    </a:lnTo>
                    <a:lnTo>
                      <a:pt x="133" y="59"/>
                    </a:lnTo>
                    <a:lnTo>
                      <a:pt x="133" y="59"/>
                    </a:lnTo>
                    <a:lnTo>
                      <a:pt x="133" y="64"/>
                    </a:lnTo>
                    <a:lnTo>
                      <a:pt x="133" y="64"/>
                    </a:lnTo>
                    <a:lnTo>
                      <a:pt x="133" y="69"/>
                    </a:lnTo>
                    <a:lnTo>
                      <a:pt x="133" y="69"/>
                    </a:lnTo>
                    <a:lnTo>
                      <a:pt x="133" y="73"/>
                    </a:lnTo>
                    <a:lnTo>
                      <a:pt x="133" y="73"/>
                    </a:lnTo>
                    <a:lnTo>
                      <a:pt x="134" y="79"/>
                    </a:lnTo>
                    <a:lnTo>
                      <a:pt x="134" y="79"/>
                    </a:lnTo>
                    <a:lnTo>
                      <a:pt x="134" y="82"/>
                    </a:lnTo>
                    <a:lnTo>
                      <a:pt x="134" y="82"/>
                    </a:lnTo>
                    <a:lnTo>
                      <a:pt x="134" y="87"/>
                    </a:lnTo>
                    <a:lnTo>
                      <a:pt x="134" y="87"/>
                    </a:lnTo>
                    <a:lnTo>
                      <a:pt x="134" y="91"/>
                    </a:lnTo>
                    <a:lnTo>
                      <a:pt x="134" y="91"/>
                    </a:lnTo>
                    <a:lnTo>
                      <a:pt x="134" y="97"/>
                    </a:lnTo>
                    <a:lnTo>
                      <a:pt x="134" y="97"/>
                    </a:lnTo>
                    <a:lnTo>
                      <a:pt x="134" y="102"/>
                    </a:lnTo>
                    <a:lnTo>
                      <a:pt x="134" y="102"/>
                    </a:lnTo>
                    <a:lnTo>
                      <a:pt x="134" y="106"/>
                    </a:lnTo>
                    <a:lnTo>
                      <a:pt x="134" y="106"/>
                    </a:lnTo>
                    <a:lnTo>
                      <a:pt x="133" y="113"/>
                    </a:lnTo>
                    <a:lnTo>
                      <a:pt x="133" y="113"/>
                    </a:lnTo>
                    <a:lnTo>
                      <a:pt x="133" y="116"/>
                    </a:lnTo>
                    <a:lnTo>
                      <a:pt x="133" y="116"/>
                    </a:lnTo>
                    <a:lnTo>
                      <a:pt x="132" y="124"/>
                    </a:lnTo>
                    <a:lnTo>
                      <a:pt x="132" y="124"/>
                    </a:lnTo>
                    <a:lnTo>
                      <a:pt x="132" y="126"/>
                    </a:lnTo>
                    <a:lnTo>
                      <a:pt x="132" y="126"/>
                    </a:lnTo>
                    <a:lnTo>
                      <a:pt x="130" y="136"/>
                    </a:lnTo>
                    <a:lnTo>
                      <a:pt x="130" y="136"/>
                    </a:lnTo>
                    <a:lnTo>
                      <a:pt x="129" y="141"/>
                    </a:lnTo>
                    <a:lnTo>
                      <a:pt x="129" y="141"/>
                    </a:lnTo>
                    <a:lnTo>
                      <a:pt x="129" y="145"/>
                    </a:lnTo>
                    <a:lnTo>
                      <a:pt x="129" y="145"/>
                    </a:lnTo>
                    <a:lnTo>
                      <a:pt x="127" y="151"/>
                    </a:lnTo>
                    <a:lnTo>
                      <a:pt x="127" y="151"/>
                    </a:lnTo>
                    <a:lnTo>
                      <a:pt x="126" y="154"/>
                    </a:lnTo>
                    <a:lnTo>
                      <a:pt x="126" y="154"/>
                    </a:lnTo>
                    <a:lnTo>
                      <a:pt x="125" y="160"/>
                    </a:lnTo>
                    <a:lnTo>
                      <a:pt x="125" y="160"/>
                    </a:lnTo>
                    <a:lnTo>
                      <a:pt x="123" y="162"/>
                    </a:lnTo>
                    <a:lnTo>
                      <a:pt x="123" y="162"/>
                    </a:lnTo>
                    <a:lnTo>
                      <a:pt x="122" y="170"/>
                    </a:lnTo>
                    <a:lnTo>
                      <a:pt x="122" y="170"/>
                    </a:lnTo>
                    <a:lnTo>
                      <a:pt x="118" y="181"/>
                    </a:lnTo>
                    <a:lnTo>
                      <a:pt x="118" y="181"/>
                    </a:lnTo>
                    <a:lnTo>
                      <a:pt x="116" y="184"/>
                    </a:lnTo>
                    <a:lnTo>
                      <a:pt x="116" y="184"/>
                    </a:lnTo>
                    <a:lnTo>
                      <a:pt x="114" y="191"/>
                    </a:lnTo>
                    <a:lnTo>
                      <a:pt x="114" y="191"/>
                    </a:lnTo>
                    <a:lnTo>
                      <a:pt x="112" y="194"/>
                    </a:lnTo>
                    <a:lnTo>
                      <a:pt x="112" y="194"/>
                    </a:lnTo>
                    <a:lnTo>
                      <a:pt x="111" y="195"/>
                    </a:lnTo>
                    <a:lnTo>
                      <a:pt x="111" y="195"/>
                    </a:lnTo>
                    <a:lnTo>
                      <a:pt x="108" y="202"/>
                    </a:lnTo>
                    <a:lnTo>
                      <a:pt x="108" y="202"/>
                    </a:lnTo>
                    <a:lnTo>
                      <a:pt x="107" y="202"/>
                    </a:lnTo>
                    <a:lnTo>
                      <a:pt x="107" y="202"/>
                    </a:lnTo>
                    <a:lnTo>
                      <a:pt x="104" y="209"/>
                    </a:lnTo>
                    <a:lnTo>
                      <a:pt x="104" y="209"/>
                    </a:lnTo>
                    <a:lnTo>
                      <a:pt x="103" y="210"/>
                    </a:lnTo>
                    <a:lnTo>
                      <a:pt x="103" y="210"/>
                    </a:lnTo>
                    <a:lnTo>
                      <a:pt x="98" y="216"/>
                    </a:lnTo>
                    <a:lnTo>
                      <a:pt x="98" y="216"/>
                    </a:lnTo>
                    <a:lnTo>
                      <a:pt x="98" y="217"/>
                    </a:lnTo>
                    <a:lnTo>
                      <a:pt x="98" y="217"/>
                    </a:lnTo>
                    <a:lnTo>
                      <a:pt x="94" y="223"/>
                    </a:lnTo>
                    <a:lnTo>
                      <a:pt x="94" y="223"/>
                    </a:lnTo>
                    <a:lnTo>
                      <a:pt x="93" y="224"/>
                    </a:lnTo>
                    <a:lnTo>
                      <a:pt x="93" y="224"/>
                    </a:lnTo>
                    <a:lnTo>
                      <a:pt x="89" y="230"/>
                    </a:lnTo>
                    <a:lnTo>
                      <a:pt x="89" y="230"/>
                    </a:lnTo>
                    <a:lnTo>
                      <a:pt x="89" y="230"/>
                    </a:lnTo>
                    <a:lnTo>
                      <a:pt x="89" y="230"/>
                    </a:lnTo>
                    <a:lnTo>
                      <a:pt x="83" y="235"/>
                    </a:lnTo>
                    <a:lnTo>
                      <a:pt x="83" y="235"/>
                    </a:lnTo>
                    <a:lnTo>
                      <a:pt x="82" y="237"/>
                    </a:lnTo>
                    <a:lnTo>
                      <a:pt x="82" y="237"/>
                    </a:lnTo>
                    <a:lnTo>
                      <a:pt x="78" y="241"/>
                    </a:lnTo>
                    <a:lnTo>
                      <a:pt x="78" y="241"/>
                    </a:lnTo>
                    <a:lnTo>
                      <a:pt x="78" y="242"/>
                    </a:lnTo>
                    <a:lnTo>
                      <a:pt x="78" y="242"/>
                    </a:lnTo>
                    <a:lnTo>
                      <a:pt x="72" y="246"/>
                    </a:lnTo>
                    <a:lnTo>
                      <a:pt x="72" y="246"/>
                    </a:lnTo>
                    <a:lnTo>
                      <a:pt x="68" y="250"/>
                    </a:lnTo>
                    <a:lnTo>
                      <a:pt x="68" y="250"/>
                    </a:lnTo>
                    <a:lnTo>
                      <a:pt x="65" y="252"/>
                    </a:lnTo>
                    <a:lnTo>
                      <a:pt x="65" y="252"/>
                    </a:lnTo>
                    <a:lnTo>
                      <a:pt x="60" y="257"/>
                    </a:lnTo>
                    <a:lnTo>
                      <a:pt x="60" y="257"/>
                    </a:lnTo>
                    <a:lnTo>
                      <a:pt x="58" y="257"/>
                    </a:lnTo>
                    <a:lnTo>
                      <a:pt x="58" y="257"/>
                    </a:lnTo>
                    <a:lnTo>
                      <a:pt x="51" y="262"/>
                    </a:lnTo>
                    <a:lnTo>
                      <a:pt x="51" y="262"/>
                    </a:lnTo>
                    <a:lnTo>
                      <a:pt x="49" y="263"/>
                    </a:lnTo>
                    <a:lnTo>
                      <a:pt x="49" y="263"/>
                    </a:lnTo>
                    <a:lnTo>
                      <a:pt x="44" y="266"/>
                    </a:lnTo>
                    <a:lnTo>
                      <a:pt x="44" y="266"/>
                    </a:lnTo>
                    <a:lnTo>
                      <a:pt x="37" y="268"/>
                    </a:lnTo>
                    <a:lnTo>
                      <a:pt x="37" y="268"/>
                    </a:lnTo>
                    <a:lnTo>
                      <a:pt x="32" y="271"/>
                    </a:lnTo>
                    <a:lnTo>
                      <a:pt x="32" y="271"/>
                    </a:lnTo>
                    <a:lnTo>
                      <a:pt x="31" y="271"/>
                    </a:lnTo>
                    <a:lnTo>
                      <a:pt x="31" y="271"/>
                    </a:lnTo>
                    <a:lnTo>
                      <a:pt x="28" y="273"/>
                    </a:lnTo>
                    <a:lnTo>
                      <a:pt x="28" y="273"/>
                    </a:lnTo>
                    <a:lnTo>
                      <a:pt x="25" y="273"/>
                    </a:lnTo>
                    <a:lnTo>
                      <a:pt x="25" y="273"/>
                    </a:lnTo>
                    <a:lnTo>
                      <a:pt x="22" y="274"/>
                    </a:lnTo>
                    <a:lnTo>
                      <a:pt x="22" y="274"/>
                    </a:lnTo>
                    <a:lnTo>
                      <a:pt x="19" y="275"/>
                    </a:lnTo>
                    <a:lnTo>
                      <a:pt x="19" y="275"/>
                    </a:lnTo>
                    <a:lnTo>
                      <a:pt x="17" y="275"/>
                    </a:lnTo>
                    <a:lnTo>
                      <a:pt x="17" y="275"/>
                    </a:lnTo>
                    <a:lnTo>
                      <a:pt x="15" y="275"/>
                    </a:lnTo>
                    <a:lnTo>
                      <a:pt x="15" y="275"/>
                    </a:lnTo>
                    <a:lnTo>
                      <a:pt x="13" y="277"/>
                    </a:lnTo>
                    <a:lnTo>
                      <a:pt x="13" y="277"/>
                    </a:lnTo>
                    <a:lnTo>
                      <a:pt x="10" y="277"/>
                    </a:lnTo>
                    <a:lnTo>
                      <a:pt x="10" y="277"/>
                    </a:lnTo>
                    <a:lnTo>
                      <a:pt x="8" y="277"/>
                    </a:lnTo>
                    <a:lnTo>
                      <a:pt x="8" y="277"/>
                    </a:lnTo>
                    <a:lnTo>
                      <a:pt x="6" y="278"/>
                    </a:lnTo>
                    <a:lnTo>
                      <a:pt x="6" y="278"/>
                    </a:lnTo>
                    <a:lnTo>
                      <a:pt x="4" y="278"/>
                    </a:lnTo>
                    <a:lnTo>
                      <a:pt x="4" y="278"/>
                    </a:lnTo>
                    <a:lnTo>
                      <a:pt x="0" y="278"/>
                    </a:lnTo>
                    <a:lnTo>
                      <a:pt x="0" y="278"/>
                    </a:lnTo>
                    <a:lnTo>
                      <a:pt x="237" y="259"/>
                    </a:lnTo>
                    <a:lnTo>
                      <a:pt x="237" y="259"/>
                    </a:lnTo>
                    <a:lnTo>
                      <a:pt x="239" y="259"/>
                    </a:lnTo>
                    <a:lnTo>
                      <a:pt x="239" y="259"/>
                    </a:lnTo>
                    <a:lnTo>
                      <a:pt x="241" y="259"/>
                    </a:lnTo>
                    <a:lnTo>
                      <a:pt x="241" y="259"/>
                    </a:lnTo>
                    <a:lnTo>
                      <a:pt x="242" y="259"/>
                    </a:lnTo>
                    <a:lnTo>
                      <a:pt x="242" y="259"/>
                    </a:lnTo>
                    <a:lnTo>
                      <a:pt x="244" y="257"/>
                    </a:lnTo>
                    <a:lnTo>
                      <a:pt x="244" y="257"/>
                    </a:lnTo>
                    <a:lnTo>
                      <a:pt x="245" y="257"/>
                    </a:lnTo>
                    <a:lnTo>
                      <a:pt x="245" y="257"/>
                    </a:lnTo>
                    <a:lnTo>
                      <a:pt x="245" y="257"/>
                    </a:lnTo>
                    <a:lnTo>
                      <a:pt x="245" y="257"/>
                    </a:lnTo>
                    <a:lnTo>
                      <a:pt x="246" y="257"/>
                    </a:lnTo>
                    <a:lnTo>
                      <a:pt x="246" y="257"/>
                    </a:lnTo>
                    <a:lnTo>
                      <a:pt x="248" y="257"/>
                    </a:lnTo>
                    <a:lnTo>
                      <a:pt x="248" y="257"/>
                    </a:lnTo>
                    <a:lnTo>
                      <a:pt x="249" y="257"/>
                    </a:lnTo>
                    <a:lnTo>
                      <a:pt x="249" y="257"/>
                    </a:lnTo>
                    <a:lnTo>
                      <a:pt x="251" y="256"/>
                    </a:lnTo>
                    <a:lnTo>
                      <a:pt x="251" y="256"/>
                    </a:lnTo>
                    <a:lnTo>
                      <a:pt x="252" y="256"/>
                    </a:lnTo>
                    <a:lnTo>
                      <a:pt x="252" y="256"/>
                    </a:lnTo>
                    <a:lnTo>
                      <a:pt x="253" y="256"/>
                    </a:lnTo>
                    <a:lnTo>
                      <a:pt x="253" y="256"/>
                    </a:lnTo>
                    <a:lnTo>
                      <a:pt x="255" y="256"/>
                    </a:lnTo>
                    <a:lnTo>
                      <a:pt x="255" y="256"/>
                    </a:lnTo>
                    <a:lnTo>
                      <a:pt x="256" y="255"/>
                    </a:lnTo>
                    <a:lnTo>
                      <a:pt x="256" y="255"/>
                    </a:lnTo>
                    <a:lnTo>
                      <a:pt x="257" y="255"/>
                    </a:lnTo>
                    <a:lnTo>
                      <a:pt x="257" y="255"/>
                    </a:lnTo>
                    <a:lnTo>
                      <a:pt x="259" y="255"/>
                    </a:lnTo>
                    <a:lnTo>
                      <a:pt x="259" y="255"/>
                    </a:lnTo>
                    <a:lnTo>
                      <a:pt x="262" y="253"/>
                    </a:lnTo>
                    <a:lnTo>
                      <a:pt x="262" y="253"/>
                    </a:lnTo>
                    <a:lnTo>
                      <a:pt x="263" y="253"/>
                    </a:lnTo>
                    <a:lnTo>
                      <a:pt x="263" y="253"/>
                    </a:lnTo>
                    <a:lnTo>
                      <a:pt x="263" y="253"/>
                    </a:lnTo>
                    <a:lnTo>
                      <a:pt x="263" y="253"/>
                    </a:lnTo>
                    <a:lnTo>
                      <a:pt x="264" y="253"/>
                    </a:lnTo>
                    <a:lnTo>
                      <a:pt x="264" y="253"/>
                    </a:lnTo>
                    <a:lnTo>
                      <a:pt x="267" y="252"/>
                    </a:lnTo>
                    <a:lnTo>
                      <a:pt x="267" y="252"/>
                    </a:lnTo>
                    <a:lnTo>
                      <a:pt x="269" y="250"/>
                    </a:lnTo>
                    <a:lnTo>
                      <a:pt x="269" y="250"/>
                    </a:lnTo>
                    <a:lnTo>
                      <a:pt x="269" y="250"/>
                    </a:lnTo>
                    <a:lnTo>
                      <a:pt x="269" y="250"/>
                    </a:lnTo>
                    <a:lnTo>
                      <a:pt x="274" y="249"/>
                    </a:lnTo>
                    <a:lnTo>
                      <a:pt x="274" y="249"/>
                    </a:lnTo>
                    <a:lnTo>
                      <a:pt x="275" y="248"/>
                    </a:lnTo>
                    <a:lnTo>
                      <a:pt x="275" y="248"/>
                    </a:lnTo>
                    <a:lnTo>
                      <a:pt x="277" y="248"/>
                    </a:lnTo>
                    <a:lnTo>
                      <a:pt x="277" y="248"/>
                    </a:lnTo>
                    <a:lnTo>
                      <a:pt x="278" y="246"/>
                    </a:lnTo>
                    <a:lnTo>
                      <a:pt x="278" y="246"/>
                    </a:lnTo>
                    <a:lnTo>
                      <a:pt x="280" y="246"/>
                    </a:lnTo>
                    <a:lnTo>
                      <a:pt x="280" y="246"/>
                    </a:lnTo>
                    <a:lnTo>
                      <a:pt x="281" y="245"/>
                    </a:lnTo>
                    <a:lnTo>
                      <a:pt x="281" y="245"/>
                    </a:lnTo>
                    <a:lnTo>
                      <a:pt x="281" y="245"/>
                    </a:lnTo>
                    <a:lnTo>
                      <a:pt x="281" y="245"/>
                    </a:lnTo>
                    <a:lnTo>
                      <a:pt x="288" y="241"/>
                    </a:lnTo>
                    <a:lnTo>
                      <a:pt x="288" y="241"/>
                    </a:lnTo>
                    <a:lnTo>
                      <a:pt x="288" y="241"/>
                    </a:lnTo>
                    <a:lnTo>
                      <a:pt x="288" y="241"/>
                    </a:lnTo>
                    <a:lnTo>
                      <a:pt x="288" y="241"/>
                    </a:lnTo>
                    <a:lnTo>
                      <a:pt x="288" y="241"/>
                    </a:lnTo>
                    <a:lnTo>
                      <a:pt x="295" y="237"/>
                    </a:lnTo>
                    <a:lnTo>
                      <a:pt x="295" y="237"/>
                    </a:lnTo>
                    <a:lnTo>
                      <a:pt x="300" y="231"/>
                    </a:lnTo>
                    <a:lnTo>
                      <a:pt x="300" y="231"/>
                    </a:lnTo>
                    <a:lnTo>
                      <a:pt x="302" y="231"/>
                    </a:lnTo>
                    <a:lnTo>
                      <a:pt x="302" y="231"/>
                    </a:lnTo>
                    <a:lnTo>
                      <a:pt x="302" y="231"/>
                    </a:lnTo>
                    <a:lnTo>
                      <a:pt x="302" y="231"/>
                    </a:lnTo>
                    <a:lnTo>
                      <a:pt x="302" y="231"/>
                    </a:lnTo>
                    <a:lnTo>
                      <a:pt x="302" y="231"/>
                    </a:lnTo>
                    <a:lnTo>
                      <a:pt x="303" y="228"/>
                    </a:lnTo>
                    <a:lnTo>
                      <a:pt x="303" y="228"/>
                    </a:lnTo>
                    <a:lnTo>
                      <a:pt x="309" y="226"/>
                    </a:lnTo>
                    <a:lnTo>
                      <a:pt x="309" y="226"/>
                    </a:lnTo>
                    <a:lnTo>
                      <a:pt x="309" y="224"/>
                    </a:lnTo>
                    <a:lnTo>
                      <a:pt x="309" y="224"/>
                    </a:lnTo>
                    <a:lnTo>
                      <a:pt x="313" y="220"/>
                    </a:lnTo>
                    <a:lnTo>
                      <a:pt x="313" y="220"/>
                    </a:lnTo>
                    <a:lnTo>
                      <a:pt x="314" y="219"/>
                    </a:lnTo>
                    <a:lnTo>
                      <a:pt x="314" y="219"/>
                    </a:lnTo>
                    <a:lnTo>
                      <a:pt x="318" y="214"/>
                    </a:lnTo>
                    <a:lnTo>
                      <a:pt x="318" y="214"/>
                    </a:lnTo>
                    <a:lnTo>
                      <a:pt x="320" y="213"/>
                    </a:lnTo>
                    <a:lnTo>
                      <a:pt x="320" y="213"/>
                    </a:lnTo>
                    <a:lnTo>
                      <a:pt x="324" y="208"/>
                    </a:lnTo>
                    <a:lnTo>
                      <a:pt x="324" y="208"/>
                    </a:lnTo>
                    <a:lnTo>
                      <a:pt x="324" y="208"/>
                    </a:lnTo>
                    <a:lnTo>
                      <a:pt x="324" y="208"/>
                    </a:lnTo>
                    <a:lnTo>
                      <a:pt x="324" y="206"/>
                    </a:lnTo>
                    <a:lnTo>
                      <a:pt x="324" y="206"/>
                    </a:lnTo>
                    <a:lnTo>
                      <a:pt x="325" y="206"/>
                    </a:lnTo>
                    <a:lnTo>
                      <a:pt x="325" y="206"/>
                    </a:lnTo>
                    <a:lnTo>
                      <a:pt x="329" y="201"/>
                    </a:lnTo>
                    <a:lnTo>
                      <a:pt x="329" y="201"/>
                    </a:lnTo>
                    <a:lnTo>
                      <a:pt x="329" y="199"/>
                    </a:lnTo>
                    <a:lnTo>
                      <a:pt x="329" y="199"/>
                    </a:lnTo>
                    <a:lnTo>
                      <a:pt x="334" y="192"/>
                    </a:lnTo>
                    <a:lnTo>
                      <a:pt x="334" y="192"/>
                    </a:lnTo>
                    <a:lnTo>
                      <a:pt x="335" y="191"/>
                    </a:lnTo>
                    <a:lnTo>
                      <a:pt x="335" y="191"/>
                    </a:lnTo>
                    <a:lnTo>
                      <a:pt x="336" y="188"/>
                    </a:lnTo>
                    <a:lnTo>
                      <a:pt x="336" y="188"/>
                    </a:lnTo>
                    <a:lnTo>
                      <a:pt x="338" y="185"/>
                    </a:lnTo>
                    <a:lnTo>
                      <a:pt x="338" y="185"/>
                    </a:lnTo>
                    <a:lnTo>
                      <a:pt x="339" y="184"/>
                    </a:lnTo>
                    <a:lnTo>
                      <a:pt x="339" y="184"/>
                    </a:lnTo>
                    <a:lnTo>
                      <a:pt x="343" y="177"/>
                    </a:lnTo>
                    <a:lnTo>
                      <a:pt x="343" y="177"/>
                    </a:lnTo>
                    <a:lnTo>
                      <a:pt x="343" y="177"/>
                    </a:lnTo>
                    <a:lnTo>
                      <a:pt x="343" y="177"/>
                    </a:lnTo>
                    <a:lnTo>
                      <a:pt x="343" y="176"/>
                    </a:lnTo>
                    <a:lnTo>
                      <a:pt x="343" y="176"/>
                    </a:lnTo>
                    <a:lnTo>
                      <a:pt x="346" y="169"/>
                    </a:lnTo>
                    <a:lnTo>
                      <a:pt x="346" y="169"/>
                    </a:lnTo>
                    <a:lnTo>
                      <a:pt x="347" y="167"/>
                    </a:lnTo>
                    <a:lnTo>
                      <a:pt x="347" y="167"/>
                    </a:lnTo>
                    <a:lnTo>
                      <a:pt x="347" y="166"/>
                    </a:lnTo>
                    <a:lnTo>
                      <a:pt x="347" y="166"/>
                    </a:lnTo>
                    <a:lnTo>
                      <a:pt x="349" y="163"/>
                    </a:lnTo>
                    <a:lnTo>
                      <a:pt x="349" y="163"/>
                    </a:lnTo>
                    <a:lnTo>
                      <a:pt x="352" y="156"/>
                    </a:lnTo>
                    <a:lnTo>
                      <a:pt x="352" y="156"/>
                    </a:lnTo>
                    <a:lnTo>
                      <a:pt x="353" y="154"/>
                    </a:lnTo>
                    <a:lnTo>
                      <a:pt x="353" y="154"/>
                    </a:lnTo>
                    <a:lnTo>
                      <a:pt x="356" y="142"/>
                    </a:lnTo>
                    <a:lnTo>
                      <a:pt x="356" y="142"/>
                    </a:lnTo>
                    <a:lnTo>
                      <a:pt x="358" y="133"/>
                    </a:lnTo>
                    <a:lnTo>
                      <a:pt x="358" y="133"/>
                    </a:lnTo>
                    <a:lnTo>
                      <a:pt x="358" y="133"/>
                    </a:lnTo>
                    <a:lnTo>
                      <a:pt x="358" y="133"/>
                    </a:lnTo>
                    <a:lnTo>
                      <a:pt x="360" y="130"/>
                    </a:lnTo>
                    <a:lnTo>
                      <a:pt x="360" y="130"/>
                    </a:lnTo>
                    <a:lnTo>
                      <a:pt x="361" y="124"/>
                    </a:lnTo>
                    <a:lnTo>
                      <a:pt x="361" y="124"/>
                    </a:lnTo>
                    <a:lnTo>
                      <a:pt x="361" y="123"/>
                    </a:lnTo>
                    <a:lnTo>
                      <a:pt x="361" y="123"/>
                    </a:lnTo>
                    <a:lnTo>
                      <a:pt x="363" y="119"/>
                    </a:lnTo>
                    <a:lnTo>
                      <a:pt x="363" y="119"/>
                    </a:lnTo>
                    <a:lnTo>
                      <a:pt x="363" y="115"/>
                    </a:lnTo>
                    <a:lnTo>
                      <a:pt x="363" y="115"/>
                    </a:lnTo>
                    <a:lnTo>
                      <a:pt x="363" y="115"/>
                    </a:lnTo>
                    <a:lnTo>
                      <a:pt x="363" y="115"/>
                    </a:lnTo>
                    <a:lnTo>
                      <a:pt x="364" y="109"/>
                    </a:lnTo>
                    <a:lnTo>
                      <a:pt x="364" y="109"/>
                    </a:lnTo>
                    <a:lnTo>
                      <a:pt x="364" y="105"/>
                    </a:lnTo>
                    <a:lnTo>
                      <a:pt x="364" y="105"/>
                    </a:lnTo>
                    <a:lnTo>
                      <a:pt x="365" y="105"/>
                    </a:lnTo>
                    <a:lnTo>
                      <a:pt x="365" y="105"/>
                    </a:lnTo>
                    <a:lnTo>
                      <a:pt x="365" y="104"/>
                    </a:lnTo>
                    <a:lnTo>
                      <a:pt x="365" y="104"/>
                    </a:lnTo>
                    <a:lnTo>
                      <a:pt x="367" y="94"/>
                    </a:lnTo>
                    <a:lnTo>
                      <a:pt x="367" y="94"/>
                    </a:lnTo>
                    <a:lnTo>
                      <a:pt x="367" y="94"/>
                    </a:lnTo>
                    <a:lnTo>
                      <a:pt x="367" y="94"/>
                    </a:lnTo>
                    <a:lnTo>
                      <a:pt x="367" y="93"/>
                    </a:lnTo>
                    <a:lnTo>
                      <a:pt x="367" y="93"/>
                    </a:lnTo>
                    <a:lnTo>
                      <a:pt x="367" y="83"/>
                    </a:lnTo>
                    <a:lnTo>
                      <a:pt x="367" y="83"/>
                    </a:lnTo>
                    <a:lnTo>
                      <a:pt x="367" y="82"/>
                    </a:lnTo>
                    <a:lnTo>
                      <a:pt x="367" y="82"/>
                    </a:lnTo>
                    <a:lnTo>
                      <a:pt x="367" y="79"/>
                    </a:lnTo>
                    <a:lnTo>
                      <a:pt x="367" y="79"/>
                    </a:lnTo>
                    <a:lnTo>
                      <a:pt x="368" y="72"/>
                    </a:lnTo>
                    <a:lnTo>
                      <a:pt x="368" y="72"/>
                    </a:lnTo>
                    <a:lnTo>
                      <a:pt x="368" y="70"/>
                    </a:lnTo>
                    <a:lnTo>
                      <a:pt x="368" y="70"/>
                    </a:lnTo>
                    <a:lnTo>
                      <a:pt x="368" y="68"/>
                    </a:lnTo>
                    <a:lnTo>
                      <a:pt x="368" y="68"/>
                    </a:lnTo>
                    <a:lnTo>
                      <a:pt x="368" y="64"/>
                    </a:lnTo>
                    <a:lnTo>
                      <a:pt x="368" y="64"/>
                    </a:lnTo>
                    <a:lnTo>
                      <a:pt x="368" y="61"/>
                    </a:lnTo>
                    <a:lnTo>
                      <a:pt x="368" y="61"/>
                    </a:lnTo>
                    <a:lnTo>
                      <a:pt x="368" y="59"/>
                    </a:lnTo>
                    <a:lnTo>
                      <a:pt x="368" y="59"/>
                    </a:lnTo>
                    <a:lnTo>
                      <a:pt x="368" y="55"/>
                    </a:lnTo>
                    <a:lnTo>
                      <a:pt x="368" y="55"/>
                    </a:lnTo>
                    <a:lnTo>
                      <a:pt x="368" y="51"/>
                    </a:lnTo>
                    <a:lnTo>
                      <a:pt x="368" y="51"/>
                    </a:lnTo>
                    <a:lnTo>
                      <a:pt x="368" y="50"/>
                    </a:lnTo>
                    <a:lnTo>
                      <a:pt x="368" y="50"/>
                    </a:lnTo>
                    <a:lnTo>
                      <a:pt x="368" y="46"/>
                    </a:lnTo>
                    <a:lnTo>
                      <a:pt x="368" y="46"/>
                    </a:lnTo>
                    <a:lnTo>
                      <a:pt x="368" y="41"/>
                    </a:lnTo>
                    <a:lnTo>
                      <a:pt x="368" y="41"/>
                    </a:lnTo>
                    <a:lnTo>
                      <a:pt x="367" y="40"/>
                    </a:lnTo>
                    <a:lnTo>
                      <a:pt x="367" y="40"/>
                    </a:lnTo>
                    <a:lnTo>
                      <a:pt x="367" y="34"/>
                    </a:lnTo>
                    <a:lnTo>
                      <a:pt x="367" y="34"/>
                    </a:lnTo>
                    <a:lnTo>
                      <a:pt x="367" y="32"/>
                    </a:lnTo>
                    <a:lnTo>
                      <a:pt x="367" y="32"/>
                    </a:lnTo>
                    <a:lnTo>
                      <a:pt x="367" y="30"/>
                    </a:lnTo>
                    <a:lnTo>
                      <a:pt x="367" y="30"/>
                    </a:lnTo>
                    <a:lnTo>
                      <a:pt x="367" y="25"/>
                    </a:lnTo>
                    <a:lnTo>
                      <a:pt x="367" y="25"/>
                    </a:lnTo>
                    <a:lnTo>
                      <a:pt x="365" y="22"/>
                    </a:lnTo>
                    <a:lnTo>
                      <a:pt x="365" y="22"/>
                    </a:lnTo>
                    <a:lnTo>
                      <a:pt x="365" y="21"/>
                    </a:lnTo>
                    <a:lnTo>
                      <a:pt x="365" y="21"/>
                    </a:lnTo>
                    <a:lnTo>
                      <a:pt x="365" y="21"/>
                    </a:lnTo>
                    <a:lnTo>
                      <a:pt x="365" y="21"/>
                    </a:lnTo>
                    <a:lnTo>
                      <a:pt x="364" y="11"/>
                    </a:lnTo>
                    <a:lnTo>
                      <a:pt x="364" y="11"/>
                    </a:lnTo>
                    <a:lnTo>
                      <a:pt x="363" y="1"/>
                    </a:lnTo>
                    <a:lnTo>
                      <a:pt x="363" y="1"/>
                    </a:lnTo>
                    <a:lnTo>
                      <a:pt x="363" y="0"/>
                    </a:lnTo>
                    <a:lnTo>
                      <a:pt x="363" y="0"/>
                    </a:lnTo>
                    <a:lnTo>
                      <a:pt x="363" y="0"/>
                    </a:lnTo>
                    <a:lnTo>
                      <a:pt x="130" y="46"/>
                    </a:lnTo>
                    <a:close/>
                  </a:path>
                </a:pathLst>
              </a:custGeom>
              <a:solidFill>
                <a:srgbClr val="4140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  <p:sp>
            <p:nvSpPr>
              <p:cNvPr id="27" name="îšļíḍê" descr="c9a8fb8f-04c7-4327-933c-209c164ef186"/>
              <p:cNvSpPr/>
              <p:nvPr/>
            </p:nvSpPr>
            <p:spPr bwMode="auto">
              <a:xfrm>
                <a:off x="4946106" y="3854955"/>
                <a:ext cx="1717887" cy="1095026"/>
              </a:xfrm>
              <a:custGeom>
                <a:avLst/>
                <a:gdLst>
                  <a:gd name="T0" fmla="*/ 2547 w 2565"/>
                  <a:gd name="T1" fmla="*/ 1127 h 1636"/>
                  <a:gd name="T2" fmla="*/ 2532 w 2565"/>
                  <a:gd name="T3" fmla="*/ 1088 h 1636"/>
                  <a:gd name="T4" fmla="*/ 2512 w 2565"/>
                  <a:gd name="T5" fmla="*/ 1055 h 1636"/>
                  <a:gd name="T6" fmla="*/ 2490 w 2565"/>
                  <a:gd name="T7" fmla="*/ 1027 h 1636"/>
                  <a:gd name="T8" fmla="*/ 2474 w 2565"/>
                  <a:gd name="T9" fmla="*/ 1010 h 1636"/>
                  <a:gd name="T10" fmla="*/ 2454 w 2565"/>
                  <a:gd name="T11" fmla="*/ 994 h 1636"/>
                  <a:gd name="T12" fmla="*/ 2435 w 2565"/>
                  <a:gd name="T13" fmla="*/ 980 h 1636"/>
                  <a:gd name="T14" fmla="*/ 2418 w 2565"/>
                  <a:gd name="T15" fmla="*/ 972 h 1636"/>
                  <a:gd name="T16" fmla="*/ 494 w 2565"/>
                  <a:gd name="T17" fmla="*/ 4 h 1636"/>
                  <a:gd name="T18" fmla="*/ 243 w 2565"/>
                  <a:gd name="T19" fmla="*/ 95 h 1636"/>
                  <a:gd name="T20" fmla="*/ 1 w 2565"/>
                  <a:gd name="T21" fmla="*/ 609 h 1636"/>
                  <a:gd name="T22" fmla="*/ 92 w 2565"/>
                  <a:gd name="T23" fmla="*/ 901 h 1636"/>
                  <a:gd name="T24" fmla="*/ 2200 w 2565"/>
                  <a:gd name="T25" fmla="*/ 1635 h 1636"/>
                  <a:gd name="T26" fmla="*/ 2280 w 2565"/>
                  <a:gd name="T27" fmla="*/ 1629 h 1636"/>
                  <a:gd name="T28" fmla="*/ 2337 w 2565"/>
                  <a:gd name="T29" fmla="*/ 1610 h 1636"/>
                  <a:gd name="T30" fmla="*/ 2377 w 2565"/>
                  <a:gd name="T31" fmla="*/ 1589 h 1636"/>
                  <a:gd name="T32" fmla="*/ 2405 w 2565"/>
                  <a:gd name="T33" fmla="*/ 1571 h 1636"/>
                  <a:gd name="T34" fmla="*/ 2425 w 2565"/>
                  <a:gd name="T35" fmla="*/ 1553 h 1636"/>
                  <a:gd name="T36" fmla="*/ 2449 w 2565"/>
                  <a:gd name="T37" fmla="*/ 1531 h 1636"/>
                  <a:gd name="T38" fmla="*/ 2463 w 2565"/>
                  <a:gd name="T39" fmla="*/ 1516 h 1636"/>
                  <a:gd name="T40" fmla="*/ 2482 w 2565"/>
                  <a:gd name="T41" fmla="*/ 1491 h 1636"/>
                  <a:gd name="T42" fmla="*/ 2499 w 2565"/>
                  <a:gd name="T43" fmla="*/ 1466 h 1636"/>
                  <a:gd name="T44" fmla="*/ 2515 w 2565"/>
                  <a:gd name="T45" fmla="*/ 1440 h 1636"/>
                  <a:gd name="T46" fmla="*/ 2528 w 2565"/>
                  <a:gd name="T47" fmla="*/ 1415 h 1636"/>
                  <a:gd name="T48" fmla="*/ 2539 w 2565"/>
                  <a:gd name="T49" fmla="*/ 1387 h 1636"/>
                  <a:gd name="T50" fmla="*/ 2550 w 2565"/>
                  <a:gd name="T51" fmla="*/ 1354 h 1636"/>
                  <a:gd name="T52" fmla="*/ 2555 w 2565"/>
                  <a:gd name="T53" fmla="*/ 1329 h 1636"/>
                  <a:gd name="T54" fmla="*/ 2562 w 2565"/>
                  <a:gd name="T55" fmla="*/ 1293 h 1636"/>
                  <a:gd name="T56" fmla="*/ 2565 w 2565"/>
                  <a:gd name="T57" fmla="*/ 1269 h 1636"/>
                  <a:gd name="T58" fmla="*/ 2565 w 2565"/>
                  <a:gd name="T59" fmla="*/ 1225 h 1636"/>
                  <a:gd name="T60" fmla="*/ 2562 w 2565"/>
                  <a:gd name="T61" fmla="*/ 1185 h 1636"/>
                  <a:gd name="T62" fmla="*/ 654 w 2565"/>
                  <a:gd name="T63" fmla="*/ 190 h 1636"/>
                  <a:gd name="T64" fmla="*/ 649 w 2565"/>
                  <a:gd name="T65" fmla="*/ 170 h 1636"/>
                  <a:gd name="T66" fmla="*/ 660 w 2565"/>
                  <a:gd name="T67" fmla="*/ 217 h 1636"/>
                  <a:gd name="T68" fmla="*/ 664 w 2565"/>
                  <a:gd name="T69" fmla="*/ 246 h 1636"/>
                  <a:gd name="T70" fmla="*/ 665 w 2565"/>
                  <a:gd name="T71" fmla="*/ 278 h 1636"/>
                  <a:gd name="T72" fmla="*/ 636 w 2565"/>
                  <a:gd name="T73" fmla="*/ 133 h 1636"/>
                  <a:gd name="T74" fmla="*/ 626 w 2565"/>
                  <a:gd name="T75" fmla="*/ 111 h 1636"/>
                  <a:gd name="T76" fmla="*/ 665 w 2565"/>
                  <a:gd name="T77" fmla="*/ 295 h 1636"/>
                  <a:gd name="T78" fmla="*/ 664 w 2565"/>
                  <a:gd name="T79" fmla="*/ 336 h 1636"/>
                  <a:gd name="T80" fmla="*/ 607 w 2565"/>
                  <a:gd name="T81" fmla="*/ 82 h 1636"/>
                  <a:gd name="T82" fmla="*/ 595 w 2565"/>
                  <a:gd name="T83" fmla="*/ 65 h 1636"/>
                  <a:gd name="T84" fmla="*/ 581 w 2565"/>
                  <a:gd name="T85" fmla="*/ 50 h 1636"/>
                  <a:gd name="T86" fmla="*/ 564 w 2565"/>
                  <a:gd name="T87" fmla="*/ 36 h 1636"/>
                  <a:gd name="T88" fmla="*/ 168 w 2565"/>
                  <a:gd name="T89" fmla="*/ 940 h 1636"/>
                  <a:gd name="T90" fmla="*/ 185 w 2565"/>
                  <a:gd name="T91" fmla="*/ 943 h 1636"/>
                  <a:gd name="T92" fmla="*/ 247 w 2565"/>
                  <a:gd name="T93" fmla="*/ 941 h 1636"/>
                  <a:gd name="T94" fmla="*/ 281 w 2565"/>
                  <a:gd name="T95" fmla="*/ 933 h 1636"/>
                  <a:gd name="T96" fmla="*/ 301 w 2565"/>
                  <a:gd name="T97" fmla="*/ 926 h 1636"/>
                  <a:gd name="T98" fmla="*/ 359 w 2565"/>
                  <a:gd name="T99" fmla="*/ 896 h 1636"/>
                  <a:gd name="T100" fmla="*/ 395 w 2565"/>
                  <a:gd name="T101" fmla="*/ 871 h 1636"/>
                  <a:gd name="T102" fmla="*/ 440 w 2565"/>
                  <a:gd name="T103" fmla="*/ 832 h 1636"/>
                  <a:gd name="T104" fmla="*/ 465 w 2565"/>
                  <a:gd name="T105" fmla="*/ 807 h 1636"/>
                  <a:gd name="T106" fmla="*/ 495 w 2565"/>
                  <a:gd name="T107" fmla="*/ 772 h 1636"/>
                  <a:gd name="T108" fmla="*/ 523 w 2565"/>
                  <a:gd name="T109" fmla="*/ 734 h 1636"/>
                  <a:gd name="T110" fmla="*/ 537 w 2565"/>
                  <a:gd name="T111" fmla="*/ 714 h 1636"/>
                  <a:gd name="T112" fmla="*/ 561 w 2565"/>
                  <a:gd name="T113" fmla="*/ 671 h 1636"/>
                  <a:gd name="T114" fmla="*/ 595 w 2565"/>
                  <a:gd name="T115" fmla="*/ 606 h 1636"/>
                  <a:gd name="T116" fmla="*/ 632 w 2565"/>
                  <a:gd name="T117" fmla="*/ 508 h 1636"/>
                  <a:gd name="T118" fmla="*/ 650 w 2565"/>
                  <a:gd name="T119" fmla="*/ 439 h 1636"/>
                  <a:gd name="T120" fmla="*/ 661 w 2565"/>
                  <a:gd name="T121" fmla="*/ 378 h 16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565" h="1636">
                    <a:moveTo>
                      <a:pt x="2560" y="1171"/>
                    </a:moveTo>
                    <a:lnTo>
                      <a:pt x="2560" y="1171"/>
                    </a:lnTo>
                    <a:lnTo>
                      <a:pt x="2557" y="1159"/>
                    </a:lnTo>
                    <a:lnTo>
                      <a:pt x="2557" y="1159"/>
                    </a:lnTo>
                    <a:lnTo>
                      <a:pt x="2555" y="1154"/>
                    </a:lnTo>
                    <a:lnTo>
                      <a:pt x="2555" y="1154"/>
                    </a:lnTo>
                    <a:lnTo>
                      <a:pt x="2554" y="1149"/>
                    </a:lnTo>
                    <a:lnTo>
                      <a:pt x="2554" y="1149"/>
                    </a:lnTo>
                    <a:lnTo>
                      <a:pt x="2553" y="1145"/>
                    </a:lnTo>
                    <a:lnTo>
                      <a:pt x="2553" y="1145"/>
                    </a:lnTo>
                    <a:lnTo>
                      <a:pt x="2548" y="1131"/>
                    </a:lnTo>
                    <a:lnTo>
                      <a:pt x="2548" y="1131"/>
                    </a:lnTo>
                    <a:lnTo>
                      <a:pt x="2548" y="1129"/>
                    </a:lnTo>
                    <a:lnTo>
                      <a:pt x="2548" y="1129"/>
                    </a:lnTo>
                    <a:lnTo>
                      <a:pt x="2547" y="1127"/>
                    </a:lnTo>
                    <a:lnTo>
                      <a:pt x="2547" y="1127"/>
                    </a:lnTo>
                    <a:lnTo>
                      <a:pt x="2544" y="1117"/>
                    </a:lnTo>
                    <a:lnTo>
                      <a:pt x="2544" y="1117"/>
                    </a:lnTo>
                    <a:lnTo>
                      <a:pt x="2542" y="1110"/>
                    </a:lnTo>
                    <a:lnTo>
                      <a:pt x="2542" y="1110"/>
                    </a:lnTo>
                    <a:lnTo>
                      <a:pt x="2540" y="1106"/>
                    </a:lnTo>
                    <a:lnTo>
                      <a:pt x="2540" y="1106"/>
                    </a:lnTo>
                    <a:lnTo>
                      <a:pt x="2539" y="1105"/>
                    </a:lnTo>
                    <a:lnTo>
                      <a:pt x="2539" y="1105"/>
                    </a:lnTo>
                    <a:lnTo>
                      <a:pt x="2536" y="1098"/>
                    </a:lnTo>
                    <a:lnTo>
                      <a:pt x="2536" y="1098"/>
                    </a:lnTo>
                    <a:lnTo>
                      <a:pt x="2533" y="1091"/>
                    </a:lnTo>
                    <a:lnTo>
                      <a:pt x="2533" y="1091"/>
                    </a:lnTo>
                    <a:lnTo>
                      <a:pt x="2532" y="1088"/>
                    </a:lnTo>
                    <a:lnTo>
                      <a:pt x="2532" y="1088"/>
                    </a:lnTo>
                    <a:lnTo>
                      <a:pt x="2532" y="1088"/>
                    </a:lnTo>
                    <a:lnTo>
                      <a:pt x="2532" y="1088"/>
                    </a:lnTo>
                    <a:lnTo>
                      <a:pt x="2530" y="1087"/>
                    </a:lnTo>
                    <a:lnTo>
                      <a:pt x="2530" y="1087"/>
                    </a:lnTo>
                    <a:lnTo>
                      <a:pt x="2529" y="1084"/>
                    </a:lnTo>
                    <a:lnTo>
                      <a:pt x="2529" y="1084"/>
                    </a:lnTo>
                    <a:lnTo>
                      <a:pt x="2525" y="1077"/>
                    </a:lnTo>
                    <a:lnTo>
                      <a:pt x="2525" y="1077"/>
                    </a:lnTo>
                    <a:lnTo>
                      <a:pt x="2522" y="1071"/>
                    </a:lnTo>
                    <a:lnTo>
                      <a:pt x="2522" y="1071"/>
                    </a:lnTo>
                    <a:lnTo>
                      <a:pt x="2521" y="1069"/>
                    </a:lnTo>
                    <a:lnTo>
                      <a:pt x="2521" y="1069"/>
                    </a:lnTo>
                    <a:lnTo>
                      <a:pt x="2521" y="1069"/>
                    </a:lnTo>
                    <a:lnTo>
                      <a:pt x="2519" y="1066"/>
                    </a:lnTo>
                    <a:lnTo>
                      <a:pt x="2519" y="1066"/>
                    </a:lnTo>
                    <a:lnTo>
                      <a:pt x="2515" y="1060"/>
                    </a:lnTo>
                    <a:lnTo>
                      <a:pt x="2515" y="1060"/>
                    </a:lnTo>
                    <a:lnTo>
                      <a:pt x="2512" y="1055"/>
                    </a:lnTo>
                    <a:lnTo>
                      <a:pt x="2512" y="1055"/>
                    </a:lnTo>
                    <a:lnTo>
                      <a:pt x="2510" y="1051"/>
                    </a:lnTo>
                    <a:lnTo>
                      <a:pt x="2510" y="1051"/>
                    </a:lnTo>
                    <a:lnTo>
                      <a:pt x="2506" y="1046"/>
                    </a:lnTo>
                    <a:lnTo>
                      <a:pt x="2506" y="1046"/>
                    </a:lnTo>
                    <a:lnTo>
                      <a:pt x="2503" y="1042"/>
                    </a:lnTo>
                    <a:lnTo>
                      <a:pt x="2503" y="1042"/>
                    </a:lnTo>
                    <a:lnTo>
                      <a:pt x="2500" y="1038"/>
                    </a:lnTo>
                    <a:lnTo>
                      <a:pt x="2500" y="1038"/>
                    </a:lnTo>
                    <a:lnTo>
                      <a:pt x="2497" y="1034"/>
                    </a:lnTo>
                    <a:lnTo>
                      <a:pt x="2497" y="1034"/>
                    </a:lnTo>
                    <a:lnTo>
                      <a:pt x="2496" y="1034"/>
                    </a:lnTo>
                    <a:lnTo>
                      <a:pt x="2496" y="1034"/>
                    </a:lnTo>
                    <a:lnTo>
                      <a:pt x="2493" y="1030"/>
                    </a:lnTo>
                    <a:lnTo>
                      <a:pt x="2493" y="1030"/>
                    </a:lnTo>
                    <a:lnTo>
                      <a:pt x="2490" y="1027"/>
                    </a:lnTo>
                    <a:lnTo>
                      <a:pt x="2490" y="1027"/>
                    </a:lnTo>
                    <a:lnTo>
                      <a:pt x="2486" y="1023"/>
                    </a:lnTo>
                    <a:lnTo>
                      <a:pt x="2486" y="1023"/>
                    </a:lnTo>
                    <a:lnTo>
                      <a:pt x="2483" y="1020"/>
                    </a:lnTo>
                    <a:lnTo>
                      <a:pt x="2483" y="1020"/>
                    </a:lnTo>
                    <a:lnTo>
                      <a:pt x="2483" y="1019"/>
                    </a:lnTo>
                    <a:lnTo>
                      <a:pt x="2483" y="1019"/>
                    </a:lnTo>
                    <a:lnTo>
                      <a:pt x="2482" y="1019"/>
                    </a:lnTo>
                    <a:lnTo>
                      <a:pt x="2482" y="1019"/>
                    </a:lnTo>
                    <a:lnTo>
                      <a:pt x="2482" y="1019"/>
                    </a:lnTo>
                    <a:lnTo>
                      <a:pt x="2482" y="1019"/>
                    </a:lnTo>
                    <a:lnTo>
                      <a:pt x="2481" y="1016"/>
                    </a:lnTo>
                    <a:lnTo>
                      <a:pt x="2481" y="1016"/>
                    </a:lnTo>
                    <a:lnTo>
                      <a:pt x="2478" y="1013"/>
                    </a:lnTo>
                    <a:lnTo>
                      <a:pt x="2478" y="1013"/>
                    </a:lnTo>
                    <a:lnTo>
                      <a:pt x="2474" y="1010"/>
                    </a:lnTo>
                    <a:lnTo>
                      <a:pt x="2474" y="1010"/>
                    </a:lnTo>
                    <a:lnTo>
                      <a:pt x="2471" y="1008"/>
                    </a:lnTo>
                    <a:lnTo>
                      <a:pt x="2471" y="1008"/>
                    </a:lnTo>
                    <a:lnTo>
                      <a:pt x="2468" y="1005"/>
                    </a:lnTo>
                    <a:lnTo>
                      <a:pt x="2468" y="1005"/>
                    </a:lnTo>
                    <a:lnTo>
                      <a:pt x="2468" y="1005"/>
                    </a:lnTo>
                    <a:lnTo>
                      <a:pt x="2468" y="1005"/>
                    </a:lnTo>
                    <a:lnTo>
                      <a:pt x="2468" y="1005"/>
                    </a:lnTo>
                    <a:lnTo>
                      <a:pt x="2468" y="1005"/>
                    </a:lnTo>
                    <a:lnTo>
                      <a:pt x="2464" y="1001"/>
                    </a:lnTo>
                    <a:lnTo>
                      <a:pt x="2464" y="1001"/>
                    </a:lnTo>
                    <a:lnTo>
                      <a:pt x="2461" y="998"/>
                    </a:lnTo>
                    <a:lnTo>
                      <a:pt x="2461" y="998"/>
                    </a:lnTo>
                    <a:lnTo>
                      <a:pt x="2458" y="997"/>
                    </a:lnTo>
                    <a:lnTo>
                      <a:pt x="2458" y="997"/>
                    </a:lnTo>
                    <a:lnTo>
                      <a:pt x="2454" y="994"/>
                    </a:lnTo>
                    <a:lnTo>
                      <a:pt x="2454" y="994"/>
                    </a:lnTo>
                    <a:lnTo>
                      <a:pt x="2452" y="991"/>
                    </a:lnTo>
                    <a:lnTo>
                      <a:pt x="2452" y="991"/>
                    </a:lnTo>
                    <a:lnTo>
                      <a:pt x="2452" y="991"/>
                    </a:lnTo>
                    <a:lnTo>
                      <a:pt x="2452" y="991"/>
                    </a:lnTo>
                    <a:lnTo>
                      <a:pt x="2452" y="991"/>
                    </a:lnTo>
                    <a:lnTo>
                      <a:pt x="2447" y="988"/>
                    </a:lnTo>
                    <a:lnTo>
                      <a:pt x="2447" y="988"/>
                    </a:lnTo>
                    <a:lnTo>
                      <a:pt x="2445" y="987"/>
                    </a:lnTo>
                    <a:lnTo>
                      <a:pt x="2445" y="987"/>
                    </a:lnTo>
                    <a:lnTo>
                      <a:pt x="2442" y="984"/>
                    </a:lnTo>
                    <a:lnTo>
                      <a:pt x="2442" y="984"/>
                    </a:lnTo>
                    <a:lnTo>
                      <a:pt x="2438" y="981"/>
                    </a:lnTo>
                    <a:lnTo>
                      <a:pt x="2438" y="981"/>
                    </a:lnTo>
                    <a:lnTo>
                      <a:pt x="2435" y="980"/>
                    </a:lnTo>
                    <a:lnTo>
                      <a:pt x="2435" y="980"/>
                    </a:lnTo>
                    <a:lnTo>
                      <a:pt x="2435" y="980"/>
                    </a:lnTo>
                    <a:lnTo>
                      <a:pt x="2435" y="980"/>
                    </a:lnTo>
                    <a:lnTo>
                      <a:pt x="2435" y="980"/>
                    </a:lnTo>
                    <a:lnTo>
                      <a:pt x="2435" y="980"/>
                    </a:lnTo>
                    <a:lnTo>
                      <a:pt x="2431" y="977"/>
                    </a:lnTo>
                    <a:lnTo>
                      <a:pt x="2431" y="977"/>
                    </a:lnTo>
                    <a:lnTo>
                      <a:pt x="2427" y="976"/>
                    </a:lnTo>
                    <a:lnTo>
                      <a:pt x="2427" y="976"/>
                    </a:lnTo>
                    <a:lnTo>
                      <a:pt x="2424" y="973"/>
                    </a:lnTo>
                    <a:lnTo>
                      <a:pt x="2424" y="973"/>
                    </a:lnTo>
                    <a:lnTo>
                      <a:pt x="2420" y="972"/>
                    </a:lnTo>
                    <a:lnTo>
                      <a:pt x="2420" y="972"/>
                    </a:lnTo>
                    <a:lnTo>
                      <a:pt x="2420" y="972"/>
                    </a:lnTo>
                    <a:lnTo>
                      <a:pt x="2420" y="972"/>
                    </a:lnTo>
                    <a:lnTo>
                      <a:pt x="2418" y="972"/>
                    </a:lnTo>
                    <a:lnTo>
                      <a:pt x="2418" y="972"/>
                    </a:lnTo>
                    <a:lnTo>
                      <a:pt x="2418" y="970"/>
                    </a:lnTo>
                    <a:lnTo>
                      <a:pt x="2418" y="970"/>
                    </a:lnTo>
                    <a:lnTo>
                      <a:pt x="2417" y="970"/>
                    </a:lnTo>
                    <a:lnTo>
                      <a:pt x="2417" y="970"/>
                    </a:lnTo>
                    <a:lnTo>
                      <a:pt x="537" y="19"/>
                    </a:lnTo>
                    <a:lnTo>
                      <a:pt x="537" y="19"/>
                    </a:lnTo>
                    <a:lnTo>
                      <a:pt x="546" y="23"/>
                    </a:lnTo>
                    <a:lnTo>
                      <a:pt x="546" y="23"/>
                    </a:lnTo>
                    <a:lnTo>
                      <a:pt x="546" y="23"/>
                    </a:lnTo>
                    <a:lnTo>
                      <a:pt x="546" y="25"/>
                    </a:lnTo>
                    <a:lnTo>
                      <a:pt x="546" y="25"/>
                    </a:lnTo>
                    <a:lnTo>
                      <a:pt x="535" y="18"/>
                    </a:lnTo>
                    <a:lnTo>
                      <a:pt x="521" y="12"/>
                    </a:lnTo>
                    <a:lnTo>
                      <a:pt x="521" y="12"/>
                    </a:lnTo>
                    <a:lnTo>
                      <a:pt x="507" y="7"/>
                    </a:lnTo>
                    <a:lnTo>
                      <a:pt x="494" y="4"/>
                    </a:lnTo>
                    <a:lnTo>
                      <a:pt x="480" y="1"/>
                    </a:lnTo>
                    <a:lnTo>
                      <a:pt x="465" y="0"/>
                    </a:lnTo>
                    <a:lnTo>
                      <a:pt x="449" y="0"/>
                    </a:lnTo>
                    <a:lnTo>
                      <a:pt x="434" y="1"/>
                    </a:lnTo>
                    <a:lnTo>
                      <a:pt x="417" y="3"/>
                    </a:lnTo>
                    <a:lnTo>
                      <a:pt x="401" y="7"/>
                    </a:lnTo>
                    <a:lnTo>
                      <a:pt x="401" y="7"/>
                    </a:lnTo>
                    <a:lnTo>
                      <a:pt x="384" y="11"/>
                    </a:lnTo>
                    <a:lnTo>
                      <a:pt x="369" y="16"/>
                    </a:lnTo>
                    <a:lnTo>
                      <a:pt x="352" y="23"/>
                    </a:lnTo>
                    <a:lnTo>
                      <a:pt x="336" y="32"/>
                    </a:lnTo>
                    <a:lnTo>
                      <a:pt x="319" y="40"/>
                    </a:lnTo>
                    <a:lnTo>
                      <a:pt x="304" y="50"/>
                    </a:lnTo>
                    <a:lnTo>
                      <a:pt x="272" y="70"/>
                    </a:lnTo>
                    <a:lnTo>
                      <a:pt x="272" y="70"/>
                    </a:lnTo>
                    <a:lnTo>
                      <a:pt x="243" y="95"/>
                    </a:lnTo>
                    <a:lnTo>
                      <a:pt x="214" y="124"/>
                    </a:lnTo>
                    <a:lnTo>
                      <a:pt x="185" y="155"/>
                    </a:lnTo>
                    <a:lnTo>
                      <a:pt x="159" y="188"/>
                    </a:lnTo>
                    <a:lnTo>
                      <a:pt x="159" y="188"/>
                    </a:lnTo>
                    <a:lnTo>
                      <a:pt x="134" y="224"/>
                    </a:lnTo>
                    <a:lnTo>
                      <a:pt x="110" y="262"/>
                    </a:lnTo>
                    <a:lnTo>
                      <a:pt x="88" y="300"/>
                    </a:lnTo>
                    <a:lnTo>
                      <a:pt x="69" y="342"/>
                    </a:lnTo>
                    <a:lnTo>
                      <a:pt x="69" y="342"/>
                    </a:lnTo>
                    <a:lnTo>
                      <a:pt x="51" y="385"/>
                    </a:lnTo>
                    <a:lnTo>
                      <a:pt x="36" y="429"/>
                    </a:lnTo>
                    <a:lnTo>
                      <a:pt x="23" y="473"/>
                    </a:lnTo>
                    <a:lnTo>
                      <a:pt x="12" y="519"/>
                    </a:lnTo>
                    <a:lnTo>
                      <a:pt x="12" y="519"/>
                    </a:lnTo>
                    <a:lnTo>
                      <a:pt x="5" y="565"/>
                    </a:lnTo>
                    <a:lnTo>
                      <a:pt x="1" y="609"/>
                    </a:lnTo>
                    <a:lnTo>
                      <a:pt x="0" y="651"/>
                    </a:lnTo>
                    <a:lnTo>
                      <a:pt x="1" y="691"/>
                    </a:lnTo>
                    <a:lnTo>
                      <a:pt x="1" y="691"/>
                    </a:lnTo>
                    <a:lnTo>
                      <a:pt x="7" y="729"/>
                    </a:lnTo>
                    <a:lnTo>
                      <a:pt x="13" y="765"/>
                    </a:lnTo>
                    <a:lnTo>
                      <a:pt x="19" y="782"/>
                    </a:lnTo>
                    <a:lnTo>
                      <a:pt x="25" y="799"/>
                    </a:lnTo>
                    <a:lnTo>
                      <a:pt x="30" y="814"/>
                    </a:lnTo>
                    <a:lnTo>
                      <a:pt x="37" y="829"/>
                    </a:lnTo>
                    <a:lnTo>
                      <a:pt x="37" y="829"/>
                    </a:lnTo>
                    <a:lnTo>
                      <a:pt x="45" y="843"/>
                    </a:lnTo>
                    <a:lnTo>
                      <a:pt x="54" y="857"/>
                    </a:lnTo>
                    <a:lnTo>
                      <a:pt x="62" y="869"/>
                    </a:lnTo>
                    <a:lnTo>
                      <a:pt x="72" y="880"/>
                    </a:lnTo>
                    <a:lnTo>
                      <a:pt x="81" y="891"/>
                    </a:lnTo>
                    <a:lnTo>
                      <a:pt x="92" y="901"/>
                    </a:lnTo>
                    <a:lnTo>
                      <a:pt x="103" y="911"/>
                    </a:lnTo>
                    <a:lnTo>
                      <a:pt x="116" y="919"/>
                    </a:lnTo>
                    <a:lnTo>
                      <a:pt x="116" y="919"/>
                    </a:lnTo>
                    <a:lnTo>
                      <a:pt x="134" y="929"/>
                    </a:lnTo>
                    <a:lnTo>
                      <a:pt x="153" y="936"/>
                    </a:lnTo>
                    <a:lnTo>
                      <a:pt x="153" y="936"/>
                    </a:lnTo>
                    <a:lnTo>
                      <a:pt x="149" y="934"/>
                    </a:lnTo>
                    <a:lnTo>
                      <a:pt x="149" y="934"/>
                    </a:lnTo>
                    <a:lnTo>
                      <a:pt x="2142" y="1622"/>
                    </a:lnTo>
                    <a:lnTo>
                      <a:pt x="2142" y="1622"/>
                    </a:lnTo>
                    <a:lnTo>
                      <a:pt x="2161" y="1628"/>
                    </a:lnTo>
                    <a:lnTo>
                      <a:pt x="2161" y="1628"/>
                    </a:lnTo>
                    <a:lnTo>
                      <a:pt x="2180" y="1632"/>
                    </a:lnTo>
                    <a:lnTo>
                      <a:pt x="2180" y="1632"/>
                    </a:lnTo>
                    <a:lnTo>
                      <a:pt x="2200" y="1635"/>
                    </a:lnTo>
                    <a:lnTo>
                      <a:pt x="2200" y="1635"/>
                    </a:lnTo>
                    <a:lnTo>
                      <a:pt x="2220" y="1636"/>
                    </a:lnTo>
                    <a:lnTo>
                      <a:pt x="2220" y="1636"/>
                    </a:lnTo>
                    <a:lnTo>
                      <a:pt x="2238" y="1635"/>
                    </a:lnTo>
                    <a:lnTo>
                      <a:pt x="2238" y="1635"/>
                    </a:lnTo>
                    <a:lnTo>
                      <a:pt x="2244" y="1635"/>
                    </a:lnTo>
                    <a:lnTo>
                      <a:pt x="2244" y="1635"/>
                    </a:lnTo>
                    <a:lnTo>
                      <a:pt x="2256" y="1633"/>
                    </a:lnTo>
                    <a:lnTo>
                      <a:pt x="2256" y="1633"/>
                    </a:lnTo>
                    <a:lnTo>
                      <a:pt x="2259" y="1633"/>
                    </a:lnTo>
                    <a:lnTo>
                      <a:pt x="2259" y="1633"/>
                    </a:lnTo>
                    <a:lnTo>
                      <a:pt x="2262" y="1632"/>
                    </a:lnTo>
                    <a:lnTo>
                      <a:pt x="2262" y="1632"/>
                    </a:lnTo>
                    <a:lnTo>
                      <a:pt x="2274" y="1631"/>
                    </a:lnTo>
                    <a:lnTo>
                      <a:pt x="2274" y="1631"/>
                    </a:lnTo>
                    <a:lnTo>
                      <a:pt x="2280" y="1629"/>
                    </a:lnTo>
                    <a:lnTo>
                      <a:pt x="2280" y="1629"/>
                    </a:lnTo>
                    <a:lnTo>
                      <a:pt x="2295" y="1625"/>
                    </a:lnTo>
                    <a:lnTo>
                      <a:pt x="2295" y="1625"/>
                    </a:lnTo>
                    <a:lnTo>
                      <a:pt x="2297" y="1625"/>
                    </a:lnTo>
                    <a:lnTo>
                      <a:pt x="2297" y="1625"/>
                    </a:lnTo>
                    <a:lnTo>
                      <a:pt x="2297" y="1625"/>
                    </a:lnTo>
                    <a:lnTo>
                      <a:pt x="2297" y="1625"/>
                    </a:lnTo>
                    <a:lnTo>
                      <a:pt x="2315" y="1620"/>
                    </a:lnTo>
                    <a:lnTo>
                      <a:pt x="2315" y="1620"/>
                    </a:lnTo>
                    <a:lnTo>
                      <a:pt x="2319" y="1618"/>
                    </a:lnTo>
                    <a:lnTo>
                      <a:pt x="2319" y="1618"/>
                    </a:lnTo>
                    <a:lnTo>
                      <a:pt x="2331" y="1613"/>
                    </a:lnTo>
                    <a:lnTo>
                      <a:pt x="2331" y="1613"/>
                    </a:lnTo>
                    <a:lnTo>
                      <a:pt x="2334" y="1611"/>
                    </a:lnTo>
                    <a:lnTo>
                      <a:pt x="2334" y="1611"/>
                    </a:lnTo>
                    <a:lnTo>
                      <a:pt x="2337" y="1610"/>
                    </a:lnTo>
                    <a:lnTo>
                      <a:pt x="2337" y="1610"/>
                    </a:lnTo>
                    <a:lnTo>
                      <a:pt x="2342" y="1608"/>
                    </a:lnTo>
                    <a:lnTo>
                      <a:pt x="2342" y="1608"/>
                    </a:lnTo>
                    <a:lnTo>
                      <a:pt x="2348" y="1604"/>
                    </a:lnTo>
                    <a:lnTo>
                      <a:pt x="2348" y="1604"/>
                    </a:lnTo>
                    <a:lnTo>
                      <a:pt x="2353" y="1603"/>
                    </a:lnTo>
                    <a:lnTo>
                      <a:pt x="2353" y="1603"/>
                    </a:lnTo>
                    <a:lnTo>
                      <a:pt x="2367" y="1595"/>
                    </a:lnTo>
                    <a:lnTo>
                      <a:pt x="2367" y="1595"/>
                    </a:lnTo>
                    <a:lnTo>
                      <a:pt x="2370" y="1593"/>
                    </a:lnTo>
                    <a:lnTo>
                      <a:pt x="2370" y="1593"/>
                    </a:lnTo>
                    <a:lnTo>
                      <a:pt x="2370" y="1593"/>
                    </a:lnTo>
                    <a:lnTo>
                      <a:pt x="2370" y="1593"/>
                    </a:lnTo>
                    <a:lnTo>
                      <a:pt x="2371" y="1592"/>
                    </a:lnTo>
                    <a:lnTo>
                      <a:pt x="2371" y="1592"/>
                    </a:lnTo>
                    <a:lnTo>
                      <a:pt x="2377" y="1589"/>
                    </a:lnTo>
                    <a:lnTo>
                      <a:pt x="2377" y="1589"/>
                    </a:lnTo>
                    <a:lnTo>
                      <a:pt x="2384" y="1585"/>
                    </a:lnTo>
                    <a:lnTo>
                      <a:pt x="2384" y="1585"/>
                    </a:lnTo>
                    <a:lnTo>
                      <a:pt x="2384" y="1585"/>
                    </a:lnTo>
                    <a:lnTo>
                      <a:pt x="2384" y="1585"/>
                    </a:lnTo>
                    <a:lnTo>
                      <a:pt x="2385" y="1584"/>
                    </a:lnTo>
                    <a:lnTo>
                      <a:pt x="2385" y="1584"/>
                    </a:lnTo>
                    <a:lnTo>
                      <a:pt x="2391" y="1579"/>
                    </a:lnTo>
                    <a:lnTo>
                      <a:pt x="2391" y="1579"/>
                    </a:lnTo>
                    <a:lnTo>
                      <a:pt x="2398" y="1575"/>
                    </a:lnTo>
                    <a:lnTo>
                      <a:pt x="2398" y="1575"/>
                    </a:lnTo>
                    <a:lnTo>
                      <a:pt x="2398" y="1575"/>
                    </a:lnTo>
                    <a:lnTo>
                      <a:pt x="2398" y="1575"/>
                    </a:lnTo>
                    <a:lnTo>
                      <a:pt x="2398" y="1575"/>
                    </a:lnTo>
                    <a:lnTo>
                      <a:pt x="2398" y="1575"/>
                    </a:lnTo>
                    <a:lnTo>
                      <a:pt x="2405" y="1571"/>
                    </a:lnTo>
                    <a:lnTo>
                      <a:pt x="2405" y="1571"/>
                    </a:lnTo>
                    <a:lnTo>
                      <a:pt x="2410" y="1567"/>
                    </a:lnTo>
                    <a:lnTo>
                      <a:pt x="2410" y="1567"/>
                    </a:lnTo>
                    <a:lnTo>
                      <a:pt x="2411" y="1566"/>
                    </a:lnTo>
                    <a:lnTo>
                      <a:pt x="2411" y="1566"/>
                    </a:lnTo>
                    <a:lnTo>
                      <a:pt x="2411" y="1564"/>
                    </a:lnTo>
                    <a:lnTo>
                      <a:pt x="2411" y="1564"/>
                    </a:lnTo>
                    <a:lnTo>
                      <a:pt x="2416" y="1561"/>
                    </a:lnTo>
                    <a:lnTo>
                      <a:pt x="2416" y="1561"/>
                    </a:lnTo>
                    <a:lnTo>
                      <a:pt x="2420" y="1557"/>
                    </a:lnTo>
                    <a:lnTo>
                      <a:pt x="2420" y="1557"/>
                    </a:lnTo>
                    <a:lnTo>
                      <a:pt x="2424" y="1554"/>
                    </a:lnTo>
                    <a:lnTo>
                      <a:pt x="2424" y="1554"/>
                    </a:lnTo>
                    <a:lnTo>
                      <a:pt x="2424" y="1553"/>
                    </a:lnTo>
                    <a:lnTo>
                      <a:pt x="2424" y="1553"/>
                    </a:lnTo>
                    <a:lnTo>
                      <a:pt x="2425" y="1553"/>
                    </a:lnTo>
                    <a:lnTo>
                      <a:pt x="2425" y="1553"/>
                    </a:lnTo>
                    <a:lnTo>
                      <a:pt x="2429" y="1549"/>
                    </a:lnTo>
                    <a:lnTo>
                      <a:pt x="2429" y="1549"/>
                    </a:lnTo>
                    <a:lnTo>
                      <a:pt x="2434" y="1545"/>
                    </a:lnTo>
                    <a:lnTo>
                      <a:pt x="2434" y="1545"/>
                    </a:lnTo>
                    <a:lnTo>
                      <a:pt x="2436" y="1543"/>
                    </a:lnTo>
                    <a:lnTo>
                      <a:pt x="2436" y="1543"/>
                    </a:lnTo>
                    <a:lnTo>
                      <a:pt x="2436" y="1542"/>
                    </a:lnTo>
                    <a:lnTo>
                      <a:pt x="2436" y="1542"/>
                    </a:lnTo>
                    <a:lnTo>
                      <a:pt x="2439" y="1541"/>
                    </a:lnTo>
                    <a:lnTo>
                      <a:pt x="2439" y="1541"/>
                    </a:lnTo>
                    <a:lnTo>
                      <a:pt x="2443" y="1536"/>
                    </a:lnTo>
                    <a:lnTo>
                      <a:pt x="2443" y="1536"/>
                    </a:lnTo>
                    <a:lnTo>
                      <a:pt x="2447" y="1532"/>
                    </a:lnTo>
                    <a:lnTo>
                      <a:pt x="2447" y="1532"/>
                    </a:lnTo>
                    <a:lnTo>
                      <a:pt x="2449" y="1531"/>
                    </a:lnTo>
                    <a:lnTo>
                      <a:pt x="2449" y="1531"/>
                    </a:lnTo>
                    <a:lnTo>
                      <a:pt x="2449" y="1531"/>
                    </a:lnTo>
                    <a:lnTo>
                      <a:pt x="2449" y="1531"/>
                    </a:lnTo>
                    <a:lnTo>
                      <a:pt x="2449" y="1531"/>
                    </a:lnTo>
                    <a:lnTo>
                      <a:pt x="2449" y="1531"/>
                    </a:lnTo>
                    <a:lnTo>
                      <a:pt x="2450" y="1528"/>
                    </a:lnTo>
                    <a:lnTo>
                      <a:pt x="2450" y="1528"/>
                    </a:lnTo>
                    <a:lnTo>
                      <a:pt x="2454" y="1524"/>
                    </a:lnTo>
                    <a:lnTo>
                      <a:pt x="2454" y="1524"/>
                    </a:lnTo>
                    <a:lnTo>
                      <a:pt x="2458" y="1520"/>
                    </a:lnTo>
                    <a:lnTo>
                      <a:pt x="2458" y="1520"/>
                    </a:lnTo>
                    <a:lnTo>
                      <a:pt x="2460" y="1518"/>
                    </a:lnTo>
                    <a:lnTo>
                      <a:pt x="2460" y="1518"/>
                    </a:lnTo>
                    <a:lnTo>
                      <a:pt x="2460" y="1518"/>
                    </a:lnTo>
                    <a:lnTo>
                      <a:pt x="2460" y="1518"/>
                    </a:lnTo>
                    <a:lnTo>
                      <a:pt x="2463" y="1516"/>
                    </a:lnTo>
                    <a:lnTo>
                      <a:pt x="2463" y="1516"/>
                    </a:lnTo>
                    <a:lnTo>
                      <a:pt x="2465" y="1512"/>
                    </a:lnTo>
                    <a:lnTo>
                      <a:pt x="2465" y="1512"/>
                    </a:lnTo>
                    <a:lnTo>
                      <a:pt x="2470" y="1507"/>
                    </a:lnTo>
                    <a:lnTo>
                      <a:pt x="2470" y="1507"/>
                    </a:lnTo>
                    <a:lnTo>
                      <a:pt x="2471" y="1505"/>
                    </a:lnTo>
                    <a:lnTo>
                      <a:pt x="2471" y="1505"/>
                    </a:lnTo>
                    <a:lnTo>
                      <a:pt x="2471" y="1505"/>
                    </a:lnTo>
                    <a:lnTo>
                      <a:pt x="2472" y="1503"/>
                    </a:lnTo>
                    <a:lnTo>
                      <a:pt x="2472" y="1503"/>
                    </a:lnTo>
                    <a:lnTo>
                      <a:pt x="2475" y="1499"/>
                    </a:lnTo>
                    <a:lnTo>
                      <a:pt x="2475" y="1499"/>
                    </a:lnTo>
                    <a:lnTo>
                      <a:pt x="2479" y="1495"/>
                    </a:lnTo>
                    <a:lnTo>
                      <a:pt x="2479" y="1495"/>
                    </a:lnTo>
                    <a:lnTo>
                      <a:pt x="2482" y="1491"/>
                    </a:lnTo>
                    <a:lnTo>
                      <a:pt x="2482" y="1491"/>
                    </a:lnTo>
                    <a:lnTo>
                      <a:pt x="2482" y="1491"/>
                    </a:lnTo>
                    <a:lnTo>
                      <a:pt x="2482" y="1491"/>
                    </a:lnTo>
                    <a:lnTo>
                      <a:pt x="2485" y="1487"/>
                    </a:lnTo>
                    <a:lnTo>
                      <a:pt x="2485" y="1487"/>
                    </a:lnTo>
                    <a:lnTo>
                      <a:pt x="2488" y="1482"/>
                    </a:lnTo>
                    <a:lnTo>
                      <a:pt x="2488" y="1482"/>
                    </a:lnTo>
                    <a:lnTo>
                      <a:pt x="2490" y="1478"/>
                    </a:lnTo>
                    <a:lnTo>
                      <a:pt x="2490" y="1478"/>
                    </a:lnTo>
                    <a:lnTo>
                      <a:pt x="2492" y="1477"/>
                    </a:lnTo>
                    <a:lnTo>
                      <a:pt x="2492" y="1477"/>
                    </a:lnTo>
                    <a:lnTo>
                      <a:pt x="2492" y="1477"/>
                    </a:lnTo>
                    <a:lnTo>
                      <a:pt x="2493" y="1474"/>
                    </a:lnTo>
                    <a:lnTo>
                      <a:pt x="2493" y="1474"/>
                    </a:lnTo>
                    <a:lnTo>
                      <a:pt x="2496" y="1470"/>
                    </a:lnTo>
                    <a:lnTo>
                      <a:pt x="2496" y="1470"/>
                    </a:lnTo>
                    <a:lnTo>
                      <a:pt x="2499" y="1466"/>
                    </a:lnTo>
                    <a:lnTo>
                      <a:pt x="2499" y="1466"/>
                    </a:lnTo>
                    <a:lnTo>
                      <a:pt x="2501" y="1462"/>
                    </a:lnTo>
                    <a:lnTo>
                      <a:pt x="2501" y="1462"/>
                    </a:lnTo>
                    <a:lnTo>
                      <a:pt x="2504" y="1458"/>
                    </a:lnTo>
                    <a:lnTo>
                      <a:pt x="2504" y="1458"/>
                    </a:lnTo>
                    <a:lnTo>
                      <a:pt x="2507" y="1453"/>
                    </a:lnTo>
                    <a:lnTo>
                      <a:pt x="2507" y="1453"/>
                    </a:lnTo>
                    <a:lnTo>
                      <a:pt x="2510" y="1448"/>
                    </a:lnTo>
                    <a:lnTo>
                      <a:pt x="2510" y="1448"/>
                    </a:lnTo>
                    <a:lnTo>
                      <a:pt x="2511" y="1447"/>
                    </a:lnTo>
                    <a:lnTo>
                      <a:pt x="2511" y="1447"/>
                    </a:lnTo>
                    <a:lnTo>
                      <a:pt x="2511" y="1447"/>
                    </a:lnTo>
                    <a:lnTo>
                      <a:pt x="2511" y="1447"/>
                    </a:lnTo>
                    <a:lnTo>
                      <a:pt x="2512" y="1444"/>
                    </a:lnTo>
                    <a:lnTo>
                      <a:pt x="2512" y="1444"/>
                    </a:lnTo>
                    <a:lnTo>
                      <a:pt x="2515" y="1440"/>
                    </a:lnTo>
                    <a:lnTo>
                      <a:pt x="2515" y="1440"/>
                    </a:lnTo>
                    <a:lnTo>
                      <a:pt x="2517" y="1435"/>
                    </a:lnTo>
                    <a:lnTo>
                      <a:pt x="2517" y="1435"/>
                    </a:lnTo>
                    <a:lnTo>
                      <a:pt x="2519" y="1431"/>
                    </a:lnTo>
                    <a:lnTo>
                      <a:pt x="2519" y="1431"/>
                    </a:lnTo>
                    <a:lnTo>
                      <a:pt x="2522" y="1426"/>
                    </a:lnTo>
                    <a:lnTo>
                      <a:pt x="2522" y="1426"/>
                    </a:lnTo>
                    <a:lnTo>
                      <a:pt x="2524" y="1422"/>
                    </a:lnTo>
                    <a:lnTo>
                      <a:pt x="2524" y="1422"/>
                    </a:lnTo>
                    <a:lnTo>
                      <a:pt x="2526" y="1416"/>
                    </a:lnTo>
                    <a:lnTo>
                      <a:pt x="2526" y="1416"/>
                    </a:lnTo>
                    <a:lnTo>
                      <a:pt x="2526" y="1416"/>
                    </a:lnTo>
                    <a:lnTo>
                      <a:pt x="2526" y="1416"/>
                    </a:lnTo>
                    <a:lnTo>
                      <a:pt x="2526" y="1415"/>
                    </a:lnTo>
                    <a:lnTo>
                      <a:pt x="2526" y="1415"/>
                    </a:lnTo>
                    <a:lnTo>
                      <a:pt x="2528" y="1415"/>
                    </a:lnTo>
                    <a:lnTo>
                      <a:pt x="2528" y="1415"/>
                    </a:lnTo>
                    <a:lnTo>
                      <a:pt x="2529" y="1412"/>
                    </a:lnTo>
                    <a:lnTo>
                      <a:pt x="2529" y="1412"/>
                    </a:lnTo>
                    <a:lnTo>
                      <a:pt x="2530" y="1408"/>
                    </a:lnTo>
                    <a:lnTo>
                      <a:pt x="2530" y="1408"/>
                    </a:lnTo>
                    <a:lnTo>
                      <a:pt x="2533" y="1402"/>
                    </a:lnTo>
                    <a:lnTo>
                      <a:pt x="2533" y="1402"/>
                    </a:lnTo>
                    <a:lnTo>
                      <a:pt x="2535" y="1399"/>
                    </a:lnTo>
                    <a:lnTo>
                      <a:pt x="2535" y="1399"/>
                    </a:lnTo>
                    <a:lnTo>
                      <a:pt x="2535" y="1398"/>
                    </a:lnTo>
                    <a:lnTo>
                      <a:pt x="2535" y="1398"/>
                    </a:lnTo>
                    <a:lnTo>
                      <a:pt x="2535" y="1397"/>
                    </a:lnTo>
                    <a:lnTo>
                      <a:pt x="2535" y="1397"/>
                    </a:lnTo>
                    <a:lnTo>
                      <a:pt x="2537" y="1393"/>
                    </a:lnTo>
                    <a:lnTo>
                      <a:pt x="2537" y="1393"/>
                    </a:lnTo>
                    <a:lnTo>
                      <a:pt x="2539" y="1387"/>
                    </a:lnTo>
                    <a:lnTo>
                      <a:pt x="2539" y="1387"/>
                    </a:lnTo>
                    <a:lnTo>
                      <a:pt x="2540" y="1381"/>
                    </a:lnTo>
                    <a:lnTo>
                      <a:pt x="2540" y="1381"/>
                    </a:lnTo>
                    <a:lnTo>
                      <a:pt x="2540" y="1381"/>
                    </a:lnTo>
                    <a:lnTo>
                      <a:pt x="2540" y="1381"/>
                    </a:lnTo>
                    <a:lnTo>
                      <a:pt x="2543" y="1376"/>
                    </a:lnTo>
                    <a:lnTo>
                      <a:pt x="2543" y="1376"/>
                    </a:lnTo>
                    <a:lnTo>
                      <a:pt x="2544" y="1372"/>
                    </a:lnTo>
                    <a:lnTo>
                      <a:pt x="2544" y="1372"/>
                    </a:lnTo>
                    <a:lnTo>
                      <a:pt x="2546" y="1366"/>
                    </a:lnTo>
                    <a:lnTo>
                      <a:pt x="2546" y="1366"/>
                    </a:lnTo>
                    <a:lnTo>
                      <a:pt x="2546" y="1365"/>
                    </a:lnTo>
                    <a:lnTo>
                      <a:pt x="2546" y="1365"/>
                    </a:lnTo>
                    <a:lnTo>
                      <a:pt x="2547" y="1365"/>
                    </a:lnTo>
                    <a:lnTo>
                      <a:pt x="2547" y="1361"/>
                    </a:lnTo>
                    <a:lnTo>
                      <a:pt x="2547" y="1361"/>
                    </a:lnTo>
                    <a:lnTo>
                      <a:pt x="2550" y="1354"/>
                    </a:lnTo>
                    <a:lnTo>
                      <a:pt x="2550" y="1354"/>
                    </a:lnTo>
                    <a:lnTo>
                      <a:pt x="2551" y="1348"/>
                    </a:lnTo>
                    <a:lnTo>
                      <a:pt x="2551" y="1348"/>
                    </a:lnTo>
                    <a:lnTo>
                      <a:pt x="2551" y="1348"/>
                    </a:lnTo>
                    <a:lnTo>
                      <a:pt x="2551" y="1348"/>
                    </a:lnTo>
                    <a:lnTo>
                      <a:pt x="2551" y="1347"/>
                    </a:lnTo>
                    <a:lnTo>
                      <a:pt x="2551" y="1347"/>
                    </a:lnTo>
                    <a:lnTo>
                      <a:pt x="2553" y="1343"/>
                    </a:lnTo>
                    <a:lnTo>
                      <a:pt x="2553" y="1343"/>
                    </a:lnTo>
                    <a:lnTo>
                      <a:pt x="2554" y="1336"/>
                    </a:lnTo>
                    <a:lnTo>
                      <a:pt x="2554" y="1336"/>
                    </a:lnTo>
                    <a:lnTo>
                      <a:pt x="2555" y="1330"/>
                    </a:lnTo>
                    <a:lnTo>
                      <a:pt x="2555" y="1330"/>
                    </a:lnTo>
                    <a:lnTo>
                      <a:pt x="2555" y="1329"/>
                    </a:lnTo>
                    <a:lnTo>
                      <a:pt x="2555" y="1329"/>
                    </a:lnTo>
                    <a:lnTo>
                      <a:pt x="2555" y="1329"/>
                    </a:lnTo>
                    <a:lnTo>
                      <a:pt x="2555" y="1329"/>
                    </a:lnTo>
                    <a:lnTo>
                      <a:pt x="2557" y="1322"/>
                    </a:lnTo>
                    <a:lnTo>
                      <a:pt x="2557" y="1322"/>
                    </a:lnTo>
                    <a:lnTo>
                      <a:pt x="2558" y="1315"/>
                    </a:lnTo>
                    <a:lnTo>
                      <a:pt x="2558" y="1315"/>
                    </a:lnTo>
                    <a:lnTo>
                      <a:pt x="2560" y="1312"/>
                    </a:lnTo>
                    <a:lnTo>
                      <a:pt x="2560" y="1312"/>
                    </a:lnTo>
                    <a:lnTo>
                      <a:pt x="2560" y="1311"/>
                    </a:lnTo>
                    <a:lnTo>
                      <a:pt x="2560" y="1311"/>
                    </a:lnTo>
                    <a:lnTo>
                      <a:pt x="2560" y="1308"/>
                    </a:lnTo>
                    <a:lnTo>
                      <a:pt x="2560" y="1308"/>
                    </a:lnTo>
                    <a:lnTo>
                      <a:pt x="2561" y="1300"/>
                    </a:lnTo>
                    <a:lnTo>
                      <a:pt x="2561" y="1300"/>
                    </a:lnTo>
                    <a:lnTo>
                      <a:pt x="2562" y="1294"/>
                    </a:lnTo>
                    <a:lnTo>
                      <a:pt x="2562" y="1294"/>
                    </a:lnTo>
                    <a:lnTo>
                      <a:pt x="2562" y="1293"/>
                    </a:lnTo>
                    <a:lnTo>
                      <a:pt x="2562" y="1293"/>
                    </a:lnTo>
                    <a:lnTo>
                      <a:pt x="2562" y="1291"/>
                    </a:lnTo>
                    <a:lnTo>
                      <a:pt x="2562" y="1291"/>
                    </a:lnTo>
                    <a:lnTo>
                      <a:pt x="2564" y="1283"/>
                    </a:lnTo>
                    <a:lnTo>
                      <a:pt x="2564" y="1283"/>
                    </a:lnTo>
                    <a:lnTo>
                      <a:pt x="2564" y="1275"/>
                    </a:lnTo>
                    <a:lnTo>
                      <a:pt x="2564" y="1275"/>
                    </a:lnTo>
                    <a:lnTo>
                      <a:pt x="2564" y="1275"/>
                    </a:lnTo>
                    <a:lnTo>
                      <a:pt x="2564" y="1275"/>
                    </a:lnTo>
                    <a:lnTo>
                      <a:pt x="2564" y="1273"/>
                    </a:lnTo>
                    <a:lnTo>
                      <a:pt x="2564" y="1273"/>
                    </a:lnTo>
                    <a:lnTo>
                      <a:pt x="2564" y="1273"/>
                    </a:lnTo>
                    <a:lnTo>
                      <a:pt x="2564" y="1273"/>
                    </a:lnTo>
                    <a:lnTo>
                      <a:pt x="2565" y="1272"/>
                    </a:lnTo>
                    <a:lnTo>
                      <a:pt x="2565" y="1272"/>
                    </a:lnTo>
                    <a:lnTo>
                      <a:pt x="2565" y="1269"/>
                    </a:lnTo>
                    <a:lnTo>
                      <a:pt x="2565" y="1269"/>
                    </a:lnTo>
                    <a:lnTo>
                      <a:pt x="2565" y="1258"/>
                    </a:lnTo>
                    <a:lnTo>
                      <a:pt x="2565" y="1258"/>
                    </a:lnTo>
                    <a:lnTo>
                      <a:pt x="2565" y="1257"/>
                    </a:lnTo>
                    <a:lnTo>
                      <a:pt x="2565" y="1257"/>
                    </a:lnTo>
                    <a:lnTo>
                      <a:pt x="2565" y="1253"/>
                    </a:lnTo>
                    <a:lnTo>
                      <a:pt x="2565" y="1253"/>
                    </a:lnTo>
                    <a:lnTo>
                      <a:pt x="2565" y="1243"/>
                    </a:lnTo>
                    <a:lnTo>
                      <a:pt x="2565" y="1243"/>
                    </a:lnTo>
                    <a:lnTo>
                      <a:pt x="2565" y="1240"/>
                    </a:lnTo>
                    <a:lnTo>
                      <a:pt x="2565" y="1240"/>
                    </a:lnTo>
                    <a:lnTo>
                      <a:pt x="2565" y="1239"/>
                    </a:lnTo>
                    <a:lnTo>
                      <a:pt x="2565" y="1239"/>
                    </a:lnTo>
                    <a:lnTo>
                      <a:pt x="2565" y="1228"/>
                    </a:lnTo>
                    <a:lnTo>
                      <a:pt x="2565" y="1228"/>
                    </a:lnTo>
                    <a:lnTo>
                      <a:pt x="2565" y="1225"/>
                    </a:lnTo>
                    <a:lnTo>
                      <a:pt x="2565" y="1225"/>
                    </a:lnTo>
                    <a:lnTo>
                      <a:pt x="2565" y="1224"/>
                    </a:lnTo>
                    <a:lnTo>
                      <a:pt x="2565" y="1224"/>
                    </a:lnTo>
                    <a:lnTo>
                      <a:pt x="2565" y="1210"/>
                    </a:lnTo>
                    <a:lnTo>
                      <a:pt x="2565" y="1210"/>
                    </a:lnTo>
                    <a:lnTo>
                      <a:pt x="2565" y="1210"/>
                    </a:lnTo>
                    <a:lnTo>
                      <a:pt x="2565" y="1210"/>
                    </a:lnTo>
                    <a:lnTo>
                      <a:pt x="2564" y="1204"/>
                    </a:lnTo>
                    <a:lnTo>
                      <a:pt x="2564" y="1204"/>
                    </a:lnTo>
                    <a:lnTo>
                      <a:pt x="2564" y="1197"/>
                    </a:lnTo>
                    <a:lnTo>
                      <a:pt x="2564" y="1197"/>
                    </a:lnTo>
                    <a:lnTo>
                      <a:pt x="2564" y="1196"/>
                    </a:lnTo>
                    <a:lnTo>
                      <a:pt x="2564" y="1196"/>
                    </a:lnTo>
                    <a:lnTo>
                      <a:pt x="2562" y="1192"/>
                    </a:lnTo>
                    <a:lnTo>
                      <a:pt x="2562" y="1192"/>
                    </a:lnTo>
                    <a:lnTo>
                      <a:pt x="2562" y="1185"/>
                    </a:lnTo>
                    <a:lnTo>
                      <a:pt x="2562" y="1185"/>
                    </a:lnTo>
                    <a:lnTo>
                      <a:pt x="2561" y="1183"/>
                    </a:lnTo>
                    <a:lnTo>
                      <a:pt x="2561" y="1183"/>
                    </a:lnTo>
                    <a:lnTo>
                      <a:pt x="2561" y="1181"/>
                    </a:lnTo>
                    <a:lnTo>
                      <a:pt x="2561" y="1181"/>
                    </a:lnTo>
                    <a:lnTo>
                      <a:pt x="2560" y="1174"/>
                    </a:lnTo>
                    <a:lnTo>
                      <a:pt x="2560" y="1174"/>
                    </a:lnTo>
                    <a:lnTo>
                      <a:pt x="2560" y="1172"/>
                    </a:lnTo>
                    <a:lnTo>
                      <a:pt x="2560" y="1172"/>
                    </a:lnTo>
                    <a:lnTo>
                      <a:pt x="2560" y="1171"/>
                    </a:lnTo>
                    <a:lnTo>
                      <a:pt x="2560" y="1171"/>
                    </a:lnTo>
                    <a:close/>
                    <a:moveTo>
                      <a:pt x="656" y="198"/>
                    </a:moveTo>
                    <a:lnTo>
                      <a:pt x="656" y="198"/>
                    </a:lnTo>
                    <a:lnTo>
                      <a:pt x="657" y="201"/>
                    </a:lnTo>
                    <a:lnTo>
                      <a:pt x="657" y="201"/>
                    </a:lnTo>
                    <a:lnTo>
                      <a:pt x="654" y="190"/>
                    </a:lnTo>
                    <a:lnTo>
                      <a:pt x="654" y="190"/>
                    </a:lnTo>
                    <a:lnTo>
                      <a:pt x="656" y="194"/>
                    </a:lnTo>
                    <a:lnTo>
                      <a:pt x="656" y="194"/>
                    </a:lnTo>
                    <a:lnTo>
                      <a:pt x="656" y="198"/>
                    </a:lnTo>
                    <a:lnTo>
                      <a:pt x="656" y="198"/>
                    </a:lnTo>
                    <a:close/>
                    <a:moveTo>
                      <a:pt x="649" y="170"/>
                    </a:moveTo>
                    <a:lnTo>
                      <a:pt x="649" y="170"/>
                    </a:lnTo>
                    <a:lnTo>
                      <a:pt x="650" y="173"/>
                    </a:lnTo>
                    <a:lnTo>
                      <a:pt x="650" y="173"/>
                    </a:lnTo>
                    <a:lnTo>
                      <a:pt x="651" y="181"/>
                    </a:lnTo>
                    <a:lnTo>
                      <a:pt x="651" y="181"/>
                    </a:lnTo>
                    <a:lnTo>
                      <a:pt x="653" y="181"/>
                    </a:lnTo>
                    <a:lnTo>
                      <a:pt x="653" y="181"/>
                    </a:lnTo>
                    <a:lnTo>
                      <a:pt x="649" y="167"/>
                    </a:lnTo>
                    <a:lnTo>
                      <a:pt x="649" y="167"/>
                    </a:lnTo>
                    <a:lnTo>
                      <a:pt x="649" y="170"/>
                    </a:lnTo>
                    <a:lnTo>
                      <a:pt x="649" y="170"/>
                    </a:lnTo>
                    <a:close/>
                    <a:moveTo>
                      <a:pt x="646" y="159"/>
                    </a:moveTo>
                    <a:lnTo>
                      <a:pt x="646" y="159"/>
                    </a:lnTo>
                    <a:lnTo>
                      <a:pt x="647" y="163"/>
                    </a:lnTo>
                    <a:lnTo>
                      <a:pt x="647" y="163"/>
                    </a:lnTo>
                    <a:lnTo>
                      <a:pt x="643" y="151"/>
                    </a:lnTo>
                    <a:lnTo>
                      <a:pt x="643" y="151"/>
                    </a:lnTo>
                    <a:lnTo>
                      <a:pt x="644" y="156"/>
                    </a:lnTo>
                    <a:lnTo>
                      <a:pt x="644" y="156"/>
                    </a:lnTo>
                    <a:lnTo>
                      <a:pt x="646" y="159"/>
                    </a:lnTo>
                    <a:lnTo>
                      <a:pt x="646" y="159"/>
                    </a:lnTo>
                    <a:close/>
                    <a:moveTo>
                      <a:pt x="658" y="208"/>
                    </a:moveTo>
                    <a:lnTo>
                      <a:pt x="658" y="208"/>
                    </a:lnTo>
                    <a:lnTo>
                      <a:pt x="658" y="213"/>
                    </a:lnTo>
                    <a:lnTo>
                      <a:pt x="658" y="213"/>
                    </a:lnTo>
                    <a:lnTo>
                      <a:pt x="660" y="217"/>
                    </a:lnTo>
                    <a:lnTo>
                      <a:pt x="660" y="217"/>
                    </a:lnTo>
                    <a:lnTo>
                      <a:pt x="660" y="219"/>
                    </a:lnTo>
                    <a:lnTo>
                      <a:pt x="660" y="219"/>
                    </a:lnTo>
                    <a:lnTo>
                      <a:pt x="658" y="208"/>
                    </a:lnTo>
                    <a:lnTo>
                      <a:pt x="658" y="208"/>
                    </a:lnTo>
                    <a:close/>
                    <a:moveTo>
                      <a:pt x="661" y="227"/>
                    </a:moveTo>
                    <a:lnTo>
                      <a:pt x="661" y="227"/>
                    </a:lnTo>
                    <a:lnTo>
                      <a:pt x="661" y="230"/>
                    </a:lnTo>
                    <a:lnTo>
                      <a:pt x="661" y="230"/>
                    </a:lnTo>
                    <a:lnTo>
                      <a:pt x="662" y="235"/>
                    </a:lnTo>
                    <a:lnTo>
                      <a:pt x="662" y="235"/>
                    </a:lnTo>
                    <a:lnTo>
                      <a:pt x="662" y="239"/>
                    </a:lnTo>
                    <a:lnTo>
                      <a:pt x="662" y="239"/>
                    </a:lnTo>
                    <a:lnTo>
                      <a:pt x="661" y="227"/>
                    </a:lnTo>
                    <a:lnTo>
                      <a:pt x="661" y="227"/>
                    </a:lnTo>
                    <a:close/>
                    <a:moveTo>
                      <a:pt x="664" y="246"/>
                    </a:moveTo>
                    <a:lnTo>
                      <a:pt x="664" y="246"/>
                    </a:lnTo>
                    <a:lnTo>
                      <a:pt x="664" y="246"/>
                    </a:lnTo>
                    <a:lnTo>
                      <a:pt x="664" y="246"/>
                    </a:lnTo>
                    <a:lnTo>
                      <a:pt x="664" y="253"/>
                    </a:lnTo>
                    <a:lnTo>
                      <a:pt x="664" y="253"/>
                    </a:lnTo>
                    <a:lnTo>
                      <a:pt x="664" y="262"/>
                    </a:lnTo>
                    <a:lnTo>
                      <a:pt x="664" y="262"/>
                    </a:lnTo>
                    <a:lnTo>
                      <a:pt x="664" y="262"/>
                    </a:lnTo>
                    <a:lnTo>
                      <a:pt x="664" y="262"/>
                    </a:lnTo>
                    <a:lnTo>
                      <a:pt x="664" y="246"/>
                    </a:lnTo>
                    <a:lnTo>
                      <a:pt x="664" y="246"/>
                    </a:lnTo>
                    <a:close/>
                    <a:moveTo>
                      <a:pt x="665" y="267"/>
                    </a:moveTo>
                    <a:lnTo>
                      <a:pt x="665" y="267"/>
                    </a:lnTo>
                    <a:lnTo>
                      <a:pt x="665" y="268"/>
                    </a:lnTo>
                    <a:lnTo>
                      <a:pt x="665" y="268"/>
                    </a:lnTo>
                    <a:lnTo>
                      <a:pt x="665" y="278"/>
                    </a:lnTo>
                    <a:lnTo>
                      <a:pt x="665" y="278"/>
                    </a:lnTo>
                    <a:lnTo>
                      <a:pt x="665" y="285"/>
                    </a:lnTo>
                    <a:lnTo>
                      <a:pt x="665" y="285"/>
                    </a:lnTo>
                    <a:lnTo>
                      <a:pt x="665" y="285"/>
                    </a:lnTo>
                    <a:lnTo>
                      <a:pt x="665" y="285"/>
                    </a:lnTo>
                    <a:lnTo>
                      <a:pt x="665" y="267"/>
                    </a:lnTo>
                    <a:lnTo>
                      <a:pt x="665" y="267"/>
                    </a:lnTo>
                    <a:close/>
                    <a:moveTo>
                      <a:pt x="636" y="136"/>
                    </a:moveTo>
                    <a:lnTo>
                      <a:pt x="636" y="136"/>
                    </a:lnTo>
                    <a:lnTo>
                      <a:pt x="640" y="145"/>
                    </a:lnTo>
                    <a:lnTo>
                      <a:pt x="640" y="145"/>
                    </a:lnTo>
                    <a:lnTo>
                      <a:pt x="642" y="147"/>
                    </a:lnTo>
                    <a:lnTo>
                      <a:pt x="642" y="147"/>
                    </a:lnTo>
                    <a:lnTo>
                      <a:pt x="636" y="133"/>
                    </a:lnTo>
                    <a:lnTo>
                      <a:pt x="636" y="133"/>
                    </a:lnTo>
                    <a:lnTo>
                      <a:pt x="636" y="133"/>
                    </a:lnTo>
                    <a:lnTo>
                      <a:pt x="636" y="133"/>
                    </a:lnTo>
                    <a:lnTo>
                      <a:pt x="636" y="136"/>
                    </a:lnTo>
                    <a:lnTo>
                      <a:pt x="636" y="136"/>
                    </a:lnTo>
                    <a:close/>
                    <a:moveTo>
                      <a:pt x="632" y="123"/>
                    </a:moveTo>
                    <a:lnTo>
                      <a:pt x="632" y="123"/>
                    </a:lnTo>
                    <a:lnTo>
                      <a:pt x="635" y="129"/>
                    </a:lnTo>
                    <a:lnTo>
                      <a:pt x="635" y="129"/>
                    </a:lnTo>
                    <a:lnTo>
                      <a:pt x="629" y="118"/>
                    </a:lnTo>
                    <a:lnTo>
                      <a:pt x="629" y="118"/>
                    </a:lnTo>
                    <a:lnTo>
                      <a:pt x="631" y="122"/>
                    </a:lnTo>
                    <a:lnTo>
                      <a:pt x="631" y="122"/>
                    </a:lnTo>
                    <a:lnTo>
                      <a:pt x="632" y="123"/>
                    </a:lnTo>
                    <a:lnTo>
                      <a:pt x="632" y="123"/>
                    </a:lnTo>
                    <a:close/>
                    <a:moveTo>
                      <a:pt x="621" y="102"/>
                    </a:moveTo>
                    <a:lnTo>
                      <a:pt x="621" y="102"/>
                    </a:lnTo>
                    <a:lnTo>
                      <a:pt x="626" y="111"/>
                    </a:lnTo>
                    <a:lnTo>
                      <a:pt x="626" y="111"/>
                    </a:lnTo>
                    <a:lnTo>
                      <a:pt x="626" y="112"/>
                    </a:lnTo>
                    <a:lnTo>
                      <a:pt x="626" y="112"/>
                    </a:lnTo>
                    <a:lnTo>
                      <a:pt x="626" y="112"/>
                    </a:lnTo>
                    <a:lnTo>
                      <a:pt x="626" y="112"/>
                    </a:lnTo>
                    <a:lnTo>
                      <a:pt x="628" y="115"/>
                    </a:lnTo>
                    <a:lnTo>
                      <a:pt x="628" y="115"/>
                    </a:lnTo>
                    <a:lnTo>
                      <a:pt x="620" y="101"/>
                    </a:lnTo>
                    <a:lnTo>
                      <a:pt x="621" y="101"/>
                    </a:lnTo>
                    <a:lnTo>
                      <a:pt x="621" y="101"/>
                    </a:lnTo>
                    <a:lnTo>
                      <a:pt x="621" y="102"/>
                    </a:lnTo>
                    <a:lnTo>
                      <a:pt x="621" y="102"/>
                    </a:lnTo>
                    <a:close/>
                    <a:moveTo>
                      <a:pt x="665" y="291"/>
                    </a:moveTo>
                    <a:lnTo>
                      <a:pt x="665" y="291"/>
                    </a:lnTo>
                    <a:lnTo>
                      <a:pt x="665" y="295"/>
                    </a:lnTo>
                    <a:lnTo>
                      <a:pt x="665" y="295"/>
                    </a:lnTo>
                    <a:lnTo>
                      <a:pt x="665" y="302"/>
                    </a:lnTo>
                    <a:lnTo>
                      <a:pt x="665" y="302"/>
                    </a:lnTo>
                    <a:lnTo>
                      <a:pt x="665" y="307"/>
                    </a:lnTo>
                    <a:lnTo>
                      <a:pt x="665" y="307"/>
                    </a:lnTo>
                    <a:lnTo>
                      <a:pt x="665" y="291"/>
                    </a:lnTo>
                    <a:lnTo>
                      <a:pt x="665" y="291"/>
                    </a:lnTo>
                    <a:close/>
                    <a:moveTo>
                      <a:pt x="665" y="313"/>
                    </a:moveTo>
                    <a:lnTo>
                      <a:pt x="665" y="313"/>
                    </a:lnTo>
                    <a:lnTo>
                      <a:pt x="665" y="318"/>
                    </a:lnTo>
                    <a:lnTo>
                      <a:pt x="665" y="318"/>
                    </a:lnTo>
                    <a:lnTo>
                      <a:pt x="665" y="327"/>
                    </a:lnTo>
                    <a:lnTo>
                      <a:pt x="665" y="327"/>
                    </a:lnTo>
                    <a:lnTo>
                      <a:pt x="665" y="313"/>
                    </a:lnTo>
                    <a:lnTo>
                      <a:pt x="665" y="313"/>
                    </a:lnTo>
                    <a:close/>
                    <a:moveTo>
                      <a:pt x="664" y="336"/>
                    </a:moveTo>
                    <a:lnTo>
                      <a:pt x="664" y="336"/>
                    </a:lnTo>
                    <a:lnTo>
                      <a:pt x="664" y="338"/>
                    </a:lnTo>
                    <a:lnTo>
                      <a:pt x="664" y="338"/>
                    </a:lnTo>
                    <a:lnTo>
                      <a:pt x="664" y="342"/>
                    </a:lnTo>
                    <a:lnTo>
                      <a:pt x="664" y="342"/>
                    </a:lnTo>
                    <a:lnTo>
                      <a:pt x="664" y="351"/>
                    </a:lnTo>
                    <a:lnTo>
                      <a:pt x="664" y="351"/>
                    </a:lnTo>
                    <a:lnTo>
                      <a:pt x="664" y="336"/>
                    </a:lnTo>
                    <a:lnTo>
                      <a:pt x="664" y="336"/>
                    </a:lnTo>
                    <a:close/>
                    <a:moveTo>
                      <a:pt x="608" y="82"/>
                    </a:moveTo>
                    <a:lnTo>
                      <a:pt x="608" y="82"/>
                    </a:lnTo>
                    <a:lnTo>
                      <a:pt x="610" y="84"/>
                    </a:lnTo>
                    <a:lnTo>
                      <a:pt x="610" y="84"/>
                    </a:lnTo>
                    <a:lnTo>
                      <a:pt x="604" y="76"/>
                    </a:lnTo>
                    <a:lnTo>
                      <a:pt x="604" y="76"/>
                    </a:lnTo>
                    <a:lnTo>
                      <a:pt x="607" y="82"/>
                    </a:lnTo>
                    <a:lnTo>
                      <a:pt x="607" y="82"/>
                    </a:lnTo>
                    <a:lnTo>
                      <a:pt x="608" y="82"/>
                    </a:lnTo>
                    <a:lnTo>
                      <a:pt x="608" y="82"/>
                    </a:lnTo>
                    <a:close/>
                    <a:moveTo>
                      <a:pt x="595" y="65"/>
                    </a:moveTo>
                    <a:lnTo>
                      <a:pt x="595" y="65"/>
                    </a:lnTo>
                    <a:lnTo>
                      <a:pt x="602" y="72"/>
                    </a:lnTo>
                    <a:lnTo>
                      <a:pt x="602" y="72"/>
                    </a:lnTo>
                    <a:lnTo>
                      <a:pt x="602" y="73"/>
                    </a:lnTo>
                    <a:lnTo>
                      <a:pt x="602" y="73"/>
                    </a:lnTo>
                    <a:lnTo>
                      <a:pt x="602" y="73"/>
                    </a:lnTo>
                    <a:lnTo>
                      <a:pt x="602" y="73"/>
                    </a:lnTo>
                    <a:lnTo>
                      <a:pt x="593" y="64"/>
                    </a:lnTo>
                    <a:lnTo>
                      <a:pt x="593" y="64"/>
                    </a:lnTo>
                    <a:lnTo>
                      <a:pt x="595" y="64"/>
                    </a:lnTo>
                    <a:lnTo>
                      <a:pt x="595" y="64"/>
                    </a:lnTo>
                    <a:lnTo>
                      <a:pt x="595" y="65"/>
                    </a:lnTo>
                    <a:lnTo>
                      <a:pt x="595" y="65"/>
                    </a:lnTo>
                    <a:close/>
                    <a:moveTo>
                      <a:pt x="588" y="57"/>
                    </a:moveTo>
                    <a:lnTo>
                      <a:pt x="588" y="57"/>
                    </a:lnTo>
                    <a:lnTo>
                      <a:pt x="590" y="61"/>
                    </a:lnTo>
                    <a:lnTo>
                      <a:pt x="590" y="61"/>
                    </a:lnTo>
                    <a:lnTo>
                      <a:pt x="584" y="52"/>
                    </a:lnTo>
                    <a:lnTo>
                      <a:pt x="584" y="52"/>
                    </a:lnTo>
                    <a:lnTo>
                      <a:pt x="586" y="57"/>
                    </a:lnTo>
                    <a:lnTo>
                      <a:pt x="586" y="57"/>
                    </a:lnTo>
                    <a:lnTo>
                      <a:pt x="588" y="57"/>
                    </a:lnTo>
                    <a:lnTo>
                      <a:pt x="588" y="57"/>
                    </a:lnTo>
                    <a:close/>
                    <a:moveTo>
                      <a:pt x="579" y="48"/>
                    </a:moveTo>
                    <a:lnTo>
                      <a:pt x="579" y="48"/>
                    </a:lnTo>
                    <a:lnTo>
                      <a:pt x="579" y="48"/>
                    </a:lnTo>
                    <a:lnTo>
                      <a:pt x="579" y="48"/>
                    </a:lnTo>
                    <a:lnTo>
                      <a:pt x="581" y="50"/>
                    </a:lnTo>
                    <a:lnTo>
                      <a:pt x="581" y="50"/>
                    </a:lnTo>
                    <a:lnTo>
                      <a:pt x="571" y="41"/>
                    </a:lnTo>
                    <a:lnTo>
                      <a:pt x="571" y="41"/>
                    </a:lnTo>
                    <a:lnTo>
                      <a:pt x="571" y="41"/>
                    </a:lnTo>
                    <a:lnTo>
                      <a:pt x="571" y="41"/>
                    </a:lnTo>
                    <a:lnTo>
                      <a:pt x="579" y="48"/>
                    </a:lnTo>
                    <a:lnTo>
                      <a:pt x="579" y="48"/>
                    </a:lnTo>
                    <a:close/>
                    <a:moveTo>
                      <a:pt x="564" y="36"/>
                    </a:moveTo>
                    <a:lnTo>
                      <a:pt x="564" y="36"/>
                    </a:lnTo>
                    <a:lnTo>
                      <a:pt x="571" y="41"/>
                    </a:lnTo>
                    <a:lnTo>
                      <a:pt x="571" y="41"/>
                    </a:lnTo>
                    <a:lnTo>
                      <a:pt x="561" y="33"/>
                    </a:lnTo>
                    <a:lnTo>
                      <a:pt x="561" y="33"/>
                    </a:lnTo>
                    <a:lnTo>
                      <a:pt x="563" y="34"/>
                    </a:lnTo>
                    <a:lnTo>
                      <a:pt x="563" y="34"/>
                    </a:lnTo>
                    <a:lnTo>
                      <a:pt x="564" y="36"/>
                    </a:lnTo>
                    <a:lnTo>
                      <a:pt x="564" y="36"/>
                    </a:lnTo>
                    <a:close/>
                    <a:moveTo>
                      <a:pt x="554" y="29"/>
                    </a:moveTo>
                    <a:lnTo>
                      <a:pt x="554" y="29"/>
                    </a:lnTo>
                    <a:lnTo>
                      <a:pt x="556" y="29"/>
                    </a:lnTo>
                    <a:lnTo>
                      <a:pt x="556" y="29"/>
                    </a:lnTo>
                    <a:lnTo>
                      <a:pt x="557" y="32"/>
                    </a:lnTo>
                    <a:lnTo>
                      <a:pt x="557" y="32"/>
                    </a:lnTo>
                    <a:lnTo>
                      <a:pt x="549" y="25"/>
                    </a:lnTo>
                    <a:lnTo>
                      <a:pt x="549" y="25"/>
                    </a:lnTo>
                    <a:lnTo>
                      <a:pt x="554" y="29"/>
                    </a:lnTo>
                    <a:lnTo>
                      <a:pt x="554" y="29"/>
                    </a:lnTo>
                    <a:close/>
                    <a:moveTo>
                      <a:pt x="156" y="937"/>
                    </a:moveTo>
                    <a:lnTo>
                      <a:pt x="156" y="937"/>
                    </a:lnTo>
                    <a:lnTo>
                      <a:pt x="168" y="940"/>
                    </a:lnTo>
                    <a:lnTo>
                      <a:pt x="168" y="940"/>
                    </a:lnTo>
                    <a:lnTo>
                      <a:pt x="168" y="940"/>
                    </a:lnTo>
                    <a:lnTo>
                      <a:pt x="168" y="940"/>
                    </a:lnTo>
                    <a:lnTo>
                      <a:pt x="156" y="937"/>
                    </a:lnTo>
                    <a:lnTo>
                      <a:pt x="156" y="937"/>
                    </a:lnTo>
                    <a:close/>
                    <a:moveTo>
                      <a:pt x="182" y="943"/>
                    </a:moveTo>
                    <a:lnTo>
                      <a:pt x="182" y="943"/>
                    </a:lnTo>
                    <a:lnTo>
                      <a:pt x="170" y="940"/>
                    </a:lnTo>
                    <a:lnTo>
                      <a:pt x="170" y="940"/>
                    </a:lnTo>
                    <a:lnTo>
                      <a:pt x="182" y="943"/>
                    </a:lnTo>
                    <a:lnTo>
                      <a:pt x="182" y="943"/>
                    </a:lnTo>
                    <a:close/>
                    <a:moveTo>
                      <a:pt x="185" y="943"/>
                    </a:moveTo>
                    <a:lnTo>
                      <a:pt x="185" y="943"/>
                    </a:lnTo>
                    <a:lnTo>
                      <a:pt x="199" y="944"/>
                    </a:lnTo>
                    <a:lnTo>
                      <a:pt x="199" y="944"/>
                    </a:lnTo>
                    <a:lnTo>
                      <a:pt x="189" y="944"/>
                    </a:lnTo>
                    <a:lnTo>
                      <a:pt x="189" y="944"/>
                    </a:lnTo>
                    <a:lnTo>
                      <a:pt x="185" y="943"/>
                    </a:lnTo>
                    <a:lnTo>
                      <a:pt x="185" y="943"/>
                    </a:lnTo>
                    <a:close/>
                    <a:moveTo>
                      <a:pt x="200" y="944"/>
                    </a:moveTo>
                    <a:lnTo>
                      <a:pt x="200" y="944"/>
                    </a:lnTo>
                    <a:lnTo>
                      <a:pt x="213" y="944"/>
                    </a:lnTo>
                    <a:lnTo>
                      <a:pt x="213" y="944"/>
                    </a:lnTo>
                    <a:lnTo>
                      <a:pt x="210" y="944"/>
                    </a:lnTo>
                    <a:lnTo>
                      <a:pt x="210" y="944"/>
                    </a:lnTo>
                    <a:lnTo>
                      <a:pt x="200" y="944"/>
                    </a:lnTo>
                    <a:lnTo>
                      <a:pt x="200" y="944"/>
                    </a:lnTo>
                    <a:close/>
                    <a:moveTo>
                      <a:pt x="232" y="944"/>
                    </a:moveTo>
                    <a:lnTo>
                      <a:pt x="232" y="944"/>
                    </a:lnTo>
                    <a:lnTo>
                      <a:pt x="217" y="944"/>
                    </a:lnTo>
                    <a:lnTo>
                      <a:pt x="217" y="944"/>
                    </a:lnTo>
                    <a:lnTo>
                      <a:pt x="232" y="944"/>
                    </a:lnTo>
                    <a:lnTo>
                      <a:pt x="232" y="944"/>
                    </a:lnTo>
                    <a:lnTo>
                      <a:pt x="247" y="941"/>
                    </a:lnTo>
                    <a:lnTo>
                      <a:pt x="247" y="941"/>
                    </a:lnTo>
                    <a:lnTo>
                      <a:pt x="247" y="941"/>
                    </a:lnTo>
                    <a:lnTo>
                      <a:pt x="247" y="941"/>
                    </a:lnTo>
                    <a:lnTo>
                      <a:pt x="232" y="944"/>
                    </a:lnTo>
                    <a:lnTo>
                      <a:pt x="232" y="944"/>
                    </a:lnTo>
                    <a:close/>
                    <a:moveTo>
                      <a:pt x="260" y="938"/>
                    </a:moveTo>
                    <a:lnTo>
                      <a:pt x="260" y="938"/>
                    </a:lnTo>
                    <a:lnTo>
                      <a:pt x="264" y="937"/>
                    </a:lnTo>
                    <a:lnTo>
                      <a:pt x="264" y="937"/>
                    </a:lnTo>
                    <a:lnTo>
                      <a:pt x="264" y="937"/>
                    </a:lnTo>
                    <a:lnTo>
                      <a:pt x="260" y="938"/>
                    </a:lnTo>
                    <a:lnTo>
                      <a:pt x="260" y="938"/>
                    </a:lnTo>
                    <a:close/>
                    <a:moveTo>
                      <a:pt x="272" y="936"/>
                    </a:moveTo>
                    <a:lnTo>
                      <a:pt x="272" y="936"/>
                    </a:lnTo>
                    <a:lnTo>
                      <a:pt x="281" y="933"/>
                    </a:lnTo>
                    <a:lnTo>
                      <a:pt x="281" y="933"/>
                    </a:lnTo>
                    <a:lnTo>
                      <a:pt x="281" y="933"/>
                    </a:lnTo>
                    <a:lnTo>
                      <a:pt x="281" y="933"/>
                    </a:lnTo>
                    <a:lnTo>
                      <a:pt x="272" y="936"/>
                    </a:lnTo>
                    <a:lnTo>
                      <a:pt x="272" y="936"/>
                    </a:lnTo>
                    <a:close/>
                    <a:moveTo>
                      <a:pt x="283" y="933"/>
                    </a:moveTo>
                    <a:lnTo>
                      <a:pt x="283" y="933"/>
                    </a:lnTo>
                    <a:lnTo>
                      <a:pt x="283" y="933"/>
                    </a:lnTo>
                    <a:lnTo>
                      <a:pt x="297" y="927"/>
                    </a:lnTo>
                    <a:lnTo>
                      <a:pt x="297" y="927"/>
                    </a:lnTo>
                    <a:lnTo>
                      <a:pt x="297" y="927"/>
                    </a:lnTo>
                    <a:lnTo>
                      <a:pt x="297" y="927"/>
                    </a:lnTo>
                    <a:lnTo>
                      <a:pt x="283" y="933"/>
                    </a:lnTo>
                    <a:lnTo>
                      <a:pt x="283" y="933"/>
                    </a:lnTo>
                    <a:close/>
                    <a:moveTo>
                      <a:pt x="301" y="926"/>
                    </a:moveTo>
                    <a:lnTo>
                      <a:pt x="301" y="926"/>
                    </a:lnTo>
                    <a:lnTo>
                      <a:pt x="301" y="926"/>
                    </a:lnTo>
                    <a:lnTo>
                      <a:pt x="301" y="926"/>
                    </a:lnTo>
                    <a:lnTo>
                      <a:pt x="316" y="920"/>
                    </a:lnTo>
                    <a:lnTo>
                      <a:pt x="316" y="920"/>
                    </a:lnTo>
                    <a:lnTo>
                      <a:pt x="316" y="920"/>
                    </a:lnTo>
                    <a:lnTo>
                      <a:pt x="316" y="920"/>
                    </a:lnTo>
                    <a:lnTo>
                      <a:pt x="301" y="926"/>
                    </a:lnTo>
                    <a:lnTo>
                      <a:pt x="301" y="926"/>
                    </a:lnTo>
                    <a:close/>
                    <a:moveTo>
                      <a:pt x="334" y="911"/>
                    </a:moveTo>
                    <a:lnTo>
                      <a:pt x="334" y="911"/>
                    </a:lnTo>
                    <a:lnTo>
                      <a:pt x="334" y="911"/>
                    </a:lnTo>
                    <a:lnTo>
                      <a:pt x="348" y="902"/>
                    </a:lnTo>
                    <a:lnTo>
                      <a:pt x="348" y="902"/>
                    </a:lnTo>
                    <a:lnTo>
                      <a:pt x="348" y="902"/>
                    </a:lnTo>
                    <a:lnTo>
                      <a:pt x="334" y="911"/>
                    </a:lnTo>
                    <a:lnTo>
                      <a:pt x="334" y="911"/>
                    </a:lnTo>
                    <a:close/>
                    <a:moveTo>
                      <a:pt x="359" y="896"/>
                    </a:moveTo>
                    <a:lnTo>
                      <a:pt x="359" y="896"/>
                    </a:lnTo>
                    <a:lnTo>
                      <a:pt x="361" y="896"/>
                    </a:lnTo>
                    <a:lnTo>
                      <a:pt x="361" y="896"/>
                    </a:lnTo>
                    <a:lnTo>
                      <a:pt x="361" y="896"/>
                    </a:lnTo>
                    <a:lnTo>
                      <a:pt x="359" y="896"/>
                    </a:lnTo>
                    <a:lnTo>
                      <a:pt x="359" y="896"/>
                    </a:lnTo>
                    <a:close/>
                    <a:moveTo>
                      <a:pt x="375" y="886"/>
                    </a:moveTo>
                    <a:lnTo>
                      <a:pt x="375" y="886"/>
                    </a:lnTo>
                    <a:lnTo>
                      <a:pt x="375" y="886"/>
                    </a:lnTo>
                    <a:lnTo>
                      <a:pt x="375" y="886"/>
                    </a:lnTo>
                    <a:lnTo>
                      <a:pt x="380" y="882"/>
                    </a:lnTo>
                    <a:lnTo>
                      <a:pt x="380" y="882"/>
                    </a:lnTo>
                    <a:lnTo>
                      <a:pt x="380" y="882"/>
                    </a:lnTo>
                    <a:lnTo>
                      <a:pt x="380" y="882"/>
                    </a:lnTo>
                    <a:lnTo>
                      <a:pt x="375" y="886"/>
                    </a:lnTo>
                    <a:lnTo>
                      <a:pt x="375" y="886"/>
                    </a:lnTo>
                    <a:close/>
                    <a:moveTo>
                      <a:pt x="395" y="871"/>
                    </a:moveTo>
                    <a:lnTo>
                      <a:pt x="395" y="871"/>
                    </a:lnTo>
                    <a:lnTo>
                      <a:pt x="395" y="871"/>
                    </a:lnTo>
                    <a:lnTo>
                      <a:pt x="395" y="871"/>
                    </a:lnTo>
                    <a:lnTo>
                      <a:pt x="395" y="871"/>
                    </a:lnTo>
                    <a:lnTo>
                      <a:pt x="395" y="871"/>
                    </a:lnTo>
                    <a:lnTo>
                      <a:pt x="395" y="871"/>
                    </a:lnTo>
                    <a:lnTo>
                      <a:pt x="395" y="871"/>
                    </a:lnTo>
                    <a:close/>
                    <a:moveTo>
                      <a:pt x="419" y="851"/>
                    </a:moveTo>
                    <a:lnTo>
                      <a:pt x="419" y="851"/>
                    </a:lnTo>
                    <a:lnTo>
                      <a:pt x="431" y="840"/>
                    </a:lnTo>
                    <a:lnTo>
                      <a:pt x="431" y="840"/>
                    </a:lnTo>
                    <a:lnTo>
                      <a:pt x="431" y="840"/>
                    </a:lnTo>
                    <a:lnTo>
                      <a:pt x="431" y="840"/>
                    </a:lnTo>
                    <a:lnTo>
                      <a:pt x="419" y="851"/>
                    </a:lnTo>
                    <a:lnTo>
                      <a:pt x="419" y="851"/>
                    </a:lnTo>
                    <a:close/>
                    <a:moveTo>
                      <a:pt x="440" y="832"/>
                    </a:moveTo>
                    <a:lnTo>
                      <a:pt x="440" y="832"/>
                    </a:lnTo>
                    <a:lnTo>
                      <a:pt x="448" y="825"/>
                    </a:lnTo>
                    <a:lnTo>
                      <a:pt x="448" y="825"/>
                    </a:lnTo>
                    <a:lnTo>
                      <a:pt x="448" y="825"/>
                    </a:lnTo>
                    <a:lnTo>
                      <a:pt x="440" y="832"/>
                    </a:lnTo>
                    <a:lnTo>
                      <a:pt x="440" y="832"/>
                    </a:lnTo>
                    <a:close/>
                    <a:moveTo>
                      <a:pt x="449" y="824"/>
                    </a:moveTo>
                    <a:lnTo>
                      <a:pt x="449" y="824"/>
                    </a:lnTo>
                    <a:lnTo>
                      <a:pt x="460" y="811"/>
                    </a:lnTo>
                    <a:lnTo>
                      <a:pt x="460" y="811"/>
                    </a:lnTo>
                    <a:lnTo>
                      <a:pt x="449" y="824"/>
                    </a:lnTo>
                    <a:lnTo>
                      <a:pt x="449" y="824"/>
                    </a:lnTo>
                    <a:lnTo>
                      <a:pt x="449" y="824"/>
                    </a:lnTo>
                    <a:lnTo>
                      <a:pt x="449" y="824"/>
                    </a:lnTo>
                    <a:close/>
                    <a:moveTo>
                      <a:pt x="465" y="807"/>
                    </a:moveTo>
                    <a:lnTo>
                      <a:pt x="465" y="807"/>
                    </a:lnTo>
                    <a:lnTo>
                      <a:pt x="473" y="799"/>
                    </a:lnTo>
                    <a:lnTo>
                      <a:pt x="473" y="799"/>
                    </a:lnTo>
                    <a:lnTo>
                      <a:pt x="465" y="807"/>
                    </a:lnTo>
                    <a:lnTo>
                      <a:pt x="465" y="807"/>
                    </a:lnTo>
                    <a:lnTo>
                      <a:pt x="465" y="807"/>
                    </a:lnTo>
                    <a:lnTo>
                      <a:pt x="465" y="807"/>
                    </a:lnTo>
                    <a:close/>
                    <a:moveTo>
                      <a:pt x="480" y="790"/>
                    </a:moveTo>
                    <a:lnTo>
                      <a:pt x="480" y="790"/>
                    </a:lnTo>
                    <a:lnTo>
                      <a:pt x="489" y="778"/>
                    </a:lnTo>
                    <a:lnTo>
                      <a:pt x="489" y="778"/>
                    </a:lnTo>
                    <a:lnTo>
                      <a:pt x="480" y="790"/>
                    </a:lnTo>
                    <a:lnTo>
                      <a:pt x="480" y="790"/>
                    </a:lnTo>
                    <a:lnTo>
                      <a:pt x="480" y="790"/>
                    </a:lnTo>
                    <a:lnTo>
                      <a:pt x="480" y="790"/>
                    </a:lnTo>
                    <a:close/>
                    <a:moveTo>
                      <a:pt x="495" y="772"/>
                    </a:moveTo>
                    <a:lnTo>
                      <a:pt x="495" y="772"/>
                    </a:lnTo>
                    <a:lnTo>
                      <a:pt x="499" y="765"/>
                    </a:lnTo>
                    <a:lnTo>
                      <a:pt x="499" y="765"/>
                    </a:lnTo>
                    <a:lnTo>
                      <a:pt x="495" y="772"/>
                    </a:lnTo>
                    <a:lnTo>
                      <a:pt x="495" y="772"/>
                    </a:lnTo>
                    <a:close/>
                    <a:moveTo>
                      <a:pt x="509" y="753"/>
                    </a:moveTo>
                    <a:lnTo>
                      <a:pt x="509" y="753"/>
                    </a:lnTo>
                    <a:lnTo>
                      <a:pt x="509" y="753"/>
                    </a:lnTo>
                    <a:lnTo>
                      <a:pt x="509" y="753"/>
                    </a:lnTo>
                    <a:lnTo>
                      <a:pt x="523" y="735"/>
                    </a:lnTo>
                    <a:lnTo>
                      <a:pt x="523" y="735"/>
                    </a:lnTo>
                    <a:lnTo>
                      <a:pt x="523" y="735"/>
                    </a:lnTo>
                    <a:lnTo>
                      <a:pt x="523" y="735"/>
                    </a:lnTo>
                    <a:lnTo>
                      <a:pt x="509" y="753"/>
                    </a:lnTo>
                    <a:lnTo>
                      <a:pt x="509" y="753"/>
                    </a:lnTo>
                    <a:close/>
                    <a:moveTo>
                      <a:pt x="523" y="734"/>
                    </a:moveTo>
                    <a:lnTo>
                      <a:pt x="523" y="734"/>
                    </a:lnTo>
                    <a:lnTo>
                      <a:pt x="530" y="724"/>
                    </a:lnTo>
                    <a:lnTo>
                      <a:pt x="530" y="724"/>
                    </a:lnTo>
                    <a:lnTo>
                      <a:pt x="523" y="734"/>
                    </a:lnTo>
                    <a:lnTo>
                      <a:pt x="523" y="734"/>
                    </a:lnTo>
                    <a:lnTo>
                      <a:pt x="523" y="734"/>
                    </a:lnTo>
                    <a:lnTo>
                      <a:pt x="523" y="734"/>
                    </a:lnTo>
                    <a:close/>
                    <a:moveTo>
                      <a:pt x="537" y="714"/>
                    </a:moveTo>
                    <a:lnTo>
                      <a:pt x="537" y="714"/>
                    </a:lnTo>
                    <a:lnTo>
                      <a:pt x="537" y="714"/>
                    </a:lnTo>
                    <a:lnTo>
                      <a:pt x="537" y="714"/>
                    </a:lnTo>
                    <a:lnTo>
                      <a:pt x="549" y="693"/>
                    </a:lnTo>
                    <a:lnTo>
                      <a:pt x="549" y="693"/>
                    </a:lnTo>
                    <a:lnTo>
                      <a:pt x="549" y="693"/>
                    </a:lnTo>
                    <a:lnTo>
                      <a:pt x="549" y="693"/>
                    </a:lnTo>
                    <a:lnTo>
                      <a:pt x="537" y="714"/>
                    </a:lnTo>
                    <a:lnTo>
                      <a:pt x="537" y="714"/>
                    </a:lnTo>
                    <a:close/>
                    <a:moveTo>
                      <a:pt x="549" y="693"/>
                    </a:moveTo>
                    <a:lnTo>
                      <a:pt x="549" y="693"/>
                    </a:lnTo>
                    <a:lnTo>
                      <a:pt x="549" y="693"/>
                    </a:lnTo>
                    <a:lnTo>
                      <a:pt x="549" y="693"/>
                    </a:lnTo>
                    <a:lnTo>
                      <a:pt x="561" y="673"/>
                    </a:lnTo>
                    <a:lnTo>
                      <a:pt x="561" y="673"/>
                    </a:lnTo>
                    <a:lnTo>
                      <a:pt x="561" y="673"/>
                    </a:lnTo>
                    <a:lnTo>
                      <a:pt x="561" y="673"/>
                    </a:lnTo>
                    <a:lnTo>
                      <a:pt x="549" y="693"/>
                    </a:lnTo>
                    <a:lnTo>
                      <a:pt x="549" y="693"/>
                    </a:lnTo>
                    <a:close/>
                    <a:moveTo>
                      <a:pt x="561" y="671"/>
                    </a:moveTo>
                    <a:lnTo>
                      <a:pt x="561" y="671"/>
                    </a:lnTo>
                    <a:lnTo>
                      <a:pt x="566" y="663"/>
                    </a:lnTo>
                    <a:lnTo>
                      <a:pt x="566" y="663"/>
                    </a:lnTo>
                    <a:lnTo>
                      <a:pt x="561" y="671"/>
                    </a:lnTo>
                    <a:lnTo>
                      <a:pt x="561" y="671"/>
                    </a:lnTo>
                    <a:lnTo>
                      <a:pt x="561" y="671"/>
                    </a:lnTo>
                    <a:lnTo>
                      <a:pt x="561" y="671"/>
                    </a:lnTo>
                    <a:close/>
                    <a:moveTo>
                      <a:pt x="574" y="649"/>
                    </a:moveTo>
                    <a:lnTo>
                      <a:pt x="574" y="649"/>
                    </a:lnTo>
                    <a:lnTo>
                      <a:pt x="575" y="648"/>
                    </a:lnTo>
                    <a:lnTo>
                      <a:pt x="575" y="648"/>
                    </a:lnTo>
                    <a:lnTo>
                      <a:pt x="574" y="649"/>
                    </a:lnTo>
                    <a:lnTo>
                      <a:pt x="574" y="649"/>
                    </a:lnTo>
                    <a:lnTo>
                      <a:pt x="574" y="649"/>
                    </a:lnTo>
                    <a:lnTo>
                      <a:pt x="574" y="649"/>
                    </a:lnTo>
                    <a:close/>
                    <a:moveTo>
                      <a:pt x="595" y="606"/>
                    </a:moveTo>
                    <a:lnTo>
                      <a:pt x="595" y="606"/>
                    </a:lnTo>
                    <a:lnTo>
                      <a:pt x="596" y="605"/>
                    </a:lnTo>
                    <a:lnTo>
                      <a:pt x="596" y="605"/>
                    </a:lnTo>
                    <a:lnTo>
                      <a:pt x="596" y="605"/>
                    </a:lnTo>
                    <a:lnTo>
                      <a:pt x="595" y="606"/>
                    </a:lnTo>
                    <a:lnTo>
                      <a:pt x="595" y="606"/>
                    </a:lnTo>
                    <a:close/>
                    <a:moveTo>
                      <a:pt x="625" y="531"/>
                    </a:moveTo>
                    <a:lnTo>
                      <a:pt x="625" y="531"/>
                    </a:lnTo>
                    <a:lnTo>
                      <a:pt x="625" y="531"/>
                    </a:lnTo>
                    <a:lnTo>
                      <a:pt x="625" y="531"/>
                    </a:lnTo>
                    <a:lnTo>
                      <a:pt x="632" y="508"/>
                    </a:lnTo>
                    <a:lnTo>
                      <a:pt x="632" y="508"/>
                    </a:lnTo>
                    <a:lnTo>
                      <a:pt x="632" y="508"/>
                    </a:lnTo>
                    <a:lnTo>
                      <a:pt x="632" y="508"/>
                    </a:lnTo>
                    <a:lnTo>
                      <a:pt x="625" y="531"/>
                    </a:lnTo>
                    <a:lnTo>
                      <a:pt x="625" y="531"/>
                    </a:lnTo>
                    <a:close/>
                    <a:moveTo>
                      <a:pt x="632" y="508"/>
                    </a:moveTo>
                    <a:lnTo>
                      <a:pt x="632" y="508"/>
                    </a:lnTo>
                    <a:lnTo>
                      <a:pt x="633" y="502"/>
                    </a:lnTo>
                    <a:lnTo>
                      <a:pt x="633" y="502"/>
                    </a:lnTo>
                    <a:lnTo>
                      <a:pt x="632" y="508"/>
                    </a:lnTo>
                    <a:lnTo>
                      <a:pt x="632" y="508"/>
                    </a:lnTo>
                    <a:close/>
                    <a:moveTo>
                      <a:pt x="644" y="464"/>
                    </a:moveTo>
                    <a:lnTo>
                      <a:pt x="644" y="464"/>
                    </a:lnTo>
                    <a:lnTo>
                      <a:pt x="646" y="458"/>
                    </a:lnTo>
                    <a:lnTo>
                      <a:pt x="646" y="458"/>
                    </a:lnTo>
                    <a:lnTo>
                      <a:pt x="646" y="458"/>
                    </a:lnTo>
                    <a:lnTo>
                      <a:pt x="646" y="458"/>
                    </a:lnTo>
                    <a:lnTo>
                      <a:pt x="644" y="464"/>
                    </a:lnTo>
                    <a:lnTo>
                      <a:pt x="644" y="464"/>
                    </a:lnTo>
                    <a:close/>
                    <a:moveTo>
                      <a:pt x="650" y="439"/>
                    </a:moveTo>
                    <a:lnTo>
                      <a:pt x="650" y="439"/>
                    </a:lnTo>
                    <a:lnTo>
                      <a:pt x="651" y="433"/>
                    </a:lnTo>
                    <a:lnTo>
                      <a:pt x="651" y="433"/>
                    </a:lnTo>
                    <a:lnTo>
                      <a:pt x="651" y="433"/>
                    </a:lnTo>
                    <a:lnTo>
                      <a:pt x="650" y="439"/>
                    </a:lnTo>
                    <a:lnTo>
                      <a:pt x="650" y="439"/>
                    </a:lnTo>
                    <a:close/>
                    <a:moveTo>
                      <a:pt x="660" y="385"/>
                    </a:moveTo>
                    <a:lnTo>
                      <a:pt x="660" y="385"/>
                    </a:lnTo>
                    <a:lnTo>
                      <a:pt x="660" y="385"/>
                    </a:lnTo>
                    <a:lnTo>
                      <a:pt x="660" y="385"/>
                    </a:lnTo>
                    <a:lnTo>
                      <a:pt x="657" y="400"/>
                    </a:lnTo>
                    <a:lnTo>
                      <a:pt x="657" y="400"/>
                    </a:lnTo>
                    <a:lnTo>
                      <a:pt x="657" y="407"/>
                    </a:lnTo>
                    <a:lnTo>
                      <a:pt x="657" y="407"/>
                    </a:lnTo>
                    <a:lnTo>
                      <a:pt x="660" y="385"/>
                    </a:lnTo>
                    <a:lnTo>
                      <a:pt x="660" y="385"/>
                    </a:lnTo>
                    <a:close/>
                    <a:moveTo>
                      <a:pt x="662" y="360"/>
                    </a:moveTo>
                    <a:lnTo>
                      <a:pt x="662" y="360"/>
                    </a:lnTo>
                    <a:lnTo>
                      <a:pt x="662" y="364"/>
                    </a:lnTo>
                    <a:lnTo>
                      <a:pt x="662" y="364"/>
                    </a:lnTo>
                    <a:lnTo>
                      <a:pt x="661" y="378"/>
                    </a:lnTo>
                    <a:lnTo>
                      <a:pt x="661" y="378"/>
                    </a:lnTo>
                    <a:lnTo>
                      <a:pt x="661" y="378"/>
                    </a:lnTo>
                    <a:lnTo>
                      <a:pt x="661" y="378"/>
                    </a:lnTo>
                    <a:lnTo>
                      <a:pt x="662" y="360"/>
                    </a:lnTo>
                    <a:lnTo>
                      <a:pt x="662" y="360"/>
                    </a:ln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  <p:sp>
            <p:nvSpPr>
              <p:cNvPr id="28" name="ïšlíḋe" descr="a7bdd8c7-a7ed-4e94-8ee3-eec9458cce72"/>
              <p:cNvSpPr/>
              <p:nvPr/>
            </p:nvSpPr>
            <p:spPr bwMode="auto">
              <a:xfrm>
                <a:off x="4401606" y="3551563"/>
                <a:ext cx="1002603" cy="1002602"/>
              </a:xfrm>
              <a:custGeom>
                <a:avLst/>
                <a:gdLst>
                  <a:gd name="T0" fmla="*/ 1490 w 1499"/>
                  <a:gd name="T1" fmla="*/ 645 h 1498"/>
                  <a:gd name="T2" fmla="*/ 1499 w 1499"/>
                  <a:gd name="T3" fmla="*/ 758 h 1498"/>
                  <a:gd name="T4" fmla="*/ 1489 w 1499"/>
                  <a:gd name="T5" fmla="*/ 869 h 1498"/>
                  <a:gd name="T6" fmla="*/ 1463 w 1499"/>
                  <a:gd name="T7" fmla="*/ 976 h 1498"/>
                  <a:gd name="T8" fmla="*/ 1422 w 1499"/>
                  <a:gd name="T9" fmla="*/ 1075 h 1498"/>
                  <a:gd name="T10" fmla="*/ 1368 w 1499"/>
                  <a:gd name="T11" fmla="*/ 1170 h 1498"/>
                  <a:gd name="T12" fmla="*/ 1302 w 1499"/>
                  <a:gd name="T13" fmla="*/ 1254 h 1498"/>
                  <a:gd name="T14" fmla="*/ 1223 w 1499"/>
                  <a:gd name="T15" fmla="*/ 1329 h 1498"/>
                  <a:gd name="T16" fmla="*/ 1135 w 1499"/>
                  <a:gd name="T17" fmla="*/ 1391 h 1498"/>
                  <a:gd name="T18" fmla="*/ 1035 w 1499"/>
                  <a:gd name="T19" fmla="*/ 1441 h 1498"/>
                  <a:gd name="T20" fmla="*/ 928 w 1499"/>
                  <a:gd name="T21" fmla="*/ 1477 h 1498"/>
                  <a:gd name="T22" fmla="*/ 852 w 1499"/>
                  <a:gd name="T23" fmla="*/ 1491 h 1498"/>
                  <a:gd name="T24" fmla="*/ 739 w 1499"/>
                  <a:gd name="T25" fmla="*/ 1498 h 1498"/>
                  <a:gd name="T26" fmla="*/ 628 w 1499"/>
                  <a:gd name="T27" fmla="*/ 1489 h 1498"/>
                  <a:gd name="T28" fmla="*/ 523 w 1499"/>
                  <a:gd name="T29" fmla="*/ 1463 h 1498"/>
                  <a:gd name="T30" fmla="*/ 422 w 1499"/>
                  <a:gd name="T31" fmla="*/ 1423 h 1498"/>
                  <a:gd name="T32" fmla="*/ 329 w 1499"/>
                  <a:gd name="T33" fmla="*/ 1369 h 1498"/>
                  <a:gd name="T34" fmla="*/ 244 w 1499"/>
                  <a:gd name="T35" fmla="*/ 1302 h 1498"/>
                  <a:gd name="T36" fmla="*/ 170 w 1499"/>
                  <a:gd name="T37" fmla="*/ 1224 h 1498"/>
                  <a:gd name="T38" fmla="*/ 107 w 1499"/>
                  <a:gd name="T39" fmla="*/ 1135 h 1498"/>
                  <a:gd name="T40" fmla="*/ 57 w 1499"/>
                  <a:gd name="T41" fmla="*/ 1035 h 1498"/>
                  <a:gd name="T42" fmla="*/ 22 w 1499"/>
                  <a:gd name="T43" fmla="*/ 929 h 1498"/>
                  <a:gd name="T44" fmla="*/ 7 w 1499"/>
                  <a:gd name="T45" fmla="*/ 853 h 1498"/>
                  <a:gd name="T46" fmla="*/ 0 w 1499"/>
                  <a:gd name="T47" fmla="*/ 739 h 1498"/>
                  <a:gd name="T48" fmla="*/ 10 w 1499"/>
                  <a:gd name="T49" fmla="*/ 628 h 1498"/>
                  <a:gd name="T50" fmla="*/ 35 w 1499"/>
                  <a:gd name="T51" fmla="*/ 523 h 1498"/>
                  <a:gd name="T52" fmla="*/ 75 w 1499"/>
                  <a:gd name="T53" fmla="*/ 422 h 1498"/>
                  <a:gd name="T54" fmla="*/ 129 w 1499"/>
                  <a:gd name="T55" fmla="*/ 328 h 1498"/>
                  <a:gd name="T56" fmla="*/ 195 w 1499"/>
                  <a:gd name="T57" fmla="*/ 243 h 1498"/>
                  <a:gd name="T58" fmla="*/ 274 w 1499"/>
                  <a:gd name="T59" fmla="*/ 169 h 1498"/>
                  <a:gd name="T60" fmla="*/ 364 w 1499"/>
                  <a:gd name="T61" fmla="*/ 106 h 1498"/>
                  <a:gd name="T62" fmla="*/ 462 w 1499"/>
                  <a:gd name="T63" fmla="*/ 57 h 1498"/>
                  <a:gd name="T64" fmla="*/ 570 w 1499"/>
                  <a:gd name="T65" fmla="*/ 21 h 1498"/>
                  <a:gd name="T66" fmla="*/ 646 w 1499"/>
                  <a:gd name="T67" fmla="*/ 7 h 1498"/>
                  <a:gd name="T68" fmla="*/ 758 w 1499"/>
                  <a:gd name="T69" fmla="*/ 0 h 1498"/>
                  <a:gd name="T70" fmla="*/ 869 w 1499"/>
                  <a:gd name="T71" fmla="*/ 9 h 1498"/>
                  <a:gd name="T72" fmla="*/ 976 w 1499"/>
                  <a:gd name="T73" fmla="*/ 34 h 1498"/>
                  <a:gd name="T74" fmla="*/ 1075 w 1499"/>
                  <a:gd name="T75" fmla="*/ 75 h 1498"/>
                  <a:gd name="T76" fmla="*/ 1169 w 1499"/>
                  <a:gd name="T77" fmla="*/ 129 h 1498"/>
                  <a:gd name="T78" fmla="*/ 1254 w 1499"/>
                  <a:gd name="T79" fmla="*/ 195 h 1498"/>
                  <a:gd name="T80" fmla="*/ 1328 w 1499"/>
                  <a:gd name="T81" fmla="*/ 274 h 1498"/>
                  <a:gd name="T82" fmla="*/ 1391 w 1499"/>
                  <a:gd name="T83" fmla="*/ 363 h 1498"/>
                  <a:gd name="T84" fmla="*/ 1440 w 1499"/>
                  <a:gd name="T85" fmla="*/ 462 h 1498"/>
                  <a:gd name="T86" fmla="*/ 1476 w 1499"/>
                  <a:gd name="T87" fmla="*/ 570 h 1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99" h="1498">
                    <a:moveTo>
                      <a:pt x="1485" y="608"/>
                    </a:moveTo>
                    <a:lnTo>
                      <a:pt x="1485" y="608"/>
                    </a:lnTo>
                    <a:lnTo>
                      <a:pt x="1490" y="645"/>
                    </a:lnTo>
                    <a:lnTo>
                      <a:pt x="1496" y="684"/>
                    </a:lnTo>
                    <a:lnTo>
                      <a:pt x="1497" y="721"/>
                    </a:lnTo>
                    <a:lnTo>
                      <a:pt x="1499" y="758"/>
                    </a:lnTo>
                    <a:lnTo>
                      <a:pt x="1497" y="796"/>
                    </a:lnTo>
                    <a:lnTo>
                      <a:pt x="1493" y="833"/>
                    </a:lnTo>
                    <a:lnTo>
                      <a:pt x="1489" y="869"/>
                    </a:lnTo>
                    <a:lnTo>
                      <a:pt x="1482" y="905"/>
                    </a:lnTo>
                    <a:lnTo>
                      <a:pt x="1474" y="940"/>
                    </a:lnTo>
                    <a:lnTo>
                      <a:pt x="1463" y="976"/>
                    </a:lnTo>
                    <a:lnTo>
                      <a:pt x="1452" y="1009"/>
                    </a:lnTo>
                    <a:lnTo>
                      <a:pt x="1438" y="1044"/>
                    </a:lnTo>
                    <a:lnTo>
                      <a:pt x="1422" y="1075"/>
                    </a:lnTo>
                    <a:lnTo>
                      <a:pt x="1406" y="1107"/>
                    </a:lnTo>
                    <a:lnTo>
                      <a:pt x="1388" y="1139"/>
                    </a:lnTo>
                    <a:lnTo>
                      <a:pt x="1368" y="1170"/>
                    </a:lnTo>
                    <a:lnTo>
                      <a:pt x="1348" y="1199"/>
                    </a:lnTo>
                    <a:lnTo>
                      <a:pt x="1326" y="1226"/>
                    </a:lnTo>
                    <a:lnTo>
                      <a:pt x="1302" y="1254"/>
                    </a:lnTo>
                    <a:lnTo>
                      <a:pt x="1277" y="1280"/>
                    </a:lnTo>
                    <a:lnTo>
                      <a:pt x="1251" y="1305"/>
                    </a:lnTo>
                    <a:lnTo>
                      <a:pt x="1223" y="1329"/>
                    </a:lnTo>
                    <a:lnTo>
                      <a:pt x="1196" y="1351"/>
                    </a:lnTo>
                    <a:lnTo>
                      <a:pt x="1165" y="1372"/>
                    </a:lnTo>
                    <a:lnTo>
                      <a:pt x="1135" y="1391"/>
                    </a:lnTo>
                    <a:lnTo>
                      <a:pt x="1103" y="1409"/>
                    </a:lnTo>
                    <a:lnTo>
                      <a:pt x="1070" y="1426"/>
                    </a:lnTo>
                    <a:lnTo>
                      <a:pt x="1035" y="1441"/>
                    </a:lnTo>
                    <a:lnTo>
                      <a:pt x="1000" y="1455"/>
                    </a:lnTo>
                    <a:lnTo>
                      <a:pt x="964" y="1467"/>
                    </a:lnTo>
                    <a:lnTo>
                      <a:pt x="928" y="1477"/>
                    </a:lnTo>
                    <a:lnTo>
                      <a:pt x="890" y="1485"/>
                    </a:lnTo>
                    <a:lnTo>
                      <a:pt x="890" y="1485"/>
                    </a:lnTo>
                    <a:lnTo>
                      <a:pt x="852" y="1491"/>
                    </a:lnTo>
                    <a:lnTo>
                      <a:pt x="815" y="1495"/>
                    </a:lnTo>
                    <a:lnTo>
                      <a:pt x="776" y="1498"/>
                    </a:lnTo>
                    <a:lnTo>
                      <a:pt x="739" y="1498"/>
                    </a:lnTo>
                    <a:lnTo>
                      <a:pt x="702" y="1496"/>
                    </a:lnTo>
                    <a:lnTo>
                      <a:pt x="666" y="1494"/>
                    </a:lnTo>
                    <a:lnTo>
                      <a:pt x="628" y="1489"/>
                    </a:lnTo>
                    <a:lnTo>
                      <a:pt x="592" y="1482"/>
                    </a:lnTo>
                    <a:lnTo>
                      <a:pt x="558" y="1474"/>
                    </a:lnTo>
                    <a:lnTo>
                      <a:pt x="523" y="1463"/>
                    </a:lnTo>
                    <a:lnTo>
                      <a:pt x="488" y="1452"/>
                    </a:lnTo>
                    <a:lnTo>
                      <a:pt x="455" y="1438"/>
                    </a:lnTo>
                    <a:lnTo>
                      <a:pt x="422" y="1423"/>
                    </a:lnTo>
                    <a:lnTo>
                      <a:pt x="390" y="1406"/>
                    </a:lnTo>
                    <a:lnTo>
                      <a:pt x="358" y="1388"/>
                    </a:lnTo>
                    <a:lnTo>
                      <a:pt x="329" y="1369"/>
                    </a:lnTo>
                    <a:lnTo>
                      <a:pt x="299" y="1348"/>
                    </a:lnTo>
                    <a:lnTo>
                      <a:pt x="271" y="1326"/>
                    </a:lnTo>
                    <a:lnTo>
                      <a:pt x="244" y="1302"/>
                    </a:lnTo>
                    <a:lnTo>
                      <a:pt x="219" y="1278"/>
                    </a:lnTo>
                    <a:lnTo>
                      <a:pt x="194" y="1251"/>
                    </a:lnTo>
                    <a:lnTo>
                      <a:pt x="170" y="1224"/>
                    </a:lnTo>
                    <a:lnTo>
                      <a:pt x="147" y="1196"/>
                    </a:lnTo>
                    <a:lnTo>
                      <a:pt x="126" y="1165"/>
                    </a:lnTo>
                    <a:lnTo>
                      <a:pt x="107" y="1135"/>
                    </a:lnTo>
                    <a:lnTo>
                      <a:pt x="89" y="1103"/>
                    </a:lnTo>
                    <a:lnTo>
                      <a:pt x="72" y="1070"/>
                    </a:lnTo>
                    <a:lnTo>
                      <a:pt x="57" y="1035"/>
                    </a:lnTo>
                    <a:lnTo>
                      <a:pt x="43" y="1001"/>
                    </a:lnTo>
                    <a:lnTo>
                      <a:pt x="32" y="965"/>
                    </a:lnTo>
                    <a:lnTo>
                      <a:pt x="22" y="929"/>
                    </a:lnTo>
                    <a:lnTo>
                      <a:pt x="14" y="890"/>
                    </a:lnTo>
                    <a:lnTo>
                      <a:pt x="14" y="890"/>
                    </a:lnTo>
                    <a:lnTo>
                      <a:pt x="7" y="853"/>
                    </a:lnTo>
                    <a:lnTo>
                      <a:pt x="3" y="814"/>
                    </a:lnTo>
                    <a:lnTo>
                      <a:pt x="0" y="776"/>
                    </a:lnTo>
                    <a:lnTo>
                      <a:pt x="0" y="739"/>
                    </a:lnTo>
                    <a:lnTo>
                      <a:pt x="1" y="702"/>
                    </a:lnTo>
                    <a:lnTo>
                      <a:pt x="4" y="666"/>
                    </a:lnTo>
                    <a:lnTo>
                      <a:pt x="10" y="628"/>
                    </a:lnTo>
                    <a:lnTo>
                      <a:pt x="17" y="592"/>
                    </a:lnTo>
                    <a:lnTo>
                      <a:pt x="25" y="558"/>
                    </a:lnTo>
                    <a:lnTo>
                      <a:pt x="35" y="523"/>
                    </a:lnTo>
                    <a:lnTo>
                      <a:pt x="47" y="488"/>
                    </a:lnTo>
                    <a:lnTo>
                      <a:pt x="59" y="455"/>
                    </a:lnTo>
                    <a:lnTo>
                      <a:pt x="75" y="422"/>
                    </a:lnTo>
                    <a:lnTo>
                      <a:pt x="91" y="390"/>
                    </a:lnTo>
                    <a:lnTo>
                      <a:pt x="109" y="358"/>
                    </a:lnTo>
                    <a:lnTo>
                      <a:pt x="129" y="328"/>
                    </a:lnTo>
                    <a:lnTo>
                      <a:pt x="149" y="299"/>
                    </a:lnTo>
                    <a:lnTo>
                      <a:pt x="172" y="271"/>
                    </a:lnTo>
                    <a:lnTo>
                      <a:pt x="195" y="243"/>
                    </a:lnTo>
                    <a:lnTo>
                      <a:pt x="220" y="217"/>
                    </a:lnTo>
                    <a:lnTo>
                      <a:pt x="246" y="192"/>
                    </a:lnTo>
                    <a:lnTo>
                      <a:pt x="274" y="169"/>
                    </a:lnTo>
                    <a:lnTo>
                      <a:pt x="303" y="147"/>
                    </a:lnTo>
                    <a:lnTo>
                      <a:pt x="332" y="126"/>
                    </a:lnTo>
                    <a:lnTo>
                      <a:pt x="364" y="106"/>
                    </a:lnTo>
                    <a:lnTo>
                      <a:pt x="396" y="88"/>
                    </a:lnTo>
                    <a:lnTo>
                      <a:pt x="428" y="72"/>
                    </a:lnTo>
                    <a:lnTo>
                      <a:pt x="462" y="57"/>
                    </a:lnTo>
                    <a:lnTo>
                      <a:pt x="497" y="43"/>
                    </a:lnTo>
                    <a:lnTo>
                      <a:pt x="533" y="32"/>
                    </a:lnTo>
                    <a:lnTo>
                      <a:pt x="570" y="21"/>
                    </a:lnTo>
                    <a:lnTo>
                      <a:pt x="607" y="12"/>
                    </a:lnTo>
                    <a:lnTo>
                      <a:pt x="607" y="12"/>
                    </a:lnTo>
                    <a:lnTo>
                      <a:pt x="646" y="7"/>
                    </a:lnTo>
                    <a:lnTo>
                      <a:pt x="684" y="3"/>
                    </a:lnTo>
                    <a:lnTo>
                      <a:pt x="721" y="0"/>
                    </a:lnTo>
                    <a:lnTo>
                      <a:pt x="758" y="0"/>
                    </a:lnTo>
                    <a:lnTo>
                      <a:pt x="796" y="1"/>
                    </a:lnTo>
                    <a:lnTo>
                      <a:pt x="833" y="4"/>
                    </a:lnTo>
                    <a:lnTo>
                      <a:pt x="869" y="9"/>
                    </a:lnTo>
                    <a:lnTo>
                      <a:pt x="905" y="16"/>
                    </a:lnTo>
                    <a:lnTo>
                      <a:pt x="941" y="25"/>
                    </a:lnTo>
                    <a:lnTo>
                      <a:pt x="976" y="34"/>
                    </a:lnTo>
                    <a:lnTo>
                      <a:pt x="1010" y="45"/>
                    </a:lnTo>
                    <a:lnTo>
                      <a:pt x="1043" y="59"/>
                    </a:lnTo>
                    <a:lnTo>
                      <a:pt x="1075" y="75"/>
                    </a:lnTo>
                    <a:lnTo>
                      <a:pt x="1108" y="91"/>
                    </a:lnTo>
                    <a:lnTo>
                      <a:pt x="1139" y="109"/>
                    </a:lnTo>
                    <a:lnTo>
                      <a:pt x="1169" y="129"/>
                    </a:lnTo>
                    <a:lnTo>
                      <a:pt x="1198" y="149"/>
                    </a:lnTo>
                    <a:lnTo>
                      <a:pt x="1226" y="171"/>
                    </a:lnTo>
                    <a:lnTo>
                      <a:pt x="1254" y="195"/>
                    </a:lnTo>
                    <a:lnTo>
                      <a:pt x="1280" y="220"/>
                    </a:lnTo>
                    <a:lnTo>
                      <a:pt x="1305" y="246"/>
                    </a:lnTo>
                    <a:lnTo>
                      <a:pt x="1328" y="274"/>
                    </a:lnTo>
                    <a:lnTo>
                      <a:pt x="1351" y="303"/>
                    </a:lnTo>
                    <a:lnTo>
                      <a:pt x="1371" y="332"/>
                    </a:lnTo>
                    <a:lnTo>
                      <a:pt x="1391" y="363"/>
                    </a:lnTo>
                    <a:lnTo>
                      <a:pt x="1410" y="394"/>
                    </a:lnTo>
                    <a:lnTo>
                      <a:pt x="1427" y="428"/>
                    </a:lnTo>
                    <a:lnTo>
                      <a:pt x="1440" y="462"/>
                    </a:lnTo>
                    <a:lnTo>
                      <a:pt x="1454" y="497"/>
                    </a:lnTo>
                    <a:lnTo>
                      <a:pt x="1467" y="533"/>
                    </a:lnTo>
                    <a:lnTo>
                      <a:pt x="1476" y="570"/>
                    </a:lnTo>
                    <a:lnTo>
                      <a:pt x="1485" y="608"/>
                    </a:lnTo>
                    <a:lnTo>
                      <a:pt x="1485" y="608"/>
                    </a:lnTo>
                    <a:close/>
                  </a:path>
                </a:pathLst>
              </a:custGeom>
              <a:solidFill>
                <a:srgbClr val="4140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  <p:sp>
            <p:nvSpPr>
              <p:cNvPr id="29" name="îślïḋê" descr="586377f8-9ff7-4784-8a55-189a8a4d919c"/>
              <p:cNvSpPr/>
              <p:nvPr/>
            </p:nvSpPr>
            <p:spPr bwMode="auto">
              <a:xfrm>
                <a:off x="6063234" y="4290956"/>
                <a:ext cx="600758" cy="409881"/>
              </a:xfrm>
              <a:custGeom>
                <a:avLst/>
                <a:gdLst>
                  <a:gd name="T0" fmla="*/ 892 w 897"/>
                  <a:gd name="T1" fmla="*/ 519 h 612"/>
                  <a:gd name="T2" fmla="*/ 889 w 897"/>
                  <a:gd name="T3" fmla="*/ 507 h 612"/>
                  <a:gd name="T4" fmla="*/ 887 w 897"/>
                  <a:gd name="T5" fmla="*/ 502 h 612"/>
                  <a:gd name="T6" fmla="*/ 886 w 897"/>
                  <a:gd name="T7" fmla="*/ 497 h 612"/>
                  <a:gd name="T8" fmla="*/ 885 w 897"/>
                  <a:gd name="T9" fmla="*/ 493 h 612"/>
                  <a:gd name="T10" fmla="*/ 880 w 897"/>
                  <a:gd name="T11" fmla="*/ 479 h 612"/>
                  <a:gd name="T12" fmla="*/ 880 w 897"/>
                  <a:gd name="T13" fmla="*/ 477 h 612"/>
                  <a:gd name="T14" fmla="*/ 879 w 897"/>
                  <a:gd name="T15" fmla="*/ 475 h 612"/>
                  <a:gd name="T16" fmla="*/ 876 w 897"/>
                  <a:gd name="T17" fmla="*/ 465 h 612"/>
                  <a:gd name="T18" fmla="*/ 874 w 897"/>
                  <a:gd name="T19" fmla="*/ 458 h 612"/>
                  <a:gd name="T20" fmla="*/ 872 w 897"/>
                  <a:gd name="T21" fmla="*/ 454 h 612"/>
                  <a:gd name="T22" fmla="*/ 871 w 897"/>
                  <a:gd name="T23" fmla="*/ 453 h 612"/>
                  <a:gd name="T24" fmla="*/ 868 w 897"/>
                  <a:gd name="T25" fmla="*/ 446 h 612"/>
                  <a:gd name="T26" fmla="*/ 865 w 897"/>
                  <a:gd name="T27" fmla="*/ 439 h 612"/>
                  <a:gd name="T28" fmla="*/ 864 w 897"/>
                  <a:gd name="T29" fmla="*/ 436 h 612"/>
                  <a:gd name="T30" fmla="*/ 864 w 897"/>
                  <a:gd name="T31" fmla="*/ 436 h 612"/>
                  <a:gd name="T32" fmla="*/ 862 w 897"/>
                  <a:gd name="T33" fmla="*/ 435 h 612"/>
                  <a:gd name="T34" fmla="*/ 861 w 897"/>
                  <a:gd name="T35" fmla="*/ 432 h 612"/>
                  <a:gd name="T36" fmla="*/ 857 w 897"/>
                  <a:gd name="T37" fmla="*/ 425 h 612"/>
                  <a:gd name="T38" fmla="*/ 854 w 897"/>
                  <a:gd name="T39" fmla="*/ 419 h 612"/>
                  <a:gd name="T40" fmla="*/ 853 w 897"/>
                  <a:gd name="T41" fmla="*/ 417 h 612"/>
                  <a:gd name="T42" fmla="*/ 851 w 897"/>
                  <a:gd name="T43" fmla="*/ 414 h 612"/>
                  <a:gd name="T44" fmla="*/ 11 w 897"/>
                  <a:gd name="T45" fmla="*/ 0 h 612"/>
                  <a:gd name="T46" fmla="*/ 13 w 897"/>
                  <a:gd name="T47" fmla="*/ 86 h 612"/>
                  <a:gd name="T48" fmla="*/ 11 w 897"/>
                  <a:gd name="T49" fmla="*/ 178 h 612"/>
                  <a:gd name="T50" fmla="*/ 7 w 897"/>
                  <a:gd name="T51" fmla="*/ 223 h 612"/>
                  <a:gd name="T52" fmla="*/ 897 w 897"/>
                  <a:gd name="T53" fmla="*/ 612 h 612"/>
                  <a:gd name="T54" fmla="*/ 897 w 897"/>
                  <a:gd name="T55" fmla="*/ 606 h 612"/>
                  <a:gd name="T56" fmla="*/ 897 w 897"/>
                  <a:gd name="T57" fmla="*/ 605 h 612"/>
                  <a:gd name="T58" fmla="*/ 897 w 897"/>
                  <a:gd name="T59" fmla="*/ 601 h 612"/>
                  <a:gd name="T60" fmla="*/ 897 w 897"/>
                  <a:gd name="T61" fmla="*/ 591 h 612"/>
                  <a:gd name="T62" fmla="*/ 897 w 897"/>
                  <a:gd name="T63" fmla="*/ 588 h 612"/>
                  <a:gd name="T64" fmla="*/ 897 w 897"/>
                  <a:gd name="T65" fmla="*/ 587 h 612"/>
                  <a:gd name="T66" fmla="*/ 897 w 897"/>
                  <a:gd name="T67" fmla="*/ 576 h 612"/>
                  <a:gd name="T68" fmla="*/ 897 w 897"/>
                  <a:gd name="T69" fmla="*/ 573 h 612"/>
                  <a:gd name="T70" fmla="*/ 897 w 897"/>
                  <a:gd name="T71" fmla="*/ 572 h 612"/>
                  <a:gd name="T72" fmla="*/ 897 w 897"/>
                  <a:gd name="T73" fmla="*/ 558 h 612"/>
                  <a:gd name="T74" fmla="*/ 897 w 897"/>
                  <a:gd name="T75" fmla="*/ 558 h 612"/>
                  <a:gd name="T76" fmla="*/ 896 w 897"/>
                  <a:gd name="T77" fmla="*/ 552 h 612"/>
                  <a:gd name="T78" fmla="*/ 896 w 897"/>
                  <a:gd name="T79" fmla="*/ 545 h 612"/>
                  <a:gd name="T80" fmla="*/ 896 w 897"/>
                  <a:gd name="T81" fmla="*/ 544 h 612"/>
                  <a:gd name="T82" fmla="*/ 894 w 897"/>
                  <a:gd name="T83" fmla="*/ 540 h 612"/>
                  <a:gd name="T84" fmla="*/ 894 w 897"/>
                  <a:gd name="T85" fmla="*/ 533 h 612"/>
                  <a:gd name="T86" fmla="*/ 893 w 897"/>
                  <a:gd name="T87" fmla="*/ 531 h 612"/>
                  <a:gd name="T88" fmla="*/ 893 w 897"/>
                  <a:gd name="T89" fmla="*/ 529 h 612"/>
                  <a:gd name="T90" fmla="*/ 892 w 897"/>
                  <a:gd name="T91" fmla="*/ 522 h 612"/>
                  <a:gd name="T92" fmla="*/ 892 w 897"/>
                  <a:gd name="T93" fmla="*/ 520 h 612"/>
                  <a:gd name="T94" fmla="*/ 892 w 897"/>
                  <a:gd name="T95" fmla="*/ 519 h 6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897" h="612">
                    <a:moveTo>
                      <a:pt x="892" y="519"/>
                    </a:moveTo>
                    <a:lnTo>
                      <a:pt x="892" y="519"/>
                    </a:lnTo>
                    <a:lnTo>
                      <a:pt x="889" y="507"/>
                    </a:lnTo>
                    <a:lnTo>
                      <a:pt x="889" y="507"/>
                    </a:lnTo>
                    <a:lnTo>
                      <a:pt x="887" y="502"/>
                    </a:lnTo>
                    <a:lnTo>
                      <a:pt x="887" y="502"/>
                    </a:lnTo>
                    <a:lnTo>
                      <a:pt x="886" y="497"/>
                    </a:lnTo>
                    <a:lnTo>
                      <a:pt x="886" y="497"/>
                    </a:lnTo>
                    <a:lnTo>
                      <a:pt x="885" y="493"/>
                    </a:lnTo>
                    <a:lnTo>
                      <a:pt x="885" y="493"/>
                    </a:lnTo>
                    <a:lnTo>
                      <a:pt x="880" y="479"/>
                    </a:lnTo>
                    <a:lnTo>
                      <a:pt x="880" y="479"/>
                    </a:lnTo>
                    <a:lnTo>
                      <a:pt x="880" y="477"/>
                    </a:lnTo>
                    <a:lnTo>
                      <a:pt x="880" y="477"/>
                    </a:lnTo>
                    <a:lnTo>
                      <a:pt x="879" y="475"/>
                    </a:lnTo>
                    <a:lnTo>
                      <a:pt x="879" y="475"/>
                    </a:lnTo>
                    <a:lnTo>
                      <a:pt x="876" y="465"/>
                    </a:lnTo>
                    <a:lnTo>
                      <a:pt x="876" y="465"/>
                    </a:lnTo>
                    <a:lnTo>
                      <a:pt x="874" y="458"/>
                    </a:lnTo>
                    <a:lnTo>
                      <a:pt x="874" y="458"/>
                    </a:lnTo>
                    <a:lnTo>
                      <a:pt x="872" y="454"/>
                    </a:lnTo>
                    <a:lnTo>
                      <a:pt x="872" y="454"/>
                    </a:lnTo>
                    <a:lnTo>
                      <a:pt x="871" y="453"/>
                    </a:lnTo>
                    <a:lnTo>
                      <a:pt x="871" y="453"/>
                    </a:lnTo>
                    <a:lnTo>
                      <a:pt x="868" y="446"/>
                    </a:lnTo>
                    <a:lnTo>
                      <a:pt x="868" y="446"/>
                    </a:lnTo>
                    <a:lnTo>
                      <a:pt x="865" y="439"/>
                    </a:lnTo>
                    <a:lnTo>
                      <a:pt x="865" y="439"/>
                    </a:lnTo>
                    <a:lnTo>
                      <a:pt x="864" y="436"/>
                    </a:lnTo>
                    <a:lnTo>
                      <a:pt x="864" y="436"/>
                    </a:lnTo>
                    <a:lnTo>
                      <a:pt x="864" y="436"/>
                    </a:lnTo>
                    <a:lnTo>
                      <a:pt x="864" y="436"/>
                    </a:lnTo>
                    <a:lnTo>
                      <a:pt x="862" y="435"/>
                    </a:lnTo>
                    <a:lnTo>
                      <a:pt x="862" y="435"/>
                    </a:lnTo>
                    <a:lnTo>
                      <a:pt x="861" y="432"/>
                    </a:lnTo>
                    <a:lnTo>
                      <a:pt x="861" y="432"/>
                    </a:lnTo>
                    <a:lnTo>
                      <a:pt x="857" y="425"/>
                    </a:lnTo>
                    <a:lnTo>
                      <a:pt x="857" y="425"/>
                    </a:lnTo>
                    <a:lnTo>
                      <a:pt x="854" y="419"/>
                    </a:lnTo>
                    <a:lnTo>
                      <a:pt x="854" y="419"/>
                    </a:lnTo>
                    <a:lnTo>
                      <a:pt x="853" y="417"/>
                    </a:lnTo>
                    <a:lnTo>
                      <a:pt x="853" y="417"/>
                    </a:lnTo>
                    <a:lnTo>
                      <a:pt x="853" y="417"/>
                    </a:lnTo>
                    <a:lnTo>
                      <a:pt x="851" y="414"/>
                    </a:lnTo>
                    <a:lnTo>
                      <a:pt x="11" y="0"/>
                    </a:lnTo>
                    <a:lnTo>
                      <a:pt x="11" y="0"/>
                    </a:lnTo>
                    <a:lnTo>
                      <a:pt x="13" y="43"/>
                    </a:lnTo>
                    <a:lnTo>
                      <a:pt x="13" y="86"/>
                    </a:lnTo>
                    <a:lnTo>
                      <a:pt x="13" y="131"/>
                    </a:lnTo>
                    <a:lnTo>
                      <a:pt x="11" y="178"/>
                    </a:lnTo>
                    <a:lnTo>
                      <a:pt x="11" y="178"/>
                    </a:lnTo>
                    <a:lnTo>
                      <a:pt x="7" y="223"/>
                    </a:lnTo>
                    <a:lnTo>
                      <a:pt x="0" y="266"/>
                    </a:lnTo>
                    <a:lnTo>
                      <a:pt x="897" y="612"/>
                    </a:lnTo>
                    <a:lnTo>
                      <a:pt x="897" y="612"/>
                    </a:lnTo>
                    <a:lnTo>
                      <a:pt x="897" y="606"/>
                    </a:lnTo>
                    <a:lnTo>
                      <a:pt x="897" y="606"/>
                    </a:lnTo>
                    <a:lnTo>
                      <a:pt x="897" y="605"/>
                    </a:lnTo>
                    <a:lnTo>
                      <a:pt x="897" y="605"/>
                    </a:lnTo>
                    <a:lnTo>
                      <a:pt x="897" y="601"/>
                    </a:lnTo>
                    <a:lnTo>
                      <a:pt x="897" y="601"/>
                    </a:lnTo>
                    <a:lnTo>
                      <a:pt x="897" y="591"/>
                    </a:lnTo>
                    <a:lnTo>
                      <a:pt x="897" y="591"/>
                    </a:lnTo>
                    <a:lnTo>
                      <a:pt x="897" y="588"/>
                    </a:lnTo>
                    <a:lnTo>
                      <a:pt x="897" y="588"/>
                    </a:lnTo>
                    <a:lnTo>
                      <a:pt x="897" y="587"/>
                    </a:lnTo>
                    <a:lnTo>
                      <a:pt x="897" y="587"/>
                    </a:lnTo>
                    <a:lnTo>
                      <a:pt x="897" y="576"/>
                    </a:lnTo>
                    <a:lnTo>
                      <a:pt x="897" y="576"/>
                    </a:lnTo>
                    <a:lnTo>
                      <a:pt x="897" y="573"/>
                    </a:lnTo>
                    <a:lnTo>
                      <a:pt x="897" y="573"/>
                    </a:lnTo>
                    <a:lnTo>
                      <a:pt x="897" y="572"/>
                    </a:lnTo>
                    <a:lnTo>
                      <a:pt x="897" y="572"/>
                    </a:lnTo>
                    <a:lnTo>
                      <a:pt x="897" y="558"/>
                    </a:lnTo>
                    <a:lnTo>
                      <a:pt x="897" y="558"/>
                    </a:lnTo>
                    <a:lnTo>
                      <a:pt x="897" y="558"/>
                    </a:lnTo>
                    <a:lnTo>
                      <a:pt x="897" y="558"/>
                    </a:lnTo>
                    <a:lnTo>
                      <a:pt x="896" y="552"/>
                    </a:lnTo>
                    <a:lnTo>
                      <a:pt x="896" y="552"/>
                    </a:lnTo>
                    <a:lnTo>
                      <a:pt x="896" y="545"/>
                    </a:lnTo>
                    <a:lnTo>
                      <a:pt x="896" y="545"/>
                    </a:lnTo>
                    <a:lnTo>
                      <a:pt x="896" y="544"/>
                    </a:lnTo>
                    <a:lnTo>
                      <a:pt x="896" y="544"/>
                    </a:lnTo>
                    <a:lnTo>
                      <a:pt x="894" y="540"/>
                    </a:lnTo>
                    <a:lnTo>
                      <a:pt x="894" y="540"/>
                    </a:lnTo>
                    <a:lnTo>
                      <a:pt x="894" y="533"/>
                    </a:lnTo>
                    <a:lnTo>
                      <a:pt x="894" y="533"/>
                    </a:lnTo>
                    <a:lnTo>
                      <a:pt x="893" y="531"/>
                    </a:lnTo>
                    <a:lnTo>
                      <a:pt x="893" y="531"/>
                    </a:lnTo>
                    <a:lnTo>
                      <a:pt x="893" y="529"/>
                    </a:lnTo>
                    <a:lnTo>
                      <a:pt x="893" y="529"/>
                    </a:lnTo>
                    <a:lnTo>
                      <a:pt x="892" y="522"/>
                    </a:lnTo>
                    <a:lnTo>
                      <a:pt x="892" y="522"/>
                    </a:lnTo>
                    <a:lnTo>
                      <a:pt x="892" y="520"/>
                    </a:lnTo>
                    <a:lnTo>
                      <a:pt x="892" y="520"/>
                    </a:lnTo>
                    <a:lnTo>
                      <a:pt x="892" y="519"/>
                    </a:lnTo>
                    <a:lnTo>
                      <a:pt x="892" y="519"/>
                    </a:lnTo>
                    <a:close/>
                  </a:path>
                </a:pathLst>
              </a:custGeom>
              <a:solidFill>
                <a:srgbClr val="4140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  <p:sp>
            <p:nvSpPr>
              <p:cNvPr id="30" name="íṧlïḑè" descr="d0bd3581-9f5e-4708-9ab6-db4bb654c978"/>
              <p:cNvSpPr/>
              <p:nvPr/>
            </p:nvSpPr>
            <p:spPr bwMode="auto">
              <a:xfrm>
                <a:off x="5886422" y="4598366"/>
                <a:ext cx="741404" cy="343577"/>
              </a:xfrm>
              <a:custGeom>
                <a:avLst/>
                <a:gdLst>
                  <a:gd name="T0" fmla="*/ 900 w 1106"/>
                  <a:gd name="T1" fmla="*/ 512 h 512"/>
                  <a:gd name="T2" fmla="*/ 915 w 1106"/>
                  <a:gd name="T3" fmla="*/ 508 h 512"/>
                  <a:gd name="T4" fmla="*/ 927 w 1106"/>
                  <a:gd name="T5" fmla="*/ 503 h 512"/>
                  <a:gd name="T6" fmla="*/ 933 w 1106"/>
                  <a:gd name="T7" fmla="*/ 500 h 512"/>
                  <a:gd name="T8" fmla="*/ 938 w 1106"/>
                  <a:gd name="T9" fmla="*/ 498 h 512"/>
                  <a:gd name="T10" fmla="*/ 949 w 1106"/>
                  <a:gd name="T11" fmla="*/ 493 h 512"/>
                  <a:gd name="T12" fmla="*/ 963 w 1106"/>
                  <a:gd name="T13" fmla="*/ 485 h 512"/>
                  <a:gd name="T14" fmla="*/ 966 w 1106"/>
                  <a:gd name="T15" fmla="*/ 483 h 512"/>
                  <a:gd name="T16" fmla="*/ 967 w 1106"/>
                  <a:gd name="T17" fmla="*/ 482 h 512"/>
                  <a:gd name="T18" fmla="*/ 980 w 1106"/>
                  <a:gd name="T19" fmla="*/ 475 h 512"/>
                  <a:gd name="T20" fmla="*/ 980 w 1106"/>
                  <a:gd name="T21" fmla="*/ 475 h 512"/>
                  <a:gd name="T22" fmla="*/ 987 w 1106"/>
                  <a:gd name="T23" fmla="*/ 469 h 512"/>
                  <a:gd name="T24" fmla="*/ 994 w 1106"/>
                  <a:gd name="T25" fmla="*/ 465 h 512"/>
                  <a:gd name="T26" fmla="*/ 994 w 1106"/>
                  <a:gd name="T27" fmla="*/ 465 h 512"/>
                  <a:gd name="T28" fmla="*/ 1001 w 1106"/>
                  <a:gd name="T29" fmla="*/ 461 h 512"/>
                  <a:gd name="T30" fmla="*/ 1007 w 1106"/>
                  <a:gd name="T31" fmla="*/ 456 h 512"/>
                  <a:gd name="T32" fmla="*/ 1007 w 1106"/>
                  <a:gd name="T33" fmla="*/ 454 h 512"/>
                  <a:gd name="T34" fmla="*/ 1016 w 1106"/>
                  <a:gd name="T35" fmla="*/ 447 h 512"/>
                  <a:gd name="T36" fmla="*/ 1020 w 1106"/>
                  <a:gd name="T37" fmla="*/ 444 h 512"/>
                  <a:gd name="T38" fmla="*/ 1021 w 1106"/>
                  <a:gd name="T39" fmla="*/ 443 h 512"/>
                  <a:gd name="T40" fmla="*/ 1025 w 1106"/>
                  <a:gd name="T41" fmla="*/ 439 h 512"/>
                  <a:gd name="T42" fmla="*/ 1032 w 1106"/>
                  <a:gd name="T43" fmla="*/ 433 h 512"/>
                  <a:gd name="T44" fmla="*/ 1032 w 1106"/>
                  <a:gd name="T45" fmla="*/ 432 h 512"/>
                  <a:gd name="T46" fmla="*/ 1039 w 1106"/>
                  <a:gd name="T47" fmla="*/ 426 h 512"/>
                  <a:gd name="T48" fmla="*/ 1043 w 1106"/>
                  <a:gd name="T49" fmla="*/ 422 h 512"/>
                  <a:gd name="T50" fmla="*/ 1045 w 1106"/>
                  <a:gd name="T51" fmla="*/ 421 h 512"/>
                  <a:gd name="T52" fmla="*/ 1045 w 1106"/>
                  <a:gd name="T53" fmla="*/ 421 h 512"/>
                  <a:gd name="T54" fmla="*/ 1050 w 1106"/>
                  <a:gd name="T55" fmla="*/ 414 h 512"/>
                  <a:gd name="T56" fmla="*/ 1054 w 1106"/>
                  <a:gd name="T57" fmla="*/ 410 h 512"/>
                  <a:gd name="T58" fmla="*/ 1056 w 1106"/>
                  <a:gd name="T59" fmla="*/ 408 h 512"/>
                  <a:gd name="T60" fmla="*/ 1059 w 1106"/>
                  <a:gd name="T61" fmla="*/ 406 h 512"/>
                  <a:gd name="T62" fmla="*/ 1066 w 1106"/>
                  <a:gd name="T63" fmla="*/ 397 h 512"/>
                  <a:gd name="T64" fmla="*/ 1067 w 1106"/>
                  <a:gd name="T65" fmla="*/ 395 h 512"/>
                  <a:gd name="T66" fmla="*/ 1068 w 1106"/>
                  <a:gd name="T67" fmla="*/ 393 h 512"/>
                  <a:gd name="T68" fmla="*/ 1075 w 1106"/>
                  <a:gd name="T69" fmla="*/ 385 h 512"/>
                  <a:gd name="T70" fmla="*/ 1078 w 1106"/>
                  <a:gd name="T71" fmla="*/ 381 h 512"/>
                  <a:gd name="T72" fmla="*/ 1081 w 1106"/>
                  <a:gd name="T73" fmla="*/ 377 h 512"/>
                  <a:gd name="T74" fmla="*/ 1084 w 1106"/>
                  <a:gd name="T75" fmla="*/ 372 h 512"/>
                  <a:gd name="T76" fmla="*/ 1088 w 1106"/>
                  <a:gd name="T77" fmla="*/ 367 h 512"/>
                  <a:gd name="T78" fmla="*/ 1089 w 1106"/>
                  <a:gd name="T79" fmla="*/ 364 h 512"/>
                  <a:gd name="T80" fmla="*/ 1092 w 1106"/>
                  <a:gd name="T81" fmla="*/ 360 h 512"/>
                  <a:gd name="T82" fmla="*/ 1097 w 1106"/>
                  <a:gd name="T83" fmla="*/ 352 h 512"/>
                  <a:gd name="T84" fmla="*/ 1100 w 1106"/>
                  <a:gd name="T85" fmla="*/ 348 h 512"/>
                  <a:gd name="T86" fmla="*/ 1106 w 1106"/>
                  <a:gd name="T87" fmla="*/ 338 h 512"/>
                  <a:gd name="T88" fmla="*/ 188 w 1106"/>
                  <a:gd name="T89" fmla="*/ 0 h 512"/>
                  <a:gd name="T90" fmla="*/ 126 w 1106"/>
                  <a:gd name="T91" fmla="*/ 86 h 512"/>
                  <a:gd name="T92" fmla="*/ 53 w 1106"/>
                  <a:gd name="T93" fmla="*/ 159 h 512"/>
                  <a:gd name="T94" fmla="*/ 0 w 1106"/>
                  <a:gd name="T95" fmla="*/ 201 h 5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106" h="512">
                    <a:moveTo>
                      <a:pt x="0" y="201"/>
                    </a:moveTo>
                    <a:lnTo>
                      <a:pt x="900" y="512"/>
                    </a:lnTo>
                    <a:lnTo>
                      <a:pt x="900" y="512"/>
                    </a:lnTo>
                    <a:lnTo>
                      <a:pt x="911" y="510"/>
                    </a:lnTo>
                    <a:lnTo>
                      <a:pt x="911" y="510"/>
                    </a:lnTo>
                    <a:lnTo>
                      <a:pt x="915" y="508"/>
                    </a:lnTo>
                    <a:lnTo>
                      <a:pt x="915" y="508"/>
                    </a:lnTo>
                    <a:lnTo>
                      <a:pt x="927" y="503"/>
                    </a:lnTo>
                    <a:lnTo>
                      <a:pt x="927" y="503"/>
                    </a:lnTo>
                    <a:lnTo>
                      <a:pt x="930" y="501"/>
                    </a:lnTo>
                    <a:lnTo>
                      <a:pt x="930" y="501"/>
                    </a:lnTo>
                    <a:lnTo>
                      <a:pt x="933" y="500"/>
                    </a:lnTo>
                    <a:lnTo>
                      <a:pt x="933" y="500"/>
                    </a:lnTo>
                    <a:lnTo>
                      <a:pt x="938" y="498"/>
                    </a:lnTo>
                    <a:lnTo>
                      <a:pt x="938" y="498"/>
                    </a:lnTo>
                    <a:lnTo>
                      <a:pt x="944" y="494"/>
                    </a:lnTo>
                    <a:lnTo>
                      <a:pt x="944" y="494"/>
                    </a:lnTo>
                    <a:lnTo>
                      <a:pt x="949" y="493"/>
                    </a:lnTo>
                    <a:lnTo>
                      <a:pt x="949" y="493"/>
                    </a:lnTo>
                    <a:lnTo>
                      <a:pt x="963" y="485"/>
                    </a:lnTo>
                    <a:lnTo>
                      <a:pt x="963" y="485"/>
                    </a:lnTo>
                    <a:lnTo>
                      <a:pt x="966" y="483"/>
                    </a:lnTo>
                    <a:lnTo>
                      <a:pt x="966" y="483"/>
                    </a:lnTo>
                    <a:lnTo>
                      <a:pt x="966" y="483"/>
                    </a:lnTo>
                    <a:lnTo>
                      <a:pt x="966" y="483"/>
                    </a:lnTo>
                    <a:lnTo>
                      <a:pt x="967" y="482"/>
                    </a:lnTo>
                    <a:lnTo>
                      <a:pt x="967" y="482"/>
                    </a:lnTo>
                    <a:lnTo>
                      <a:pt x="973" y="479"/>
                    </a:lnTo>
                    <a:lnTo>
                      <a:pt x="973" y="479"/>
                    </a:lnTo>
                    <a:lnTo>
                      <a:pt x="980" y="475"/>
                    </a:lnTo>
                    <a:lnTo>
                      <a:pt x="980" y="475"/>
                    </a:lnTo>
                    <a:lnTo>
                      <a:pt x="980" y="475"/>
                    </a:lnTo>
                    <a:lnTo>
                      <a:pt x="980" y="475"/>
                    </a:lnTo>
                    <a:lnTo>
                      <a:pt x="981" y="474"/>
                    </a:lnTo>
                    <a:lnTo>
                      <a:pt x="981" y="474"/>
                    </a:lnTo>
                    <a:lnTo>
                      <a:pt x="987" y="469"/>
                    </a:lnTo>
                    <a:lnTo>
                      <a:pt x="987" y="469"/>
                    </a:lnTo>
                    <a:lnTo>
                      <a:pt x="994" y="465"/>
                    </a:lnTo>
                    <a:lnTo>
                      <a:pt x="994" y="465"/>
                    </a:lnTo>
                    <a:lnTo>
                      <a:pt x="994" y="465"/>
                    </a:lnTo>
                    <a:lnTo>
                      <a:pt x="994" y="465"/>
                    </a:lnTo>
                    <a:lnTo>
                      <a:pt x="994" y="465"/>
                    </a:lnTo>
                    <a:lnTo>
                      <a:pt x="994" y="465"/>
                    </a:lnTo>
                    <a:lnTo>
                      <a:pt x="1001" y="461"/>
                    </a:lnTo>
                    <a:lnTo>
                      <a:pt x="1001" y="461"/>
                    </a:lnTo>
                    <a:lnTo>
                      <a:pt x="1006" y="457"/>
                    </a:lnTo>
                    <a:lnTo>
                      <a:pt x="1006" y="457"/>
                    </a:lnTo>
                    <a:lnTo>
                      <a:pt x="1007" y="456"/>
                    </a:lnTo>
                    <a:lnTo>
                      <a:pt x="1007" y="456"/>
                    </a:lnTo>
                    <a:lnTo>
                      <a:pt x="1007" y="454"/>
                    </a:lnTo>
                    <a:lnTo>
                      <a:pt x="1007" y="454"/>
                    </a:lnTo>
                    <a:lnTo>
                      <a:pt x="1012" y="451"/>
                    </a:lnTo>
                    <a:lnTo>
                      <a:pt x="1012" y="451"/>
                    </a:lnTo>
                    <a:lnTo>
                      <a:pt x="1016" y="447"/>
                    </a:lnTo>
                    <a:lnTo>
                      <a:pt x="1016" y="447"/>
                    </a:lnTo>
                    <a:lnTo>
                      <a:pt x="1020" y="444"/>
                    </a:lnTo>
                    <a:lnTo>
                      <a:pt x="1020" y="444"/>
                    </a:lnTo>
                    <a:lnTo>
                      <a:pt x="1020" y="443"/>
                    </a:lnTo>
                    <a:lnTo>
                      <a:pt x="1020" y="443"/>
                    </a:lnTo>
                    <a:lnTo>
                      <a:pt x="1021" y="443"/>
                    </a:lnTo>
                    <a:lnTo>
                      <a:pt x="1021" y="443"/>
                    </a:lnTo>
                    <a:lnTo>
                      <a:pt x="1025" y="439"/>
                    </a:lnTo>
                    <a:lnTo>
                      <a:pt x="1025" y="439"/>
                    </a:lnTo>
                    <a:lnTo>
                      <a:pt x="1030" y="435"/>
                    </a:lnTo>
                    <a:lnTo>
                      <a:pt x="1030" y="435"/>
                    </a:lnTo>
                    <a:lnTo>
                      <a:pt x="1032" y="433"/>
                    </a:lnTo>
                    <a:lnTo>
                      <a:pt x="1032" y="433"/>
                    </a:lnTo>
                    <a:lnTo>
                      <a:pt x="1032" y="432"/>
                    </a:lnTo>
                    <a:lnTo>
                      <a:pt x="1032" y="432"/>
                    </a:lnTo>
                    <a:lnTo>
                      <a:pt x="1035" y="431"/>
                    </a:lnTo>
                    <a:lnTo>
                      <a:pt x="1035" y="431"/>
                    </a:lnTo>
                    <a:lnTo>
                      <a:pt x="1039" y="426"/>
                    </a:lnTo>
                    <a:lnTo>
                      <a:pt x="1039" y="426"/>
                    </a:lnTo>
                    <a:lnTo>
                      <a:pt x="1043" y="422"/>
                    </a:lnTo>
                    <a:lnTo>
                      <a:pt x="1043" y="422"/>
                    </a:lnTo>
                    <a:lnTo>
                      <a:pt x="1045" y="421"/>
                    </a:lnTo>
                    <a:lnTo>
                      <a:pt x="1045" y="421"/>
                    </a:lnTo>
                    <a:lnTo>
                      <a:pt x="1045" y="421"/>
                    </a:lnTo>
                    <a:lnTo>
                      <a:pt x="1045" y="421"/>
                    </a:lnTo>
                    <a:lnTo>
                      <a:pt x="1045" y="421"/>
                    </a:lnTo>
                    <a:lnTo>
                      <a:pt x="1045" y="421"/>
                    </a:lnTo>
                    <a:lnTo>
                      <a:pt x="1046" y="418"/>
                    </a:lnTo>
                    <a:lnTo>
                      <a:pt x="1046" y="418"/>
                    </a:lnTo>
                    <a:lnTo>
                      <a:pt x="1050" y="414"/>
                    </a:lnTo>
                    <a:lnTo>
                      <a:pt x="1050" y="414"/>
                    </a:lnTo>
                    <a:lnTo>
                      <a:pt x="1054" y="410"/>
                    </a:lnTo>
                    <a:lnTo>
                      <a:pt x="1054" y="410"/>
                    </a:lnTo>
                    <a:lnTo>
                      <a:pt x="1056" y="408"/>
                    </a:lnTo>
                    <a:lnTo>
                      <a:pt x="1056" y="408"/>
                    </a:lnTo>
                    <a:lnTo>
                      <a:pt x="1056" y="408"/>
                    </a:lnTo>
                    <a:lnTo>
                      <a:pt x="1056" y="408"/>
                    </a:lnTo>
                    <a:lnTo>
                      <a:pt x="1059" y="406"/>
                    </a:lnTo>
                    <a:lnTo>
                      <a:pt x="1059" y="406"/>
                    </a:lnTo>
                    <a:lnTo>
                      <a:pt x="1061" y="402"/>
                    </a:lnTo>
                    <a:lnTo>
                      <a:pt x="1061" y="402"/>
                    </a:lnTo>
                    <a:lnTo>
                      <a:pt x="1066" y="397"/>
                    </a:lnTo>
                    <a:lnTo>
                      <a:pt x="1066" y="397"/>
                    </a:lnTo>
                    <a:lnTo>
                      <a:pt x="1067" y="395"/>
                    </a:lnTo>
                    <a:lnTo>
                      <a:pt x="1067" y="395"/>
                    </a:lnTo>
                    <a:lnTo>
                      <a:pt x="1067" y="395"/>
                    </a:lnTo>
                    <a:lnTo>
                      <a:pt x="1068" y="393"/>
                    </a:lnTo>
                    <a:lnTo>
                      <a:pt x="1068" y="393"/>
                    </a:lnTo>
                    <a:lnTo>
                      <a:pt x="1071" y="389"/>
                    </a:lnTo>
                    <a:lnTo>
                      <a:pt x="1071" y="389"/>
                    </a:lnTo>
                    <a:lnTo>
                      <a:pt x="1075" y="385"/>
                    </a:lnTo>
                    <a:lnTo>
                      <a:pt x="1075" y="385"/>
                    </a:lnTo>
                    <a:lnTo>
                      <a:pt x="1078" y="381"/>
                    </a:lnTo>
                    <a:lnTo>
                      <a:pt x="1078" y="381"/>
                    </a:lnTo>
                    <a:lnTo>
                      <a:pt x="1078" y="381"/>
                    </a:lnTo>
                    <a:lnTo>
                      <a:pt x="1078" y="381"/>
                    </a:lnTo>
                    <a:lnTo>
                      <a:pt x="1081" y="377"/>
                    </a:lnTo>
                    <a:lnTo>
                      <a:pt x="1081" y="377"/>
                    </a:lnTo>
                    <a:lnTo>
                      <a:pt x="1084" y="372"/>
                    </a:lnTo>
                    <a:lnTo>
                      <a:pt x="1084" y="372"/>
                    </a:lnTo>
                    <a:lnTo>
                      <a:pt x="1086" y="368"/>
                    </a:lnTo>
                    <a:lnTo>
                      <a:pt x="1086" y="368"/>
                    </a:lnTo>
                    <a:lnTo>
                      <a:pt x="1088" y="367"/>
                    </a:lnTo>
                    <a:lnTo>
                      <a:pt x="1088" y="367"/>
                    </a:lnTo>
                    <a:lnTo>
                      <a:pt x="1088" y="367"/>
                    </a:lnTo>
                    <a:lnTo>
                      <a:pt x="1089" y="364"/>
                    </a:lnTo>
                    <a:lnTo>
                      <a:pt x="1089" y="364"/>
                    </a:lnTo>
                    <a:lnTo>
                      <a:pt x="1092" y="360"/>
                    </a:lnTo>
                    <a:lnTo>
                      <a:pt x="1092" y="360"/>
                    </a:lnTo>
                    <a:lnTo>
                      <a:pt x="1095" y="356"/>
                    </a:lnTo>
                    <a:lnTo>
                      <a:pt x="1095" y="356"/>
                    </a:lnTo>
                    <a:lnTo>
                      <a:pt x="1097" y="352"/>
                    </a:lnTo>
                    <a:lnTo>
                      <a:pt x="1097" y="352"/>
                    </a:lnTo>
                    <a:lnTo>
                      <a:pt x="1100" y="348"/>
                    </a:lnTo>
                    <a:lnTo>
                      <a:pt x="1100" y="348"/>
                    </a:lnTo>
                    <a:lnTo>
                      <a:pt x="1103" y="343"/>
                    </a:lnTo>
                    <a:lnTo>
                      <a:pt x="1103" y="343"/>
                    </a:lnTo>
                    <a:lnTo>
                      <a:pt x="1106" y="338"/>
                    </a:lnTo>
                    <a:lnTo>
                      <a:pt x="1106" y="338"/>
                    </a:lnTo>
                    <a:lnTo>
                      <a:pt x="188" y="0"/>
                    </a:lnTo>
                    <a:lnTo>
                      <a:pt x="188" y="0"/>
                    </a:lnTo>
                    <a:lnTo>
                      <a:pt x="169" y="31"/>
                    </a:lnTo>
                    <a:lnTo>
                      <a:pt x="148" y="58"/>
                    </a:lnTo>
                    <a:lnTo>
                      <a:pt x="126" y="86"/>
                    </a:lnTo>
                    <a:lnTo>
                      <a:pt x="102" y="111"/>
                    </a:lnTo>
                    <a:lnTo>
                      <a:pt x="78" y="136"/>
                    </a:lnTo>
                    <a:lnTo>
                      <a:pt x="53" y="159"/>
                    </a:lnTo>
                    <a:lnTo>
                      <a:pt x="26" y="180"/>
                    </a:lnTo>
                    <a:lnTo>
                      <a:pt x="0" y="201"/>
                    </a:lnTo>
                    <a:lnTo>
                      <a:pt x="0" y="201"/>
                    </a:lnTo>
                    <a:close/>
                  </a:path>
                </a:pathLst>
              </a:custGeom>
              <a:solidFill>
                <a:srgbClr val="4140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  <p:sp>
            <p:nvSpPr>
              <p:cNvPr id="31" name="iṥ1íďê" descr="f7644b06-4b7e-4fa7-b8e7-309af153998e"/>
              <p:cNvSpPr/>
              <p:nvPr/>
            </p:nvSpPr>
            <p:spPr bwMode="auto">
              <a:xfrm>
                <a:off x="4130361" y="3420963"/>
                <a:ext cx="1066898" cy="1068905"/>
              </a:xfrm>
              <a:custGeom>
                <a:avLst/>
                <a:gdLst>
                  <a:gd name="T0" fmla="*/ 1584 w 1593"/>
                  <a:gd name="T1" fmla="*/ 687 h 1594"/>
                  <a:gd name="T2" fmla="*/ 1593 w 1593"/>
                  <a:gd name="T3" fmla="*/ 807 h 1594"/>
                  <a:gd name="T4" fmla="*/ 1583 w 1593"/>
                  <a:gd name="T5" fmla="*/ 925 h 1594"/>
                  <a:gd name="T6" fmla="*/ 1555 w 1593"/>
                  <a:gd name="T7" fmla="*/ 1039 h 1594"/>
                  <a:gd name="T8" fmla="*/ 1512 w 1593"/>
                  <a:gd name="T9" fmla="*/ 1145 h 1594"/>
                  <a:gd name="T10" fmla="*/ 1456 w 1593"/>
                  <a:gd name="T11" fmla="*/ 1244 h 1594"/>
                  <a:gd name="T12" fmla="*/ 1385 w 1593"/>
                  <a:gd name="T13" fmla="*/ 1335 h 1594"/>
                  <a:gd name="T14" fmla="*/ 1301 w 1593"/>
                  <a:gd name="T15" fmla="*/ 1414 h 1594"/>
                  <a:gd name="T16" fmla="*/ 1207 w 1593"/>
                  <a:gd name="T17" fmla="*/ 1480 h 1594"/>
                  <a:gd name="T18" fmla="*/ 1101 w 1593"/>
                  <a:gd name="T19" fmla="*/ 1533 h 1594"/>
                  <a:gd name="T20" fmla="*/ 987 w 1593"/>
                  <a:gd name="T21" fmla="*/ 1570 h 1594"/>
                  <a:gd name="T22" fmla="*/ 906 w 1593"/>
                  <a:gd name="T23" fmla="*/ 1587 h 1594"/>
                  <a:gd name="T24" fmla="*/ 786 w 1593"/>
                  <a:gd name="T25" fmla="*/ 1594 h 1594"/>
                  <a:gd name="T26" fmla="*/ 668 w 1593"/>
                  <a:gd name="T27" fmla="*/ 1584 h 1594"/>
                  <a:gd name="T28" fmla="*/ 556 w 1593"/>
                  <a:gd name="T29" fmla="*/ 1556 h 1594"/>
                  <a:gd name="T30" fmla="*/ 450 w 1593"/>
                  <a:gd name="T31" fmla="*/ 1513 h 1594"/>
                  <a:gd name="T32" fmla="*/ 350 w 1593"/>
                  <a:gd name="T33" fmla="*/ 1457 h 1594"/>
                  <a:gd name="T34" fmla="*/ 260 w 1593"/>
                  <a:gd name="T35" fmla="*/ 1386 h 1594"/>
                  <a:gd name="T36" fmla="*/ 181 w 1593"/>
                  <a:gd name="T37" fmla="*/ 1303 h 1594"/>
                  <a:gd name="T38" fmla="*/ 113 w 1593"/>
                  <a:gd name="T39" fmla="*/ 1208 h 1594"/>
                  <a:gd name="T40" fmla="*/ 61 w 1593"/>
                  <a:gd name="T41" fmla="*/ 1102 h 1594"/>
                  <a:gd name="T42" fmla="*/ 23 w 1593"/>
                  <a:gd name="T43" fmla="*/ 987 h 1594"/>
                  <a:gd name="T44" fmla="*/ 8 w 1593"/>
                  <a:gd name="T45" fmla="*/ 907 h 1594"/>
                  <a:gd name="T46" fmla="*/ 0 w 1593"/>
                  <a:gd name="T47" fmla="*/ 787 h 1594"/>
                  <a:gd name="T48" fmla="*/ 11 w 1593"/>
                  <a:gd name="T49" fmla="*/ 670 h 1594"/>
                  <a:gd name="T50" fmla="*/ 37 w 1593"/>
                  <a:gd name="T51" fmla="*/ 557 h 1594"/>
                  <a:gd name="T52" fmla="*/ 80 w 1593"/>
                  <a:gd name="T53" fmla="*/ 450 h 1594"/>
                  <a:gd name="T54" fmla="*/ 137 w 1593"/>
                  <a:gd name="T55" fmla="*/ 351 h 1594"/>
                  <a:gd name="T56" fmla="*/ 209 w 1593"/>
                  <a:gd name="T57" fmla="*/ 261 h 1594"/>
                  <a:gd name="T58" fmla="*/ 292 w 1593"/>
                  <a:gd name="T59" fmla="*/ 182 h 1594"/>
                  <a:gd name="T60" fmla="*/ 386 w 1593"/>
                  <a:gd name="T61" fmla="*/ 114 h 1594"/>
                  <a:gd name="T62" fmla="*/ 491 w 1593"/>
                  <a:gd name="T63" fmla="*/ 61 h 1594"/>
                  <a:gd name="T64" fmla="*/ 606 w 1593"/>
                  <a:gd name="T65" fmla="*/ 24 h 1594"/>
                  <a:gd name="T66" fmla="*/ 686 w 1593"/>
                  <a:gd name="T67" fmla="*/ 9 h 1594"/>
                  <a:gd name="T68" fmla="*/ 807 w 1593"/>
                  <a:gd name="T69" fmla="*/ 0 h 1594"/>
                  <a:gd name="T70" fmla="*/ 924 w 1593"/>
                  <a:gd name="T71" fmla="*/ 11 h 1594"/>
                  <a:gd name="T72" fmla="*/ 1036 w 1593"/>
                  <a:gd name="T73" fmla="*/ 38 h 1594"/>
                  <a:gd name="T74" fmla="*/ 1144 w 1593"/>
                  <a:gd name="T75" fmla="*/ 81 h 1594"/>
                  <a:gd name="T76" fmla="*/ 1243 w 1593"/>
                  <a:gd name="T77" fmla="*/ 139 h 1594"/>
                  <a:gd name="T78" fmla="*/ 1332 w 1593"/>
                  <a:gd name="T79" fmla="*/ 209 h 1594"/>
                  <a:gd name="T80" fmla="*/ 1413 w 1593"/>
                  <a:gd name="T81" fmla="*/ 292 h 1594"/>
                  <a:gd name="T82" fmla="*/ 1479 w 1593"/>
                  <a:gd name="T83" fmla="*/ 388 h 1594"/>
                  <a:gd name="T84" fmla="*/ 1532 w 1593"/>
                  <a:gd name="T85" fmla="*/ 493 h 1594"/>
                  <a:gd name="T86" fmla="*/ 1569 w 1593"/>
                  <a:gd name="T87" fmla="*/ 607 h 15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593" h="1594">
                    <a:moveTo>
                      <a:pt x="1579" y="647"/>
                    </a:moveTo>
                    <a:lnTo>
                      <a:pt x="1579" y="647"/>
                    </a:lnTo>
                    <a:lnTo>
                      <a:pt x="1584" y="687"/>
                    </a:lnTo>
                    <a:lnTo>
                      <a:pt x="1590" y="729"/>
                    </a:lnTo>
                    <a:lnTo>
                      <a:pt x="1593" y="767"/>
                    </a:lnTo>
                    <a:lnTo>
                      <a:pt x="1593" y="807"/>
                    </a:lnTo>
                    <a:lnTo>
                      <a:pt x="1591" y="848"/>
                    </a:lnTo>
                    <a:lnTo>
                      <a:pt x="1587" y="886"/>
                    </a:lnTo>
                    <a:lnTo>
                      <a:pt x="1583" y="925"/>
                    </a:lnTo>
                    <a:lnTo>
                      <a:pt x="1575" y="964"/>
                    </a:lnTo>
                    <a:lnTo>
                      <a:pt x="1566" y="1001"/>
                    </a:lnTo>
                    <a:lnTo>
                      <a:pt x="1555" y="1039"/>
                    </a:lnTo>
                    <a:lnTo>
                      <a:pt x="1543" y="1075"/>
                    </a:lnTo>
                    <a:lnTo>
                      <a:pt x="1529" y="1111"/>
                    </a:lnTo>
                    <a:lnTo>
                      <a:pt x="1512" y="1145"/>
                    </a:lnTo>
                    <a:lnTo>
                      <a:pt x="1496" y="1178"/>
                    </a:lnTo>
                    <a:lnTo>
                      <a:pt x="1476" y="1212"/>
                    </a:lnTo>
                    <a:lnTo>
                      <a:pt x="1456" y="1244"/>
                    </a:lnTo>
                    <a:lnTo>
                      <a:pt x="1433" y="1275"/>
                    </a:lnTo>
                    <a:lnTo>
                      <a:pt x="1410" y="1306"/>
                    </a:lnTo>
                    <a:lnTo>
                      <a:pt x="1385" y="1335"/>
                    </a:lnTo>
                    <a:lnTo>
                      <a:pt x="1359" y="1363"/>
                    </a:lnTo>
                    <a:lnTo>
                      <a:pt x="1330" y="1389"/>
                    </a:lnTo>
                    <a:lnTo>
                      <a:pt x="1301" y="1414"/>
                    </a:lnTo>
                    <a:lnTo>
                      <a:pt x="1270" y="1437"/>
                    </a:lnTo>
                    <a:lnTo>
                      <a:pt x="1240" y="1459"/>
                    </a:lnTo>
                    <a:lnTo>
                      <a:pt x="1207" y="1480"/>
                    </a:lnTo>
                    <a:lnTo>
                      <a:pt x="1172" y="1500"/>
                    </a:lnTo>
                    <a:lnTo>
                      <a:pt x="1137" y="1518"/>
                    </a:lnTo>
                    <a:lnTo>
                      <a:pt x="1101" y="1533"/>
                    </a:lnTo>
                    <a:lnTo>
                      <a:pt x="1064" y="1548"/>
                    </a:lnTo>
                    <a:lnTo>
                      <a:pt x="1025" y="1561"/>
                    </a:lnTo>
                    <a:lnTo>
                      <a:pt x="987" y="1570"/>
                    </a:lnTo>
                    <a:lnTo>
                      <a:pt x="946" y="1580"/>
                    </a:lnTo>
                    <a:lnTo>
                      <a:pt x="946" y="1580"/>
                    </a:lnTo>
                    <a:lnTo>
                      <a:pt x="906" y="1587"/>
                    </a:lnTo>
                    <a:lnTo>
                      <a:pt x="866" y="1591"/>
                    </a:lnTo>
                    <a:lnTo>
                      <a:pt x="826" y="1594"/>
                    </a:lnTo>
                    <a:lnTo>
                      <a:pt x="786" y="1594"/>
                    </a:lnTo>
                    <a:lnTo>
                      <a:pt x="747" y="1592"/>
                    </a:lnTo>
                    <a:lnTo>
                      <a:pt x="707" y="1590"/>
                    </a:lnTo>
                    <a:lnTo>
                      <a:pt x="668" y="1584"/>
                    </a:lnTo>
                    <a:lnTo>
                      <a:pt x="631" y="1577"/>
                    </a:lnTo>
                    <a:lnTo>
                      <a:pt x="594" y="1567"/>
                    </a:lnTo>
                    <a:lnTo>
                      <a:pt x="556" y="1556"/>
                    </a:lnTo>
                    <a:lnTo>
                      <a:pt x="520" y="1544"/>
                    </a:lnTo>
                    <a:lnTo>
                      <a:pt x="484" y="1530"/>
                    </a:lnTo>
                    <a:lnTo>
                      <a:pt x="450" y="1513"/>
                    </a:lnTo>
                    <a:lnTo>
                      <a:pt x="415" y="1497"/>
                    </a:lnTo>
                    <a:lnTo>
                      <a:pt x="382" y="1477"/>
                    </a:lnTo>
                    <a:lnTo>
                      <a:pt x="350" y="1457"/>
                    </a:lnTo>
                    <a:lnTo>
                      <a:pt x="318" y="1435"/>
                    </a:lnTo>
                    <a:lnTo>
                      <a:pt x="289" y="1411"/>
                    </a:lnTo>
                    <a:lnTo>
                      <a:pt x="260" y="1386"/>
                    </a:lnTo>
                    <a:lnTo>
                      <a:pt x="232" y="1360"/>
                    </a:lnTo>
                    <a:lnTo>
                      <a:pt x="206" y="1332"/>
                    </a:lnTo>
                    <a:lnTo>
                      <a:pt x="181" y="1303"/>
                    </a:lnTo>
                    <a:lnTo>
                      <a:pt x="156" y="1273"/>
                    </a:lnTo>
                    <a:lnTo>
                      <a:pt x="134" y="1241"/>
                    </a:lnTo>
                    <a:lnTo>
                      <a:pt x="113" y="1208"/>
                    </a:lnTo>
                    <a:lnTo>
                      <a:pt x="94" y="1173"/>
                    </a:lnTo>
                    <a:lnTo>
                      <a:pt x="77" y="1138"/>
                    </a:lnTo>
                    <a:lnTo>
                      <a:pt x="61" y="1102"/>
                    </a:lnTo>
                    <a:lnTo>
                      <a:pt x="47" y="1065"/>
                    </a:lnTo>
                    <a:lnTo>
                      <a:pt x="35" y="1028"/>
                    </a:lnTo>
                    <a:lnTo>
                      <a:pt x="23" y="987"/>
                    </a:lnTo>
                    <a:lnTo>
                      <a:pt x="15" y="947"/>
                    </a:lnTo>
                    <a:lnTo>
                      <a:pt x="15" y="947"/>
                    </a:lnTo>
                    <a:lnTo>
                      <a:pt x="8" y="907"/>
                    </a:lnTo>
                    <a:lnTo>
                      <a:pt x="3" y="867"/>
                    </a:lnTo>
                    <a:lnTo>
                      <a:pt x="1" y="827"/>
                    </a:lnTo>
                    <a:lnTo>
                      <a:pt x="0" y="787"/>
                    </a:lnTo>
                    <a:lnTo>
                      <a:pt x="1" y="748"/>
                    </a:lnTo>
                    <a:lnTo>
                      <a:pt x="5" y="708"/>
                    </a:lnTo>
                    <a:lnTo>
                      <a:pt x="11" y="670"/>
                    </a:lnTo>
                    <a:lnTo>
                      <a:pt x="18" y="632"/>
                    </a:lnTo>
                    <a:lnTo>
                      <a:pt x="26" y="594"/>
                    </a:lnTo>
                    <a:lnTo>
                      <a:pt x="37" y="557"/>
                    </a:lnTo>
                    <a:lnTo>
                      <a:pt x="50" y="521"/>
                    </a:lnTo>
                    <a:lnTo>
                      <a:pt x="64" y="485"/>
                    </a:lnTo>
                    <a:lnTo>
                      <a:pt x="80" y="450"/>
                    </a:lnTo>
                    <a:lnTo>
                      <a:pt x="98" y="416"/>
                    </a:lnTo>
                    <a:lnTo>
                      <a:pt x="116" y="382"/>
                    </a:lnTo>
                    <a:lnTo>
                      <a:pt x="137" y="351"/>
                    </a:lnTo>
                    <a:lnTo>
                      <a:pt x="159" y="320"/>
                    </a:lnTo>
                    <a:lnTo>
                      <a:pt x="183" y="290"/>
                    </a:lnTo>
                    <a:lnTo>
                      <a:pt x="209" y="261"/>
                    </a:lnTo>
                    <a:lnTo>
                      <a:pt x="235" y="233"/>
                    </a:lnTo>
                    <a:lnTo>
                      <a:pt x="263" y="207"/>
                    </a:lnTo>
                    <a:lnTo>
                      <a:pt x="292" y="182"/>
                    </a:lnTo>
                    <a:lnTo>
                      <a:pt x="322" y="158"/>
                    </a:lnTo>
                    <a:lnTo>
                      <a:pt x="354" y="135"/>
                    </a:lnTo>
                    <a:lnTo>
                      <a:pt x="386" y="114"/>
                    </a:lnTo>
                    <a:lnTo>
                      <a:pt x="421" y="96"/>
                    </a:lnTo>
                    <a:lnTo>
                      <a:pt x="455" y="78"/>
                    </a:lnTo>
                    <a:lnTo>
                      <a:pt x="491" y="61"/>
                    </a:lnTo>
                    <a:lnTo>
                      <a:pt x="529" y="47"/>
                    </a:lnTo>
                    <a:lnTo>
                      <a:pt x="567" y="35"/>
                    </a:lnTo>
                    <a:lnTo>
                      <a:pt x="606" y="24"/>
                    </a:lnTo>
                    <a:lnTo>
                      <a:pt x="646" y="16"/>
                    </a:lnTo>
                    <a:lnTo>
                      <a:pt x="646" y="16"/>
                    </a:lnTo>
                    <a:lnTo>
                      <a:pt x="686" y="9"/>
                    </a:lnTo>
                    <a:lnTo>
                      <a:pt x="726" y="5"/>
                    </a:lnTo>
                    <a:lnTo>
                      <a:pt x="767" y="2"/>
                    </a:lnTo>
                    <a:lnTo>
                      <a:pt x="807" y="0"/>
                    </a:lnTo>
                    <a:lnTo>
                      <a:pt x="847" y="2"/>
                    </a:lnTo>
                    <a:lnTo>
                      <a:pt x="886" y="6"/>
                    </a:lnTo>
                    <a:lnTo>
                      <a:pt x="924" y="11"/>
                    </a:lnTo>
                    <a:lnTo>
                      <a:pt x="962" y="18"/>
                    </a:lnTo>
                    <a:lnTo>
                      <a:pt x="1000" y="27"/>
                    </a:lnTo>
                    <a:lnTo>
                      <a:pt x="1036" y="38"/>
                    </a:lnTo>
                    <a:lnTo>
                      <a:pt x="1074" y="50"/>
                    </a:lnTo>
                    <a:lnTo>
                      <a:pt x="1108" y="65"/>
                    </a:lnTo>
                    <a:lnTo>
                      <a:pt x="1144" y="81"/>
                    </a:lnTo>
                    <a:lnTo>
                      <a:pt x="1177" y="99"/>
                    </a:lnTo>
                    <a:lnTo>
                      <a:pt x="1211" y="118"/>
                    </a:lnTo>
                    <a:lnTo>
                      <a:pt x="1243" y="139"/>
                    </a:lnTo>
                    <a:lnTo>
                      <a:pt x="1274" y="161"/>
                    </a:lnTo>
                    <a:lnTo>
                      <a:pt x="1303" y="185"/>
                    </a:lnTo>
                    <a:lnTo>
                      <a:pt x="1332" y="209"/>
                    </a:lnTo>
                    <a:lnTo>
                      <a:pt x="1360" y="236"/>
                    </a:lnTo>
                    <a:lnTo>
                      <a:pt x="1386" y="263"/>
                    </a:lnTo>
                    <a:lnTo>
                      <a:pt x="1413" y="292"/>
                    </a:lnTo>
                    <a:lnTo>
                      <a:pt x="1436" y="323"/>
                    </a:lnTo>
                    <a:lnTo>
                      <a:pt x="1458" y="355"/>
                    </a:lnTo>
                    <a:lnTo>
                      <a:pt x="1479" y="388"/>
                    </a:lnTo>
                    <a:lnTo>
                      <a:pt x="1499" y="421"/>
                    </a:lnTo>
                    <a:lnTo>
                      <a:pt x="1516" y="456"/>
                    </a:lnTo>
                    <a:lnTo>
                      <a:pt x="1532" y="493"/>
                    </a:lnTo>
                    <a:lnTo>
                      <a:pt x="1547" y="529"/>
                    </a:lnTo>
                    <a:lnTo>
                      <a:pt x="1559" y="568"/>
                    </a:lnTo>
                    <a:lnTo>
                      <a:pt x="1569" y="607"/>
                    </a:lnTo>
                    <a:lnTo>
                      <a:pt x="1579" y="647"/>
                    </a:lnTo>
                    <a:lnTo>
                      <a:pt x="1579" y="647"/>
                    </a:lnTo>
                    <a:close/>
                  </a:path>
                </a:pathLst>
              </a:custGeom>
              <a:solidFill>
                <a:srgbClr val="E3E4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  <p:sp>
            <p:nvSpPr>
              <p:cNvPr id="32" name="ïṩļîḍè" descr="03bc9e2e-e888-4694-bf26-5ea72f0cccbb"/>
              <p:cNvSpPr/>
              <p:nvPr/>
            </p:nvSpPr>
            <p:spPr bwMode="auto">
              <a:xfrm>
                <a:off x="4136387" y="3429000"/>
                <a:ext cx="1056852" cy="1054841"/>
              </a:xfrm>
              <a:custGeom>
                <a:avLst/>
                <a:gdLst>
                  <a:gd name="T0" fmla="*/ 761 w 1578"/>
                  <a:gd name="T1" fmla="*/ 34 h 1576"/>
                  <a:gd name="T2" fmla="*/ 661 w 1578"/>
                  <a:gd name="T3" fmla="*/ 113 h 1576"/>
                  <a:gd name="T4" fmla="*/ 435 w 1578"/>
                  <a:gd name="T5" fmla="*/ 135 h 1576"/>
                  <a:gd name="T6" fmla="*/ 1044 w 1578"/>
                  <a:gd name="T7" fmla="*/ 84 h 1576"/>
                  <a:gd name="T8" fmla="*/ 874 w 1578"/>
                  <a:gd name="T9" fmla="*/ 150 h 1576"/>
                  <a:gd name="T10" fmla="*/ 1137 w 1578"/>
                  <a:gd name="T11" fmla="*/ 95 h 1576"/>
                  <a:gd name="T12" fmla="*/ 571 w 1578"/>
                  <a:gd name="T13" fmla="*/ 221 h 1576"/>
                  <a:gd name="T14" fmla="*/ 981 w 1578"/>
                  <a:gd name="T15" fmla="*/ 215 h 1576"/>
                  <a:gd name="T16" fmla="*/ 1126 w 1578"/>
                  <a:gd name="T17" fmla="*/ 168 h 1576"/>
                  <a:gd name="T18" fmla="*/ 656 w 1578"/>
                  <a:gd name="T19" fmla="*/ 351 h 1576"/>
                  <a:gd name="T20" fmla="*/ 918 w 1578"/>
                  <a:gd name="T21" fmla="*/ 306 h 1576"/>
                  <a:gd name="T22" fmla="*/ 1303 w 1578"/>
                  <a:gd name="T23" fmla="*/ 190 h 1576"/>
                  <a:gd name="T24" fmla="*/ 1215 w 1578"/>
                  <a:gd name="T25" fmla="*/ 252 h 1576"/>
                  <a:gd name="T26" fmla="*/ 1357 w 1578"/>
                  <a:gd name="T27" fmla="*/ 240 h 1576"/>
                  <a:gd name="T28" fmla="*/ 900 w 1578"/>
                  <a:gd name="T29" fmla="*/ 348 h 1576"/>
                  <a:gd name="T30" fmla="*/ 1050 w 1578"/>
                  <a:gd name="T31" fmla="*/ 335 h 1576"/>
                  <a:gd name="T32" fmla="*/ 160 w 1578"/>
                  <a:gd name="T33" fmla="*/ 551 h 1576"/>
                  <a:gd name="T34" fmla="*/ 33 w 1578"/>
                  <a:gd name="T35" fmla="*/ 641 h 1576"/>
                  <a:gd name="T36" fmla="*/ 780 w 1578"/>
                  <a:gd name="T37" fmla="*/ 478 h 1576"/>
                  <a:gd name="T38" fmla="*/ 1087 w 1578"/>
                  <a:gd name="T39" fmla="*/ 409 h 1576"/>
                  <a:gd name="T40" fmla="*/ 1371 w 1578"/>
                  <a:gd name="T41" fmla="*/ 399 h 1576"/>
                  <a:gd name="T42" fmla="*/ 1491 w 1578"/>
                  <a:gd name="T43" fmla="*/ 446 h 1576"/>
                  <a:gd name="T44" fmla="*/ 430 w 1578"/>
                  <a:gd name="T45" fmla="*/ 652 h 1576"/>
                  <a:gd name="T46" fmla="*/ 316 w 1578"/>
                  <a:gd name="T47" fmla="*/ 654 h 1576"/>
                  <a:gd name="T48" fmla="*/ 124 w 1578"/>
                  <a:gd name="T49" fmla="*/ 773 h 1576"/>
                  <a:gd name="T50" fmla="*/ 1 w 1578"/>
                  <a:gd name="T51" fmla="*/ 774 h 1576"/>
                  <a:gd name="T52" fmla="*/ 740 w 1578"/>
                  <a:gd name="T53" fmla="*/ 708 h 1576"/>
                  <a:gd name="T54" fmla="*/ 1036 w 1578"/>
                  <a:gd name="T55" fmla="*/ 629 h 1576"/>
                  <a:gd name="T56" fmla="*/ 1282 w 1578"/>
                  <a:gd name="T57" fmla="*/ 572 h 1576"/>
                  <a:gd name="T58" fmla="*/ 59 w 1578"/>
                  <a:gd name="T59" fmla="*/ 827 h 1576"/>
                  <a:gd name="T60" fmla="*/ 496 w 1578"/>
                  <a:gd name="T61" fmla="*/ 903 h 1576"/>
                  <a:gd name="T62" fmla="*/ 982 w 1578"/>
                  <a:gd name="T63" fmla="*/ 741 h 1576"/>
                  <a:gd name="T64" fmla="*/ 1483 w 1578"/>
                  <a:gd name="T65" fmla="*/ 697 h 1576"/>
                  <a:gd name="T66" fmla="*/ 1386 w 1578"/>
                  <a:gd name="T67" fmla="*/ 709 h 1576"/>
                  <a:gd name="T68" fmla="*/ 65 w 1578"/>
                  <a:gd name="T69" fmla="*/ 1058 h 1576"/>
                  <a:gd name="T70" fmla="*/ 1403 w 1578"/>
                  <a:gd name="T71" fmla="*/ 767 h 1576"/>
                  <a:gd name="T72" fmla="*/ 1339 w 1578"/>
                  <a:gd name="T73" fmla="*/ 787 h 1576"/>
                  <a:gd name="T74" fmla="*/ 1198 w 1578"/>
                  <a:gd name="T75" fmla="*/ 801 h 1576"/>
                  <a:gd name="T76" fmla="*/ 1542 w 1578"/>
                  <a:gd name="T77" fmla="*/ 831 h 1576"/>
                  <a:gd name="T78" fmla="*/ 286 w 1578"/>
                  <a:gd name="T79" fmla="*/ 1133 h 1576"/>
                  <a:gd name="T80" fmla="*/ 1578 w 1578"/>
                  <a:gd name="T81" fmla="*/ 817 h 1576"/>
                  <a:gd name="T82" fmla="*/ 701 w 1578"/>
                  <a:gd name="T83" fmla="*/ 1073 h 1576"/>
                  <a:gd name="T84" fmla="*/ 1156 w 1578"/>
                  <a:gd name="T85" fmla="*/ 909 h 1576"/>
                  <a:gd name="T86" fmla="*/ 1446 w 1578"/>
                  <a:gd name="T87" fmla="*/ 993 h 1576"/>
                  <a:gd name="T88" fmla="*/ 521 w 1578"/>
                  <a:gd name="T89" fmla="*/ 1143 h 1576"/>
                  <a:gd name="T90" fmla="*/ 1107 w 1578"/>
                  <a:gd name="T91" fmla="*/ 1032 h 1576"/>
                  <a:gd name="T92" fmla="*/ 144 w 1578"/>
                  <a:gd name="T93" fmla="*/ 1227 h 1576"/>
                  <a:gd name="T94" fmla="*/ 1374 w 1578"/>
                  <a:gd name="T95" fmla="*/ 1086 h 1576"/>
                  <a:gd name="T96" fmla="*/ 575 w 1578"/>
                  <a:gd name="T97" fmla="*/ 1281 h 1576"/>
                  <a:gd name="T98" fmla="*/ 907 w 1578"/>
                  <a:gd name="T99" fmla="*/ 1197 h 1576"/>
                  <a:gd name="T100" fmla="*/ 1444 w 1578"/>
                  <a:gd name="T101" fmla="*/ 1100 h 1576"/>
                  <a:gd name="T102" fmla="*/ 250 w 1578"/>
                  <a:gd name="T103" fmla="*/ 1360 h 1576"/>
                  <a:gd name="T104" fmla="*/ 305 w 1578"/>
                  <a:gd name="T105" fmla="*/ 1403 h 1576"/>
                  <a:gd name="T106" fmla="*/ 851 w 1578"/>
                  <a:gd name="T107" fmla="*/ 1314 h 1576"/>
                  <a:gd name="T108" fmla="*/ 538 w 1578"/>
                  <a:gd name="T109" fmla="*/ 1435 h 1576"/>
                  <a:gd name="T110" fmla="*/ 1405 w 1578"/>
                  <a:gd name="T111" fmla="*/ 1274 h 1576"/>
                  <a:gd name="T112" fmla="*/ 941 w 1578"/>
                  <a:gd name="T113" fmla="*/ 1367 h 1576"/>
                  <a:gd name="T114" fmla="*/ 448 w 1578"/>
                  <a:gd name="T115" fmla="*/ 1497 h 1576"/>
                  <a:gd name="T116" fmla="*/ 837 w 1578"/>
                  <a:gd name="T117" fmla="*/ 1476 h 1576"/>
                  <a:gd name="T118" fmla="*/ 543 w 1578"/>
                  <a:gd name="T119" fmla="*/ 1533 h 1576"/>
                  <a:gd name="T120" fmla="*/ 834 w 1578"/>
                  <a:gd name="T121" fmla="*/ 1520 h 1576"/>
                  <a:gd name="T122" fmla="*/ 1237 w 1578"/>
                  <a:gd name="T123" fmla="*/ 1430 h 1576"/>
                  <a:gd name="T124" fmla="*/ 1154 w 1578"/>
                  <a:gd name="T125" fmla="*/ 1486 h 15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578" h="1576">
                    <a:moveTo>
                      <a:pt x="683" y="9"/>
                    </a:moveTo>
                    <a:lnTo>
                      <a:pt x="625" y="20"/>
                    </a:lnTo>
                    <a:lnTo>
                      <a:pt x="625" y="20"/>
                    </a:lnTo>
                    <a:lnTo>
                      <a:pt x="628" y="23"/>
                    </a:lnTo>
                    <a:lnTo>
                      <a:pt x="631" y="24"/>
                    </a:lnTo>
                    <a:lnTo>
                      <a:pt x="638" y="27"/>
                    </a:lnTo>
                    <a:lnTo>
                      <a:pt x="647" y="27"/>
                    </a:lnTo>
                    <a:lnTo>
                      <a:pt x="657" y="25"/>
                    </a:lnTo>
                    <a:lnTo>
                      <a:pt x="665" y="23"/>
                    </a:lnTo>
                    <a:lnTo>
                      <a:pt x="673" y="20"/>
                    </a:lnTo>
                    <a:lnTo>
                      <a:pt x="680" y="14"/>
                    </a:lnTo>
                    <a:lnTo>
                      <a:pt x="682" y="12"/>
                    </a:lnTo>
                    <a:lnTo>
                      <a:pt x="683" y="9"/>
                    </a:lnTo>
                    <a:lnTo>
                      <a:pt x="683" y="9"/>
                    </a:lnTo>
                    <a:close/>
                    <a:moveTo>
                      <a:pt x="571" y="34"/>
                    </a:moveTo>
                    <a:lnTo>
                      <a:pt x="571" y="34"/>
                    </a:lnTo>
                    <a:lnTo>
                      <a:pt x="554" y="38"/>
                    </a:lnTo>
                    <a:lnTo>
                      <a:pt x="539" y="42"/>
                    </a:lnTo>
                    <a:lnTo>
                      <a:pt x="525" y="48"/>
                    </a:lnTo>
                    <a:lnTo>
                      <a:pt x="520" y="50"/>
                    </a:lnTo>
                    <a:lnTo>
                      <a:pt x="516" y="54"/>
                    </a:lnTo>
                    <a:lnTo>
                      <a:pt x="516" y="54"/>
                    </a:lnTo>
                    <a:lnTo>
                      <a:pt x="531" y="53"/>
                    </a:lnTo>
                    <a:lnTo>
                      <a:pt x="546" y="50"/>
                    </a:lnTo>
                    <a:lnTo>
                      <a:pt x="554" y="48"/>
                    </a:lnTo>
                    <a:lnTo>
                      <a:pt x="561" y="43"/>
                    </a:lnTo>
                    <a:lnTo>
                      <a:pt x="567" y="39"/>
                    </a:lnTo>
                    <a:lnTo>
                      <a:pt x="571" y="34"/>
                    </a:lnTo>
                    <a:lnTo>
                      <a:pt x="571" y="34"/>
                    </a:lnTo>
                    <a:close/>
                    <a:moveTo>
                      <a:pt x="805" y="2"/>
                    </a:moveTo>
                    <a:lnTo>
                      <a:pt x="805" y="2"/>
                    </a:lnTo>
                    <a:lnTo>
                      <a:pt x="791" y="2"/>
                    </a:lnTo>
                    <a:lnTo>
                      <a:pt x="775" y="0"/>
                    </a:lnTo>
                    <a:lnTo>
                      <a:pt x="759" y="2"/>
                    </a:lnTo>
                    <a:lnTo>
                      <a:pt x="752" y="5"/>
                    </a:lnTo>
                    <a:lnTo>
                      <a:pt x="747" y="7"/>
                    </a:lnTo>
                    <a:lnTo>
                      <a:pt x="747" y="7"/>
                    </a:lnTo>
                    <a:lnTo>
                      <a:pt x="761" y="9"/>
                    </a:lnTo>
                    <a:lnTo>
                      <a:pt x="776" y="10"/>
                    </a:lnTo>
                    <a:lnTo>
                      <a:pt x="784" y="10"/>
                    </a:lnTo>
                    <a:lnTo>
                      <a:pt x="791" y="9"/>
                    </a:lnTo>
                    <a:lnTo>
                      <a:pt x="799" y="6"/>
                    </a:lnTo>
                    <a:lnTo>
                      <a:pt x="805" y="2"/>
                    </a:lnTo>
                    <a:lnTo>
                      <a:pt x="805" y="2"/>
                    </a:lnTo>
                    <a:close/>
                    <a:moveTo>
                      <a:pt x="465" y="68"/>
                    </a:moveTo>
                    <a:lnTo>
                      <a:pt x="465" y="68"/>
                    </a:lnTo>
                    <a:lnTo>
                      <a:pt x="451" y="74"/>
                    </a:lnTo>
                    <a:lnTo>
                      <a:pt x="435" y="79"/>
                    </a:lnTo>
                    <a:lnTo>
                      <a:pt x="430" y="82"/>
                    </a:lnTo>
                    <a:lnTo>
                      <a:pt x="424" y="86"/>
                    </a:lnTo>
                    <a:lnTo>
                      <a:pt x="420" y="92"/>
                    </a:lnTo>
                    <a:lnTo>
                      <a:pt x="418" y="97"/>
                    </a:lnTo>
                    <a:lnTo>
                      <a:pt x="418" y="97"/>
                    </a:lnTo>
                    <a:lnTo>
                      <a:pt x="431" y="92"/>
                    </a:lnTo>
                    <a:lnTo>
                      <a:pt x="445" y="86"/>
                    </a:lnTo>
                    <a:lnTo>
                      <a:pt x="452" y="82"/>
                    </a:lnTo>
                    <a:lnTo>
                      <a:pt x="458" y="78"/>
                    </a:lnTo>
                    <a:lnTo>
                      <a:pt x="462" y="74"/>
                    </a:lnTo>
                    <a:lnTo>
                      <a:pt x="465" y="68"/>
                    </a:lnTo>
                    <a:lnTo>
                      <a:pt x="465" y="68"/>
                    </a:lnTo>
                    <a:close/>
                    <a:moveTo>
                      <a:pt x="564" y="66"/>
                    </a:moveTo>
                    <a:lnTo>
                      <a:pt x="564" y="66"/>
                    </a:lnTo>
                    <a:lnTo>
                      <a:pt x="567" y="68"/>
                    </a:lnTo>
                    <a:lnTo>
                      <a:pt x="570" y="71"/>
                    </a:lnTo>
                    <a:lnTo>
                      <a:pt x="579" y="74"/>
                    </a:lnTo>
                    <a:lnTo>
                      <a:pt x="590" y="74"/>
                    </a:lnTo>
                    <a:lnTo>
                      <a:pt x="602" y="72"/>
                    </a:lnTo>
                    <a:lnTo>
                      <a:pt x="611" y="68"/>
                    </a:lnTo>
                    <a:lnTo>
                      <a:pt x="620" y="63"/>
                    </a:lnTo>
                    <a:lnTo>
                      <a:pt x="624" y="59"/>
                    </a:lnTo>
                    <a:lnTo>
                      <a:pt x="625" y="56"/>
                    </a:lnTo>
                    <a:lnTo>
                      <a:pt x="626" y="52"/>
                    </a:lnTo>
                    <a:lnTo>
                      <a:pt x="626" y="46"/>
                    </a:lnTo>
                    <a:lnTo>
                      <a:pt x="626" y="46"/>
                    </a:lnTo>
                    <a:lnTo>
                      <a:pt x="620" y="43"/>
                    </a:lnTo>
                    <a:lnTo>
                      <a:pt x="611" y="42"/>
                    </a:lnTo>
                    <a:lnTo>
                      <a:pt x="600" y="42"/>
                    </a:lnTo>
                    <a:lnTo>
                      <a:pt x="590" y="43"/>
                    </a:lnTo>
                    <a:lnTo>
                      <a:pt x="581" y="48"/>
                    </a:lnTo>
                    <a:lnTo>
                      <a:pt x="572" y="52"/>
                    </a:lnTo>
                    <a:lnTo>
                      <a:pt x="567" y="59"/>
                    </a:lnTo>
                    <a:lnTo>
                      <a:pt x="566" y="61"/>
                    </a:lnTo>
                    <a:lnTo>
                      <a:pt x="564" y="66"/>
                    </a:lnTo>
                    <a:lnTo>
                      <a:pt x="564" y="66"/>
                    </a:lnTo>
                    <a:close/>
                    <a:moveTo>
                      <a:pt x="761" y="34"/>
                    </a:moveTo>
                    <a:lnTo>
                      <a:pt x="761" y="34"/>
                    </a:lnTo>
                    <a:lnTo>
                      <a:pt x="759" y="31"/>
                    </a:lnTo>
                    <a:lnTo>
                      <a:pt x="758" y="28"/>
                    </a:lnTo>
                    <a:lnTo>
                      <a:pt x="754" y="25"/>
                    </a:lnTo>
                    <a:lnTo>
                      <a:pt x="750" y="23"/>
                    </a:lnTo>
                    <a:lnTo>
                      <a:pt x="740" y="21"/>
                    </a:lnTo>
                    <a:lnTo>
                      <a:pt x="729" y="20"/>
                    </a:lnTo>
                    <a:lnTo>
                      <a:pt x="718" y="21"/>
                    </a:lnTo>
                    <a:lnTo>
                      <a:pt x="708" y="25"/>
                    </a:lnTo>
                    <a:lnTo>
                      <a:pt x="700" y="30"/>
                    </a:lnTo>
                    <a:lnTo>
                      <a:pt x="697" y="34"/>
                    </a:lnTo>
                    <a:lnTo>
                      <a:pt x="696" y="36"/>
                    </a:lnTo>
                    <a:lnTo>
                      <a:pt x="696" y="36"/>
                    </a:lnTo>
                    <a:lnTo>
                      <a:pt x="697" y="41"/>
                    </a:lnTo>
                    <a:lnTo>
                      <a:pt x="700" y="43"/>
                    </a:lnTo>
                    <a:lnTo>
                      <a:pt x="708" y="49"/>
                    </a:lnTo>
                    <a:lnTo>
                      <a:pt x="716" y="50"/>
                    </a:lnTo>
                    <a:lnTo>
                      <a:pt x="727" y="50"/>
                    </a:lnTo>
                    <a:lnTo>
                      <a:pt x="737" y="49"/>
                    </a:lnTo>
                    <a:lnTo>
                      <a:pt x="747" y="45"/>
                    </a:lnTo>
                    <a:lnTo>
                      <a:pt x="755" y="41"/>
                    </a:lnTo>
                    <a:lnTo>
                      <a:pt x="761" y="34"/>
                    </a:lnTo>
                    <a:lnTo>
                      <a:pt x="761" y="34"/>
                    </a:lnTo>
                    <a:close/>
                    <a:moveTo>
                      <a:pt x="913" y="5"/>
                    </a:moveTo>
                    <a:lnTo>
                      <a:pt x="913" y="5"/>
                    </a:lnTo>
                    <a:lnTo>
                      <a:pt x="898" y="5"/>
                    </a:lnTo>
                    <a:lnTo>
                      <a:pt x="882" y="2"/>
                    </a:lnTo>
                    <a:lnTo>
                      <a:pt x="867" y="0"/>
                    </a:lnTo>
                    <a:lnTo>
                      <a:pt x="860" y="0"/>
                    </a:lnTo>
                    <a:lnTo>
                      <a:pt x="855" y="3"/>
                    </a:lnTo>
                    <a:lnTo>
                      <a:pt x="855" y="3"/>
                    </a:lnTo>
                    <a:lnTo>
                      <a:pt x="869" y="6"/>
                    </a:lnTo>
                    <a:lnTo>
                      <a:pt x="884" y="9"/>
                    </a:lnTo>
                    <a:lnTo>
                      <a:pt x="892" y="10"/>
                    </a:lnTo>
                    <a:lnTo>
                      <a:pt x="899" y="10"/>
                    </a:lnTo>
                    <a:lnTo>
                      <a:pt x="906" y="9"/>
                    </a:lnTo>
                    <a:lnTo>
                      <a:pt x="913" y="5"/>
                    </a:lnTo>
                    <a:lnTo>
                      <a:pt x="913" y="5"/>
                    </a:lnTo>
                    <a:close/>
                    <a:moveTo>
                      <a:pt x="448" y="104"/>
                    </a:moveTo>
                    <a:lnTo>
                      <a:pt x="448" y="104"/>
                    </a:lnTo>
                    <a:lnTo>
                      <a:pt x="456" y="107"/>
                    </a:lnTo>
                    <a:lnTo>
                      <a:pt x="467" y="107"/>
                    </a:lnTo>
                    <a:lnTo>
                      <a:pt x="477" y="106"/>
                    </a:lnTo>
                    <a:lnTo>
                      <a:pt x="487" y="103"/>
                    </a:lnTo>
                    <a:lnTo>
                      <a:pt x="496" y="97"/>
                    </a:lnTo>
                    <a:lnTo>
                      <a:pt x="503" y="92"/>
                    </a:lnTo>
                    <a:lnTo>
                      <a:pt x="507" y="84"/>
                    </a:lnTo>
                    <a:lnTo>
                      <a:pt x="509" y="81"/>
                    </a:lnTo>
                    <a:lnTo>
                      <a:pt x="509" y="77"/>
                    </a:lnTo>
                    <a:lnTo>
                      <a:pt x="509" y="77"/>
                    </a:lnTo>
                    <a:lnTo>
                      <a:pt x="501" y="74"/>
                    </a:lnTo>
                    <a:lnTo>
                      <a:pt x="492" y="74"/>
                    </a:lnTo>
                    <a:lnTo>
                      <a:pt x="483" y="77"/>
                    </a:lnTo>
                    <a:lnTo>
                      <a:pt x="473" y="79"/>
                    </a:lnTo>
                    <a:lnTo>
                      <a:pt x="465" y="85"/>
                    </a:lnTo>
                    <a:lnTo>
                      <a:pt x="456" y="90"/>
                    </a:lnTo>
                    <a:lnTo>
                      <a:pt x="452" y="97"/>
                    </a:lnTo>
                    <a:lnTo>
                      <a:pt x="448" y="104"/>
                    </a:lnTo>
                    <a:lnTo>
                      <a:pt x="448" y="104"/>
                    </a:lnTo>
                    <a:close/>
                    <a:moveTo>
                      <a:pt x="880" y="25"/>
                    </a:moveTo>
                    <a:lnTo>
                      <a:pt x="880" y="25"/>
                    </a:lnTo>
                    <a:lnTo>
                      <a:pt x="874" y="20"/>
                    </a:lnTo>
                    <a:lnTo>
                      <a:pt x="867" y="17"/>
                    </a:lnTo>
                    <a:lnTo>
                      <a:pt x="860" y="14"/>
                    </a:lnTo>
                    <a:lnTo>
                      <a:pt x="852" y="13"/>
                    </a:lnTo>
                    <a:lnTo>
                      <a:pt x="844" y="13"/>
                    </a:lnTo>
                    <a:lnTo>
                      <a:pt x="835" y="13"/>
                    </a:lnTo>
                    <a:lnTo>
                      <a:pt x="815" y="17"/>
                    </a:lnTo>
                    <a:lnTo>
                      <a:pt x="815" y="17"/>
                    </a:lnTo>
                    <a:lnTo>
                      <a:pt x="815" y="21"/>
                    </a:lnTo>
                    <a:lnTo>
                      <a:pt x="816" y="25"/>
                    </a:lnTo>
                    <a:lnTo>
                      <a:pt x="819" y="30"/>
                    </a:lnTo>
                    <a:lnTo>
                      <a:pt x="822" y="32"/>
                    </a:lnTo>
                    <a:lnTo>
                      <a:pt x="831" y="36"/>
                    </a:lnTo>
                    <a:lnTo>
                      <a:pt x="842" y="38"/>
                    </a:lnTo>
                    <a:lnTo>
                      <a:pt x="853" y="38"/>
                    </a:lnTo>
                    <a:lnTo>
                      <a:pt x="864" y="36"/>
                    </a:lnTo>
                    <a:lnTo>
                      <a:pt x="874" y="32"/>
                    </a:lnTo>
                    <a:lnTo>
                      <a:pt x="877" y="28"/>
                    </a:lnTo>
                    <a:lnTo>
                      <a:pt x="880" y="25"/>
                    </a:lnTo>
                    <a:lnTo>
                      <a:pt x="880" y="25"/>
                    </a:lnTo>
                    <a:close/>
                    <a:moveTo>
                      <a:pt x="359" y="132"/>
                    </a:moveTo>
                    <a:lnTo>
                      <a:pt x="359" y="132"/>
                    </a:lnTo>
                    <a:lnTo>
                      <a:pt x="359" y="135"/>
                    </a:lnTo>
                    <a:lnTo>
                      <a:pt x="357" y="136"/>
                    </a:lnTo>
                    <a:lnTo>
                      <a:pt x="351" y="140"/>
                    </a:lnTo>
                    <a:lnTo>
                      <a:pt x="348" y="143"/>
                    </a:lnTo>
                    <a:lnTo>
                      <a:pt x="347" y="146"/>
                    </a:lnTo>
                    <a:lnTo>
                      <a:pt x="347" y="150"/>
                    </a:lnTo>
                    <a:lnTo>
                      <a:pt x="348" y="154"/>
                    </a:lnTo>
                    <a:lnTo>
                      <a:pt x="348" y="154"/>
                    </a:lnTo>
                    <a:lnTo>
                      <a:pt x="366" y="149"/>
                    </a:lnTo>
                    <a:lnTo>
                      <a:pt x="375" y="144"/>
                    </a:lnTo>
                    <a:lnTo>
                      <a:pt x="383" y="140"/>
                    </a:lnTo>
                    <a:lnTo>
                      <a:pt x="388" y="135"/>
                    </a:lnTo>
                    <a:lnTo>
                      <a:pt x="394" y="129"/>
                    </a:lnTo>
                    <a:lnTo>
                      <a:pt x="398" y="122"/>
                    </a:lnTo>
                    <a:lnTo>
                      <a:pt x="400" y="114"/>
                    </a:lnTo>
                    <a:lnTo>
                      <a:pt x="400" y="114"/>
                    </a:lnTo>
                    <a:lnTo>
                      <a:pt x="394" y="114"/>
                    </a:lnTo>
                    <a:lnTo>
                      <a:pt x="390" y="115"/>
                    </a:lnTo>
                    <a:lnTo>
                      <a:pt x="382" y="120"/>
                    </a:lnTo>
                    <a:lnTo>
                      <a:pt x="375" y="124"/>
                    </a:lnTo>
                    <a:lnTo>
                      <a:pt x="370" y="126"/>
                    </a:lnTo>
                    <a:lnTo>
                      <a:pt x="366" y="126"/>
                    </a:lnTo>
                    <a:lnTo>
                      <a:pt x="366" y="126"/>
                    </a:lnTo>
                    <a:lnTo>
                      <a:pt x="364" y="124"/>
                    </a:lnTo>
                    <a:lnTo>
                      <a:pt x="359" y="124"/>
                    </a:lnTo>
                    <a:lnTo>
                      <a:pt x="355" y="125"/>
                    </a:lnTo>
                    <a:lnTo>
                      <a:pt x="351" y="128"/>
                    </a:lnTo>
                    <a:lnTo>
                      <a:pt x="341" y="136"/>
                    </a:lnTo>
                    <a:lnTo>
                      <a:pt x="336" y="143"/>
                    </a:lnTo>
                    <a:lnTo>
                      <a:pt x="336" y="143"/>
                    </a:lnTo>
                    <a:lnTo>
                      <a:pt x="340" y="142"/>
                    </a:lnTo>
                    <a:lnTo>
                      <a:pt x="343" y="140"/>
                    </a:lnTo>
                    <a:lnTo>
                      <a:pt x="348" y="138"/>
                    </a:lnTo>
                    <a:lnTo>
                      <a:pt x="352" y="133"/>
                    </a:lnTo>
                    <a:lnTo>
                      <a:pt x="355" y="132"/>
                    </a:lnTo>
                    <a:lnTo>
                      <a:pt x="359" y="132"/>
                    </a:lnTo>
                    <a:lnTo>
                      <a:pt x="359" y="132"/>
                    </a:lnTo>
                    <a:close/>
                    <a:moveTo>
                      <a:pt x="646" y="77"/>
                    </a:moveTo>
                    <a:lnTo>
                      <a:pt x="646" y="77"/>
                    </a:lnTo>
                    <a:lnTo>
                      <a:pt x="638" y="82"/>
                    </a:lnTo>
                    <a:lnTo>
                      <a:pt x="632" y="89"/>
                    </a:lnTo>
                    <a:lnTo>
                      <a:pt x="631" y="95"/>
                    </a:lnTo>
                    <a:lnTo>
                      <a:pt x="632" y="99"/>
                    </a:lnTo>
                    <a:lnTo>
                      <a:pt x="635" y="103"/>
                    </a:lnTo>
                    <a:lnTo>
                      <a:pt x="639" y="107"/>
                    </a:lnTo>
                    <a:lnTo>
                      <a:pt x="646" y="110"/>
                    </a:lnTo>
                    <a:lnTo>
                      <a:pt x="653" y="111"/>
                    </a:lnTo>
                    <a:lnTo>
                      <a:pt x="661" y="113"/>
                    </a:lnTo>
                    <a:lnTo>
                      <a:pt x="669" y="113"/>
                    </a:lnTo>
                    <a:lnTo>
                      <a:pt x="676" y="111"/>
                    </a:lnTo>
                    <a:lnTo>
                      <a:pt x="685" y="108"/>
                    </a:lnTo>
                    <a:lnTo>
                      <a:pt x="690" y="106"/>
                    </a:lnTo>
                    <a:lnTo>
                      <a:pt x="696" y="100"/>
                    </a:lnTo>
                    <a:lnTo>
                      <a:pt x="697" y="95"/>
                    </a:lnTo>
                    <a:lnTo>
                      <a:pt x="698" y="86"/>
                    </a:lnTo>
                    <a:lnTo>
                      <a:pt x="698" y="86"/>
                    </a:lnTo>
                    <a:lnTo>
                      <a:pt x="696" y="78"/>
                    </a:lnTo>
                    <a:lnTo>
                      <a:pt x="691" y="72"/>
                    </a:lnTo>
                    <a:lnTo>
                      <a:pt x="685" y="70"/>
                    </a:lnTo>
                    <a:lnTo>
                      <a:pt x="678" y="68"/>
                    </a:lnTo>
                    <a:lnTo>
                      <a:pt x="669" y="68"/>
                    </a:lnTo>
                    <a:lnTo>
                      <a:pt x="661" y="70"/>
                    </a:lnTo>
                    <a:lnTo>
                      <a:pt x="653" y="72"/>
                    </a:lnTo>
                    <a:lnTo>
                      <a:pt x="646" y="77"/>
                    </a:lnTo>
                    <a:lnTo>
                      <a:pt x="646" y="77"/>
                    </a:lnTo>
                    <a:close/>
                    <a:moveTo>
                      <a:pt x="992" y="36"/>
                    </a:moveTo>
                    <a:lnTo>
                      <a:pt x="992" y="36"/>
                    </a:lnTo>
                    <a:lnTo>
                      <a:pt x="986" y="31"/>
                    </a:lnTo>
                    <a:lnTo>
                      <a:pt x="979" y="27"/>
                    </a:lnTo>
                    <a:lnTo>
                      <a:pt x="972" y="24"/>
                    </a:lnTo>
                    <a:lnTo>
                      <a:pt x="964" y="21"/>
                    </a:lnTo>
                    <a:lnTo>
                      <a:pt x="947" y="18"/>
                    </a:lnTo>
                    <a:lnTo>
                      <a:pt x="928" y="18"/>
                    </a:lnTo>
                    <a:lnTo>
                      <a:pt x="928" y="18"/>
                    </a:lnTo>
                    <a:lnTo>
                      <a:pt x="934" y="25"/>
                    </a:lnTo>
                    <a:lnTo>
                      <a:pt x="939" y="31"/>
                    </a:lnTo>
                    <a:lnTo>
                      <a:pt x="946" y="35"/>
                    </a:lnTo>
                    <a:lnTo>
                      <a:pt x="954" y="36"/>
                    </a:lnTo>
                    <a:lnTo>
                      <a:pt x="963" y="39"/>
                    </a:lnTo>
                    <a:lnTo>
                      <a:pt x="971" y="39"/>
                    </a:lnTo>
                    <a:lnTo>
                      <a:pt x="981" y="38"/>
                    </a:lnTo>
                    <a:lnTo>
                      <a:pt x="992" y="36"/>
                    </a:lnTo>
                    <a:lnTo>
                      <a:pt x="992" y="36"/>
                    </a:lnTo>
                    <a:close/>
                    <a:moveTo>
                      <a:pt x="507" y="133"/>
                    </a:moveTo>
                    <a:lnTo>
                      <a:pt x="507" y="133"/>
                    </a:lnTo>
                    <a:lnTo>
                      <a:pt x="512" y="138"/>
                    </a:lnTo>
                    <a:lnTo>
                      <a:pt x="516" y="139"/>
                    </a:lnTo>
                    <a:lnTo>
                      <a:pt x="520" y="142"/>
                    </a:lnTo>
                    <a:lnTo>
                      <a:pt x="525" y="142"/>
                    </a:lnTo>
                    <a:lnTo>
                      <a:pt x="537" y="142"/>
                    </a:lnTo>
                    <a:lnTo>
                      <a:pt x="549" y="138"/>
                    </a:lnTo>
                    <a:lnTo>
                      <a:pt x="559" y="132"/>
                    </a:lnTo>
                    <a:lnTo>
                      <a:pt x="567" y="124"/>
                    </a:lnTo>
                    <a:lnTo>
                      <a:pt x="570" y="120"/>
                    </a:lnTo>
                    <a:lnTo>
                      <a:pt x="571" y="114"/>
                    </a:lnTo>
                    <a:lnTo>
                      <a:pt x="572" y="110"/>
                    </a:lnTo>
                    <a:lnTo>
                      <a:pt x="571" y="104"/>
                    </a:lnTo>
                    <a:lnTo>
                      <a:pt x="571" y="104"/>
                    </a:lnTo>
                    <a:lnTo>
                      <a:pt x="568" y="102"/>
                    </a:lnTo>
                    <a:lnTo>
                      <a:pt x="563" y="99"/>
                    </a:lnTo>
                    <a:lnTo>
                      <a:pt x="553" y="97"/>
                    </a:lnTo>
                    <a:lnTo>
                      <a:pt x="541" y="97"/>
                    </a:lnTo>
                    <a:lnTo>
                      <a:pt x="530" y="100"/>
                    </a:lnTo>
                    <a:lnTo>
                      <a:pt x="519" y="104"/>
                    </a:lnTo>
                    <a:lnTo>
                      <a:pt x="514" y="108"/>
                    </a:lnTo>
                    <a:lnTo>
                      <a:pt x="510" y="113"/>
                    </a:lnTo>
                    <a:lnTo>
                      <a:pt x="507" y="117"/>
                    </a:lnTo>
                    <a:lnTo>
                      <a:pt x="506" y="122"/>
                    </a:lnTo>
                    <a:lnTo>
                      <a:pt x="506" y="128"/>
                    </a:lnTo>
                    <a:lnTo>
                      <a:pt x="507" y="133"/>
                    </a:lnTo>
                    <a:lnTo>
                      <a:pt x="507" y="133"/>
                    </a:lnTo>
                    <a:close/>
                    <a:moveTo>
                      <a:pt x="769" y="77"/>
                    </a:moveTo>
                    <a:lnTo>
                      <a:pt x="769" y="77"/>
                    </a:lnTo>
                    <a:lnTo>
                      <a:pt x="770" y="81"/>
                    </a:lnTo>
                    <a:lnTo>
                      <a:pt x="773" y="84"/>
                    </a:lnTo>
                    <a:lnTo>
                      <a:pt x="776" y="86"/>
                    </a:lnTo>
                    <a:lnTo>
                      <a:pt x="780" y="89"/>
                    </a:lnTo>
                    <a:lnTo>
                      <a:pt x="790" y="92"/>
                    </a:lnTo>
                    <a:lnTo>
                      <a:pt x="802" y="93"/>
                    </a:lnTo>
                    <a:lnTo>
                      <a:pt x="813" y="92"/>
                    </a:lnTo>
                    <a:lnTo>
                      <a:pt x="824" y="88"/>
                    </a:lnTo>
                    <a:lnTo>
                      <a:pt x="828" y="85"/>
                    </a:lnTo>
                    <a:lnTo>
                      <a:pt x="833" y="81"/>
                    </a:lnTo>
                    <a:lnTo>
                      <a:pt x="837" y="78"/>
                    </a:lnTo>
                    <a:lnTo>
                      <a:pt x="838" y="72"/>
                    </a:lnTo>
                    <a:lnTo>
                      <a:pt x="838" y="72"/>
                    </a:lnTo>
                    <a:lnTo>
                      <a:pt x="837" y="67"/>
                    </a:lnTo>
                    <a:lnTo>
                      <a:pt x="833" y="63"/>
                    </a:lnTo>
                    <a:lnTo>
                      <a:pt x="828" y="59"/>
                    </a:lnTo>
                    <a:lnTo>
                      <a:pt x="823" y="54"/>
                    </a:lnTo>
                    <a:lnTo>
                      <a:pt x="817" y="53"/>
                    </a:lnTo>
                    <a:lnTo>
                      <a:pt x="812" y="52"/>
                    </a:lnTo>
                    <a:lnTo>
                      <a:pt x="798" y="50"/>
                    </a:lnTo>
                    <a:lnTo>
                      <a:pt x="787" y="53"/>
                    </a:lnTo>
                    <a:lnTo>
                      <a:pt x="781" y="54"/>
                    </a:lnTo>
                    <a:lnTo>
                      <a:pt x="776" y="57"/>
                    </a:lnTo>
                    <a:lnTo>
                      <a:pt x="773" y="61"/>
                    </a:lnTo>
                    <a:lnTo>
                      <a:pt x="770" y="66"/>
                    </a:lnTo>
                    <a:lnTo>
                      <a:pt x="769" y="71"/>
                    </a:lnTo>
                    <a:lnTo>
                      <a:pt x="769" y="77"/>
                    </a:lnTo>
                    <a:lnTo>
                      <a:pt x="769" y="77"/>
                    </a:lnTo>
                    <a:close/>
                    <a:moveTo>
                      <a:pt x="388" y="176"/>
                    </a:moveTo>
                    <a:lnTo>
                      <a:pt x="388" y="176"/>
                    </a:lnTo>
                    <a:lnTo>
                      <a:pt x="398" y="179"/>
                    </a:lnTo>
                    <a:lnTo>
                      <a:pt x="409" y="179"/>
                    </a:lnTo>
                    <a:lnTo>
                      <a:pt x="419" y="176"/>
                    </a:lnTo>
                    <a:lnTo>
                      <a:pt x="429" y="172"/>
                    </a:lnTo>
                    <a:lnTo>
                      <a:pt x="437" y="167"/>
                    </a:lnTo>
                    <a:lnTo>
                      <a:pt x="444" y="158"/>
                    </a:lnTo>
                    <a:lnTo>
                      <a:pt x="448" y="150"/>
                    </a:lnTo>
                    <a:lnTo>
                      <a:pt x="448" y="146"/>
                    </a:lnTo>
                    <a:lnTo>
                      <a:pt x="448" y="142"/>
                    </a:lnTo>
                    <a:lnTo>
                      <a:pt x="448" y="142"/>
                    </a:lnTo>
                    <a:lnTo>
                      <a:pt x="445" y="138"/>
                    </a:lnTo>
                    <a:lnTo>
                      <a:pt x="441" y="136"/>
                    </a:lnTo>
                    <a:lnTo>
                      <a:pt x="435" y="135"/>
                    </a:lnTo>
                    <a:lnTo>
                      <a:pt x="430" y="133"/>
                    </a:lnTo>
                    <a:lnTo>
                      <a:pt x="420" y="135"/>
                    </a:lnTo>
                    <a:lnTo>
                      <a:pt x="409" y="139"/>
                    </a:lnTo>
                    <a:lnTo>
                      <a:pt x="400" y="146"/>
                    </a:lnTo>
                    <a:lnTo>
                      <a:pt x="393" y="156"/>
                    </a:lnTo>
                    <a:lnTo>
                      <a:pt x="390" y="160"/>
                    </a:lnTo>
                    <a:lnTo>
                      <a:pt x="388" y="165"/>
                    </a:lnTo>
                    <a:lnTo>
                      <a:pt x="388" y="171"/>
                    </a:lnTo>
                    <a:lnTo>
                      <a:pt x="388" y="176"/>
                    </a:lnTo>
                    <a:lnTo>
                      <a:pt x="388" y="176"/>
                    </a:lnTo>
                    <a:close/>
                    <a:moveTo>
                      <a:pt x="894" y="63"/>
                    </a:moveTo>
                    <a:lnTo>
                      <a:pt x="894" y="63"/>
                    </a:lnTo>
                    <a:lnTo>
                      <a:pt x="899" y="70"/>
                    </a:lnTo>
                    <a:lnTo>
                      <a:pt x="906" y="75"/>
                    </a:lnTo>
                    <a:lnTo>
                      <a:pt x="916" y="79"/>
                    </a:lnTo>
                    <a:lnTo>
                      <a:pt x="925" y="82"/>
                    </a:lnTo>
                    <a:lnTo>
                      <a:pt x="936" y="82"/>
                    </a:lnTo>
                    <a:lnTo>
                      <a:pt x="946" y="81"/>
                    </a:lnTo>
                    <a:lnTo>
                      <a:pt x="954" y="77"/>
                    </a:lnTo>
                    <a:lnTo>
                      <a:pt x="959" y="72"/>
                    </a:lnTo>
                    <a:lnTo>
                      <a:pt x="961" y="70"/>
                    </a:lnTo>
                    <a:lnTo>
                      <a:pt x="961" y="70"/>
                    </a:lnTo>
                    <a:lnTo>
                      <a:pt x="960" y="64"/>
                    </a:lnTo>
                    <a:lnTo>
                      <a:pt x="957" y="60"/>
                    </a:lnTo>
                    <a:lnTo>
                      <a:pt x="954" y="57"/>
                    </a:lnTo>
                    <a:lnTo>
                      <a:pt x="950" y="53"/>
                    </a:lnTo>
                    <a:lnTo>
                      <a:pt x="939" y="48"/>
                    </a:lnTo>
                    <a:lnTo>
                      <a:pt x="928" y="45"/>
                    </a:lnTo>
                    <a:lnTo>
                      <a:pt x="917" y="45"/>
                    </a:lnTo>
                    <a:lnTo>
                      <a:pt x="911" y="45"/>
                    </a:lnTo>
                    <a:lnTo>
                      <a:pt x="906" y="48"/>
                    </a:lnTo>
                    <a:lnTo>
                      <a:pt x="902" y="49"/>
                    </a:lnTo>
                    <a:lnTo>
                      <a:pt x="898" y="53"/>
                    </a:lnTo>
                    <a:lnTo>
                      <a:pt x="895" y="57"/>
                    </a:lnTo>
                    <a:lnTo>
                      <a:pt x="894" y="63"/>
                    </a:lnTo>
                    <a:lnTo>
                      <a:pt x="894" y="63"/>
                    </a:lnTo>
                    <a:close/>
                    <a:moveTo>
                      <a:pt x="267" y="203"/>
                    </a:moveTo>
                    <a:lnTo>
                      <a:pt x="267" y="203"/>
                    </a:lnTo>
                    <a:lnTo>
                      <a:pt x="274" y="200"/>
                    </a:lnTo>
                    <a:lnTo>
                      <a:pt x="279" y="197"/>
                    </a:lnTo>
                    <a:lnTo>
                      <a:pt x="289" y="190"/>
                    </a:lnTo>
                    <a:lnTo>
                      <a:pt x="304" y="172"/>
                    </a:lnTo>
                    <a:lnTo>
                      <a:pt x="304" y="172"/>
                    </a:lnTo>
                    <a:lnTo>
                      <a:pt x="299" y="172"/>
                    </a:lnTo>
                    <a:lnTo>
                      <a:pt x="293" y="174"/>
                    </a:lnTo>
                    <a:lnTo>
                      <a:pt x="286" y="176"/>
                    </a:lnTo>
                    <a:lnTo>
                      <a:pt x="281" y="180"/>
                    </a:lnTo>
                    <a:lnTo>
                      <a:pt x="275" y="186"/>
                    </a:lnTo>
                    <a:lnTo>
                      <a:pt x="272" y="190"/>
                    </a:lnTo>
                    <a:lnTo>
                      <a:pt x="268" y="197"/>
                    </a:lnTo>
                    <a:lnTo>
                      <a:pt x="267" y="203"/>
                    </a:lnTo>
                    <a:lnTo>
                      <a:pt x="267" y="203"/>
                    </a:lnTo>
                    <a:close/>
                    <a:moveTo>
                      <a:pt x="304" y="172"/>
                    </a:moveTo>
                    <a:lnTo>
                      <a:pt x="304" y="172"/>
                    </a:lnTo>
                    <a:lnTo>
                      <a:pt x="307" y="171"/>
                    </a:lnTo>
                    <a:lnTo>
                      <a:pt x="305" y="169"/>
                    </a:lnTo>
                    <a:lnTo>
                      <a:pt x="305" y="171"/>
                    </a:lnTo>
                    <a:lnTo>
                      <a:pt x="304" y="172"/>
                    </a:lnTo>
                    <a:lnTo>
                      <a:pt x="304" y="172"/>
                    </a:lnTo>
                    <a:close/>
                    <a:moveTo>
                      <a:pt x="1036" y="42"/>
                    </a:moveTo>
                    <a:lnTo>
                      <a:pt x="1036" y="42"/>
                    </a:lnTo>
                    <a:lnTo>
                      <a:pt x="1047" y="48"/>
                    </a:lnTo>
                    <a:lnTo>
                      <a:pt x="1060" y="52"/>
                    </a:lnTo>
                    <a:lnTo>
                      <a:pt x="1086" y="59"/>
                    </a:lnTo>
                    <a:lnTo>
                      <a:pt x="1086" y="59"/>
                    </a:lnTo>
                    <a:lnTo>
                      <a:pt x="1075" y="50"/>
                    </a:lnTo>
                    <a:lnTo>
                      <a:pt x="1061" y="43"/>
                    </a:lnTo>
                    <a:lnTo>
                      <a:pt x="1054" y="42"/>
                    </a:lnTo>
                    <a:lnTo>
                      <a:pt x="1047" y="41"/>
                    </a:lnTo>
                    <a:lnTo>
                      <a:pt x="1042" y="41"/>
                    </a:lnTo>
                    <a:lnTo>
                      <a:pt x="1036" y="42"/>
                    </a:lnTo>
                    <a:lnTo>
                      <a:pt x="1036" y="42"/>
                    </a:lnTo>
                    <a:close/>
                    <a:moveTo>
                      <a:pt x="285" y="223"/>
                    </a:moveTo>
                    <a:lnTo>
                      <a:pt x="285" y="223"/>
                    </a:lnTo>
                    <a:lnTo>
                      <a:pt x="294" y="223"/>
                    </a:lnTo>
                    <a:lnTo>
                      <a:pt x="304" y="221"/>
                    </a:lnTo>
                    <a:lnTo>
                      <a:pt x="314" y="218"/>
                    </a:lnTo>
                    <a:lnTo>
                      <a:pt x="321" y="212"/>
                    </a:lnTo>
                    <a:lnTo>
                      <a:pt x="328" y="205"/>
                    </a:lnTo>
                    <a:lnTo>
                      <a:pt x="333" y="197"/>
                    </a:lnTo>
                    <a:lnTo>
                      <a:pt x="336" y="189"/>
                    </a:lnTo>
                    <a:lnTo>
                      <a:pt x="336" y="179"/>
                    </a:lnTo>
                    <a:lnTo>
                      <a:pt x="336" y="179"/>
                    </a:lnTo>
                    <a:lnTo>
                      <a:pt x="326" y="179"/>
                    </a:lnTo>
                    <a:lnTo>
                      <a:pt x="316" y="182"/>
                    </a:lnTo>
                    <a:lnTo>
                      <a:pt x="308" y="186"/>
                    </a:lnTo>
                    <a:lnTo>
                      <a:pt x="300" y="191"/>
                    </a:lnTo>
                    <a:lnTo>
                      <a:pt x="293" y="197"/>
                    </a:lnTo>
                    <a:lnTo>
                      <a:pt x="289" y="205"/>
                    </a:lnTo>
                    <a:lnTo>
                      <a:pt x="285" y="214"/>
                    </a:lnTo>
                    <a:lnTo>
                      <a:pt x="285" y="223"/>
                    </a:lnTo>
                    <a:lnTo>
                      <a:pt x="285" y="223"/>
                    </a:lnTo>
                    <a:close/>
                    <a:moveTo>
                      <a:pt x="1073" y="78"/>
                    </a:moveTo>
                    <a:lnTo>
                      <a:pt x="1073" y="78"/>
                    </a:lnTo>
                    <a:lnTo>
                      <a:pt x="1068" y="71"/>
                    </a:lnTo>
                    <a:lnTo>
                      <a:pt x="1062" y="64"/>
                    </a:lnTo>
                    <a:lnTo>
                      <a:pt x="1054" y="59"/>
                    </a:lnTo>
                    <a:lnTo>
                      <a:pt x="1046" y="56"/>
                    </a:lnTo>
                    <a:lnTo>
                      <a:pt x="1036" y="53"/>
                    </a:lnTo>
                    <a:lnTo>
                      <a:pt x="1028" y="52"/>
                    </a:lnTo>
                    <a:lnTo>
                      <a:pt x="1018" y="53"/>
                    </a:lnTo>
                    <a:lnTo>
                      <a:pt x="1008" y="57"/>
                    </a:lnTo>
                    <a:lnTo>
                      <a:pt x="1008" y="57"/>
                    </a:lnTo>
                    <a:lnTo>
                      <a:pt x="1013" y="66"/>
                    </a:lnTo>
                    <a:lnTo>
                      <a:pt x="1019" y="72"/>
                    </a:lnTo>
                    <a:lnTo>
                      <a:pt x="1026" y="77"/>
                    </a:lnTo>
                    <a:lnTo>
                      <a:pt x="1035" y="81"/>
                    </a:lnTo>
                    <a:lnTo>
                      <a:pt x="1044" y="84"/>
                    </a:lnTo>
                    <a:lnTo>
                      <a:pt x="1054" y="84"/>
                    </a:lnTo>
                    <a:lnTo>
                      <a:pt x="1064" y="82"/>
                    </a:lnTo>
                    <a:lnTo>
                      <a:pt x="1073" y="78"/>
                    </a:lnTo>
                    <a:lnTo>
                      <a:pt x="1073" y="78"/>
                    </a:lnTo>
                    <a:close/>
                    <a:moveTo>
                      <a:pt x="570" y="182"/>
                    </a:moveTo>
                    <a:lnTo>
                      <a:pt x="570" y="182"/>
                    </a:lnTo>
                    <a:lnTo>
                      <a:pt x="572" y="186"/>
                    </a:lnTo>
                    <a:lnTo>
                      <a:pt x="578" y="189"/>
                    </a:lnTo>
                    <a:lnTo>
                      <a:pt x="584" y="191"/>
                    </a:lnTo>
                    <a:lnTo>
                      <a:pt x="589" y="194"/>
                    </a:lnTo>
                    <a:lnTo>
                      <a:pt x="596" y="194"/>
                    </a:lnTo>
                    <a:lnTo>
                      <a:pt x="603" y="194"/>
                    </a:lnTo>
                    <a:lnTo>
                      <a:pt x="610" y="194"/>
                    </a:lnTo>
                    <a:lnTo>
                      <a:pt x="617" y="191"/>
                    </a:lnTo>
                    <a:lnTo>
                      <a:pt x="624" y="189"/>
                    </a:lnTo>
                    <a:lnTo>
                      <a:pt x="629" y="186"/>
                    </a:lnTo>
                    <a:lnTo>
                      <a:pt x="633" y="182"/>
                    </a:lnTo>
                    <a:lnTo>
                      <a:pt x="638" y="176"/>
                    </a:lnTo>
                    <a:lnTo>
                      <a:pt x="640" y="171"/>
                    </a:lnTo>
                    <a:lnTo>
                      <a:pt x="640" y="164"/>
                    </a:lnTo>
                    <a:lnTo>
                      <a:pt x="639" y="157"/>
                    </a:lnTo>
                    <a:lnTo>
                      <a:pt x="636" y="149"/>
                    </a:lnTo>
                    <a:lnTo>
                      <a:pt x="636" y="149"/>
                    </a:lnTo>
                    <a:lnTo>
                      <a:pt x="632" y="144"/>
                    </a:lnTo>
                    <a:lnTo>
                      <a:pt x="628" y="143"/>
                    </a:lnTo>
                    <a:lnTo>
                      <a:pt x="622" y="142"/>
                    </a:lnTo>
                    <a:lnTo>
                      <a:pt x="615" y="140"/>
                    </a:lnTo>
                    <a:lnTo>
                      <a:pt x="604" y="142"/>
                    </a:lnTo>
                    <a:lnTo>
                      <a:pt x="592" y="144"/>
                    </a:lnTo>
                    <a:lnTo>
                      <a:pt x="581" y="151"/>
                    </a:lnTo>
                    <a:lnTo>
                      <a:pt x="577" y="154"/>
                    </a:lnTo>
                    <a:lnTo>
                      <a:pt x="574" y="160"/>
                    </a:lnTo>
                    <a:lnTo>
                      <a:pt x="571" y="164"/>
                    </a:lnTo>
                    <a:lnTo>
                      <a:pt x="570" y="169"/>
                    </a:lnTo>
                    <a:lnTo>
                      <a:pt x="568" y="175"/>
                    </a:lnTo>
                    <a:lnTo>
                      <a:pt x="570" y="182"/>
                    </a:lnTo>
                    <a:lnTo>
                      <a:pt x="570" y="182"/>
                    </a:lnTo>
                    <a:close/>
                    <a:moveTo>
                      <a:pt x="786" y="143"/>
                    </a:moveTo>
                    <a:lnTo>
                      <a:pt x="786" y="143"/>
                    </a:lnTo>
                    <a:lnTo>
                      <a:pt x="786" y="138"/>
                    </a:lnTo>
                    <a:lnTo>
                      <a:pt x="784" y="133"/>
                    </a:lnTo>
                    <a:lnTo>
                      <a:pt x="781" y="129"/>
                    </a:lnTo>
                    <a:lnTo>
                      <a:pt x="780" y="125"/>
                    </a:lnTo>
                    <a:lnTo>
                      <a:pt x="773" y="120"/>
                    </a:lnTo>
                    <a:lnTo>
                      <a:pt x="763" y="117"/>
                    </a:lnTo>
                    <a:lnTo>
                      <a:pt x="754" y="115"/>
                    </a:lnTo>
                    <a:lnTo>
                      <a:pt x="744" y="117"/>
                    </a:lnTo>
                    <a:lnTo>
                      <a:pt x="734" y="120"/>
                    </a:lnTo>
                    <a:lnTo>
                      <a:pt x="725" y="125"/>
                    </a:lnTo>
                    <a:lnTo>
                      <a:pt x="725" y="125"/>
                    </a:lnTo>
                    <a:lnTo>
                      <a:pt x="718" y="131"/>
                    </a:lnTo>
                    <a:lnTo>
                      <a:pt x="714" y="138"/>
                    </a:lnTo>
                    <a:lnTo>
                      <a:pt x="714" y="144"/>
                    </a:lnTo>
                    <a:lnTo>
                      <a:pt x="715" y="150"/>
                    </a:lnTo>
                    <a:lnTo>
                      <a:pt x="718" y="156"/>
                    </a:lnTo>
                    <a:lnTo>
                      <a:pt x="723" y="160"/>
                    </a:lnTo>
                    <a:lnTo>
                      <a:pt x="730" y="164"/>
                    </a:lnTo>
                    <a:lnTo>
                      <a:pt x="737" y="167"/>
                    </a:lnTo>
                    <a:lnTo>
                      <a:pt x="745" y="169"/>
                    </a:lnTo>
                    <a:lnTo>
                      <a:pt x="754" y="169"/>
                    </a:lnTo>
                    <a:lnTo>
                      <a:pt x="762" y="169"/>
                    </a:lnTo>
                    <a:lnTo>
                      <a:pt x="769" y="168"/>
                    </a:lnTo>
                    <a:lnTo>
                      <a:pt x="776" y="164"/>
                    </a:lnTo>
                    <a:lnTo>
                      <a:pt x="781" y="158"/>
                    </a:lnTo>
                    <a:lnTo>
                      <a:pt x="784" y="151"/>
                    </a:lnTo>
                    <a:lnTo>
                      <a:pt x="786" y="143"/>
                    </a:lnTo>
                    <a:lnTo>
                      <a:pt x="786" y="143"/>
                    </a:lnTo>
                    <a:close/>
                    <a:moveTo>
                      <a:pt x="444" y="219"/>
                    </a:moveTo>
                    <a:lnTo>
                      <a:pt x="444" y="219"/>
                    </a:lnTo>
                    <a:lnTo>
                      <a:pt x="447" y="221"/>
                    </a:lnTo>
                    <a:lnTo>
                      <a:pt x="448" y="225"/>
                    </a:lnTo>
                    <a:lnTo>
                      <a:pt x="448" y="225"/>
                    </a:lnTo>
                    <a:lnTo>
                      <a:pt x="459" y="227"/>
                    </a:lnTo>
                    <a:lnTo>
                      <a:pt x="471" y="227"/>
                    </a:lnTo>
                    <a:lnTo>
                      <a:pt x="483" y="225"/>
                    </a:lnTo>
                    <a:lnTo>
                      <a:pt x="494" y="221"/>
                    </a:lnTo>
                    <a:lnTo>
                      <a:pt x="498" y="216"/>
                    </a:lnTo>
                    <a:lnTo>
                      <a:pt x="502" y="214"/>
                    </a:lnTo>
                    <a:lnTo>
                      <a:pt x="505" y="209"/>
                    </a:lnTo>
                    <a:lnTo>
                      <a:pt x="507" y="204"/>
                    </a:lnTo>
                    <a:lnTo>
                      <a:pt x="509" y="198"/>
                    </a:lnTo>
                    <a:lnTo>
                      <a:pt x="509" y="193"/>
                    </a:lnTo>
                    <a:lnTo>
                      <a:pt x="509" y="187"/>
                    </a:lnTo>
                    <a:lnTo>
                      <a:pt x="506" y="180"/>
                    </a:lnTo>
                    <a:lnTo>
                      <a:pt x="506" y="180"/>
                    </a:lnTo>
                    <a:lnTo>
                      <a:pt x="502" y="176"/>
                    </a:lnTo>
                    <a:lnTo>
                      <a:pt x="498" y="175"/>
                    </a:lnTo>
                    <a:lnTo>
                      <a:pt x="492" y="174"/>
                    </a:lnTo>
                    <a:lnTo>
                      <a:pt x="487" y="172"/>
                    </a:lnTo>
                    <a:lnTo>
                      <a:pt x="476" y="174"/>
                    </a:lnTo>
                    <a:lnTo>
                      <a:pt x="463" y="178"/>
                    </a:lnTo>
                    <a:lnTo>
                      <a:pt x="459" y="180"/>
                    </a:lnTo>
                    <a:lnTo>
                      <a:pt x="453" y="185"/>
                    </a:lnTo>
                    <a:lnTo>
                      <a:pt x="449" y="189"/>
                    </a:lnTo>
                    <a:lnTo>
                      <a:pt x="447" y="193"/>
                    </a:lnTo>
                    <a:lnTo>
                      <a:pt x="444" y="198"/>
                    </a:lnTo>
                    <a:lnTo>
                      <a:pt x="442" y="205"/>
                    </a:lnTo>
                    <a:lnTo>
                      <a:pt x="442" y="212"/>
                    </a:lnTo>
                    <a:lnTo>
                      <a:pt x="444" y="219"/>
                    </a:lnTo>
                    <a:lnTo>
                      <a:pt x="444" y="219"/>
                    </a:lnTo>
                    <a:close/>
                    <a:moveTo>
                      <a:pt x="846" y="128"/>
                    </a:moveTo>
                    <a:lnTo>
                      <a:pt x="846" y="128"/>
                    </a:lnTo>
                    <a:lnTo>
                      <a:pt x="848" y="132"/>
                    </a:lnTo>
                    <a:lnTo>
                      <a:pt x="849" y="136"/>
                    </a:lnTo>
                    <a:lnTo>
                      <a:pt x="852" y="140"/>
                    </a:lnTo>
                    <a:lnTo>
                      <a:pt x="855" y="143"/>
                    </a:lnTo>
                    <a:lnTo>
                      <a:pt x="864" y="147"/>
                    </a:lnTo>
                    <a:lnTo>
                      <a:pt x="874" y="150"/>
                    </a:lnTo>
                    <a:lnTo>
                      <a:pt x="885" y="151"/>
                    </a:lnTo>
                    <a:lnTo>
                      <a:pt x="896" y="150"/>
                    </a:lnTo>
                    <a:lnTo>
                      <a:pt x="906" y="147"/>
                    </a:lnTo>
                    <a:lnTo>
                      <a:pt x="916" y="142"/>
                    </a:lnTo>
                    <a:lnTo>
                      <a:pt x="916" y="142"/>
                    </a:lnTo>
                    <a:lnTo>
                      <a:pt x="917" y="132"/>
                    </a:lnTo>
                    <a:lnTo>
                      <a:pt x="917" y="125"/>
                    </a:lnTo>
                    <a:lnTo>
                      <a:pt x="916" y="118"/>
                    </a:lnTo>
                    <a:lnTo>
                      <a:pt x="911" y="113"/>
                    </a:lnTo>
                    <a:lnTo>
                      <a:pt x="906" y="107"/>
                    </a:lnTo>
                    <a:lnTo>
                      <a:pt x="900" y="104"/>
                    </a:lnTo>
                    <a:lnTo>
                      <a:pt x="894" y="102"/>
                    </a:lnTo>
                    <a:lnTo>
                      <a:pt x="885" y="100"/>
                    </a:lnTo>
                    <a:lnTo>
                      <a:pt x="878" y="100"/>
                    </a:lnTo>
                    <a:lnTo>
                      <a:pt x="870" y="100"/>
                    </a:lnTo>
                    <a:lnTo>
                      <a:pt x="863" y="102"/>
                    </a:lnTo>
                    <a:lnTo>
                      <a:pt x="856" y="106"/>
                    </a:lnTo>
                    <a:lnTo>
                      <a:pt x="852" y="108"/>
                    </a:lnTo>
                    <a:lnTo>
                      <a:pt x="848" y="114"/>
                    </a:lnTo>
                    <a:lnTo>
                      <a:pt x="846" y="121"/>
                    </a:lnTo>
                    <a:lnTo>
                      <a:pt x="846" y="128"/>
                    </a:lnTo>
                    <a:lnTo>
                      <a:pt x="846" y="128"/>
                    </a:lnTo>
                    <a:close/>
                    <a:moveTo>
                      <a:pt x="240" y="234"/>
                    </a:moveTo>
                    <a:lnTo>
                      <a:pt x="240" y="234"/>
                    </a:lnTo>
                    <a:lnTo>
                      <a:pt x="225" y="244"/>
                    </a:lnTo>
                    <a:lnTo>
                      <a:pt x="213" y="255"/>
                    </a:lnTo>
                    <a:lnTo>
                      <a:pt x="207" y="261"/>
                    </a:lnTo>
                    <a:lnTo>
                      <a:pt x="203" y="268"/>
                    </a:lnTo>
                    <a:lnTo>
                      <a:pt x="199" y="275"/>
                    </a:lnTo>
                    <a:lnTo>
                      <a:pt x="196" y="283"/>
                    </a:lnTo>
                    <a:lnTo>
                      <a:pt x="196" y="283"/>
                    </a:lnTo>
                    <a:lnTo>
                      <a:pt x="204" y="279"/>
                    </a:lnTo>
                    <a:lnTo>
                      <a:pt x="213" y="275"/>
                    </a:lnTo>
                    <a:lnTo>
                      <a:pt x="218" y="269"/>
                    </a:lnTo>
                    <a:lnTo>
                      <a:pt x="224" y="263"/>
                    </a:lnTo>
                    <a:lnTo>
                      <a:pt x="229" y="257"/>
                    </a:lnTo>
                    <a:lnTo>
                      <a:pt x="233" y="250"/>
                    </a:lnTo>
                    <a:lnTo>
                      <a:pt x="240" y="234"/>
                    </a:lnTo>
                    <a:lnTo>
                      <a:pt x="240" y="234"/>
                    </a:lnTo>
                    <a:close/>
                    <a:moveTo>
                      <a:pt x="325" y="258"/>
                    </a:moveTo>
                    <a:lnTo>
                      <a:pt x="325" y="258"/>
                    </a:lnTo>
                    <a:lnTo>
                      <a:pt x="329" y="262"/>
                    </a:lnTo>
                    <a:lnTo>
                      <a:pt x="333" y="265"/>
                    </a:lnTo>
                    <a:lnTo>
                      <a:pt x="339" y="266"/>
                    </a:lnTo>
                    <a:lnTo>
                      <a:pt x="344" y="266"/>
                    </a:lnTo>
                    <a:lnTo>
                      <a:pt x="350" y="266"/>
                    </a:lnTo>
                    <a:lnTo>
                      <a:pt x="355" y="265"/>
                    </a:lnTo>
                    <a:lnTo>
                      <a:pt x="366" y="259"/>
                    </a:lnTo>
                    <a:lnTo>
                      <a:pt x="375" y="252"/>
                    </a:lnTo>
                    <a:lnTo>
                      <a:pt x="379" y="248"/>
                    </a:lnTo>
                    <a:lnTo>
                      <a:pt x="382" y="243"/>
                    </a:lnTo>
                    <a:lnTo>
                      <a:pt x="384" y="237"/>
                    </a:lnTo>
                    <a:lnTo>
                      <a:pt x="384" y="232"/>
                    </a:lnTo>
                    <a:lnTo>
                      <a:pt x="386" y="226"/>
                    </a:lnTo>
                    <a:lnTo>
                      <a:pt x="384" y="221"/>
                    </a:lnTo>
                    <a:lnTo>
                      <a:pt x="384" y="221"/>
                    </a:lnTo>
                    <a:lnTo>
                      <a:pt x="380" y="216"/>
                    </a:lnTo>
                    <a:lnTo>
                      <a:pt x="375" y="214"/>
                    </a:lnTo>
                    <a:lnTo>
                      <a:pt x="370" y="212"/>
                    </a:lnTo>
                    <a:lnTo>
                      <a:pt x="365" y="212"/>
                    </a:lnTo>
                    <a:lnTo>
                      <a:pt x="359" y="212"/>
                    </a:lnTo>
                    <a:lnTo>
                      <a:pt x="354" y="214"/>
                    </a:lnTo>
                    <a:lnTo>
                      <a:pt x="344" y="219"/>
                    </a:lnTo>
                    <a:lnTo>
                      <a:pt x="334" y="227"/>
                    </a:lnTo>
                    <a:lnTo>
                      <a:pt x="328" y="236"/>
                    </a:lnTo>
                    <a:lnTo>
                      <a:pt x="326" y="241"/>
                    </a:lnTo>
                    <a:lnTo>
                      <a:pt x="325" y="247"/>
                    </a:lnTo>
                    <a:lnTo>
                      <a:pt x="323" y="252"/>
                    </a:lnTo>
                    <a:lnTo>
                      <a:pt x="325" y="258"/>
                    </a:lnTo>
                    <a:lnTo>
                      <a:pt x="325" y="258"/>
                    </a:lnTo>
                    <a:close/>
                    <a:moveTo>
                      <a:pt x="972" y="110"/>
                    </a:moveTo>
                    <a:lnTo>
                      <a:pt x="972" y="110"/>
                    </a:lnTo>
                    <a:lnTo>
                      <a:pt x="974" y="115"/>
                    </a:lnTo>
                    <a:lnTo>
                      <a:pt x="977" y="121"/>
                    </a:lnTo>
                    <a:lnTo>
                      <a:pt x="983" y="129"/>
                    </a:lnTo>
                    <a:lnTo>
                      <a:pt x="992" y="136"/>
                    </a:lnTo>
                    <a:lnTo>
                      <a:pt x="1001" y="140"/>
                    </a:lnTo>
                    <a:lnTo>
                      <a:pt x="1013" y="142"/>
                    </a:lnTo>
                    <a:lnTo>
                      <a:pt x="1024" y="140"/>
                    </a:lnTo>
                    <a:lnTo>
                      <a:pt x="1033" y="136"/>
                    </a:lnTo>
                    <a:lnTo>
                      <a:pt x="1043" y="131"/>
                    </a:lnTo>
                    <a:lnTo>
                      <a:pt x="1043" y="131"/>
                    </a:lnTo>
                    <a:lnTo>
                      <a:pt x="1042" y="124"/>
                    </a:lnTo>
                    <a:lnTo>
                      <a:pt x="1040" y="118"/>
                    </a:lnTo>
                    <a:lnTo>
                      <a:pt x="1036" y="113"/>
                    </a:lnTo>
                    <a:lnTo>
                      <a:pt x="1033" y="107"/>
                    </a:lnTo>
                    <a:lnTo>
                      <a:pt x="1028" y="103"/>
                    </a:lnTo>
                    <a:lnTo>
                      <a:pt x="1024" y="100"/>
                    </a:lnTo>
                    <a:lnTo>
                      <a:pt x="1013" y="96"/>
                    </a:lnTo>
                    <a:lnTo>
                      <a:pt x="1000" y="95"/>
                    </a:lnTo>
                    <a:lnTo>
                      <a:pt x="995" y="95"/>
                    </a:lnTo>
                    <a:lnTo>
                      <a:pt x="989" y="96"/>
                    </a:lnTo>
                    <a:lnTo>
                      <a:pt x="983" y="99"/>
                    </a:lnTo>
                    <a:lnTo>
                      <a:pt x="979" y="102"/>
                    </a:lnTo>
                    <a:lnTo>
                      <a:pt x="975" y="106"/>
                    </a:lnTo>
                    <a:lnTo>
                      <a:pt x="972" y="110"/>
                    </a:lnTo>
                    <a:lnTo>
                      <a:pt x="972" y="110"/>
                    </a:lnTo>
                    <a:close/>
                    <a:moveTo>
                      <a:pt x="1166" y="96"/>
                    </a:moveTo>
                    <a:lnTo>
                      <a:pt x="1166" y="96"/>
                    </a:lnTo>
                    <a:lnTo>
                      <a:pt x="1154" y="90"/>
                    </a:lnTo>
                    <a:lnTo>
                      <a:pt x="1141" y="82"/>
                    </a:lnTo>
                    <a:lnTo>
                      <a:pt x="1127" y="77"/>
                    </a:lnTo>
                    <a:lnTo>
                      <a:pt x="1120" y="74"/>
                    </a:lnTo>
                    <a:lnTo>
                      <a:pt x="1112" y="74"/>
                    </a:lnTo>
                    <a:lnTo>
                      <a:pt x="1112" y="74"/>
                    </a:lnTo>
                    <a:lnTo>
                      <a:pt x="1123" y="85"/>
                    </a:lnTo>
                    <a:lnTo>
                      <a:pt x="1129" y="90"/>
                    </a:lnTo>
                    <a:lnTo>
                      <a:pt x="1137" y="95"/>
                    </a:lnTo>
                    <a:lnTo>
                      <a:pt x="1144" y="97"/>
                    </a:lnTo>
                    <a:lnTo>
                      <a:pt x="1151" y="99"/>
                    </a:lnTo>
                    <a:lnTo>
                      <a:pt x="1159" y="99"/>
                    </a:lnTo>
                    <a:lnTo>
                      <a:pt x="1166" y="96"/>
                    </a:lnTo>
                    <a:lnTo>
                      <a:pt x="1166" y="96"/>
                    </a:lnTo>
                    <a:close/>
                    <a:moveTo>
                      <a:pt x="225" y="311"/>
                    </a:moveTo>
                    <a:lnTo>
                      <a:pt x="225" y="311"/>
                    </a:lnTo>
                    <a:lnTo>
                      <a:pt x="235" y="311"/>
                    </a:lnTo>
                    <a:lnTo>
                      <a:pt x="245" y="308"/>
                    </a:lnTo>
                    <a:lnTo>
                      <a:pt x="254" y="304"/>
                    </a:lnTo>
                    <a:lnTo>
                      <a:pt x="261" y="298"/>
                    </a:lnTo>
                    <a:lnTo>
                      <a:pt x="268" y="290"/>
                    </a:lnTo>
                    <a:lnTo>
                      <a:pt x="271" y="280"/>
                    </a:lnTo>
                    <a:lnTo>
                      <a:pt x="272" y="270"/>
                    </a:lnTo>
                    <a:lnTo>
                      <a:pt x="271" y="258"/>
                    </a:lnTo>
                    <a:lnTo>
                      <a:pt x="271" y="258"/>
                    </a:lnTo>
                    <a:lnTo>
                      <a:pt x="261" y="259"/>
                    </a:lnTo>
                    <a:lnTo>
                      <a:pt x="250" y="262"/>
                    </a:lnTo>
                    <a:lnTo>
                      <a:pt x="240" y="268"/>
                    </a:lnTo>
                    <a:lnTo>
                      <a:pt x="233" y="275"/>
                    </a:lnTo>
                    <a:lnTo>
                      <a:pt x="227" y="283"/>
                    </a:lnTo>
                    <a:lnTo>
                      <a:pt x="224" y="293"/>
                    </a:lnTo>
                    <a:lnTo>
                      <a:pt x="222" y="302"/>
                    </a:lnTo>
                    <a:lnTo>
                      <a:pt x="222" y="306"/>
                    </a:lnTo>
                    <a:lnTo>
                      <a:pt x="225" y="311"/>
                    </a:lnTo>
                    <a:lnTo>
                      <a:pt x="225" y="311"/>
                    </a:lnTo>
                    <a:close/>
                    <a:moveTo>
                      <a:pt x="1154" y="136"/>
                    </a:moveTo>
                    <a:lnTo>
                      <a:pt x="1154" y="136"/>
                    </a:lnTo>
                    <a:lnTo>
                      <a:pt x="1149" y="126"/>
                    </a:lnTo>
                    <a:lnTo>
                      <a:pt x="1145" y="118"/>
                    </a:lnTo>
                    <a:lnTo>
                      <a:pt x="1138" y="111"/>
                    </a:lnTo>
                    <a:lnTo>
                      <a:pt x="1132" y="107"/>
                    </a:lnTo>
                    <a:lnTo>
                      <a:pt x="1123" y="103"/>
                    </a:lnTo>
                    <a:lnTo>
                      <a:pt x="1114" y="102"/>
                    </a:lnTo>
                    <a:lnTo>
                      <a:pt x="1104" y="103"/>
                    </a:lnTo>
                    <a:lnTo>
                      <a:pt x="1091" y="104"/>
                    </a:lnTo>
                    <a:lnTo>
                      <a:pt x="1091" y="104"/>
                    </a:lnTo>
                    <a:lnTo>
                      <a:pt x="1091" y="110"/>
                    </a:lnTo>
                    <a:lnTo>
                      <a:pt x="1093" y="114"/>
                    </a:lnTo>
                    <a:lnTo>
                      <a:pt x="1094" y="120"/>
                    </a:lnTo>
                    <a:lnTo>
                      <a:pt x="1097" y="124"/>
                    </a:lnTo>
                    <a:lnTo>
                      <a:pt x="1105" y="132"/>
                    </a:lnTo>
                    <a:lnTo>
                      <a:pt x="1114" y="138"/>
                    </a:lnTo>
                    <a:lnTo>
                      <a:pt x="1125" y="142"/>
                    </a:lnTo>
                    <a:lnTo>
                      <a:pt x="1134" y="143"/>
                    </a:lnTo>
                    <a:lnTo>
                      <a:pt x="1140" y="142"/>
                    </a:lnTo>
                    <a:lnTo>
                      <a:pt x="1145" y="140"/>
                    </a:lnTo>
                    <a:lnTo>
                      <a:pt x="1149" y="139"/>
                    </a:lnTo>
                    <a:lnTo>
                      <a:pt x="1154" y="136"/>
                    </a:lnTo>
                    <a:lnTo>
                      <a:pt x="1154" y="136"/>
                    </a:lnTo>
                    <a:close/>
                    <a:moveTo>
                      <a:pt x="682" y="196"/>
                    </a:moveTo>
                    <a:lnTo>
                      <a:pt x="682" y="196"/>
                    </a:lnTo>
                    <a:lnTo>
                      <a:pt x="667" y="203"/>
                    </a:lnTo>
                    <a:lnTo>
                      <a:pt x="661" y="207"/>
                    </a:lnTo>
                    <a:lnTo>
                      <a:pt x="657" y="209"/>
                    </a:lnTo>
                    <a:lnTo>
                      <a:pt x="654" y="214"/>
                    </a:lnTo>
                    <a:lnTo>
                      <a:pt x="653" y="218"/>
                    </a:lnTo>
                    <a:lnTo>
                      <a:pt x="651" y="221"/>
                    </a:lnTo>
                    <a:lnTo>
                      <a:pt x="651" y="225"/>
                    </a:lnTo>
                    <a:lnTo>
                      <a:pt x="654" y="232"/>
                    </a:lnTo>
                    <a:lnTo>
                      <a:pt x="660" y="239"/>
                    </a:lnTo>
                    <a:lnTo>
                      <a:pt x="668" y="244"/>
                    </a:lnTo>
                    <a:lnTo>
                      <a:pt x="678" y="248"/>
                    </a:lnTo>
                    <a:lnTo>
                      <a:pt x="687" y="251"/>
                    </a:lnTo>
                    <a:lnTo>
                      <a:pt x="698" y="252"/>
                    </a:lnTo>
                    <a:lnTo>
                      <a:pt x="708" y="252"/>
                    </a:lnTo>
                    <a:lnTo>
                      <a:pt x="718" y="250"/>
                    </a:lnTo>
                    <a:lnTo>
                      <a:pt x="722" y="248"/>
                    </a:lnTo>
                    <a:lnTo>
                      <a:pt x="725" y="245"/>
                    </a:lnTo>
                    <a:lnTo>
                      <a:pt x="727" y="241"/>
                    </a:lnTo>
                    <a:lnTo>
                      <a:pt x="730" y="237"/>
                    </a:lnTo>
                    <a:lnTo>
                      <a:pt x="732" y="233"/>
                    </a:lnTo>
                    <a:lnTo>
                      <a:pt x="732" y="227"/>
                    </a:lnTo>
                    <a:lnTo>
                      <a:pt x="730" y="221"/>
                    </a:lnTo>
                    <a:lnTo>
                      <a:pt x="729" y="214"/>
                    </a:lnTo>
                    <a:lnTo>
                      <a:pt x="729" y="214"/>
                    </a:lnTo>
                    <a:lnTo>
                      <a:pt x="726" y="205"/>
                    </a:lnTo>
                    <a:lnTo>
                      <a:pt x="722" y="200"/>
                    </a:lnTo>
                    <a:lnTo>
                      <a:pt x="716" y="196"/>
                    </a:lnTo>
                    <a:lnTo>
                      <a:pt x="711" y="193"/>
                    </a:lnTo>
                    <a:lnTo>
                      <a:pt x="704" y="193"/>
                    </a:lnTo>
                    <a:lnTo>
                      <a:pt x="697" y="193"/>
                    </a:lnTo>
                    <a:lnTo>
                      <a:pt x="690" y="194"/>
                    </a:lnTo>
                    <a:lnTo>
                      <a:pt x="682" y="196"/>
                    </a:lnTo>
                    <a:lnTo>
                      <a:pt x="682" y="196"/>
                    </a:lnTo>
                    <a:close/>
                    <a:moveTo>
                      <a:pt x="519" y="265"/>
                    </a:moveTo>
                    <a:lnTo>
                      <a:pt x="519" y="265"/>
                    </a:lnTo>
                    <a:lnTo>
                      <a:pt x="521" y="270"/>
                    </a:lnTo>
                    <a:lnTo>
                      <a:pt x="525" y="276"/>
                    </a:lnTo>
                    <a:lnTo>
                      <a:pt x="531" y="280"/>
                    </a:lnTo>
                    <a:lnTo>
                      <a:pt x="538" y="283"/>
                    </a:lnTo>
                    <a:lnTo>
                      <a:pt x="545" y="284"/>
                    </a:lnTo>
                    <a:lnTo>
                      <a:pt x="552" y="284"/>
                    </a:lnTo>
                    <a:lnTo>
                      <a:pt x="560" y="283"/>
                    </a:lnTo>
                    <a:lnTo>
                      <a:pt x="567" y="281"/>
                    </a:lnTo>
                    <a:lnTo>
                      <a:pt x="574" y="279"/>
                    </a:lnTo>
                    <a:lnTo>
                      <a:pt x="581" y="275"/>
                    </a:lnTo>
                    <a:lnTo>
                      <a:pt x="586" y="270"/>
                    </a:lnTo>
                    <a:lnTo>
                      <a:pt x="590" y="265"/>
                    </a:lnTo>
                    <a:lnTo>
                      <a:pt x="593" y="258"/>
                    </a:lnTo>
                    <a:lnTo>
                      <a:pt x="593" y="251"/>
                    </a:lnTo>
                    <a:lnTo>
                      <a:pt x="593" y="243"/>
                    </a:lnTo>
                    <a:lnTo>
                      <a:pt x="589" y="234"/>
                    </a:lnTo>
                    <a:lnTo>
                      <a:pt x="589" y="234"/>
                    </a:lnTo>
                    <a:lnTo>
                      <a:pt x="586" y="229"/>
                    </a:lnTo>
                    <a:lnTo>
                      <a:pt x="582" y="225"/>
                    </a:lnTo>
                    <a:lnTo>
                      <a:pt x="577" y="222"/>
                    </a:lnTo>
                    <a:lnTo>
                      <a:pt x="571" y="221"/>
                    </a:lnTo>
                    <a:lnTo>
                      <a:pt x="566" y="221"/>
                    </a:lnTo>
                    <a:lnTo>
                      <a:pt x="559" y="222"/>
                    </a:lnTo>
                    <a:lnTo>
                      <a:pt x="545" y="226"/>
                    </a:lnTo>
                    <a:lnTo>
                      <a:pt x="545" y="226"/>
                    </a:lnTo>
                    <a:lnTo>
                      <a:pt x="537" y="230"/>
                    </a:lnTo>
                    <a:lnTo>
                      <a:pt x="530" y="234"/>
                    </a:lnTo>
                    <a:lnTo>
                      <a:pt x="524" y="239"/>
                    </a:lnTo>
                    <a:lnTo>
                      <a:pt x="521" y="243"/>
                    </a:lnTo>
                    <a:lnTo>
                      <a:pt x="519" y="248"/>
                    </a:lnTo>
                    <a:lnTo>
                      <a:pt x="517" y="254"/>
                    </a:lnTo>
                    <a:lnTo>
                      <a:pt x="519" y="259"/>
                    </a:lnTo>
                    <a:lnTo>
                      <a:pt x="519" y="265"/>
                    </a:lnTo>
                    <a:lnTo>
                      <a:pt x="519" y="265"/>
                    </a:lnTo>
                    <a:close/>
                    <a:moveTo>
                      <a:pt x="166" y="299"/>
                    </a:moveTo>
                    <a:lnTo>
                      <a:pt x="166" y="299"/>
                    </a:lnTo>
                    <a:lnTo>
                      <a:pt x="160" y="309"/>
                    </a:lnTo>
                    <a:lnTo>
                      <a:pt x="155" y="317"/>
                    </a:lnTo>
                    <a:lnTo>
                      <a:pt x="148" y="327"/>
                    </a:lnTo>
                    <a:lnTo>
                      <a:pt x="144" y="337"/>
                    </a:lnTo>
                    <a:lnTo>
                      <a:pt x="144" y="337"/>
                    </a:lnTo>
                    <a:lnTo>
                      <a:pt x="152" y="329"/>
                    </a:lnTo>
                    <a:lnTo>
                      <a:pt x="160" y="319"/>
                    </a:lnTo>
                    <a:lnTo>
                      <a:pt x="164" y="313"/>
                    </a:lnTo>
                    <a:lnTo>
                      <a:pt x="167" y="308"/>
                    </a:lnTo>
                    <a:lnTo>
                      <a:pt x="167" y="304"/>
                    </a:lnTo>
                    <a:lnTo>
                      <a:pt x="166" y="299"/>
                    </a:lnTo>
                    <a:lnTo>
                      <a:pt x="166" y="299"/>
                    </a:lnTo>
                    <a:close/>
                    <a:moveTo>
                      <a:pt x="826" y="175"/>
                    </a:moveTo>
                    <a:lnTo>
                      <a:pt x="826" y="175"/>
                    </a:lnTo>
                    <a:lnTo>
                      <a:pt x="813" y="182"/>
                    </a:lnTo>
                    <a:lnTo>
                      <a:pt x="809" y="186"/>
                    </a:lnTo>
                    <a:lnTo>
                      <a:pt x="806" y="189"/>
                    </a:lnTo>
                    <a:lnTo>
                      <a:pt x="804" y="193"/>
                    </a:lnTo>
                    <a:lnTo>
                      <a:pt x="802" y="197"/>
                    </a:lnTo>
                    <a:lnTo>
                      <a:pt x="802" y="200"/>
                    </a:lnTo>
                    <a:lnTo>
                      <a:pt x="804" y="204"/>
                    </a:lnTo>
                    <a:lnTo>
                      <a:pt x="806" y="211"/>
                    </a:lnTo>
                    <a:lnTo>
                      <a:pt x="812" y="216"/>
                    </a:lnTo>
                    <a:lnTo>
                      <a:pt x="820" y="222"/>
                    </a:lnTo>
                    <a:lnTo>
                      <a:pt x="828" y="226"/>
                    </a:lnTo>
                    <a:lnTo>
                      <a:pt x="840" y="229"/>
                    </a:lnTo>
                    <a:lnTo>
                      <a:pt x="849" y="230"/>
                    </a:lnTo>
                    <a:lnTo>
                      <a:pt x="858" y="230"/>
                    </a:lnTo>
                    <a:lnTo>
                      <a:pt x="867" y="229"/>
                    </a:lnTo>
                    <a:lnTo>
                      <a:pt x="873" y="223"/>
                    </a:lnTo>
                    <a:lnTo>
                      <a:pt x="876" y="221"/>
                    </a:lnTo>
                    <a:lnTo>
                      <a:pt x="878" y="216"/>
                    </a:lnTo>
                    <a:lnTo>
                      <a:pt x="880" y="212"/>
                    </a:lnTo>
                    <a:lnTo>
                      <a:pt x="880" y="208"/>
                    </a:lnTo>
                    <a:lnTo>
                      <a:pt x="880" y="201"/>
                    </a:lnTo>
                    <a:lnTo>
                      <a:pt x="878" y="196"/>
                    </a:lnTo>
                    <a:lnTo>
                      <a:pt x="878" y="196"/>
                    </a:lnTo>
                    <a:lnTo>
                      <a:pt x="877" y="187"/>
                    </a:lnTo>
                    <a:lnTo>
                      <a:pt x="873" y="180"/>
                    </a:lnTo>
                    <a:lnTo>
                      <a:pt x="867" y="176"/>
                    </a:lnTo>
                    <a:lnTo>
                      <a:pt x="860" y="172"/>
                    </a:lnTo>
                    <a:lnTo>
                      <a:pt x="853" y="171"/>
                    </a:lnTo>
                    <a:lnTo>
                      <a:pt x="844" y="171"/>
                    </a:lnTo>
                    <a:lnTo>
                      <a:pt x="835" y="172"/>
                    </a:lnTo>
                    <a:lnTo>
                      <a:pt x="826" y="175"/>
                    </a:lnTo>
                    <a:lnTo>
                      <a:pt x="826" y="175"/>
                    </a:lnTo>
                    <a:close/>
                    <a:moveTo>
                      <a:pt x="394" y="312"/>
                    </a:moveTo>
                    <a:lnTo>
                      <a:pt x="394" y="312"/>
                    </a:lnTo>
                    <a:lnTo>
                      <a:pt x="401" y="315"/>
                    </a:lnTo>
                    <a:lnTo>
                      <a:pt x="406" y="317"/>
                    </a:lnTo>
                    <a:lnTo>
                      <a:pt x="413" y="317"/>
                    </a:lnTo>
                    <a:lnTo>
                      <a:pt x="419" y="317"/>
                    </a:lnTo>
                    <a:lnTo>
                      <a:pt x="426" y="317"/>
                    </a:lnTo>
                    <a:lnTo>
                      <a:pt x="431" y="315"/>
                    </a:lnTo>
                    <a:lnTo>
                      <a:pt x="438" y="312"/>
                    </a:lnTo>
                    <a:lnTo>
                      <a:pt x="444" y="309"/>
                    </a:lnTo>
                    <a:lnTo>
                      <a:pt x="448" y="305"/>
                    </a:lnTo>
                    <a:lnTo>
                      <a:pt x="452" y="301"/>
                    </a:lnTo>
                    <a:lnTo>
                      <a:pt x="455" y="295"/>
                    </a:lnTo>
                    <a:lnTo>
                      <a:pt x="458" y="290"/>
                    </a:lnTo>
                    <a:lnTo>
                      <a:pt x="459" y="284"/>
                    </a:lnTo>
                    <a:lnTo>
                      <a:pt x="459" y="279"/>
                    </a:lnTo>
                    <a:lnTo>
                      <a:pt x="459" y="272"/>
                    </a:lnTo>
                    <a:lnTo>
                      <a:pt x="456" y="266"/>
                    </a:lnTo>
                    <a:lnTo>
                      <a:pt x="456" y="266"/>
                    </a:lnTo>
                    <a:lnTo>
                      <a:pt x="452" y="261"/>
                    </a:lnTo>
                    <a:lnTo>
                      <a:pt x="447" y="258"/>
                    </a:lnTo>
                    <a:lnTo>
                      <a:pt x="441" y="255"/>
                    </a:lnTo>
                    <a:lnTo>
                      <a:pt x="435" y="254"/>
                    </a:lnTo>
                    <a:lnTo>
                      <a:pt x="429" y="255"/>
                    </a:lnTo>
                    <a:lnTo>
                      <a:pt x="422" y="257"/>
                    </a:lnTo>
                    <a:lnTo>
                      <a:pt x="415" y="259"/>
                    </a:lnTo>
                    <a:lnTo>
                      <a:pt x="409" y="262"/>
                    </a:lnTo>
                    <a:lnTo>
                      <a:pt x="404" y="266"/>
                    </a:lnTo>
                    <a:lnTo>
                      <a:pt x="398" y="272"/>
                    </a:lnTo>
                    <a:lnTo>
                      <a:pt x="394" y="277"/>
                    </a:lnTo>
                    <a:lnTo>
                      <a:pt x="391" y="284"/>
                    </a:lnTo>
                    <a:lnTo>
                      <a:pt x="390" y="290"/>
                    </a:lnTo>
                    <a:lnTo>
                      <a:pt x="388" y="297"/>
                    </a:lnTo>
                    <a:lnTo>
                      <a:pt x="391" y="304"/>
                    </a:lnTo>
                    <a:lnTo>
                      <a:pt x="394" y="312"/>
                    </a:lnTo>
                    <a:lnTo>
                      <a:pt x="394" y="312"/>
                    </a:lnTo>
                    <a:close/>
                    <a:moveTo>
                      <a:pt x="939" y="178"/>
                    </a:moveTo>
                    <a:lnTo>
                      <a:pt x="939" y="178"/>
                    </a:lnTo>
                    <a:lnTo>
                      <a:pt x="939" y="183"/>
                    </a:lnTo>
                    <a:lnTo>
                      <a:pt x="939" y="187"/>
                    </a:lnTo>
                    <a:lnTo>
                      <a:pt x="942" y="193"/>
                    </a:lnTo>
                    <a:lnTo>
                      <a:pt x="945" y="197"/>
                    </a:lnTo>
                    <a:lnTo>
                      <a:pt x="947" y="201"/>
                    </a:lnTo>
                    <a:lnTo>
                      <a:pt x="952" y="205"/>
                    </a:lnTo>
                    <a:lnTo>
                      <a:pt x="963" y="211"/>
                    </a:lnTo>
                    <a:lnTo>
                      <a:pt x="974" y="215"/>
                    </a:lnTo>
                    <a:lnTo>
                      <a:pt x="981" y="215"/>
                    </a:lnTo>
                    <a:lnTo>
                      <a:pt x="986" y="215"/>
                    </a:lnTo>
                    <a:lnTo>
                      <a:pt x="993" y="214"/>
                    </a:lnTo>
                    <a:lnTo>
                      <a:pt x="999" y="211"/>
                    </a:lnTo>
                    <a:lnTo>
                      <a:pt x="1004" y="208"/>
                    </a:lnTo>
                    <a:lnTo>
                      <a:pt x="1010" y="203"/>
                    </a:lnTo>
                    <a:lnTo>
                      <a:pt x="1010" y="203"/>
                    </a:lnTo>
                    <a:lnTo>
                      <a:pt x="1013" y="194"/>
                    </a:lnTo>
                    <a:lnTo>
                      <a:pt x="1011" y="186"/>
                    </a:lnTo>
                    <a:lnTo>
                      <a:pt x="1010" y="179"/>
                    </a:lnTo>
                    <a:lnTo>
                      <a:pt x="1006" y="172"/>
                    </a:lnTo>
                    <a:lnTo>
                      <a:pt x="1001" y="167"/>
                    </a:lnTo>
                    <a:lnTo>
                      <a:pt x="995" y="162"/>
                    </a:lnTo>
                    <a:lnTo>
                      <a:pt x="989" y="160"/>
                    </a:lnTo>
                    <a:lnTo>
                      <a:pt x="982" y="157"/>
                    </a:lnTo>
                    <a:lnTo>
                      <a:pt x="974" y="157"/>
                    </a:lnTo>
                    <a:lnTo>
                      <a:pt x="967" y="157"/>
                    </a:lnTo>
                    <a:lnTo>
                      <a:pt x="960" y="157"/>
                    </a:lnTo>
                    <a:lnTo>
                      <a:pt x="954" y="160"/>
                    </a:lnTo>
                    <a:lnTo>
                      <a:pt x="949" y="162"/>
                    </a:lnTo>
                    <a:lnTo>
                      <a:pt x="943" y="167"/>
                    </a:lnTo>
                    <a:lnTo>
                      <a:pt x="941" y="171"/>
                    </a:lnTo>
                    <a:lnTo>
                      <a:pt x="939" y="178"/>
                    </a:lnTo>
                    <a:lnTo>
                      <a:pt x="939" y="178"/>
                    </a:lnTo>
                    <a:close/>
                    <a:moveTo>
                      <a:pt x="180" y="316"/>
                    </a:moveTo>
                    <a:lnTo>
                      <a:pt x="180" y="316"/>
                    </a:lnTo>
                    <a:lnTo>
                      <a:pt x="171" y="317"/>
                    </a:lnTo>
                    <a:lnTo>
                      <a:pt x="164" y="322"/>
                    </a:lnTo>
                    <a:lnTo>
                      <a:pt x="157" y="327"/>
                    </a:lnTo>
                    <a:lnTo>
                      <a:pt x="152" y="334"/>
                    </a:lnTo>
                    <a:lnTo>
                      <a:pt x="148" y="342"/>
                    </a:lnTo>
                    <a:lnTo>
                      <a:pt x="144" y="351"/>
                    </a:lnTo>
                    <a:lnTo>
                      <a:pt x="141" y="359"/>
                    </a:lnTo>
                    <a:lnTo>
                      <a:pt x="139" y="367"/>
                    </a:lnTo>
                    <a:lnTo>
                      <a:pt x="139" y="367"/>
                    </a:lnTo>
                    <a:lnTo>
                      <a:pt x="148" y="363"/>
                    </a:lnTo>
                    <a:lnTo>
                      <a:pt x="156" y="359"/>
                    </a:lnTo>
                    <a:lnTo>
                      <a:pt x="162" y="353"/>
                    </a:lnTo>
                    <a:lnTo>
                      <a:pt x="167" y="348"/>
                    </a:lnTo>
                    <a:lnTo>
                      <a:pt x="171" y="341"/>
                    </a:lnTo>
                    <a:lnTo>
                      <a:pt x="175" y="333"/>
                    </a:lnTo>
                    <a:lnTo>
                      <a:pt x="180" y="316"/>
                    </a:lnTo>
                    <a:lnTo>
                      <a:pt x="180" y="316"/>
                    </a:lnTo>
                    <a:close/>
                    <a:moveTo>
                      <a:pt x="1248" y="157"/>
                    </a:moveTo>
                    <a:lnTo>
                      <a:pt x="1248" y="157"/>
                    </a:lnTo>
                    <a:lnTo>
                      <a:pt x="1238" y="144"/>
                    </a:lnTo>
                    <a:lnTo>
                      <a:pt x="1226" y="133"/>
                    </a:lnTo>
                    <a:lnTo>
                      <a:pt x="1219" y="129"/>
                    </a:lnTo>
                    <a:lnTo>
                      <a:pt x="1210" y="125"/>
                    </a:lnTo>
                    <a:lnTo>
                      <a:pt x="1203" y="122"/>
                    </a:lnTo>
                    <a:lnTo>
                      <a:pt x="1195" y="121"/>
                    </a:lnTo>
                    <a:lnTo>
                      <a:pt x="1195" y="121"/>
                    </a:lnTo>
                    <a:lnTo>
                      <a:pt x="1199" y="129"/>
                    </a:lnTo>
                    <a:lnTo>
                      <a:pt x="1203" y="138"/>
                    </a:lnTo>
                    <a:lnTo>
                      <a:pt x="1209" y="143"/>
                    </a:lnTo>
                    <a:lnTo>
                      <a:pt x="1216" y="149"/>
                    </a:lnTo>
                    <a:lnTo>
                      <a:pt x="1223" y="153"/>
                    </a:lnTo>
                    <a:lnTo>
                      <a:pt x="1230" y="156"/>
                    </a:lnTo>
                    <a:lnTo>
                      <a:pt x="1239" y="157"/>
                    </a:lnTo>
                    <a:lnTo>
                      <a:pt x="1248" y="157"/>
                    </a:lnTo>
                    <a:lnTo>
                      <a:pt x="1248" y="157"/>
                    </a:lnTo>
                    <a:close/>
                    <a:moveTo>
                      <a:pt x="275" y="351"/>
                    </a:moveTo>
                    <a:lnTo>
                      <a:pt x="275" y="351"/>
                    </a:lnTo>
                    <a:lnTo>
                      <a:pt x="282" y="353"/>
                    </a:lnTo>
                    <a:lnTo>
                      <a:pt x="287" y="356"/>
                    </a:lnTo>
                    <a:lnTo>
                      <a:pt x="294" y="356"/>
                    </a:lnTo>
                    <a:lnTo>
                      <a:pt x="300" y="356"/>
                    </a:lnTo>
                    <a:lnTo>
                      <a:pt x="305" y="353"/>
                    </a:lnTo>
                    <a:lnTo>
                      <a:pt x="311" y="351"/>
                    </a:lnTo>
                    <a:lnTo>
                      <a:pt x="316" y="348"/>
                    </a:lnTo>
                    <a:lnTo>
                      <a:pt x="321" y="344"/>
                    </a:lnTo>
                    <a:lnTo>
                      <a:pt x="325" y="340"/>
                    </a:lnTo>
                    <a:lnTo>
                      <a:pt x="329" y="334"/>
                    </a:lnTo>
                    <a:lnTo>
                      <a:pt x="332" y="329"/>
                    </a:lnTo>
                    <a:lnTo>
                      <a:pt x="333" y="322"/>
                    </a:lnTo>
                    <a:lnTo>
                      <a:pt x="333" y="316"/>
                    </a:lnTo>
                    <a:lnTo>
                      <a:pt x="333" y="309"/>
                    </a:lnTo>
                    <a:lnTo>
                      <a:pt x="332" y="304"/>
                    </a:lnTo>
                    <a:lnTo>
                      <a:pt x="329" y="298"/>
                    </a:lnTo>
                    <a:lnTo>
                      <a:pt x="329" y="298"/>
                    </a:lnTo>
                    <a:lnTo>
                      <a:pt x="323" y="297"/>
                    </a:lnTo>
                    <a:lnTo>
                      <a:pt x="318" y="295"/>
                    </a:lnTo>
                    <a:lnTo>
                      <a:pt x="305" y="297"/>
                    </a:lnTo>
                    <a:lnTo>
                      <a:pt x="296" y="301"/>
                    </a:lnTo>
                    <a:lnTo>
                      <a:pt x="286" y="306"/>
                    </a:lnTo>
                    <a:lnTo>
                      <a:pt x="279" y="316"/>
                    </a:lnTo>
                    <a:lnTo>
                      <a:pt x="276" y="320"/>
                    </a:lnTo>
                    <a:lnTo>
                      <a:pt x="275" y="326"/>
                    </a:lnTo>
                    <a:lnTo>
                      <a:pt x="274" y="331"/>
                    </a:lnTo>
                    <a:lnTo>
                      <a:pt x="274" y="338"/>
                    </a:lnTo>
                    <a:lnTo>
                      <a:pt x="274" y="344"/>
                    </a:lnTo>
                    <a:lnTo>
                      <a:pt x="275" y="351"/>
                    </a:lnTo>
                    <a:lnTo>
                      <a:pt x="275" y="351"/>
                    </a:lnTo>
                    <a:close/>
                    <a:moveTo>
                      <a:pt x="1066" y="165"/>
                    </a:moveTo>
                    <a:lnTo>
                      <a:pt x="1066" y="165"/>
                    </a:lnTo>
                    <a:lnTo>
                      <a:pt x="1069" y="179"/>
                    </a:lnTo>
                    <a:lnTo>
                      <a:pt x="1075" y="189"/>
                    </a:lnTo>
                    <a:lnTo>
                      <a:pt x="1082" y="197"/>
                    </a:lnTo>
                    <a:lnTo>
                      <a:pt x="1090" y="203"/>
                    </a:lnTo>
                    <a:lnTo>
                      <a:pt x="1100" y="205"/>
                    </a:lnTo>
                    <a:lnTo>
                      <a:pt x="1111" y="205"/>
                    </a:lnTo>
                    <a:lnTo>
                      <a:pt x="1122" y="204"/>
                    </a:lnTo>
                    <a:lnTo>
                      <a:pt x="1133" y="200"/>
                    </a:lnTo>
                    <a:lnTo>
                      <a:pt x="1133" y="200"/>
                    </a:lnTo>
                    <a:lnTo>
                      <a:pt x="1134" y="193"/>
                    </a:lnTo>
                    <a:lnTo>
                      <a:pt x="1133" y="186"/>
                    </a:lnTo>
                    <a:lnTo>
                      <a:pt x="1132" y="179"/>
                    </a:lnTo>
                    <a:lnTo>
                      <a:pt x="1129" y="174"/>
                    </a:lnTo>
                    <a:lnTo>
                      <a:pt x="1126" y="168"/>
                    </a:lnTo>
                    <a:lnTo>
                      <a:pt x="1122" y="164"/>
                    </a:lnTo>
                    <a:lnTo>
                      <a:pt x="1116" y="160"/>
                    </a:lnTo>
                    <a:lnTo>
                      <a:pt x="1111" y="157"/>
                    </a:lnTo>
                    <a:lnTo>
                      <a:pt x="1105" y="154"/>
                    </a:lnTo>
                    <a:lnTo>
                      <a:pt x="1098" y="153"/>
                    </a:lnTo>
                    <a:lnTo>
                      <a:pt x="1093" y="153"/>
                    </a:lnTo>
                    <a:lnTo>
                      <a:pt x="1087" y="153"/>
                    </a:lnTo>
                    <a:lnTo>
                      <a:pt x="1080" y="154"/>
                    </a:lnTo>
                    <a:lnTo>
                      <a:pt x="1076" y="157"/>
                    </a:lnTo>
                    <a:lnTo>
                      <a:pt x="1071" y="161"/>
                    </a:lnTo>
                    <a:lnTo>
                      <a:pt x="1066" y="165"/>
                    </a:lnTo>
                    <a:lnTo>
                      <a:pt x="1066" y="165"/>
                    </a:lnTo>
                    <a:close/>
                    <a:moveTo>
                      <a:pt x="177" y="407"/>
                    </a:moveTo>
                    <a:lnTo>
                      <a:pt x="177" y="407"/>
                    </a:lnTo>
                    <a:lnTo>
                      <a:pt x="186" y="403"/>
                    </a:lnTo>
                    <a:lnTo>
                      <a:pt x="196" y="399"/>
                    </a:lnTo>
                    <a:lnTo>
                      <a:pt x="204" y="392"/>
                    </a:lnTo>
                    <a:lnTo>
                      <a:pt x="210" y="387"/>
                    </a:lnTo>
                    <a:lnTo>
                      <a:pt x="214" y="378"/>
                    </a:lnTo>
                    <a:lnTo>
                      <a:pt x="217" y="369"/>
                    </a:lnTo>
                    <a:lnTo>
                      <a:pt x="217" y="358"/>
                    </a:lnTo>
                    <a:lnTo>
                      <a:pt x="214" y="347"/>
                    </a:lnTo>
                    <a:lnTo>
                      <a:pt x="214" y="347"/>
                    </a:lnTo>
                    <a:lnTo>
                      <a:pt x="209" y="345"/>
                    </a:lnTo>
                    <a:lnTo>
                      <a:pt x="203" y="347"/>
                    </a:lnTo>
                    <a:lnTo>
                      <a:pt x="197" y="348"/>
                    </a:lnTo>
                    <a:lnTo>
                      <a:pt x="192" y="349"/>
                    </a:lnTo>
                    <a:lnTo>
                      <a:pt x="182" y="356"/>
                    </a:lnTo>
                    <a:lnTo>
                      <a:pt x="175" y="366"/>
                    </a:lnTo>
                    <a:lnTo>
                      <a:pt x="170" y="376"/>
                    </a:lnTo>
                    <a:lnTo>
                      <a:pt x="168" y="387"/>
                    </a:lnTo>
                    <a:lnTo>
                      <a:pt x="170" y="392"/>
                    </a:lnTo>
                    <a:lnTo>
                      <a:pt x="171" y="398"/>
                    </a:lnTo>
                    <a:lnTo>
                      <a:pt x="173" y="402"/>
                    </a:lnTo>
                    <a:lnTo>
                      <a:pt x="177" y="407"/>
                    </a:lnTo>
                    <a:lnTo>
                      <a:pt x="177" y="407"/>
                    </a:lnTo>
                    <a:close/>
                    <a:moveTo>
                      <a:pt x="1241" y="203"/>
                    </a:moveTo>
                    <a:lnTo>
                      <a:pt x="1241" y="203"/>
                    </a:lnTo>
                    <a:lnTo>
                      <a:pt x="1241" y="196"/>
                    </a:lnTo>
                    <a:lnTo>
                      <a:pt x="1239" y="190"/>
                    </a:lnTo>
                    <a:lnTo>
                      <a:pt x="1237" y="185"/>
                    </a:lnTo>
                    <a:lnTo>
                      <a:pt x="1234" y="179"/>
                    </a:lnTo>
                    <a:lnTo>
                      <a:pt x="1230" y="175"/>
                    </a:lnTo>
                    <a:lnTo>
                      <a:pt x="1224" y="171"/>
                    </a:lnTo>
                    <a:lnTo>
                      <a:pt x="1213" y="164"/>
                    </a:lnTo>
                    <a:lnTo>
                      <a:pt x="1201" y="160"/>
                    </a:lnTo>
                    <a:lnTo>
                      <a:pt x="1195" y="160"/>
                    </a:lnTo>
                    <a:lnTo>
                      <a:pt x="1191" y="160"/>
                    </a:lnTo>
                    <a:lnTo>
                      <a:pt x="1187" y="161"/>
                    </a:lnTo>
                    <a:lnTo>
                      <a:pt x="1184" y="164"/>
                    </a:lnTo>
                    <a:lnTo>
                      <a:pt x="1181" y="168"/>
                    </a:lnTo>
                    <a:lnTo>
                      <a:pt x="1181" y="174"/>
                    </a:lnTo>
                    <a:lnTo>
                      <a:pt x="1181" y="174"/>
                    </a:lnTo>
                    <a:lnTo>
                      <a:pt x="1183" y="180"/>
                    </a:lnTo>
                    <a:lnTo>
                      <a:pt x="1187" y="187"/>
                    </a:lnTo>
                    <a:lnTo>
                      <a:pt x="1192" y="194"/>
                    </a:lnTo>
                    <a:lnTo>
                      <a:pt x="1201" y="201"/>
                    </a:lnTo>
                    <a:lnTo>
                      <a:pt x="1209" y="205"/>
                    </a:lnTo>
                    <a:lnTo>
                      <a:pt x="1219" y="207"/>
                    </a:lnTo>
                    <a:lnTo>
                      <a:pt x="1230" y="207"/>
                    </a:lnTo>
                    <a:lnTo>
                      <a:pt x="1235" y="205"/>
                    </a:lnTo>
                    <a:lnTo>
                      <a:pt x="1241" y="203"/>
                    </a:lnTo>
                    <a:lnTo>
                      <a:pt x="1241" y="203"/>
                    </a:lnTo>
                    <a:close/>
                    <a:moveTo>
                      <a:pt x="120" y="374"/>
                    </a:moveTo>
                    <a:lnTo>
                      <a:pt x="120" y="374"/>
                    </a:lnTo>
                    <a:lnTo>
                      <a:pt x="114" y="380"/>
                    </a:lnTo>
                    <a:lnTo>
                      <a:pt x="109" y="384"/>
                    </a:lnTo>
                    <a:lnTo>
                      <a:pt x="102" y="396"/>
                    </a:lnTo>
                    <a:lnTo>
                      <a:pt x="96" y="410"/>
                    </a:lnTo>
                    <a:lnTo>
                      <a:pt x="90" y="424"/>
                    </a:lnTo>
                    <a:lnTo>
                      <a:pt x="90" y="424"/>
                    </a:lnTo>
                    <a:lnTo>
                      <a:pt x="95" y="419"/>
                    </a:lnTo>
                    <a:lnTo>
                      <a:pt x="101" y="413"/>
                    </a:lnTo>
                    <a:lnTo>
                      <a:pt x="108" y="401"/>
                    </a:lnTo>
                    <a:lnTo>
                      <a:pt x="120" y="374"/>
                    </a:lnTo>
                    <a:lnTo>
                      <a:pt x="120" y="374"/>
                    </a:lnTo>
                    <a:close/>
                    <a:moveTo>
                      <a:pt x="1277" y="165"/>
                    </a:moveTo>
                    <a:lnTo>
                      <a:pt x="1277" y="165"/>
                    </a:lnTo>
                    <a:lnTo>
                      <a:pt x="1275" y="164"/>
                    </a:lnTo>
                    <a:lnTo>
                      <a:pt x="1273" y="164"/>
                    </a:lnTo>
                    <a:lnTo>
                      <a:pt x="1271" y="164"/>
                    </a:lnTo>
                    <a:lnTo>
                      <a:pt x="1270" y="167"/>
                    </a:lnTo>
                    <a:lnTo>
                      <a:pt x="1270" y="167"/>
                    </a:lnTo>
                    <a:lnTo>
                      <a:pt x="1273" y="167"/>
                    </a:lnTo>
                    <a:lnTo>
                      <a:pt x="1274" y="168"/>
                    </a:lnTo>
                    <a:lnTo>
                      <a:pt x="1275" y="168"/>
                    </a:lnTo>
                    <a:lnTo>
                      <a:pt x="1277" y="165"/>
                    </a:lnTo>
                    <a:lnTo>
                      <a:pt x="1277" y="165"/>
                    </a:lnTo>
                    <a:close/>
                    <a:moveTo>
                      <a:pt x="615" y="295"/>
                    </a:moveTo>
                    <a:lnTo>
                      <a:pt x="615" y="295"/>
                    </a:lnTo>
                    <a:lnTo>
                      <a:pt x="608" y="301"/>
                    </a:lnTo>
                    <a:lnTo>
                      <a:pt x="603" y="305"/>
                    </a:lnTo>
                    <a:lnTo>
                      <a:pt x="599" y="311"/>
                    </a:lnTo>
                    <a:lnTo>
                      <a:pt x="596" y="315"/>
                    </a:lnTo>
                    <a:lnTo>
                      <a:pt x="595" y="320"/>
                    </a:lnTo>
                    <a:lnTo>
                      <a:pt x="595" y="324"/>
                    </a:lnTo>
                    <a:lnTo>
                      <a:pt x="596" y="333"/>
                    </a:lnTo>
                    <a:lnTo>
                      <a:pt x="596" y="333"/>
                    </a:lnTo>
                    <a:lnTo>
                      <a:pt x="599" y="341"/>
                    </a:lnTo>
                    <a:lnTo>
                      <a:pt x="602" y="347"/>
                    </a:lnTo>
                    <a:lnTo>
                      <a:pt x="607" y="351"/>
                    </a:lnTo>
                    <a:lnTo>
                      <a:pt x="614" y="355"/>
                    </a:lnTo>
                    <a:lnTo>
                      <a:pt x="620" y="358"/>
                    </a:lnTo>
                    <a:lnTo>
                      <a:pt x="628" y="358"/>
                    </a:lnTo>
                    <a:lnTo>
                      <a:pt x="635" y="358"/>
                    </a:lnTo>
                    <a:lnTo>
                      <a:pt x="642" y="356"/>
                    </a:lnTo>
                    <a:lnTo>
                      <a:pt x="649" y="355"/>
                    </a:lnTo>
                    <a:lnTo>
                      <a:pt x="656" y="351"/>
                    </a:lnTo>
                    <a:lnTo>
                      <a:pt x="661" y="347"/>
                    </a:lnTo>
                    <a:lnTo>
                      <a:pt x="667" y="341"/>
                    </a:lnTo>
                    <a:lnTo>
                      <a:pt x="671" y="335"/>
                    </a:lnTo>
                    <a:lnTo>
                      <a:pt x="672" y="329"/>
                    </a:lnTo>
                    <a:lnTo>
                      <a:pt x="672" y="320"/>
                    </a:lnTo>
                    <a:lnTo>
                      <a:pt x="671" y="312"/>
                    </a:lnTo>
                    <a:lnTo>
                      <a:pt x="671" y="312"/>
                    </a:lnTo>
                    <a:lnTo>
                      <a:pt x="668" y="304"/>
                    </a:lnTo>
                    <a:lnTo>
                      <a:pt x="664" y="297"/>
                    </a:lnTo>
                    <a:lnTo>
                      <a:pt x="657" y="293"/>
                    </a:lnTo>
                    <a:lnTo>
                      <a:pt x="650" y="290"/>
                    </a:lnTo>
                    <a:lnTo>
                      <a:pt x="642" y="288"/>
                    </a:lnTo>
                    <a:lnTo>
                      <a:pt x="633" y="288"/>
                    </a:lnTo>
                    <a:lnTo>
                      <a:pt x="625" y="291"/>
                    </a:lnTo>
                    <a:lnTo>
                      <a:pt x="615" y="295"/>
                    </a:lnTo>
                    <a:lnTo>
                      <a:pt x="615" y="295"/>
                    </a:lnTo>
                    <a:close/>
                    <a:moveTo>
                      <a:pt x="484" y="324"/>
                    </a:moveTo>
                    <a:lnTo>
                      <a:pt x="484" y="324"/>
                    </a:lnTo>
                    <a:lnTo>
                      <a:pt x="476" y="329"/>
                    </a:lnTo>
                    <a:lnTo>
                      <a:pt x="467" y="334"/>
                    </a:lnTo>
                    <a:lnTo>
                      <a:pt x="463" y="338"/>
                    </a:lnTo>
                    <a:lnTo>
                      <a:pt x="459" y="345"/>
                    </a:lnTo>
                    <a:lnTo>
                      <a:pt x="456" y="351"/>
                    </a:lnTo>
                    <a:lnTo>
                      <a:pt x="456" y="358"/>
                    </a:lnTo>
                    <a:lnTo>
                      <a:pt x="458" y="365"/>
                    </a:lnTo>
                    <a:lnTo>
                      <a:pt x="459" y="373"/>
                    </a:lnTo>
                    <a:lnTo>
                      <a:pt x="459" y="373"/>
                    </a:lnTo>
                    <a:lnTo>
                      <a:pt x="463" y="378"/>
                    </a:lnTo>
                    <a:lnTo>
                      <a:pt x="469" y="384"/>
                    </a:lnTo>
                    <a:lnTo>
                      <a:pt x="474" y="387"/>
                    </a:lnTo>
                    <a:lnTo>
                      <a:pt x="481" y="389"/>
                    </a:lnTo>
                    <a:lnTo>
                      <a:pt x="488" y="389"/>
                    </a:lnTo>
                    <a:lnTo>
                      <a:pt x="495" y="389"/>
                    </a:lnTo>
                    <a:lnTo>
                      <a:pt x="503" y="388"/>
                    </a:lnTo>
                    <a:lnTo>
                      <a:pt x="510" y="385"/>
                    </a:lnTo>
                    <a:lnTo>
                      <a:pt x="517" y="381"/>
                    </a:lnTo>
                    <a:lnTo>
                      <a:pt x="523" y="377"/>
                    </a:lnTo>
                    <a:lnTo>
                      <a:pt x="527" y="371"/>
                    </a:lnTo>
                    <a:lnTo>
                      <a:pt x="531" y="365"/>
                    </a:lnTo>
                    <a:lnTo>
                      <a:pt x="534" y="358"/>
                    </a:lnTo>
                    <a:lnTo>
                      <a:pt x="534" y="349"/>
                    </a:lnTo>
                    <a:lnTo>
                      <a:pt x="532" y="341"/>
                    </a:lnTo>
                    <a:lnTo>
                      <a:pt x="528" y="333"/>
                    </a:lnTo>
                    <a:lnTo>
                      <a:pt x="528" y="333"/>
                    </a:lnTo>
                    <a:lnTo>
                      <a:pt x="525" y="327"/>
                    </a:lnTo>
                    <a:lnTo>
                      <a:pt x="521" y="324"/>
                    </a:lnTo>
                    <a:lnTo>
                      <a:pt x="516" y="322"/>
                    </a:lnTo>
                    <a:lnTo>
                      <a:pt x="510" y="320"/>
                    </a:lnTo>
                    <a:lnTo>
                      <a:pt x="503" y="320"/>
                    </a:lnTo>
                    <a:lnTo>
                      <a:pt x="498" y="320"/>
                    </a:lnTo>
                    <a:lnTo>
                      <a:pt x="484" y="324"/>
                    </a:lnTo>
                    <a:lnTo>
                      <a:pt x="484" y="324"/>
                    </a:lnTo>
                    <a:close/>
                    <a:moveTo>
                      <a:pt x="751" y="306"/>
                    </a:moveTo>
                    <a:lnTo>
                      <a:pt x="751" y="306"/>
                    </a:lnTo>
                    <a:lnTo>
                      <a:pt x="754" y="315"/>
                    </a:lnTo>
                    <a:lnTo>
                      <a:pt x="759" y="322"/>
                    </a:lnTo>
                    <a:lnTo>
                      <a:pt x="765" y="326"/>
                    </a:lnTo>
                    <a:lnTo>
                      <a:pt x="773" y="329"/>
                    </a:lnTo>
                    <a:lnTo>
                      <a:pt x="780" y="330"/>
                    </a:lnTo>
                    <a:lnTo>
                      <a:pt x="788" y="330"/>
                    </a:lnTo>
                    <a:lnTo>
                      <a:pt x="797" y="330"/>
                    </a:lnTo>
                    <a:lnTo>
                      <a:pt x="804" y="327"/>
                    </a:lnTo>
                    <a:lnTo>
                      <a:pt x="812" y="323"/>
                    </a:lnTo>
                    <a:lnTo>
                      <a:pt x="817" y="317"/>
                    </a:lnTo>
                    <a:lnTo>
                      <a:pt x="822" y="312"/>
                    </a:lnTo>
                    <a:lnTo>
                      <a:pt x="824" y="305"/>
                    </a:lnTo>
                    <a:lnTo>
                      <a:pt x="826" y="297"/>
                    </a:lnTo>
                    <a:lnTo>
                      <a:pt x="824" y="287"/>
                    </a:lnTo>
                    <a:lnTo>
                      <a:pt x="820" y="279"/>
                    </a:lnTo>
                    <a:lnTo>
                      <a:pt x="813" y="268"/>
                    </a:lnTo>
                    <a:lnTo>
                      <a:pt x="813" y="268"/>
                    </a:lnTo>
                    <a:lnTo>
                      <a:pt x="799" y="263"/>
                    </a:lnTo>
                    <a:lnTo>
                      <a:pt x="787" y="263"/>
                    </a:lnTo>
                    <a:lnTo>
                      <a:pt x="776" y="265"/>
                    </a:lnTo>
                    <a:lnTo>
                      <a:pt x="765" y="269"/>
                    </a:lnTo>
                    <a:lnTo>
                      <a:pt x="757" y="276"/>
                    </a:lnTo>
                    <a:lnTo>
                      <a:pt x="754" y="280"/>
                    </a:lnTo>
                    <a:lnTo>
                      <a:pt x="751" y="284"/>
                    </a:lnTo>
                    <a:lnTo>
                      <a:pt x="750" y="290"/>
                    </a:lnTo>
                    <a:lnTo>
                      <a:pt x="750" y="295"/>
                    </a:lnTo>
                    <a:lnTo>
                      <a:pt x="750" y="301"/>
                    </a:lnTo>
                    <a:lnTo>
                      <a:pt x="751" y="306"/>
                    </a:lnTo>
                    <a:lnTo>
                      <a:pt x="751" y="306"/>
                    </a:lnTo>
                    <a:close/>
                    <a:moveTo>
                      <a:pt x="131" y="399"/>
                    </a:moveTo>
                    <a:lnTo>
                      <a:pt x="131" y="399"/>
                    </a:lnTo>
                    <a:lnTo>
                      <a:pt x="130" y="396"/>
                    </a:lnTo>
                    <a:lnTo>
                      <a:pt x="128" y="395"/>
                    </a:lnTo>
                    <a:lnTo>
                      <a:pt x="124" y="394"/>
                    </a:lnTo>
                    <a:lnTo>
                      <a:pt x="124" y="394"/>
                    </a:lnTo>
                    <a:lnTo>
                      <a:pt x="113" y="406"/>
                    </a:lnTo>
                    <a:lnTo>
                      <a:pt x="103" y="419"/>
                    </a:lnTo>
                    <a:lnTo>
                      <a:pt x="101" y="427"/>
                    </a:lnTo>
                    <a:lnTo>
                      <a:pt x="98" y="435"/>
                    </a:lnTo>
                    <a:lnTo>
                      <a:pt x="96" y="443"/>
                    </a:lnTo>
                    <a:lnTo>
                      <a:pt x="95" y="452"/>
                    </a:lnTo>
                    <a:lnTo>
                      <a:pt x="95" y="452"/>
                    </a:lnTo>
                    <a:lnTo>
                      <a:pt x="105" y="449"/>
                    </a:lnTo>
                    <a:lnTo>
                      <a:pt x="112" y="445"/>
                    </a:lnTo>
                    <a:lnTo>
                      <a:pt x="119" y="439"/>
                    </a:lnTo>
                    <a:lnTo>
                      <a:pt x="123" y="432"/>
                    </a:lnTo>
                    <a:lnTo>
                      <a:pt x="127" y="424"/>
                    </a:lnTo>
                    <a:lnTo>
                      <a:pt x="128" y="417"/>
                    </a:lnTo>
                    <a:lnTo>
                      <a:pt x="131" y="399"/>
                    </a:lnTo>
                    <a:lnTo>
                      <a:pt x="131" y="399"/>
                    </a:lnTo>
                    <a:close/>
                    <a:moveTo>
                      <a:pt x="906" y="304"/>
                    </a:moveTo>
                    <a:lnTo>
                      <a:pt x="906" y="304"/>
                    </a:lnTo>
                    <a:lnTo>
                      <a:pt x="911" y="305"/>
                    </a:lnTo>
                    <a:lnTo>
                      <a:pt x="918" y="306"/>
                    </a:lnTo>
                    <a:lnTo>
                      <a:pt x="927" y="308"/>
                    </a:lnTo>
                    <a:lnTo>
                      <a:pt x="936" y="306"/>
                    </a:lnTo>
                    <a:lnTo>
                      <a:pt x="945" y="305"/>
                    </a:lnTo>
                    <a:lnTo>
                      <a:pt x="953" y="302"/>
                    </a:lnTo>
                    <a:lnTo>
                      <a:pt x="960" y="298"/>
                    </a:lnTo>
                    <a:lnTo>
                      <a:pt x="964" y="293"/>
                    </a:lnTo>
                    <a:lnTo>
                      <a:pt x="964" y="293"/>
                    </a:lnTo>
                    <a:lnTo>
                      <a:pt x="965" y="276"/>
                    </a:lnTo>
                    <a:lnTo>
                      <a:pt x="964" y="269"/>
                    </a:lnTo>
                    <a:lnTo>
                      <a:pt x="963" y="263"/>
                    </a:lnTo>
                    <a:lnTo>
                      <a:pt x="961" y="258"/>
                    </a:lnTo>
                    <a:lnTo>
                      <a:pt x="959" y="254"/>
                    </a:lnTo>
                    <a:lnTo>
                      <a:pt x="952" y="247"/>
                    </a:lnTo>
                    <a:lnTo>
                      <a:pt x="945" y="244"/>
                    </a:lnTo>
                    <a:lnTo>
                      <a:pt x="935" y="243"/>
                    </a:lnTo>
                    <a:lnTo>
                      <a:pt x="925" y="243"/>
                    </a:lnTo>
                    <a:lnTo>
                      <a:pt x="916" y="245"/>
                    </a:lnTo>
                    <a:lnTo>
                      <a:pt x="907" y="250"/>
                    </a:lnTo>
                    <a:lnTo>
                      <a:pt x="899" y="255"/>
                    </a:lnTo>
                    <a:lnTo>
                      <a:pt x="894" y="262"/>
                    </a:lnTo>
                    <a:lnTo>
                      <a:pt x="889" y="269"/>
                    </a:lnTo>
                    <a:lnTo>
                      <a:pt x="888" y="277"/>
                    </a:lnTo>
                    <a:lnTo>
                      <a:pt x="889" y="281"/>
                    </a:lnTo>
                    <a:lnTo>
                      <a:pt x="891" y="286"/>
                    </a:lnTo>
                    <a:lnTo>
                      <a:pt x="894" y="291"/>
                    </a:lnTo>
                    <a:lnTo>
                      <a:pt x="896" y="295"/>
                    </a:lnTo>
                    <a:lnTo>
                      <a:pt x="906" y="304"/>
                    </a:lnTo>
                    <a:lnTo>
                      <a:pt x="906" y="304"/>
                    </a:lnTo>
                    <a:close/>
                    <a:moveTo>
                      <a:pt x="1285" y="174"/>
                    </a:moveTo>
                    <a:lnTo>
                      <a:pt x="1285" y="174"/>
                    </a:lnTo>
                    <a:lnTo>
                      <a:pt x="1282" y="172"/>
                    </a:lnTo>
                    <a:lnTo>
                      <a:pt x="1282" y="172"/>
                    </a:lnTo>
                    <a:lnTo>
                      <a:pt x="1282" y="174"/>
                    </a:lnTo>
                    <a:lnTo>
                      <a:pt x="1285" y="174"/>
                    </a:lnTo>
                    <a:lnTo>
                      <a:pt x="1285" y="174"/>
                    </a:lnTo>
                    <a:close/>
                    <a:moveTo>
                      <a:pt x="1288" y="176"/>
                    </a:moveTo>
                    <a:lnTo>
                      <a:pt x="1288" y="176"/>
                    </a:lnTo>
                    <a:lnTo>
                      <a:pt x="1288" y="175"/>
                    </a:lnTo>
                    <a:lnTo>
                      <a:pt x="1288" y="174"/>
                    </a:lnTo>
                    <a:lnTo>
                      <a:pt x="1285" y="174"/>
                    </a:lnTo>
                    <a:lnTo>
                      <a:pt x="1285" y="174"/>
                    </a:lnTo>
                    <a:lnTo>
                      <a:pt x="1285" y="175"/>
                    </a:lnTo>
                    <a:lnTo>
                      <a:pt x="1286" y="176"/>
                    </a:lnTo>
                    <a:lnTo>
                      <a:pt x="1288" y="176"/>
                    </a:lnTo>
                    <a:lnTo>
                      <a:pt x="1288" y="176"/>
                    </a:lnTo>
                    <a:close/>
                    <a:moveTo>
                      <a:pt x="359" y="425"/>
                    </a:moveTo>
                    <a:lnTo>
                      <a:pt x="359" y="425"/>
                    </a:lnTo>
                    <a:lnTo>
                      <a:pt x="368" y="424"/>
                    </a:lnTo>
                    <a:lnTo>
                      <a:pt x="373" y="421"/>
                    </a:lnTo>
                    <a:lnTo>
                      <a:pt x="380" y="417"/>
                    </a:lnTo>
                    <a:lnTo>
                      <a:pt x="384" y="412"/>
                    </a:lnTo>
                    <a:lnTo>
                      <a:pt x="388" y="406"/>
                    </a:lnTo>
                    <a:lnTo>
                      <a:pt x="393" y="399"/>
                    </a:lnTo>
                    <a:lnTo>
                      <a:pt x="394" y="394"/>
                    </a:lnTo>
                    <a:lnTo>
                      <a:pt x="395" y="387"/>
                    </a:lnTo>
                    <a:lnTo>
                      <a:pt x="395" y="380"/>
                    </a:lnTo>
                    <a:lnTo>
                      <a:pt x="394" y="373"/>
                    </a:lnTo>
                    <a:lnTo>
                      <a:pt x="393" y="367"/>
                    </a:lnTo>
                    <a:lnTo>
                      <a:pt x="390" y="363"/>
                    </a:lnTo>
                    <a:lnTo>
                      <a:pt x="384" y="359"/>
                    </a:lnTo>
                    <a:lnTo>
                      <a:pt x="379" y="358"/>
                    </a:lnTo>
                    <a:lnTo>
                      <a:pt x="372" y="356"/>
                    </a:lnTo>
                    <a:lnTo>
                      <a:pt x="364" y="358"/>
                    </a:lnTo>
                    <a:lnTo>
                      <a:pt x="364" y="358"/>
                    </a:lnTo>
                    <a:lnTo>
                      <a:pt x="357" y="360"/>
                    </a:lnTo>
                    <a:lnTo>
                      <a:pt x="350" y="363"/>
                    </a:lnTo>
                    <a:lnTo>
                      <a:pt x="344" y="367"/>
                    </a:lnTo>
                    <a:lnTo>
                      <a:pt x="339" y="373"/>
                    </a:lnTo>
                    <a:lnTo>
                      <a:pt x="334" y="378"/>
                    </a:lnTo>
                    <a:lnTo>
                      <a:pt x="332" y="384"/>
                    </a:lnTo>
                    <a:lnTo>
                      <a:pt x="330" y="389"/>
                    </a:lnTo>
                    <a:lnTo>
                      <a:pt x="329" y="396"/>
                    </a:lnTo>
                    <a:lnTo>
                      <a:pt x="329" y="402"/>
                    </a:lnTo>
                    <a:lnTo>
                      <a:pt x="330" y="407"/>
                    </a:lnTo>
                    <a:lnTo>
                      <a:pt x="332" y="413"/>
                    </a:lnTo>
                    <a:lnTo>
                      <a:pt x="336" y="417"/>
                    </a:lnTo>
                    <a:lnTo>
                      <a:pt x="340" y="420"/>
                    </a:lnTo>
                    <a:lnTo>
                      <a:pt x="346" y="423"/>
                    </a:lnTo>
                    <a:lnTo>
                      <a:pt x="352" y="424"/>
                    </a:lnTo>
                    <a:lnTo>
                      <a:pt x="359" y="425"/>
                    </a:lnTo>
                    <a:lnTo>
                      <a:pt x="359" y="425"/>
                    </a:lnTo>
                    <a:close/>
                    <a:moveTo>
                      <a:pt x="1292" y="179"/>
                    </a:moveTo>
                    <a:lnTo>
                      <a:pt x="1292" y="179"/>
                    </a:lnTo>
                    <a:lnTo>
                      <a:pt x="1292" y="178"/>
                    </a:lnTo>
                    <a:lnTo>
                      <a:pt x="1291" y="176"/>
                    </a:lnTo>
                    <a:lnTo>
                      <a:pt x="1288" y="176"/>
                    </a:lnTo>
                    <a:lnTo>
                      <a:pt x="1288" y="176"/>
                    </a:lnTo>
                    <a:lnTo>
                      <a:pt x="1289" y="178"/>
                    </a:lnTo>
                    <a:lnTo>
                      <a:pt x="1289" y="179"/>
                    </a:lnTo>
                    <a:lnTo>
                      <a:pt x="1292" y="179"/>
                    </a:lnTo>
                    <a:lnTo>
                      <a:pt x="1292" y="179"/>
                    </a:lnTo>
                    <a:close/>
                    <a:moveTo>
                      <a:pt x="1277" y="182"/>
                    </a:moveTo>
                    <a:lnTo>
                      <a:pt x="1277" y="182"/>
                    </a:lnTo>
                    <a:lnTo>
                      <a:pt x="1285" y="198"/>
                    </a:lnTo>
                    <a:lnTo>
                      <a:pt x="1291" y="205"/>
                    </a:lnTo>
                    <a:lnTo>
                      <a:pt x="1296" y="211"/>
                    </a:lnTo>
                    <a:lnTo>
                      <a:pt x="1302" y="216"/>
                    </a:lnTo>
                    <a:lnTo>
                      <a:pt x="1310" y="219"/>
                    </a:lnTo>
                    <a:lnTo>
                      <a:pt x="1318" y="222"/>
                    </a:lnTo>
                    <a:lnTo>
                      <a:pt x="1328" y="222"/>
                    </a:lnTo>
                    <a:lnTo>
                      <a:pt x="1328" y="222"/>
                    </a:lnTo>
                    <a:lnTo>
                      <a:pt x="1325" y="216"/>
                    </a:lnTo>
                    <a:lnTo>
                      <a:pt x="1322" y="212"/>
                    </a:lnTo>
                    <a:lnTo>
                      <a:pt x="1316" y="205"/>
                    </a:lnTo>
                    <a:lnTo>
                      <a:pt x="1307" y="198"/>
                    </a:lnTo>
                    <a:lnTo>
                      <a:pt x="1302" y="190"/>
                    </a:lnTo>
                    <a:lnTo>
                      <a:pt x="1302" y="190"/>
                    </a:lnTo>
                    <a:lnTo>
                      <a:pt x="1303" y="190"/>
                    </a:lnTo>
                    <a:lnTo>
                      <a:pt x="1303" y="189"/>
                    </a:lnTo>
                    <a:lnTo>
                      <a:pt x="1300" y="187"/>
                    </a:lnTo>
                    <a:lnTo>
                      <a:pt x="1300" y="187"/>
                    </a:lnTo>
                    <a:lnTo>
                      <a:pt x="1300" y="186"/>
                    </a:lnTo>
                    <a:lnTo>
                      <a:pt x="1299" y="185"/>
                    </a:lnTo>
                    <a:lnTo>
                      <a:pt x="1296" y="185"/>
                    </a:lnTo>
                    <a:lnTo>
                      <a:pt x="1296" y="185"/>
                    </a:lnTo>
                    <a:lnTo>
                      <a:pt x="1296" y="180"/>
                    </a:lnTo>
                    <a:lnTo>
                      <a:pt x="1292" y="179"/>
                    </a:lnTo>
                    <a:lnTo>
                      <a:pt x="1293" y="186"/>
                    </a:lnTo>
                    <a:lnTo>
                      <a:pt x="1293" y="186"/>
                    </a:lnTo>
                    <a:lnTo>
                      <a:pt x="1289" y="185"/>
                    </a:lnTo>
                    <a:lnTo>
                      <a:pt x="1285" y="183"/>
                    </a:lnTo>
                    <a:lnTo>
                      <a:pt x="1281" y="182"/>
                    </a:lnTo>
                    <a:lnTo>
                      <a:pt x="1277" y="182"/>
                    </a:lnTo>
                    <a:lnTo>
                      <a:pt x="1277" y="182"/>
                    </a:lnTo>
                    <a:close/>
                    <a:moveTo>
                      <a:pt x="1040" y="234"/>
                    </a:moveTo>
                    <a:lnTo>
                      <a:pt x="1040" y="234"/>
                    </a:lnTo>
                    <a:lnTo>
                      <a:pt x="1032" y="240"/>
                    </a:lnTo>
                    <a:lnTo>
                      <a:pt x="1028" y="244"/>
                    </a:lnTo>
                    <a:lnTo>
                      <a:pt x="1025" y="250"/>
                    </a:lnTo>
                    <a:lnTo>
                      <a:pt x="1025" y="257"/>
                    </a:lnTo>
                    <a:lnTo>
                      <a:pt x="1026" y="262"/>
                    </a:lnTo>
                    <a:lnTo>
                      <a:pt x="1028" y="266"/>
                    </a:lnTo>
                    <a:lnTo>
                      <a:pt x="1032" y="272"/>
                    </a:lnTo>
                    <a:lnTo>
                      <a:pt x="1037" y="277"/>
                    </a:lnTo>
                    <a:lnTo>
                      <a:pt x="1050" y="284"/>
                    </a:lnTo>
                    <a:lnTo>
                      <a:pt x="1062" y="290"/>
                    </a:lnTo>
                    <a:lnTo>
                      <a:pt x="1069" y="291"/>
                    </a:lnTo>
                    <a:lnTo>
                      <a:pt x="1076" y="291"/>
                    </a:lnTo>
                    <a:lnTo>
                      <a:pt x="1082" y="291"/>
                    </a:lnTo>
                    <a:lnTo>
                      <a:pt x="1087" y="288"/>
                    </a:lnTo>
                    <a:lnTo>
                      <a:pt x="1087" y="288"/>
                    </a:lnTo>
                    <a:lnTo>
                      <a:pt x="1093" y="284"/>
                    </a:lnTo>
                    <a:lnTo>
                      <a:pt x="1097" y="279"/>
                    </a:lnTo>
                    <a:lnTo>
                      <a:pt x="1098" y="275"/>
                    </a:lnTo>
                    <a:lnTo>
                      <a:pt x="1100" y="269"/>
                    </a:lnTo>
                    <a:lnTo>
                      <a:pt x="1098" y="262"/>
                    </a:lnTo>
                    <a:lnTo>
                      <a:pt x="1097" y="257"/>
                    </a:lnTo>
                    <a:lnTo>
                      <a:pt x="1094" y="251"/>
                    </a:lnTo>
                    <a:lnTo>
                      <a:pt x="1090" y="245"/>
                    </a:lnTo>
                    <a:lnTo>
                      <a:pt x="1084" y="241"/>
                    </a:lnTo>
                    <a:lnTo>
                      <a:pt x="1079" y="237"/>
                    </a:lnTo>
                    <a:lnTo>
                      <a:pt x="1073" y="233"/>
                    </a:lnTo>
                    <a:lnTo>
                      <a:pt x="1066" y="232"/>
                    </a:lnTo>
                    <a:lnTo>
                      <a:pt x="1060" y="230"/>
                    </a:lnTo>
                    <a:lnTo>
                      <a:pt x="1053" y="230"/>
                    </a:lnTo>
                    <a:lnTo>
                      <a:pt x="1047" y="232"/>
                    </a:lnTo>
                    <a:lnTo>
                      <a:pt x="1040" y="234"/>
                    </a:lnTo>
                    <a:lnTo>
                      <a:pt x="1040" y="234"/>
                    </a:lnTo>
                    <a:close/>
                    <a:moveTo>
                      <a:pt x="224" y="461"/>
                    </a:moveTo>
                    <a:lnTo>
                      <a:pt x="224" y="461"/>
                    </a:lnTo>
                    <a:lnTo>
                      <a:pt x="231" y="461"/>
                    </a:lnTo>
                    <a:lnTo>
                      <a:pt x="238" y="461"/>
                    </a:lnTo>
                    <a:lnTo>
                      <a:pt x="245" y="460"/>
                    </a:lnTo>
                    <a:lnTo>
                      <a:pt x="250" y="459"/>
                    </a:lnTo>
                    <a:lnTo>
                      <a:pt x="256" y="456"/>
                    </a:lnTo>
                    <a:lnTo>
                      <a:pt x="261" y="452"/>
                    </a:lnTo>
                    <a:lnTo>
                      <a:pt x="265" y="448"/>
                    </a:lnTo>
                    <a:lnTo>
                      <a:pt x="268" y="442"/>
                    </a:lnTo>
                    <a:lnTo>
                      <a:pt x="271" y="437"/>
                    </a:lnTo>
                    <a:lnTo>
                      <a:pt x="274" y="431"/>
                    </a:lnTo>
                    <a:lnTo>
                      <a:pt x="275" y="425"/>
                    </a:lnTo>
                    <a:lnTo>
                      <a:pt x="275" y="420"/>
                    </a:lnTo>
                    <a:lnTo>
                      <a:pt x="274" y="413"/>
                    </a:lnTo>
                    <a:lnTo>
                      <a:pt x="272" y="407"/>
                    </a:lnTo>
                    <a:lnTo>
                      <a:pt x="268" y="402"/>
                    </a:lnTo>
                    <a:lnTo>
                      <a:pt x="264" y="396"/>
                    </a:lnTo>
                    <a:lnTo>
                      <a:pt x="264" y="396"/>
                    </a:lnTo>
                    <a:lnTo>
                      <a:pt x="257" y="396"/>
                    </a:lnTo>
                    <a:lnTo>
                      <a:pt x="251" y="396"/>
                    </a:lnTo>
                    <a:lnTo>
                      <a:pt x="245" y="398"/>
                    </a:lnTo>
                    <a:lnTo>
                      <a:pt x="239" y="399"/>
                    </a:lnTo>
                    <a:lnTo>
                      <a:pt x="233" y="402"/>
                    </a:lnTo>
                    <a:lnTo>
                      <a:pt x="229" y="406"/>
                    </a:lnTo>
                    <a:lnTo>
                      <a:pt x="225" y="409"/>
                    </a:lnTo>
                    <a:lnTo>
                      <a:pt x="222" y="414"/>
                    </a:lnTo>
                    <a:lnTo>
                      <a:pt x="220" y="419"/>
                    </a:lnTo>
                    <a:lnTo>
                      <a:pt x="217" y="424"/>
                    </a:lnTo>
                    <a:lnTo>
                      <a:pt x="215" y="430"/>
                    </a:lnTo>
                    <a:lnTo>
                      <a:pt x="215" y="437"/>
                    </a:lnTo>
                    <a:lnTo>
                      <a:pt x="217" y="442"/>
                    </a:lnTo>
                    <a:lnTo>
                      <a:pt x="218" y="449"/>
                    </a:lnTo>
                    <a:lnTo>
                      <a:pt x="220" y="455"/>
                    </a:lnTo>
                    <a:lnTo>
                      <a:pt x="224" y="461"/>
                    </a:lnTo>
                    <a:lnTo>
                      <a:pt x="224" y="461"/>
                    </a:lnTo>
                    <a:close/>
                    <a:moveTo>
                      <a:pt x="1162" y="227"/>
                    </a:moveTo>
                    <a:lnTo>
                      <a:pt x="1162" y="227"/>
                    </a:lnTo>
                    <a:lnTo>
                      <a:pt x="1156" y="232"/>
                    </a:lnTo>
                    <a:lnTo>
                      <a:pt x="1154" y="237"/>
                    </a:lnTo>
                    <a:lnTo>
                      <a:pt x="1152" y="241"/>
                    </a:lnTo>
                    <a:lnTo>
                      <a:pt x="1152" y="247"/>
                    </a:lnTo>
                    <a:lnTo>
                      <a:pt x="1154" y="252"/>
                    </a:lnTo>
                    <a:lnTo>
                      <a:pt x="1155" y="258"/>
                    </a:lnTo>
                    <a:lnTo>
                      <a:pt x="1162" y="268"/>
                    </a:lnTo>
                    <a:lnTo>
                      <a:pt x="1172" y="276"/>
                    </a:lnTo>
                    <a:lnTo>
                      <a:pt x="1181" y="281"/>
                    </a:lnTo>
                    <a:lnTo>
                      <a:pt x="1187" y="283"/>
                    </a:lnTo>
                    <a:lnTo>
                      <a:pt x="1192" y="284"/>
                    </a:lnTo>
                    <a:lnTo>
                      <a:pt x="1198" y="284"/>
                    </a:lnTo>
                    <a:lnTo>
                      <a:pt x="1202" y="283"/>
                    </a:lnTo>
                    <a:lnTo>
                      <a:pt x="1202" y="283"/>
                    </a:lnTo>
                    <a:lnTo>
                      <a:pt x="1209" y="280"/>
                    </a:lnTo>
                    <a:lnTo>
                      <a:pt x="1213" y="276"/>
                    </a:lnTo>
                    <a:lnTo>
                      <a:pt x="1216" y="270"/>
                    </a:lnTo>
                    <a:lnTo>
                      <a:pt x="1216" y="265"/>
                    </a:lnTo>
                    <a:lnTo>
                      <a:pt x="1216" y="259"/>
                    </a:lnTo>
                    <a:lnTo>
                      <a:pt x="1215" y="252"/>
                    </a:lnTo>
                    <a:lnTo>
                      <a:pt x="1212" y="247"/>
                    </a:lnTo>
                    <a:lnTo>
                      <a:pt x="1208" y="241"/>
                    </a:lnTo>
                    <a:lnTo>
                      <a:pt x="1203" y="236"/>
                    </a:lnTo>
                    <a:lnTo>
                      <a:pt x="1198" y="230"/>
                    </a:lnTo>
                    <a:lnTo>
                      <a:pt x="1192" y="227"/>
                    </a:lnTo>
                    <a:lnTo>
                      <a:pt x="1187" y="223"/>
                    </a:lnTo>
                    <a:lnTo>
                      <a:pt x="1180" y="222"/>
                    </a:lnTo>
                    <a:lnTo>
                      <a:pt x="1174" y="222"/>
                    </a:lnTo>
                    <a:lnTo>
                      <a:pt x="1167" y="223"/>
                    </a:lnTo>
                    <a:lnTo>
                      <a:pt x="1162" y="227"/>
                    </a:lnTo>
                    <a:lnTo>
                      <a:pt x="1162" y="227"/>
                    </a:lnTo>
                    <a:close/>
                    <a:moveTo>
                      <a:pt x="74" y="450"/>
                    </a:moveTo>
                    <a:lnTo>
                      <a:pt x="74" y="450"/>
                    </a:lnTo>
                    <a:lnTo>
                      <a:pt x="73" y="456"/>
                    </a:lnTo>
                    <a:lnTo>
                      <a:pt x="70" y="463"/>
                    </a:lnTo>
                    <a:lnTo>
                      <a:pt x="62" y="477"/>
                    </a:lnTo>
                    <a:lnTo>
                      <a:pt x="59" y="484"/>
                    </a:lnTo>
                    <a:lnTo>
                      <a:pt x="58" y="491"/>
                    </a:lnTo>
                    <a:lnTo>
                      <a:pt x="56" y="497"/>
                    </a:lnTo>
                    <a:lnTo>
                      <a:pt x="58" y="503"/>
                    </a:lnTo>
                    <a:lnTo>
                      <a:pt x="58" y="503"/>
                    </a:lnTo>
                    <a:lnTo>
                      <a:pt x="61" y="496"/>
                    </a:lnTo>
                    <a:lnTo>
                      <a:pt x="63" y="489"/>
                    </a:lnTo>
                    <a:lnTo>
                      <a:pt x="72" y="474"/>
                    </a:lnTo>
                    <a:lnTo>
                      <a:pt x="76" y="466"/>
                    </a:lnTo>
                    <a:lnTo>
                      <a:pt x="77" y="459"/>
                    </a:lnTo>
                    <a:lnTo>
                      <a:pt x="77" y="453"/>
                    </a:lnTo>
                    <a:lnTo>
                      <a:pt x="76" y="452"/>
                    </a:lnTo>
                    <a:lnTo>
                      <a:pt x="74" y="450"/>
                    </a:lnTo>
                    <a:lnTo>
                      <a:pt x="74" y="450"/>
                    </a:lnTo>
                    <a:close/>
                    <a:moveTo>
                      <a:pt x="117" y="502"/>
                    </a:moveTo>
                    <a:lnTo>
                      <a:pt x="117" y="502"/>
                    </a:lnTo>
                    <a:lnTo>
                      <a:pt x="127" y="506"/>
                    </a:lnTo>
                    <a:lnTo>
                      <a:pt x="131" y="507"/>
                    </a:lnTo>
                    <a:lnTo>
                      <a:pt x="135" y="509"/>
                    </a:lnTo>
                    <a:lnTo>
                      <a:pt x="135" y="509"/>
                    </a:lnTo>
                    <a:lnTo>
                      <a:pt x="149" y="497"/>
                    </a:lnTo>
                    <a:lnTo>
                      <a:pt x="153" y="491"/>
                    </a:lnTo>
                    <a:lnTo>
                      <a:pt x="157" y="484"/>
                    </a:lnTo>
                    <a:lnTo>
                      <a:pt x="162" y="477"/>
                    </a:lnTo>
                    <a:lnTo>
                      <a:pt x="163" y="467"/>
                    </a:lnTo>
                    <a:lnTo>
                      <a:pt x="163" y="457"/>
                    </a:lnTo>
                    <a:lnTo>
                      <a:pt x="160" y="446"/>
                    </a:lnTo>
                    <a:lnTo>
                      <a:pt x="160" y="446"/>
                    </a:lnTo>
                    <a:lnTo>
                      <a:pt x="155" y="445"/>
                    </a:lnTo>
                    <a:lnTo>
                      <a:pt x="150" y="443"/>
                    </a:lnTo>
                    <a:lnTo>
                      <a:pt x="145" y="445"/>
                    </a:lnTo>
                    <a:lnTo>
                      <a:pt x="141" y="446"/>
                    </a:lnTo>
                    <a:lnTo>
                      <a:pt x="137" y="448"/>
                    </a:lnTo>
                    <a:lnTo>
                      <a:pt x="132" y="450"/>
                    </a:lnTo>
                    <a:lnTo>
                      <a:pt x="126" y="459"/>
                    </a:lnTo>
                    <a:lnTo>
                      <a:pt x="121" y="467"/>
                    </a:lnTo>
                    <a:lnTo>
                      <a:pt x="117" y="478"/>
                    </a:lnTo>
                    <a:lnTo>
                      <a:pt x="117" y="491"/>
                    </a:lnTo>
                    <a:lnTo>
                      <a:pt x="117" y="502"/>
                    </a:lnTo>
                    <a:lnTo>
                      <a:pt x="117" y="502"/>
                    </a:lnTo>
                    <a:close/>
                    <a:moveTo>
                      <a:pt x="1321" y="277"/>
                    </a:moveTo>
                    <a:lnTo>
                      <a:pt x="1321" y="277"/>
                    </a:lnTo>
                    <a:lnTo>
                      <a:pt x="1321" y="272"/>
                    </a:lnTo>
                    <a:lnTo>
                      <a:pt x="1321" y="266"/>
                    </a:lnTo>
                    <a:lnTo>
                      <a:pt x="1320" y="261"/>
                    </a:lnTo>
                    <a:lnTo>
                      <a:pt x="1317" y="255"/>
                    </a:lnTo>
                    <a:lnTo>
                      <a:pt x="1310" y="244"/>
                    </a:lnTo>
                    <a:lnTo>
                      <a:pt x="1302" y="236"/>
                    </a:lnTo>
                    <a:lnTo>
                      <a:pt x="1292" y="232"/>
                    </a:lnTo>
                    <a:lnTo>
                      <a:pt x="1286" y="230"/>
                    </a:lnTo>
                    <a:lnTo>
                      <a:pt x="1281" y="229"/>
                    </a:lnTo>
                    <a:lnTo>
                      <a:pt x="1277" y="230"/>
                    </a:lnTo>
                    <a:lnTo>
                      <a:pt x="1271" y="233"/>
                    </a:lnTo>
                    <a:lnTo>
                      <a:pt x="1268" y="236"/>
                    </a:lnTo>
                    <a:lnTo>
                      <a:pt x="1264" y="241"/>
                    </a:lnTo>
                    <a:lnTo>
                      <a:pt x="1264" y="241"/>
                    </a:lnTo>
                    <a:lnTo>
                      <a:pt x="1268" y="251"/>
                    </a:lnTo>
                    <a:lnTo>
                      <a:pt x="1273" y="259"/>
                    </a:lnTo>
                    <a:lnTo>
                      <a:pt x="1280" y="268"/>
                    </a:lnTo>
                    <a:lnTo>
                      <a:pt x="1286" y="275"/>
                    </a:lnTo>
                    <a:lnTo>
                      <a:pt x="1293" y="279"/>
                    </a:lnTo>
                    <a:lnTo>
                      <a:pt x="1303" y="281"/>
                    </a:lnTo>
                    <a:lnTo>
                      <a:pt x="1311" y="280"/>
                    </a:lnTo>
                    <a:lnTo>
                      <a:pt x="1321" y="277"/>
                    </a:lnTo>
                    <a:lnTo>
                      <a:pt x="1321" y="277"/>
                    </a:lnTo>
                    <a:close/>
                    <a:moveTo>
                      <a:pt x="1349" y="232"/>
                    </a:moveTo>
                    <a:lnTo>
                      <a:pt x="1349" y="232"/>
                    </a:lnTo>
                    <a:lnTo>
                      <a:pt x="1347" y="230"/>
                    </a:lnTo>
                    <a:lnTo>
                      <a:pt x="1346" y="230"/>
                    </a:lnTo>
                    <a:lnTo>
                      <a:pt x="1347" y="232"/>
                    </a:lnTo>
                    <a:lnTo>
                      <a:pt x="1349" y="232"/>
                    </a:lnTo>
                    <a:lnTo>
                      <a:pt x="1349" y="232"/>
                    </a:lnTo>
                    <a:close/>
                    <a:moveTo>
                      <a:pt x="1353" y="237"/>
                    </a:moveTo>
                    <a:lnTo>
                      <a:pt x="1353" y="237"/>
                    </a:lnTo>
                    <a:lnTo>
                      <a:pt x="1353" y="233"/>
                    </a:lnTo>
                    <a:lnTo>
                      <a:pt x="1349" y="232"/>
                    </a:lnTo>
                    <a:lnTo>
                      <a:pt x="1349" y="232"/>
                    </a:lnTo>
                    <a:lnTo>
                      <a:pt x="1350" y="236"/>
                    </a:lnTo>
                    <a:lnTo>
                      <a:pt x="1353" y="237"/>
                    </a:lnTo>
                    <a:lnTo>
                      <a:pt x="1353" y="237"/>
                    </a:lnTo>
                    <a:close/>
                    <a:moveTo>
                      <a:pt x="1357" y="240"/>
                    </a:moveTo>
                    <a:lnTo>
                      <a:pt x="1357" y="240"/>
                    </a:lnTo>
                    <a:lnTo>
                      <a:pt x="1357" y="239"/>
                    </a:lnTo>
                    <a:lnTo>
                      <a:pt x="1356" y="237"/>
                    </a:lnTo>
                    <a:lnTo>
                      <a:pt x="1353" y="237"/>
                    </a:lnTo>
                    <a:lnTo>
                      <a:pt x="1353" y="237"/>
                    </a:lnTo>
                    <a:lnTo>
                      <a:pt x="1354" y="239"/>
                    </a:lnTo>
                    <a:lnTo>
                      <a:pt x="1354" y="240"/>
                    </a:lnTo>
                    <a:lnTo>
                      <a:pt x="1357" y="240"/>
                    </a:lnTo>
                    <a:lnTo>
                      <a:pt x="1357" y="240"/>
                    </a:lnTo>
                    <a:close/>
                    <a:moveTo>
                      <a:pt x="1357" y="240"/>
                    </a:moveTo>
                    <a:lnTo>
                      <a:pt x="1357" y="240"/>
                    </a:lnTo>
                    <a:lnTo>
                      <a:pt x="1360" y="241"/>
                    </a:lnTo>
                    <a:lnTo>
                      <a:pt x="1360" y="241"/>
                    </a:lnTo>
                    <a:lnTo>
                      <a:pt x="1360" y="240"/>
                    </a:lnTo>
                    <a:lnTo>
                      <a:pt x="1357" y="240"/>
                    </a:lnTo>
                    <a:lnTo>
                      <a:pt x="1357" y="240"/>
                    </a:lnTo>
                    <a:close/>
                    <a:moveTo>
                      <a:pt x="83" y="492"/>
                    </a:moveTo>
                    <a:lnTo>
                      <a:pt x="83" y="492"/>
                    </a:lnTo>
                    <a:lnTo>
                      <a:pt x="80" y="489"/>
                    </a:lnTo>
                    <a:lnTo>
                      <a:pt x="76" y="489"/>
                    </a:lnTo>
                    <a:lnTo>
                      <a:pt x="76" y="489"/>
                    </a:lnTo>
                    <a:lnTo>
                      <a:pt x="66" y="502"/>
                    </a:lnTo>
                    <a:lnTo>
                      <a:pt x="62" y="510"/>
                    </a:lnTo>
                    <a:lnTo>
                      <a:pt x="58" y="518"/>
                    </a:lnTo>
                    <a:lnTo>
                      <a:pt x="56" y="527"/>
                    </a:lnTo>
                    <a:lnTo>
                      <a:pt x="55" y="535"/>
                    </a:lnTo>
                    <a:lnTo>
                      <a:pt x="55" y="542"/>
                    </a:lnTo>
                    <a:lnTo>
                      <a:pt x="58" y="550"/>
                    </a:lnTo>
                    <a:lnTo>
                      <a:pt x="58" y="550"/>
                    </a:lnTo>
                    <a:lnTo>
                      <a:pt x="65" y="546"/>
                    </a:lnTo>
                    <a:lnTo>
                      <a:pt x="70" y="540"/>
                    </a:lnTo>
                    <a:lnTo>
                      <a:pt x="76" y="533"/>
                    </a:lnTo>
                    <a:lnTo>
                      <a:pt x="80" y="527"/>
                    </a:lnTo>
                    <a:lnTo>
                      <a:pt x="81" y="520"/>
                    </a:lnTo>
                    <a:lnTo>
                      <a:pt x="83" y="511"/>
                    </a:lnTo>
                    <a:lnTo>
                      <a:pt x="84" y="502"/>
                    </a:lnTo>
                    <a:lnTo>
                      <a:pt x="83" y="492"/>
                    </a:lnTo>
                    <a:lnTo>
                      <a:pt x="83" y="492"/>
                    </a:lnTo>
                    <a:close/>
                    <a:moveTo>
                      <a:pt x="561" y="399"/>
                    </a:moveTo>
                    <a:lnTo>
                      <a:pt x="561" y="399"/>
                    </a:lnTo>
                    <a:lnTo>
                      <a:pt x="549" y="407"/>
                    </a:lnTo>
                    <a:lnTo>
                      <a:pt x="543" y="412"/>
                    </a:lnTo>
                    <a:lnTo>
                      <a:pt x="541" y="417"/>
                    </a:lnTo>
                    <a:lnTo>
                      <a:pt x="538" y="423"/>
                    </a:lnTo>
                    <a:lnTo>
                      <a:pt x="537" y="430"/>
                    </a:lnTo>
                    <a:lnTo>
                      <a:pt x="538" y="438"/>
                    </a:lnTo>
                    <a:lnTo>
                      <a:pt x="541" y="446"/>
                    </a:lnTo>
                    <a:lnTo>
                      <a:pt x="541" y="446"/>
                    </a:lnTo>
                    <a:lnTo>
                      <a:pt x="545" y="455"/>
                    </a:lnTo>
                    <a:lnTo>
                      <a:pt x="549" y="460"/>
                    </a:lnTo>
                    <a:lnTo>
                      <a:pt x="554" y="464"/>
                    </a:lnTo>
                    <a:lnTo>
                      <a:pt x="561" y="467"/>
                    </a:lnTo>
                    <a:lnTo>
                      <a:pt x="568" y="468"/>
                    </a:lnTo>
                    <a:lnTo>
                      <a:pt x="577" y="468"/>
                    </a:lnTo>
                    <a:lnTo>
                      <a:pt x="584" y="468"/>
                    </a:lnTo>
                    <a:lnTo>
                      <a:pt x="590" y="466"/>
                    </a:lnTo>
                    <a:lnTo>
                      <a:pt x="597" y="461"/>
                    </a:lnTo>
                    <a:lnTo>
                      <a:pt x="604" y="457"/>
                    </a:lnTo>
                    <a:lnTo>
                      <a:pt x="610" y="452"/>
                    </a:lnTo>
                    <a:lnTo>
                      <a:pt x="614" y="445"/>
                    </a:lnTo>
                    <a:lnTo>
                      <a:pt x="617" y="438"/>
                    </a:lnTo>
                    <a:lnTo>
                      <a:pt x="618" y="431"/>
                    </a:lnTo>
                    <a:lnTo>
                      <a:pt x="617" y="421"/>
                    </a:lnTo>
                    <a:lnTo>
                      <a:pt x="614" y="413"/>
                    </a:lnTo>
                    <a:lnTo>
                      <a:pt x="614" y="413"/>
                    </a:lnTo>
                    <a:lnTo>
                      <a:pt x="611" y="407"/>
                    </a:lnTo>
                    <a:lnTo>
                      <a:pt x="607" y="402"/>
                    </a:lnTo>
                    <a:lnTo>
                      <a:pt x="603" y="398"/>
                    </a:lnTo>
                    <a:lnTo>
                      <a:pt x="597" y="395"/>
                    </a:lnTo>
                    <a:lnTo>
                      <a:pt x="589" y="394"/>
                    </a:lnTo>
                    <a:lnTo>
                      <a:pt x="581" y="394"/>
                    </a:lnTo>
                    <a:lnTo>
                      <a:pt x="572" y="395"/>
                    </a:lnTo>
                    <a:lnTo>
                      <a:pt x="561" y="399"/>
                    </a:lnTo>
                    <a:lnTo>
                      <a:pt x="561" y="399"/>
                    </a:lnTo>
                    <a:close/>
                    <a:moveTo>
                      <a:pt x="700" y="373"/>
                    </a:moveTo>
                    <a:lnTo>
                      <a:pt x="700" y="373"/>
                    </a:lnTo>
                    <a:lnTo>
                      <a:pt x="689" y="381"/>
                    </a:lnTo>
                    <a:lnTo>
                      <a:pt x="685" y="385"/>
                    </a:lnTo>
                    <a:lnTo>
                      <a:pt x="682" y="389"/>
                    </a:lnTo>
                    <a:lnTo>
                      <a:pt x="680" y="395"/>
                    </a:lnTo>
                    <a:lnTo>
                      <a:pt x="679" y="399"/>
                    </a:lnTo>
                    <a:lnTo>
                      <a:pt x="679" y="403"/>
                    </a:lnTo>
                    <a:lnTo>
                      <a:pt x="680" y="407"/>
                    </a:lnTo>
                    <a:lnTo>
                      <a:pt x="685" y="414"/>
                    </a:lnTo>
                    <a:lnTo>
                      <a:pt x="690" y="421"/>
                    </a:lnTo>
                    <a:lnTo>
                      <a:pt x="698" y="428"/>
                    </a:lnTo>
                    <a:lnTo>
                      <a:pt x="708" y="432"/>
                    </a:lnTo>
                    <a:lnTo>
                      <a:pt x="719" y="435"/>
                    </a:lnTo>
                    <a:lnTo>
                      <a:pt x="729" y="437"/>
                    </a:lnTo>
                    <a:lnTo>
                      <a:pt x="739" y="437"/>
                    </a:lnTo>
                    <a:lnTo>
                      <a:pt x="747" y="434"/>
                    </a:lnTo>
                    <a:lnTo>
                      <a:pt x="754" y="428"/>
                    </a:lnTo>
                    <a:lnTo>
                      <a:pt x="757" y="424"/>
                    </a:lnTo>
                    <a:lnTo>
                      <a:pt x="759" y="420"/>
                    </a:lnTo>
                    <a:lnTo>
                      <a:pt x="761" y="414"/>
                    </a:lnTo>
                    <a:lnTo>
                      <a:pt x="762" y="409"/>
                    </a:lnTo>
                    <a:lnTo>
                      <a:pt x="762" y="402"/>
                    </a:lnTo>
                    <a:lnTo>
                      <a:pt x="761" y="395"/>
                    </a:lnTo>
                    <a:lnTo>
                      <a:pt x="761" y="395"/>
                    </a:lnTo>
                    <a:lnTo>
                      <a:pt x="758" y="385"/>
                    </a:lnTo>
                    <a:lnTo>
                      <a:pt x="754" y="377"/>
                    </a:lnTo>
                    <a:lnTo>
                      <a:pt x="748" y="370"/>
                    </a:lnTo>
                    <a:lnTo>
                      <a:pt x="741" y="366"/>
                    </a:lnTo>
                    <a:lnTo>
                      <a:pt x="733" y="363"/>
                    </a:lnTo>
                    <a:lnTo>
                      <a:pt x="723" y="363"/>
                    </a:lnTo>
                    <a:lnTo>
                      <a:pt x="712" y="367"/>
                    </a:lnTo>
                    <a:lnTo>
                      <a:pt x="700" y="373"/>
                    </a:lnTo>
                    <a:lnTo>
                      <a:pt x="700" y="373"/>
                    </a:lnTo>
                    <a:close/>
                    <a:moveTo>
                      <a:pt x="909" y="403"/>
                    </a:moveTo>
                    <a:lnTo>
                      <a:pt x="909" y="403"/>
                    </a:lnTo>
                    <a:lnTo>
                      <a:pt x="913" y="396"/>
                    </a:lnTo>
                    <a:lnTo>
                      <a:pt x="916" y="389"/>
                    </a:lnTo>
                    <a:lnTo>
                      <a:pt x="916" y="384"/>
                    </a:lnTo>
                    <a:lnTo>
                      <a:pt x="917" y="378"/>
                    </a:lnTo>
                    <a:lnTo>
                      <a:pt x="916" y="371"/>
                    </a:lnTo>
                    <a:lnTo>
                      <a:pt x="914" y="366"/>
                    </a:lnTo>
                    <a:lnTo>
                      <a:pt x="911" y="362"/>
                    </a:lnTo>
                    <a:lnTo>
                      <a:pt x="909" y="356"/>
                    </a:lnTo>
                    <a:lnTo>
                      <a:pt x="900" y="348"/>
                    </a:lnTo>
                    <a:lnTo>
                      <a:pt x="891" y="342"/>
                    </a:lnTo>
                    <a:lnTo>
                      <a:pt x="885" y="341"/>
                    </a:lnTo>
                    <a:lnTo>
                      <a:pt x="878" y="340"/>
                    </a:lnTo>
                    <a:lnTo>
                      <a:pt x="873" y="340"/>
                    </a:lnTo>
                    <a:lnTo>
                      <a:pt x="867" y="341"/>
                    </a:lnTo>
                    <a:lnTo>
                      <a:pt x="867" y="341"/>
                    </a:lnTo>
                    <a:lnTo>
                      <a:pt x="858" y="344"/>
                    </a:lnTo>
                    <a:lnTo>
                      <a:pt x="851" y="348"/>
                    </a:lnTo>
                    <a:lnTo>
                      <a:pt x="846" y="355"/>
                    </a:lnTo>
                    <a:lnTo>
                      <a:pt x="842" y="362"/>
                    </a:lnTo>
                    <a:lnTo>
                      <a:pt x="841" y="369"/>
                    </a:lnTo>
                    <a:lnTo>
                      <a:pt x="841" y="377"/>
                    </a:lnTo>
                    <a:lnTo>
                      <a:pt x="841" y="384"/>
                    </a:lnTo>
                    <a:lnTo>
                      <a:pt x="844" y="392"/>
                    </a:lnTo>
                    <a:lnTo>
                      <a:pt x="848" y="398"/>
                    </a:lnTo>
                    <a:lnTo>
                      <a:pt x="853" y="405"/>
                    </a:lnTo>
                    <a:lnTo>
                      <a:pt x="860" y="409"/>
                    </a:lnTo>
                    <a:lnTo>
                      <a:pt x="867" y="412"/>
                    </a:lnTo>
                    <a:lnTo>
                      <a:pt x="877" y="413"/>
                    </a:lnTo>
                    <a:lnTo>
                      <a:pt x="887" y="412"/>
                    </a:lnTo>
                    <a:lnTo>
                      <a:pt x="898" y="409"/>
                    </a:lnTo>
                    <a:lnTo>
                      <a:pt x="909" y="403"/>
                    </a:lnTo>
                    <a:lnTo>
                      <a:pt x="909" y="403"/>
                    </a:lnTo>
                    <a:close/>
                    <a:moveTo>
                      <a:pt x="1394" y="295"/>
                    </a:moveTo>
                    <a:lnTo>
                      <a:pt x="1394" y="295"/>
                    </a:lnTo>
                    <a:lnTo>
                      <a:pt x="1386" y="279"/>
                    </a:lnTo>
                    <a:lnTo>
                      <a:pt x="1382" y="272"/>
                    </a:lnTo>
                    <a:lnTo>
                      <a:pt x="1376" y="265"/>
                    </a:lnTo>
                    <a:lnTo>
                      <a:pt x="1371" y="259"/>
                    </a:lnTo>
                    <a:lnTo>
                      <a:pt x="1364" y="254"/>
                    </a:lnTo>
                    <a:lnTo>
                      <a:pt x="1357" y="251"/>
                    </a:lnTo>
                    <a:lnTo>
                      <a:pt x="1349" y="248"/>
                    </a:lnTo>
                    <a:lnTo>
                      <a:pt x="1349" y="248"/>
                    </a:lnTo>
                    <a:lnTo>
                      <a:pt x="1352" y="258"/>
                    </a:lnTo>
                    <a:lnTo>
                      <a:pt x="1356" y="268"/>
                    </a:lnTo>
                    <a:lnTo>
                      <a:pt x="1360" y="275"/>
                    </a:lnTo>
                    <a:lnTo>
                      <a:pt x="1365" y="281"/>
                    </a:lnTo>
                    <a:lnTo>
                      <a:pt x="1371" y="287"/>
                    </a:lnTo>
                    <a:lnTo>
                      <a:pt x="1378" y="291"/>
                    </a:lnTo>
                    <a:lnTo>
                      <a:pt x="1386" y="294"/>
                    </a:lnTo>
                    <a:lnTo>
                      <a:pt x="1394" y="295"/>
                    </a:lnTo>
                    <a:lnTo>
                      <a:pt x="1394" y="295"/>
                    </a:lnTo>
                    <a:close/>
                    <a:moveTo>
                      <a:pt x="1363" y="248"/>
                    </a:moveTo>
                    <a:lnTo>
                      <a:pt x="1363" y="248"/>
                    </a:lnTo>
                    <a:lnTo>
                      <a:pt x="1363" y="250"/>
                    </a:lnTo>
                    <a:lnTo>
                      <a:pt x="1363" y="248"/>
                    </a:lnTo>
                    <a:lnTo>
                      <a:pt x="1363" y="248"/>
                    </a:lnTo>
                    <a:close/>
                    <a:moveTo>
                      <a:pt x="405" y="486"/>
                    </a:moveTo>
                    <a:lnTo>
                      <a:pt x="405" y="486"/>
                    </a:lnTo>
                    <a:lnTo>
                      <a:pt x="409" y="493"/>
                    </a:lnTo>
                    <a:lnTo>
                      <a:pt x="415" y="497"/>
                    </a:lnTo>
                    <a:lnTo>
                      <a:pt x="422" y="500"/>
                    </a:lnTo>
                    <a:lnTo>
                      <a:pt x="430" y="502"/>
                    </a:lnTo>
                    <a:lnTo>
                      <a:pt x="437" y="500"/>
                    </a:lnTo>
                    <a:lnTo>
                      <a:pt x="445" y="499"/>
                    </a:lnTo>
                    <a:lnTo>
                      <a:pt x="452" y="495"/>
                    </a:lnTo>
                    <a:lnTo>
                      <a:pt x="459" y="491"/>
                    </a:lnTo>
                    <a:lnTo>
                      <a:pt x="465" y="485"/>
                    </a:lnTo>
                    <a:lnTo>
                      <a:pt x="470" y="478"/>
                    </a:lnTo>
                    <a:lnTo>
                      <a:pt x="474" y="471"/>
                    </a:lnTo>
                    <a:lnTo>
                      <a:pt x="476" y="464"/>
                    </a:lnTo>
                    <a:lnTo>
                      <a:pt x="477" y="456"/>
                    </a:lnTo>
                    <a:lnTo>
                      <a:pt x="476" y="448"/>
                    </a:lnTo>
                    <a:lnTo>
                      <a:pt x="471" y="439"/>
                    </a:lnTo>
                    <a:lnTo>
                      <a:pt x="465" y="431"/>
                    </a:lnTo>
                    <a:lnTo>
                      <a:pt x="465" y="431"/>
                    </a:lnTo>
                    <a:lnTo>
                      <a:pt x="458" y="428"/>
                    </a:lnTo>
                    <a:lnTo>
                      <a:pt x="451" y="427"/>
                    </a:lnTo>
                    <a:lnTo>
                      <a:pt x="442" y="427"/>
                    </a:lnTo>
                    <a:lnTo>
                      <a:pt x="437" y="427"/>
                    </a:lnTo>
                    <a:lnTo>
                      <a:pt x="430" y="428"/>
                    </a:lnTo>
                    <a:lnTo>
                      <a:pt x="424" y="431"/>
                    </a:lnTo>
                    <a:lnTo>
                      <a:pt x="419" y="435"/>
                    </a:lnTo>
                    <a:lnTo>
                      <a:pt x="413" y="439"/>
                    </a:lnTo>
                    <a:lnTo>
                      <a:pt x="409" y="443"/>
                    </a:lnTo>
                    <a:lnTo>
                      <a:pt x="406" y="449"/>
                    </a:lnTo>
                    <a:lnTo>
                      <a:pt x="404" y="455"/>
                    </a:lnTo>
                    <a:lnTo>
                      <a:pt x="401" y="461"/>
                    </a:lnTo>
                    <a:lnTo>
                      <a:pt x="401" y="467"/>
                    </a:lnTo>
                    <a:lnTo>
                      <a:pt x="401" y="474"/>
                    </a:lnTo>
                    <a:lnTo>
                      <a:pt x="402" y="479"/>
                    </a:lnTo>
                    <a:lnTo>
                      <a:pt x="405" y="486"/>
                    </a:lnTo>
                    <a:lnTo>
                      <a:pt x="405" y="486"/>
                    </a:lnTo>
                    <a:close/>
                    <a:moveTo>
                      <a:pt x="997" y="326"/>
                    </a:moveTo>
                    <a:lnTo>
                      <a:pt x="997" y="326"/>
                    </a:lnTo>
                    <a:lnTo>
                      <a:pt x="986" y="333"/>
                    </a:lnTo>
                    <a:lnTo>
                      <a:pt x="983" y="337"/>
                    </a:lnTo>
                    <a:lnTo>
                      <a:pt x="981" y="341"/>
                    </a:lnTo>
                    <a:lnTo>
                      <a:pt x="978" y="345"/>
                    </a:lnTo>
                    <a:lnTo>
                      <a:pt x="978" y="349"/>
                    </a:lnTo>
                    <a:lnTo>
                      <a:pt x="978" y="358"/>
                    </a:lnTo>
                    <a:lnTo>
                      <a:pt x="982" y="366"/>
                    </a:lnTo>
                    <a:lnTo>
                      <a:pt x="988" y="373"/>
                    </a:lnTo>
                    <a:lnTo>
                      <a:pt x="996" y="378"/>
                    </a:lnTo>
                    <a:lnTo>
                      <a:pt x="1004" y="384"/>
                    </a:lnTo>
                    <a:lnTo>
                      <a:pt x="1014" y="388"/>
                    </a:lnTo>
                    <a:lnTo>
                      <a:pt x="1024" y="389"/>
                    </a:lnTo>
                    <a:lnTo>
                      <a:pt x="1033" y="391"/>
                    </a:lnTo>
                    <a:lnTo>
                      <a:pt x="1042" y="388"/>
                    </a:lnTo>
                    <a:lnTo>
                      <a:pt x="1048" y="384"/>
                    </a:lnTo>
                    <a:lnTo>
                      <a:pt x="1051" y="381"/>
                    </a:lnTo>
                    <a:lnTo>
                      <a:pt x="1054" y="377"/>
                    </a:lnTo>
                    <a:lnTo>
                      <a:pt x="1055" y="373"/>
                    </a:lnTo>
                    <a:lnTo>
                      <a:pt x="1057" y="367"/>
                    </a:lnTo>
                    <a:lnTo>
                      <a:pt x="1057" y="355"/>
                    </a:lnTo>
                    <a:lnTo>
                      <a:pt x="1057" y="355"/>
                    </a:lnTo>
                    <a:lnTo>
                      <a:pt x="1054" y="344"/>
                    </a:lnTo>
                    <a:lnTo>
                      <a:pt x="1050" y="335"/>
                    </a:lnTo>
                    <a:lnTo>
                      <a:pt x="1044" y="327"/>
                    </a:lnTo>
                    <a:lnTo>
                      <a:pt x="1036" y="323"/>
                    </a:lnTo>
                    <a:lnTo>
                      <a:pt x="1028" y="319"/>
                    </a:lnTo>
                    <a:lnTo>
                      <a:pt x="1018" y="319"/>
                    </a:lnTo>
                    <a:lnTo>
                      <a:pt x="1008" y="320"/>
                    </a:lnTo>
                    <a:lnTo>
                      <a:pt x="997" y="326"/>
                    </a:lnTo>
                    <a:lnTo>
                      <a:pt x="997" y="326"/>
                    </a:lnTo>
                    <a:close/>
                    <a:moveTo>
                      <a:pt x="311" y="535"/>
                    </a:moveTo>
                    <a:lnTo>
                      <a:pt x="311" y="535"/>
                    </a:lnTo>
                    <a:lnTo>
                      <a:pt x="318" y="532"/>
                    </a:lnTo>
                    <a:lnTo>
                      <a:pt x="323" y="529"/>
                    </a:lnTo>
                    <a:lnTo>
                      <a:pt x="329" y="524"/>
                    </a:lnTo>
                    <a:lnTo>
                      <a:pt x="333" y="518"/>
                    </a:lnTo>
                    <a:lnTo>
                      <a:pt x="336" y="511"/>
                    </a:lnTo>
                    <a:lnTo>
                      <a:pt x="339" y="504"/>
                    </a:lnTo>
                    <a:lnTo>
                      <a:pt x="340" y="497"/>
                    </a:lnTo>
                    <a:lnTo>
                      <a:pt x="341" y="489"/>
                    </a:lnTo>
                    <a:lnTo>
                      <a:pt x="340" y="482"/>
                    </a:lnTo>
                    <a:lnTo>
                      <a:pt x="339" y="477"/>
                    </a:lnTo>
                    <a:lnTo>
                      <a:pt x="336" y="471"/>
                    </a:lnTo>
                    <a:lnTo>
                      <a:pt x="332" y="467"/>
                    </a:lnTo>
                    <a:lnTo>
                      <a:pt x="326" y="464"/>
                    </a:lnTo>
                    <a:lnTo>
                      <a:pt x="319" y="463"/>
                    </a:lnTo>
                    <a:lnTo>
                      <a:pt x="311" y="463"/>
                    </a:lnTo>
                    <a:lnTo>
                      <a:pt x="301" y="466"/>
                    </a:lnTo>
                    <a:lnTo>
                      <a:pt x="301" y="466"/>
                    </a:lnTo>
                    <a:lnTo>
                      <a:pt x="294" y="470"/>
                    </a:lnTo>
                    <a:lnTo>
                      <a:pt x="289" y="474"/>
                    </a:lnTo>
                    <a:lnTo>
                      <a:pt x="285" y="478"/>
                    </a:lnTo>
                    <a:lnTo>
                      <a:pt x="282" y="484"/>
                    </a:lnTo>
                    <a:lnTo>
                      <a:pt x="279" y="489"/>
                    </a:lnTo>
                    <a:lnTo>
                      <a:pt x="278" y="496"/>
                    </a:lnTo>
                    <a:lnTo>
                      <a:pt x="278" y="502"/>
                    </a:lnTo>
                    <a:lnTo>
                      <a:pt x="278" y="509"/>
                    </a:lnTo>
                    <a:lnTo>
                      <a:pt x="279" y="514"/>
                    </a:lnTo>
                    <a:lnTo>
                      <a:pt x="282" y="520"/>
                    </a:lnTo>
                    <a:lnTo>
                      <a:pt x="285" y="524"/>
                    </a:lnTo>
                    <a:lnTo>
                      <a:pt x="289" y="528"/>
                    </a:lnTo>
                    <a:lnTo>
                      <a:pt x="293" y="532"/>
                    </a:lnTo>
                    <a:lnTo>
                      <a:pt x="299" y="533"/>
                    </a:lnTo>
                    <a:lnTo>
                      <a:pt x="304" y="535"/>
                    </a:lnTo>
                    <a:lnTo>
                      <a:pt x="311" y="535"/>
                    </a:lnTo>
                    <a:lnTo>
                      <a:pt x="311" y="535"/>
                    </a:lnTo>
                    <a:close/>
                    <a:moveTo>
                      <a:pt x="1125" y="315"/>
                    </a:moveTo>
                    <a:lnTo>
                      <a:pt x="1125" y="315"/>
                    </a:lnTo>
                    <a:lnTo>
                      <a:pt x="1120" y="320"/>
                    </a:lnTo>
                    <a:lnTo>
                      <a:pt x="1116" y="326"/>
                    </a:lnTo>
                    <a:lnTo>
                      <a:pt x="1115" y="331"/>
                    </a:lnTo>
                    <a:lnTo>
                      <a:pt x="1115" y="337"/>
                    </a:lnTo>
                    <a:lnTo>
                      <a:pt x="1116" y="344"/>
                    </a:lnTo>
                    <a:lnTo>
                      <a:pt x="1118" y="349"/>
                    </a:lnTo>
                    <a:lnTo>
                      <a:pt x="1122" y="355"/>
                    </a:lnTo>
                    <a:lnTo>
                      <a:pt x="1126" y="359"/>
                    </a:lnTo>
                    <a:lnTo>
                      <a:pt x="1132" y="365"/>
                    </a:lnTo>
                    <a:lnTo>
                      <a:pt x="1137" y="369"/>
                    </a:lnTo>
                    <a:lnTo>
                      <a:pt x="1143" y="371"/>
                    </a:lnTo>
                    <a:lnTo>
                      <a:pt x="1148" y="374"/>
                    </a:lnTo>
                    <a:lnTo>
                      <a:pt x="1155" y="376"/>
                    </a:lnTo>
                    <a:lnTo>
                      <a:pt x="1162" y="376"/>
                    </a:lnTo>
                    <a:lnTo>
                      <a:pt x="1167" y="374"/>
                    </a:lnTo>
                    <a:lnTo>
                      <a:pt x="1173" y="371"/>
                    </a:lnTo>
                    <a:lnTo>
                      <a:pt x="1173" y="371"/>
                    </a:lnTo>
                    <a:lnTo>
                      <a:pt x="1177" y="369"/>
                    </a:lnTo>
                    <a:lnTo>
                      <a:pt x="1181" y="363"/>
                    </a:lnTo>
                    <a:lnTo>
                      <a:pt x="1183" y="358"/>
                    </a:lnTo>
                    <a:lnTo>
                      <a:pt x="1184" y="351"/>
                    </a:lnTo>
                    <a:lnTo>
                      <a:pt x="1184" y="344"/>
                    </a:lnTo>
                    <a:lnTo>
                      <a:pt x="1181" y="337"/>
                    </a:lnTo>
                    <a:lnTo>
                      <a:pt x="1180" y="330"/>
                    </a:lnTo>
                    <a:lnTo>
                      <a:pt x="1176" y="324"/>
                    </a:lnTo>
                    <a:lnTo>
                      <a:pt x="1172" y="317"/>
                    </a:lnTo>
                    <a:lnTo>
                      <a:pt x="1166" y="313"/>
                    </a:lnTo>
                    <a:lnTo>
                      <a:pt x="1161" y="309"/>
                    </a:lnTo>
                    <a:lnTo>
                      <a:pt x="1155" y="306"/>
                    </a:lnTo>
                    <a:lnTo>
                      <a:pt x="1148" y="305"/>
                    </a:lnTo>
                    <a:lnTo>
                      <a:pt x="1140" y="306"/>
                    </a:lnTo>
                    <a:lnTo>
                      <a:pt x="1133" y="309"/>
                    </a:lnTo>
                    <a:lnTo>
                      <a:pt x="1125" y="315"/>
                    </a:lnTo>
                    <a:lnTo>
                      <a:pt x="1125" y="315"/>
                    </a:lnTo>
                    <a:close/>
                    <a:moveTo>
                      <a:pt x="171" y="575"/>
                    </a:moveTo>
                    <a:lnTo>
                      <a:pt x="171" y="575"/>
                    </a:lnTo>
                    <a:lnTo>
                      <a:pt x="178" y="575"/>
                    </a:lnTo>
                    <a:lnTo>
                      <a:pt x="185" y="574"/>
                    </a:lnTo>
                    <a:lnTo>
                      <a:pt x="191" y="572"/>
                    </a:lnTo>
                    <a:lnTo>
                      <a:pt x="196" y="569"/>
                    </a:lnTo>
                    <a:lnTo>
                      <a:pt x="200" y="565"/>
                    </a:lnTo>
                    <a:lnTo>
                      <a:pt x="204" y="561"/>
                    </a:lnTo>
                    <a:lnTo>
                      <a:pt x="211" y="551"/>
                    </a:lnTo>
                    <a:lnTo>
                      <a:pt x="215" y="540"/>
                    </a:lnTo>
                    <a:lnTo>
                      <a:pt x="215" y="535"/>
                    </a:lnTo>
                    <a:lnTo>
                      <a:pt x="215" y="528"/>
                    </a:lnTo>
                    <a:lnTo>
                      <a:pt x="214" y="522"/>
                    </a:lnTo>
                    <a:lnTo>
                      <a:pt x="213" y="515"/>
                    </a:lnTo>
                    <a:lnTo>
                      <a:pt x="210" y="510"/>
                    </a:lnTo>
                    <a:lnTo>
                      <a:pt x="206" y="504"/>
                    </a:lnTo>
                    <a:lnTo>
                      <a:pt x="206" y="504"/>
                    </a:lnTo>
                    <a:lnTo>
                      <a:pt x="197" y="504"/>
                    </a:lnTo>
                    <a:lnTo>
                      <a:pt x="192" y="504"/>
                    </a:lnTo>
                    <a:lnTo>
                      <a:pt x="185" y="506"/>
                    </a:lnTo>
                    <a:lnTo>
                      <a:pt x="180" y="509"/>
                    </a:lnTo>
                    <a:lnTo>
                      <a:pt x="175" y="511"/>
                    </a:lnTo>
                    <a:lnTo>
                      <a:pt x="170" y="515"/>
                    </a:lnTo>
                    <a:lnTo>
                      <a:pt x="167" y="521"/>
                    </a:lnTo>
                    <a:lnTo>
                      <a:pt x="164" y="527"/>
                    </a:lnTo>
                    <a:lnTo>
                      <a:pt x="162" y="532"/>
                    </a:lnTo>
                    <a:lnTo>
                      <a:pt x="160" y="539"/>
                    </a:lnTo>
                    <a:lnTo>
                      <a:pt x="160" y="545"/>
                    </a:lnTo>
                    <a:lnTo>
                      <a:pt x="160" y="551"/>
                    </a:lnTo>
                    <a:lnTo>
                      <a:pt x="162" y="557"/>
                    </a:lnTo>
                    <a:lnTo>
                      <a:pt x="164" y="564"/>
                    </a:lnTo>
                    <a:lnTo>
                      <a:pt x="167" y="569"/>
                    </a:lnTo>
                    <a:lnTo>
                      <a:pt x="171" y="575"/>
                    </a:lnTo>
                    <a:lnTo>
                      <a:pt x="171" y="575"/>
                    </a:lnTo>
                    <a:close/>
                    <a:moveTo>
                      <a:pt x="1266" y="301"/>
                    </a:moveTo>
                    <a:lnTo>
                      <a:pt x="1266" y="301"/>
                    </a:lnTo>
                    <a:lnTo>
                      <a:pt x="1257" y="301"/>
                    </a:lnTo>
                    <a:lnTo>
                      <a:pt x="1251" y="304"/>
                    </a:lnTo>
                    <a:lnTo>
                      <a:pt x="1245" y="308"/>
                    </a:lnTo>
                    <a:lnTo>
                      <a:pt x="1241" y="312"/>
                    </a:lnTo>
                    <a:lnTo>
                      <a:pt x="1239" y="317"/>
                    </a:lnTo>
                    <a:lnTo>
                      <a:pt x="1238" y="324"/>
                    </a:lnTo>
                    <a:lnTo>
                      <a:pt x="1239" y="331"/>
                    </a:lnTo>
                    <a:lnTo>
                      <a:pt x="1241" y="337"/>
                    </a:lnTo>
                    <a:lnTo>
                      <a:pt x="1244" y="344"/>
                    </a:lnTo>
                    <a:lnTo>
                      <a:pt x="1248" y="349"/>
                    </a:lnTo>
                    <a:lnTo>
                      <a:pt x="1253" y="355"/>
                    </a:lnTo>
                    <a:lnTo>
                      <a:pt x="1259" y="359"/>
                    </a:lnTo>
                    <a:lnTo>
                      <a:pt x="1266" y="363"/>
                    </a:lnTo>
                    <a:lnTo>
                      <a:pt x="1274" y="365"/>
                    </a:lnTo>
                    <a:lnTo>
                      <a:pt x="1282" y="365"/>
                    </a:lnTo>
                    <a:lnTo>
                      <a:pt x="1291" y="363"/>
                    </a:lnTo>
                    <a:lnTo>
                      <a:pt x="1291" y="363"/>
                    </a:lnTo>
                    <a:lnTo>
                      <a:pt x="1295" y="358"/>
                    </a:lnTo>
                    <a:lnTo>
                      <a:pt x="1298" y="353"/>
                    </a:lnTo>
                    <a:lnTo>
                      <a:pt x="1299" y="349"/>
                    </a:lnTo>
                    <a:lnTo>
                      <a:pt x="1300" y="344"/>
                    </a:lnTo>
                    <a:lnTo>
                      <a:pt x="1299" y="334"/>
                    </a:lnTo>
                    <a:lnTo>
                      <a:pt x="1295" y="323"/>
                    </a:lnTo>
                    <a:lnTo>
                      <a:pt x="1289" y="315"/>
                    </a:lnTo>
                    <a:lnTo>
                      <a:pt x="1281" y="308"/>
                    </a:lnTo>
                    <a:lnTo>
                      <a:pt x="1274" y="302"/>
                    </a:lnTo>
                    <a:lnTo>
                      <a:pt x="1266" y="301"/>
                    </a:lnTo>
                    <a:lnTo>
                      <a:pt x="1266" y="301"/>
                    </a:lnTo>
                    <a:close/>
                    <a:moveTo>
                      <a:pt x="38" y="540"/>
                    </a:moveTo>
                    <a:lnTo>
                      <a:pt x="38" y="540"/>
                    </a:lnTo>
                    <a:lnTo>
                      <a:pt x="36" y="553"/>
                    </a:lnTo>
                    <a:lnTo>
                      <a:pt x="31" y="565"/>
                    </a:lnTo>
                    <a:lnTo>
                      <a:pt x="27" y="579"/>
                    </a:lnTo>
                    <a:lnTo>
                      <a:pt x="26" y="593"/>
                    </a:lnTo>
                    <a:lnTo>
                      <a:pt x="26" y="593"/>
                    </a:lnTo>
                    <a:lnTo>
                      <a:pt x="33" y="580"/>
                    </a:lnTo>
                    <a:lnTo>
                      <a:pt x="38" y="567"/>
                    </a:lnTo>
                    <a:lnTo>
                      <a:pt x="40" y="560"/>
                    </a:lnTo>
                    <a:lnTo>
                      <a:pt x="41" y="553"/>
                    </a:lnTo>
                    <a:lnTo>
                      <a:pt x="41" y="546"/>
                    </a:lnTo>
                    <a:lnTo>
                      <a:pt x="38" y="540"/>
                    </a:lnTo>
                    <a:lnTo>
                      <a:pt x="38" y="540"/>
                    </a:lnTo>
                    <a:close/>
                    <a:moveTo>
                      <a:pt x="85" y="611"/>
                    </a:moveTo>
                    <a:lnTo>
                      <a:pt x="85" y="611"/>
                    </a:lnTo>
                    <a:lnTo>
                      <a:pt x="91" y="610"/>
                    </a:lnTo>
                    <a:lnTo>
                      <a:pt x="96" y="608"/>
                    </a:lnTo>
                    <a:lnTo>
                      <a:pt x="101" y="605"/>
                    </a:lnTo>
                    <a:lnTo>
                      <a:pt x="105" y="601"/>
                    </a:lnTo>
                    <a:lnTo>
                      <a:pt x="112" y="593"/>
                    </a:lnTo>
                    <a:lnTo>
                      <a:pt x="114" y="583"/>
                    </a:lnTo>
                    <a:lnTo>
                      <a:pt x="117" y="574"/>
                    </a:lnTo>
                    <a:lnTo>
                      <a:pt x="116" y="562"/>
                    </a:lnTo>
                    <a:lnTo>
                      <a:pt x="112" y="553"/>
                    </a:lnTo>
                    <a:lnTo>
                      <a:pt x="106" y="543"/>
                    </a:lnTo>
                    <a:lnTo>
                      <a:pt x="106" y="543"/>
                    </a:lnTo>
                    <a:lnTo>
                      <a:pt x="101" y="545"/>
                    </a:lnTo>
                    <a:lnTo>
                      <a:pt x="95" y="547"/>
                    </a:lnTo>
                    <a:lnTo>
                      <a:pt x="91" y="550"/>
                    </a:lnTo>
                    <a:lnTo>
                      <a:pt x="87" y="553"/>
                    </a:lnTo>
                    <a:lnTo>
                      <a:pt x="81" y="561"/>
                    </a:lnTo>
                    <a:lnTo>
                      <a:pt x="77" y="571"/>
                    </a:lnTo>
                    <a:lnTo>
                      <a:pt x="76" y="582"/>
                    </a:lnTo>
                    <a:lnTo>
                      <a:pt x="76" y="593"/>
                    </a:lnTo>
                    <a:lnTo>
                      <a:pt x="80" y="603"/>
                    </a:lnTo>
                    <a:lnTo>
                      <a:pt x="85" y="611"/>
                    </a:lnTo>
                    <a:lnTo>
                      <a:pt x="85" y="611"/>
                    </a:lnTo>
                    <a:close/>
                    <a:moveTo>
                      <a:pt x="1394" y="359"/>
                    </a:moveTo>
                    <a:lnTo>
                      <a:pt x="1394" y="359"/>
                    </a:lnTo>
                    <a:lnTo>
                      <a:pt x="1394" y="348"/>
                    </a:lnTo>
                    <a:lnTo>
                      <a:pt x="1392" y="338"/>
                    </a:lnTo>
                    <a:lnTo>
                      <a:pt x="1389" y="329"/>
                    </a:lnTo>
                    <a:lnTo>
                      <a:pt x="1383" y="320"/>
                    </a:lnTo>
                    <a:lnTo>
                      <a:pt x="1376" y="313"/>
                    </a:lnTo>
                    <a:lnTo>
                      <a:pt x="1368" y="309"/>
                    </a:lnTo>
                    <a:lnTo>
                      <a:pt x="1360" y="305"/>
                    </a:lnTo>
                    <a:lnTo>
                      <a:pt x="1350" y="305"/>
                    </a:lnTo>
                    <a:lnTo>
                      <a:pt x="1350" y="305"/>
                    </a:lnTo>
                    <a:lnTo>
                      <a:pt x="1347" y="309"/>
                    </a:lnTo>
                    <a:lnTo>
                      <a:pt x="1346" y="315"/>
                    </a:lnTo>
                    <a:lnTo>
                      <a:pt x="1346" y="324"/>
                    </a:lnTo>
                    <a:lnTo>
                      <a:pt x="1349" y="335"/>
                    </a:lnTo>
                    <a:lnTo>
                      <a:pt x="1354" y="345"/>
                    </a:lnTo>
                    <a:lnTo>
                      <a:pt x="1361" y="352"/>
                    </a:lnTo>
                    <a:lnTo>
                      <a:pt x="1365" y="356"/>
                    </a:lnTo>
                    <a:lnTo>
                      <a:pt x="1371" y="359"/>
                    </a:lnTo>
                    <a:lnTo>
                      <a:pt x="1376" y="360"/>
                    </a:lnTo>
                    <a:lnTo>
                      <a:pt x="1382" y="360"/>
                    </a:lnTo>
                    <a:lnTo>
                      <a:pt x="1387" y="360"/>
                    </a:lnTo>
                    <a:lnTo>
                      <a:pt x="1394" y="359"/>
                    </a:lnTo>
                    <a:lnTo>
                      <a:pt x="1394" y="359"/>
                    </a:lnTo>
                    <a:close/>
                    <a:moveTo>
                      <a:pt x="45" y="589"/>
                    </a:moveTo>
                    <a:lnTo>
                      <a:pt x="45" y="589"/>
                    </a:lnTo>
                    <a:lnTo>
                      <a:pt x="43" y="586"/>
                    </a:lnTo>
                    <a:lnTo>
                      <a:pt x="37" y="587"/>
                    </a:lnTo>
                    <a:lnTo>
                      <a:pt x="37" y="587"/>
                    </a:lnTo>
                    <a:lnTo>
                      <a:pt x="31" y="600"/>
                    </a:lnTo>
                    <a:lnTo>
                      <a:pt x="27" y="614"/>
                    </a:lnTo>
                    <a:lnTo>
                      <a:pt x="26" y="629"/>
                    </a:lnTo>
                    <a:lnTo>
                      <a:pt x="26" y="646"/>
                    </a:lnTo>
                    <a:lnTo>
                      <a:pt x="26" y="646"/>
                    </a:lnTo>
                    <a:lnTo>
                      <a:pt x="33" y="641"/>
                    </a:lnTo>
                    <a:lnTo>
                      <a:pt x="38" y="637"/>
                    </a:lnTo>
                    <a:lnTo>
                      <a:pt x="43" y="630"/>
                    </a:lnTo>
                    <a:lnTo>
                      <a:pt x="45" y="623"/>
                    </a:lnTo>
                    <a:lnTo>
                      <a:pt x="47" y="616"/>
                    </a:lnTo>
                    <a:lnTo>
                      <a:pt x="47" y="608"/>
                    </a:lnTo>
                    <a:lnTo>
                      <a:pt x="45" y="589"/>
                    </a:lnTo>
                    <a:lnTo>
                      <a:pt x="45" y="589"/>
                    </a:lnTo>
                    <a:close/>
                    <a:moveTo>
                      <a:pt x="1454" y="374"/>
                    </a:moveTo>
                    <a:lnTo>
                      <a:pt x="1454" y="374"/>
                    </a:lnTo>
                    <a:lnTo>
                      <a:pt x="1447" y="358"/>
                    </a:lnTo>
                    <a:lnTo>
                      <a:pt x="1440" y="342"/>
                    </a:lnTo>
                    <a:lnTo>
                      <a:pt x="1436" y="337"/>
                    </a:lnTo>
                    <a:lnTo>
                      <a:pt x="1430" y="331"/>
                    </a:lnTo>
                    <a:lnTo>
                      <a:pt x="1423" y="327"/>
                    </a:lnTo>
                    <a:lnTo>
                      <a:pt x="1417" y="324"/>
                    </a:lnTo>
                    <a:lnTo>
                      <a:pt x="1417" y="324"/>
                    </a:lnTo>
                    <a:lnTo>
                      <a:pt x="1422" y="342"/>
                    </a:lnTo>
                    <a:lnTo>
                      <a:pt x="1426" y="351"/>
                    </a:lnTo>
                    <a:lnTo>
                      <a:pt x="1430" y="358"/>
                    </a:lnTo>
                    <a:lnTo>
                      <a:pt x="1435" y="363"/>
                    </a:lnTo>
                    <a:lnTo>
                      <a:pt x="1440" y="369"/>
                    </a:lnTo>
                    <a:lnTo>
                      <a:pt x="1447" y="371"/>
                    </a:lnTo>
                    <a:lnTo>
                      <a:pt x="1454" y="374"/>
                    </a:lnTo>
                    <a:lnTo>
                      <a:pt x="1454" y="374"/>
                    </a:lnTo>
                    <a:close/>
                    <a:moveTo>
                      <a:pt x="650" y="479"/>
                    </a:moveTo>
                    <a:lnTo>
                      <a:pt x="650" y="479"/>
                    </a:lnTo>
                    <a:lnTo>
                      <a:pt x="636" y="485"/>
                    </a:lnTo>
                    <a:lnTo>
                      <a:pt x="631" y="489"/>
                    </a:lnTo>
                    <a:lnTo>
                      <a:pt x="626" y="493"/>
                    </a:lnTo>
                    <a:lnTo>
                      <a:pt x="624" y="497"/>
                    </a:lnTo>
                    <a:lnTo>
                      <a:pt x="621" y="502"/>
                    </a:lnTo>
                    <a:lnTo>
                      <a:pt x="620" y="506"/>
                    </a:lnTo>
                    <a:lnTo>
                      <a:pt x="620" y="510"/>
                    </a:lnTo>
                    <a:lnTo>
                      <a:pt x="621" y="520"/>
                    </a:lnTo>
                    <a:lnTo>
                      <a:pt x="625" y="528"/>
                    </a:lnTo>
                    <a:lnTo>
                      <a:pt x="631" y="536"/>
                    </a:lnTo>
                    <a:lnTo>
                      <a:pt x="639" y="543"/>
                    </a:lnTo>
                    <a:lnTo>
                      <a:pt x="647" y="549"/>
                    </a:lnTo>
                    <a:lnTo>
                      <a:pt x="657" y="553"/>
                    </a:lnTo>
                    <a:lnTo>
                      <a:pt x="668" y="554"/>
                    </a:lnTo>
                    <a:lnTo>
                      <a:pt x="676" y="553"/>
                    </a:lnTo>
                    <a:lnTo>
                      <a:pt x="686" y="550"/>
                    </a:lnTo>
                    <a:lnTo>
                      <a:pt x="689" y="547"/>
                    </a:lnTo>
                    <a:lnTo>
                      <a:pt x="693" y="543"/>
                    </a:lnTo>
                    <a:lnTo>
                      <a:pt x="696" y="539"/>
                    </a:lnTo>
                    <a:lnTo>
                      <a:pt x="698" y="533"/>
                    </a:lnTo>
                    <a:lnTo>
                      <a:pt x="700" y="527"/>
                    </a:lnTo>
                    <a:lnTo>
                      <a:pt x="701" y="520"/>
                    </a:lnTo>
                    <a:lnTo>
                      <a:pt x="701" y="520"/>
                    </a:lnTo>
                    <a:lnTo>
                      <a:pt x="701" y="507"/>
                    </a:lnTo>
                    <a:lnTo>
                      <a:pt x="698" y="496"/>
                    </a:lnTo>
                    <a:lnTo>
                      <a:pt x="694" y="489"/>
                    </a:lnTo>
                    <a:lnTo>
                      <a:pt x="687" y="482"/>
                    </a:lnTo>
                    <a:lnTo>
                      <a:pt x="679" y="478"/>
                    </a:lnTo>
                    <a:lnTo>
                      <a:pt x="669" y="477"/>
                    </a:lnTo>
                    <a:lnTo>
                      <a:pt x="660" y="477"/>
                    </a:lnTo>
                    <a:lnTo>
                      <a:pt x="650" y="479"/>
                    </a:lnTo>
                    <a:lnTo>
                      <a:pt x="650" y="479"/>
                    </a:lnTo>
                    <a:close/>
                    <a:moveTo>
                      <a:pt x="506" y="510"/>
                    </a:moveTo>
                    <a:lnTo>
                      <a:pt x="506" y="510"/>
                    </a:lnTo>
                    <a:lnTo>
                      <a:pt x="499" y="514"/>
                    </a:lnTo>
                    <a:lnTo>
                      <a:pt x="492" y="518"/>
                    </a:lnTo>
                    <a:lnTo>
                      <a:pt x="488" y="524"/>
                    </a:lnTo>
                    <a:lnTo>
                      <a:pt x="484" y="529"/>
                    </a:lnTo>
                    <a:lnTo>
                      <a:pt x="481" y="536"/>
                    </a:lnTo>
                    <a:lnTo>
                      <a:pt x="480" y="542"/>
                    </a:lnTo>
                    <a:lnTo>
                      <a:pt x="480" y="549"/>
                    </a:lnTo>
                    <a:lnTo>
                      <a:pt x="481" y="556"/>
                    </a:lnTo>
                    <a:lnTo>
                      <a:pt x="483" y="561"/>
                    </a:lnTo>
                    <a:lnTo>
                      <a:pt x="485" y="567"/>
                    </a:lnTo>
                    <a:lnTo>
                      <a:pt x="489" y="572"/>
                    </a:lnTo>
                    <a:lnTo>
                      <a:pt x="494" y="576"/>
                    </a:lnTo>
                    <a:lnTo>
                      <a:pt x="499" y="580"/>
                    </a:lnTo>
                    <a:lnTo>
                      <a:pt x="505" y="583"/>
                    </a:lnTo>
                    <a:lnTo>
                      <a:pt x="510" y="585"/>
                    </a:lnTo>
                    <a:lnTo>
                      <a:pt x="517" y="585"/>
                    </a:lnTo>
                    <a:lnTo>
                      <a:pt x="517" y="585"/>
                    </a:lnTo>
                    <a:lnTo>
                      <a:pt x="527" y="583"/>
                    </a:lnTo>
                    <a:lnTo>
                      <a:pt x="534" y="579"/>
                    </a:lnTo>
                    <a:lnTo>
                      <a:pt x="541" y="574"/>
                    </a:lnTo>
                    <a:lnTo>
                      <a:pt x="546" y="568"/>
                    </a:lnTo>
                    <a:lnTo>
                      <a:pt x="550" y="561"/>
                    </a:lnTo>
                    <a:lnTo>
                      <a:pt x="552" y="553"/>
                    </a:lnTo>
                    <a:lnTo>
                      <a:pt x="553" y="545"/>
                    </a:lnTo>
                    <a:lnTo>
                      <a:pt x="554" y="538"/>
                    </a:lnTo>
                    <a:lnTo>
                      <a:pt x="553" y="529"/>
                    </a:lnTo>
                    <a:lnTo>
                      <a:pt x="550" y="522"/>
                    </a:lnTo>
                    <a:lnTo>
                      <a:pt x="546" y="515"/>
                    </a:lnTo>
                    <a:lnTo>
                      <a:pt x="541" y="511"/>
                    </a:lnTo>
                    <a:lnTo>
                      <a:pt x="534" y="509"/>
                    </a:lnTo>
                    <a:lnTo>
                      <a:pt x="527" y="506"/>
                    </a:lnTo>
                    <a:lnTo>
                      <a:pt x="517" y="507"/>
                    </a:lnTo>
                    <a:lnTo>
                      <a:pt x="506" y="510"/>
                    </a:lnTo>
                    <a:lnTo>
                      <a:pt x="506" y="510"/>
                    </a:lnTo>
                    <a:close/>
                    <a:moveTo>
                      <a:pt x="853" y="460"/>
                    </a:moveTo>
                    <a:lnTo>
                      <a:pt x="853" y="460"/>
                    </a:lnTo>
                    <a:lnTo>
                      <a:pt x="849" y="456"/>
                    </a:lnTo>
                    <a:lnTo>
                      <a:pt x="846" y="453"/>
                    </a:lnTo>
                    <a:lnTo>
                      <a:pt x="837" y="449"/>
                    </a:lnTo>
                    <a:lnTo>
                      <a:pt x="826" y="448"/>
                    </a:lnTo>
                    <a:lnTo>
                      <a:pt x="815" y="449"/>
                    </a:lnTo>
                    <a:lnTo>
                      <a:pt x="804" y="452"/>
                    </a:lnTo>
                    <a:lnTo>
                      <a:pt x="794" y="457"/>
                    </a:lnTo>
                    <a:lnTo>
                      <a:pt x="790" y="461"/>
                    </a:lnTo>
                    <a:lnTo>
                      <a:pt x="786" y="467"/>
                    </a:lnTo>
                    <a:lnTo>
                      <a:pt x="783" y="471"/>
                    </a:lnTo>
                    <a:lnTo>
                      <a:pt x="780" y="478"/>
                    </a:lnTo>
                    <a:lnTo>
                      <a:pt x="780" y="478"/>
                    </a:lnTo>
                    <a:lnTo>
                      <a:pt x="780" y="492"/>
                    </a:lnTo>
                    <a:lnTo>
                      <a:pt x="784" y="504"/>
                    </a:lnTo>
                    <a:lnTo>
                      <a:pt x="788" y="513"/>
                    </a:lnTo>
                    <a:lnTo>
                      <a:pt x="795" y="520"/>
                    </a:lnTo>
                    <a:lnTo>
                      <a:pt x="804" y="524"/>
                    </a:lnTo>
                    <a:lnTo>
                      <a:pt x="813" y="525"/>
                    </a:lnTo>
                    <a:lnTo>
                      <a:pt x="822" y="525"/>
                    </a:lnTo>
                    <a:lnTo>
                      <a:pt x="831" y="524"/>
                    </a:lnTo>
                    <a:lnTo>
                      <a:pt x="841" y="520"/>
                    </a:lnTo>
                    <a:lnTo>
                      <a:pt x="848" y="514"/>
                    </a:lnTo>
                    <a:lnTo>
                      <a:pt x="855" y="507"/>
                    </a:lnTo>
                    <a:lnTo>
                      <a:pt x="860" y="500"/>
                    </a:lnTo>
                    <a:lnTo>
                      <a:pt x="863" y="491"/>
                    </a:lnTo>
                    <a:lnTo>
                      <a:pt x="863" y="481"/>
                    </a:lnTo>
                    <a:lnTo>
                      <a:pt x="859" y="471"/>
                    </a:lnTo>
                    <a:lnTo>
                      <a:pt x="853" y="460"/>
                    </a:lnTo>
                    <a:lnTo>
                      <a:pt x="853" y="460"/>
                    </a:lnTo>
                    <a:close/>
                    <a:moveTo>
                      <a:pt x="974" y="500"/>
                    </a:moveTo>
                    <a:lnTo>
                      <a:pt x="974" y="500"/>
                    </a:lnTo>
                    <a:lnTo>
                      <a:pt x="982" y="497"/>
                    </a:lnTo>
                    <a:lnTo>
                      <a:pt x="990" y="493"/>
                    </a:lnTo>
                    <a:lnTo>
                      <a:pt x="996" y="488"/>
                    </a:lnTo>
                    <a:lnTo>
                      <a:pt x="999" y="481"/>
                    </a:lnTo>
                    <a:lnTo>
                      <a:pt x="1001" y="474"/>
                    </a:lnTo>
                    <a:lnTo>
                      <a:pt x="1003" y="466"/>
                    </a:lnTo>
                    <a:lnTo>
                      <a:pt x="1003" y="459"/>
                    </a:lnTo>
                    <a:lnTo>
                      <a:pt x="1001" y="450"/>
                    </a:lnTo>
                    <a:lnTo>
                      <a:pt x="999" y="443"/>
                    </a:lnTo>
                    <a:lnTo>
                      <a:pt x="995" y="437"/>
                    </a:lnTo>
                    <a:lnTo>
                      <a:pt x="989" y="431"/>
                    </a:lnTo>
                    <a:lnTo>
                      <a:pt x="983" y="427"/>
                    </a:lnTo>
                    <a:lnTo>
                      <a:pt x="975" y="424"/>
                    </a:lnTo>
                    <a:lnTo>
                      <a:pt x="967" y="423"/>
                    </a:lnTo>
                    <a:lnTo>
                      <a:pt x="957" y="425"/>
                    </a:lnTo>
                    <a:lnTo>
                      <a:pt x="947" y="428"/>
                    </a:lnTo>
                    <a:lnTo>
                      <a:pt x="947" y="428"/>
                    </a:lnTo>
                    <a:lnTo>
                      <a:pt x="939" y="434"/>
                    </a:lnTo>
                    <a:lnTo>
                      <a:pt x="934" y="438"/>
                    </a:lnTo>
                    <a:lnTo>
                      <a:pt x="929" y="443"/>
                    </a:lnTo>
                    <a:lnTo>
                      <a:pt x="928" y="450"/>
                    </a:lnTo>
                    <a:lnTo>
                      <a:pt x="927" y="456"/>
                    </a:lnTo>
                    <a:lnTo>
                      <a:pt x="927" y="463"/>
                    </a:lnTo>
                    <a:lnTo>
                      <a:pt x="929" y="468"/>
                    </a:lnTo>
                    <a:lnTo>
                      <a:pt x="931" y="475"/>
                    </a:lnTo>
                    <a:lnTo>
                      <a:pt x="935" y="481"/>
                    </a:lnTo>
                    <a:lnTo>
                      <a:pt x="939" y="486"/>
                    </a:lnTo>
                    <a:lnTo>
                      <a:pt x="945" y="491"/>
                    </a:lnTo>
                    <a:lnTo>
                      <a:pt x="950" y="495"/>
                    </a:lnTo>
                    <a:lnTo>
                      <a:pt x="956" y="497"/>
                    </a:lnTo>
                    <a:lnTo>
                      <a:pt x="961" y="500"/>
                    </a:lnTo>
                    <a:lnTo>
                      <a:pt x="968" y="500"/>
                    </a:lnTo>
                    <a:lnTo>
                      <a:pt x="974" y="500"/>
                    </a:lnTo>
                    <a:lnTo>
                      <a:pt x="974" y="500"/>
                    </a:lnTo>
                    <a:close/>
                    <a:moveTo>
                      <a:pt x="369" y="543"/>
                    </a:moveTo>
                    <a:lnTo>
                      <a:pt x="369" y="543"/>
                    </a:lnTo>
                    <a:lnTo>
                      <a:pt x="362" y="547"/>
                    </a:lnTo>
                    <a:lnTo>
                      <a:pt x="355" y="551"/>
                    </a:lnTo>
                    <a:lnTo>
                      <a:pt x="351" y="557"/>
                    </a:lnTo>
                    <a:lnTo>
                      <a:pt x="348" y="564"/>
                    </a:lnTo>
                    <a:lnTo>
                      <a:pt x="346" y="571"/>
                    </a:lnTo>
                    <a:lnTo>
                      <a:pt x="346" y="578"/>
                    </a:lnTo>
                    <a:lnTo>
                      <a:pt x="346" y="585"/>
                    </a:lnTo>
                    <a:lnTo>
                      <a:pt x="347" y="590"/>
                    </a:lnTo>
                    <a:lnTo>
                      <a:pt x="350" y="597"/>
                    </a:lnTo>
                    <a:lnTo>
                      <a:pt x="354" y="603"/>
                    </a:lnTo>
                    <a:lnTo>
                      <a:pt x="358" y="607"/>
                    </a:lnTo>
                    <a:lnTo>
                      <a:pt x="364" y="611"/>
                    </a:lnTo>
                    <a:lnTo>
                      <a:pt x="369" y="614"/>
                    </a:lnTo>
                    <a:lnTo>
                      <a:pt x="376" y="615"/>
                    </a:lnTo>
                    <a:lnTo>
                      <a:pt x="384" y="614"/>
                    </a:lnTo>
                    <a:lnTo>
                      <a:pt x="393" y="612"/>
                    </a:lnTo>
                    <a:lnTo>
                      <a:pt x="393" y="612"/>
                    </a:lnTo>
                    <a:lnTo>
                      <a:pt x="400" y="608"/>
                    </a:lnTo>
                    <a:lnTo>
                      <a:pt x="405" y="604"/>
                    </a:lnTo>
                    <a:lnTo>
                      <a:pt x="409" y="598"/>
                    </a:lnTo>
                    <a:lnTo>
                      <a:pt x="412" y="592"/>
                    </a:lnTo>
                    <a:lnTo>
                      <a:pt x="415" y="585"/>
                    </a:lnTo>
                    <a:lnTo>
                      <a:pt x="416" y="578"/>
                    </a:lnTo>
                    <a:lnTo>
                      <a:pt x="416" y="571"/>
                    </a:lnTo>
                    <a:lnTo>
                      <a:pt x="415" y="564"/>
                    </a:lnTo>
                    <a:lnTo>
                      <a:pt x="413" y="557"/>
                    </a:lnTo>
                    <a:lnTo>
                      <a:pt x="409" y="551"/>
                    </a:lnTo>
                    <a:lnTo>
                      <a:pt x="405" y="547"/>
                    </a:lnTo>
                    <a:lnTo>
                      <a:pt x="401" y="543"/>
                    </a:lnTo>
                    <a:lnTo>
                      <a:pt x="394" y="540"/>
                    </a:lnTo>
                    <a:lnTo>
                      <a:pt x="387" y="539"/>
                    </a:lnTo>
                    <a:lnTo>
                      <a:pt x="379" y="540"/>
                    </a:lnTo>
                    <a:lnTo>
                      <a:pt x="369" y="543"/>
                    </a:lnTo>
                    <a:lnTo>
                      <a:pt x="369" y="543"/>
                    </a:lnTo>
                    <a:close/>
                    <a:moveTo>
                      <a:pt x="1129" y="474"/>
                    </a:moveTo>
                    <a:lnTo>
                      <a:pt x="1129" y="474"/>
                    </a:lnTo>
                    <a:lnTo>
                      <a:pt x="1136" y="470"/>
                    </a:lnTo>
                    <a:lnTo>
                      <a:pt x="1140" y="464"/>
                    </a:lnTo>
                    <a:lnTo>
                      <a:pt x="1143" y="459"/>
                    </a:lnTo>
                    <a:lnTo>
                      <a:pt x="1144" y="452"/>
                    </a:lnTo>
                    <a:lnTo>
                      <a:pt x="1144" y="445"/>
                    </a:lnTo>
                    <a:lnTo>
                      <a:pt x="1143" y="438"/>
                    </a:lnTo>
                    <a:lnTo>
                      <a:pt x="1141" y="432"/>
                    </a:lnTo>
                    <a:lnTo>
                      <a:pt x="1137" y="425"/>
                    </a:lnTo>
                    <a:lnTo>
                      <a:pt x="1133" y="420"/>
                    </a:lnTo>
                    <a:lnTo>
                      <a:pt x="1127" y="414"/>
                    </a:lnTo>
                    <a:lnTo>
                      <a:pt x="1122" y="410"/>
                    </a:lnTo>
                    <a:lnTo>
                      <a:pt x="1115" y="407"/>
                    </a:lnTo>
                    <a:lnTo>
                      <a:pt x="1108" y="405"/>
                    </a:lnTo>
                    <a:lnTo>
                      <a:pt x="1101" y="405"/>
                    </a:lnTo>
                    <a:lnTo>
                      <a:pt x="1094" y="406"/>
                    </a:lnTo>
                    <a:lnTo>
                      <a:pt x="1087" y="409"/>
                    </a:lnTo>
                    <a:lnTo>
                      <a:pt x="1087" y="409"/>
                    </a:lnTo>
                    <a:lnTo>
                      <a:pt x="1079" y="413"/>
                    </a:lnTo>
                    <a:lnTo>
                      <a:pt x="1073" y="419"/>
                    </a:lnTo>
                    <a:lnTo>
                      <a:pt x="1071" y="425"/>
                    </a:lnTo>
                    <a:lnTo>
                      <a:pt x="1069" y="431"/>
                    </a:lnTo>
                    <a:lnTo>
                      <a:pt x="1068" y="438"/>
                    </a:lnTo>
                    <a:lnTo>
                      <a:pt x="1069" y="445"/>
                    </a:lnTo>
                    <a:lnTo>
                      <a:pt x="1072" y="452"/>
                    </a:lnTo>
                    <a:lnTo>
                      <a:pt x="1076" y="459"/>
                    </a:lnTo>
                    <a:lnTo>
                      <a:pt x="1080" y="464"/>
                    </a:lnTo>
                    <a:lnTo>
                      <a:pt x="1086" y="470"/>
                    </a:lnTo>
                    <a:lnTo>
                      <a:pt x="1091" y="474"/>
                    </a:lnTo>
                    <a:lnTo>
                      <a:pt x="1098" y="477"/>
                    </a:lnTo>
                    <a:lnTo>
                      <a:pt x="1107" y="478"/>
                    </a:lnTo>
                    <a:lnTo>
                      <a:pt x="1114" y="478"/>
                    </a:lnTo>
                    <a:lnTo>
                      <a:pt x="1122" y="477"/>
                    </a:lnTo>
                    <a:lnTo>
                      <a:pt x="1129" y="474"/>
                    </a:lnTo>
                    <a:lnTo>
                      <a:pt x="1129" y="474"/>
                    </a:lnTo>
                    <a:close/>
                    <a:moveTo>
                      <a:pt x="228" y="637"/>
                    </a:moveTo>
                    <a:lnTo>
                      <a:pt x="228" y="637"/>
                    </a:lnTo>
                    <a:lnTo>
                      <a:pt x="231" y="641"/>
                    </a:lnTo>
                    <a:lnTo>
                      <a:pt x="235" y="646"/>
                    </a:lnTo>
                    <a:lnTo>
                      <a:pt x="239" y="648"/>
                    </a:lnTo>
                    <a:lnTo>
                      <a:pt x="242" y="650"/>
                    </a:lnTo>
                    <a:lnTo>
                      <a:pt x="246" y="651"/>
                    </a:lnTo>
                    <a:lnTo>
                      <a:pt x="250" y="651"/>
                    </a:lnTo>
                    <a:lnTo>
                      <a:pt x="257" y="648"/>
                    </a:lnTo>
                    <a:lnTo>
                      <a:pt x="264" y="643"/>
                    </a:lnTo>
                    <a:lnTo>
                      <a:pt x="271" y="636"/>
                    </a:lnTo>
                    <a:lnTo>
                      <a:pt x="276" y="626"/>
                    </a:lnTo>
                    <a:lnTo>
                      <a:pt x="281" y="616"/>
                    </a:lnTo>
                    <a:lnTo>
                      <a:pt x="283" y="607"/>
                    </a:lnTo>
                    <a:lnTo>
                      <a:pt x="285" y="597"/>
                    </a:lnTo>
                    <a:lnTo>
                      <a:pt x="285" y="589"/>
                    </a:lnTo>
                    <a:lnTo>
                      <a:pt x="282" y="580"/>
                    </a:lnTo>
                    <a:lnTo>
                      <a:pt x="279" y="578"/>
                    </a:lnTo>
                    <a:lnTo>
                      <a:pt x="276" y="575"/>
                    </a:lnTo>
                    <a:lnTo>
                      <a:pt x="274" y="574"/>
                    </a:lnTo>
                    <a:lnTo>
                      <a:pt x="269" y="572"/>
                    </a:lnTo>
                    <a:lnTo>
                      <a:pt x="264" y="572"/>
                    </a:lnTo>
                    <a:lnTo>
                      <a:pt x="258" y="574"/>
                    </a:lnTo>
                    <a:lnTo>
                      <a:pt x="246" y="576"/>
                    </a:lnTo>
                    <a:lnTo>
                      <a:pt x="246" y="576"/>
                    </a:lnTo>
                    <a:lnTo>
                      <a:pt x="238" y="582"/>
                    </a:lnTo>
                    <a:lnTo>
                      <a:pt x="231" y="587"/>
                    </a:lnTo>
                    <a:lnTo>
                      <a:pt x="225" y="594"/>
                    </a:lnTo>
                    <a:lnTo>
                      <a:pt x="222" y="603"/>
                    </a:lnTo>
                    <a:lnTo>
                      <a:pt x="221" y="611"/>
                    </a:lnTo>
                    <a:lnTo>
                      <a:pt x="221" y="621"/>
                    </a:lnTo>
                    <a:lnTo>
                      <a:pt x="224" y="629"/>
                    </a:lnTo>
                    <a:lnTo>
                      <a:pt x="228" y="637"/>
                    </a:lnTo>
                    <a:lnTo>
                      <a:pt x="228" y="637"/>
                    </a:lnTo>
                    <a:close/>
                    <a:moveTo>
                      <a:pt x="1217" y="394"/>
                    </a:moveTo>
                    <a:lnTo>
                      <a:pt x="1217" y="394"/>
                    </a:lnTo>
                    <a:lnTo>
                      <a:pt x="1209" y="398"/>
                    </a:lnTo>
                    <a:lnTo>
                      <a:pt x="1203" y="403"/>
                    </a:lnTo>
                    <a:lnTo>
                      <a:pt x="1201" y="410"/>
                    </a:lnTo>
                    <a:lnTo>
                      <a:pt x="1199" y="417"/>
                    </a:lnTo>
                    <a:lnTo>
                      <a:pt x="1199" y="423"/>
                    </a:lnTo>
                    <a:lnTo>
                      <a:pt x="1201" y="430"/>
                    </a:lnTo>
                    <a:lnTo>
                      <a:pt x="1205" y="437"/>
                    </a:lnTo>
                    <a:lnTo>
                      <a:pt x="1209" y="442"/>
                    </a:lnTo>
                    <a:lnTo>
                      <a:pt x="1215" y="448"/>
                    </a:lnTo>
                    <a:lnTo>
                      <a:pt x="1220" y="452"/>
                    </a:lnTo>
                    <a:lnTo>
                      <a:pt x="1227" y="456"/>
                    </a:lnTo>
                    <a:lnTo>
                      <a:pt x="1234" y="459"/>
                    </a:lnTo>
                    <a:lnTo>
                      <a:pt x="1241" y="460"/>
                    </a:lnTo>
                    <a:lnTo>
                      <a:pt x="1248" y="460"/>
                    </a:lnTo>
                    <a:lnTo>
                      <a:pt x="1253" y="459"/>
                    </a:lnTo>
                    <a:lnTo>
                      <a:pt x="1259" y="456"/>
                    </a:lnTo>
                    <a:lnTo>
                      <a:pt x="1259" y="456"/>
                    </a:lnTo>
                    <a:lnTo>
                      <a:pt x="1264" y="450"/>
                    </a:lnTo>
                    <a:lnTo>
                      <a:pt x="1267" y="445"/>
                    </a:lnTo>
                    <a:lnTo>
                      <a:pt x="1270" y="438"/>
                    </a:lnTo>
                    <a:lnTo>
                      <a:pt x="1270" y="432"/>
                    </a:lnTo>
                    <a:lnTo>
                      <a:pt x="1270" y="427"/>
                    </a:lnTo>
                    <a:lnTo>
                      <a:pt x="1267" y="420"/>
                    </a:lnTo>
                    <a:lnTo>
                      <a:pt x="1264" y="414"/>
                    </a:lnTo>
                    <a:lnTo>
                      <a:pt x="1262" y="409"/>
                    </a:lnTo>
                    <a:lnTo>
                      <a:pt x="1257" y="403"/>
                    </a:lnTo>
                    <a:lnTo>
                      <a:pt x="1252" y="399"/>
                    </a:lnTo>
                    <a:lnTo>
                      <a:pt x="1246" y="396"/>
                    </a:lnTo>
                    <a:lnTo>
                      <a:pt x="1241" y="394"/>
                    </a:lnTo>
                    <a:lnTo>
                      <a:pt x="1235" y="391"/>
                    </a:lnTo>
                    <a:lnTo>
                      <a:pt x="1228" y="391"/>
                    </a:lnTo>
                    <a:lnTo>
                      <a:pt x="1223" y="391"/>
                    </a:lnTo>
                    <a:lnTo>
                      <a:pt x="1217" y="394"/>
                    </a:lnTo>
                    <a:lnTo>
                      <a:pt x="1217" y="394"/>
                    </a:lnTo>
                    <a:close/>
                    <a:moveTo>
                      <a:pt x="1322" y="389"/>
                    </a:moveTo>
                    <a:lnTo>
                      <a:pt x="1322" y="389"/>
                    </a:lnTo>
                    <a:lnTo>
                      <a:pt x="1322" y="402"/>
                    </a:lnTo>
                    <a:lnTo>
                      <a:pt x="1324" y="414"/>
                    </a:lnTo>
                    <a:lnTo>
                      <a:pt x="1328" y="424"/>
                    </a:lnTo>
                    <a:lnTo>
                      <a:pt x="1334" y="434"/>
                    </a:lnTo>
                    <a:lnTo>
                      <a:pt x="1340" y="441"/>
                    </a:lnTo>
                    <a:lnTo>
                      <a:pt x="1345" y="443"/>
                    </a:lnTo>
                    <a:lnTo>
                      <a:pt x="1350" y="445"/>
                    </a:lnTo>
                    <a:lnTo>
                      <a:pt x="1354" y="446"/>
                    </a:lnTo>
                    <a:lnTo>
                      <a:pt x="1361" y="446"/>
                    </a:lnTo>
                    <a:lnTo>
                      <a:pt x="1367" y="445"/>
                    </a:lnTo>
                    <a:lnTo>
                      <a:pt x="1374" y="443"/>
                    </a:lnTo>
                    <a:lnTo>
                      <a:pt x="1374" y="443"/>
                    </a:lnTo>
                    <a:lnTo>
                      <a:pt x="1376" y="438"/>
                    </a:lnTo>
                    <a:lnTo>
                      <a:pt x="1378" y="431"/>
                    </a:lnTo>
                    <a:lnTo>
                      <a:pt x="1379" y="425"/>
                    </a:lnTo>
                    <a:lnTo>
                      <a:pt x="1378" y="419"/>
                    </a:lnTo>
                    <a:lnTo>
                      <a:pt x="1376" y="412"/>
                    </a:lnTo>
                    <a:lnTo>
                      <a:pt x="1374" y="405"/>
                    </a:lnTo>
                    <a:lnTo>
                      <a:pt x="1371" y="399"/>
                    </a:lnTo>
                    <a:lnTo>
                      <a:pt x="1367" y="394"/>
                    </a:lnTo>
                    <a:lnTo>
                      <a:pt x="1363" y="389"/>
                    </a:lnTo>
                    <a:lnTo>
                      <a:pt x="1357" y="385"/>
                    </a:lnTo>
                    <a:lnTo>
                      <a:pt x="1352" y="383"/>
                    </a:lnTo>
                    <a:lnTo>
                      <a:pt x="1346" y="381"/>
                    </a:lnTo>
                    <a:lnTo>
                      <a:pt x="1340" y="381"/>
                    </a:lnTo>
                    <a:lnTo>
                      <a:pt x="1334" y="383"/>
                    </a:lnTo>
                    <a:lnTo>
                      <a:pt x="1328" y="385"/>
                    </a:lnTo>
                    <a:lnTo>
                      <a:pt x="1322" y="389"/>
                    </a:lnTo>
                    <a:lnTo>
                      <a:pt x="1322" y="389"/>
                    </a:lnTo>
                    <a:close/>
                    <a:moveTo>
                      <a:pt x="117" y="675"/>
                    </a:moveTo>
                    <a:lnTo>
                      <a:pt x="117" y="675"/>
                    </a:lnTo>
                    <a:lnTo>
                      <a:pt x="124" y="680"/>
                    </a:lnTo>
                    <a:lnTo>
                      <a:pt x="131" y="683"/>
                    </a:lnTo>
                    <a:lnTo>
                      <a:pt x="137" y="683"/>
                    </a:lnTo>
                    <a:lnTo>
                      <a:pt x="144" y="682"/>
                    </a:lnTo>
                    <a:lnTo>
                      <a:pt x="149" y="679"/>
                    </a:lnTo>
                    <a:lnTo>
                      <a:pt x="153" y="675"/>
                    </a:lnTo>
                    <a:lnTo>
                      <a:pt x="157" y="670"/>
                    </a:lnTo>
                    <a:lnTo>
                      <a:pt x="162" y="664"/>
                    </a:lnTo>
                    <a:lnTo>
                      <a:pt x="164" y="658"/>
                    </a:lnTo>
                    <a:lnTo>
                      <a:pt x="166" y="651"/>
                    </a:lnTo>
                    <a:lnTo>
                      <a:pt x="167" y="643"/>
                    </a:lnTo>
                    <a:lnTo>
                      <a:pt x="166" y="636"/>
                    </a:lnTo>
                    <a:lnTo>
                      <a:pt x="164" y="629"/>
                    </a:lnTo>
                    <a:lnTo>
                      <a:pt x="162" y="622"/>
                    </a:lnTo>
                    <a:lnTo>
                      <a:pt x="157" y="616"/>
                    </a:lnTo>
                    <a:lnTo>
                      <a:pt x="152" y="611"/>
                    </a:lnTo>
                    <a:lnTo>
                      <a:pt x="152" y="611"/>
                    </a:lnTo>
                    <a:lnTo>
                      <a:pt x="139" y="614"/>
                    </a:lnTo>
                    <a:lnTo>
                      <a:pt x="130" y="618"/>
                    </a:lnTo>
                    <a:lnTo>
                      <a:pt x="123" y="623"/>
                    </a:lnTo>
                    <a:lnTo>
                      <a:pt x="117" y="632"/>
                    </a:lnTo>
                    <a:lnTo>
                      <a:pt x="116" y="640"/>
                    </a:lnTo>
                    <a:lnTo>
                      <a:pt x="114" y="651"/>
                    </a:lnTo>
                    <a:lnTo>
                      <a:pt x="116" y="662"/>
                    </a:lnTo>
                    <a:lnTo>
                      <a:pt x="117" y="675"/>
                    </a:lnTo>
                    <a:lnTo>
                      <a:pt x="117" y="675"/>
                    </a:lnTo>
                    <a:close/>
                    <a:moveTo>
                      <a:pt x="49" y="715"/>
                    </a:moveTo>
                    <a:lnTo>
                      <a:pt x="49" y="715"/>
                    </a:lnTo>
                    <a:lnTo>
                      <a:pt x="54" y="713"/>
                    </a:lnTo>
                    <a:lnTo>
                      <a:pt x="59" y="712"/>
                    </a:lnTo>
                    <a:lnTo>
                      <a:pt x="66" y="706"/>
                    </a:lnTo>
                    <a:lnTo>
                      <a:pt x="72" y="698"/>
                    </a:lnTo>
                    <a:lnTo>
                      <a:pt x="76" y="690"/>
                    </a:lnTo>
                    <a:lnTo>
                      <a:pt x="78" y="680"/>
                    </a:lnTo>
                    <a:lnTo>
                      <a:pt x="78" y="672"/>
                    </a:lnTo>
                    <a:lnTo>
                      <a:pt x="77" y="664"/>
                    </a:lnTo>
                    <a:lnTo>
                      <a:pt x="74" y="657"/>
                    </a:lnTo>
                    <a:lnTo>
                      <a:pt x="74" y="657"/>
                    </a:lnTo>
                    <a:lnTo>
                      <a:pt x="70" y="651"/>
                    </a:lnTo>
                    <a:lnTo>
                      <a:pt x="67" y="648"/>
                    </a:lnTo>
                    <a:lnTo>
                      <a:pt x="63" y="648"/>
                    </a:lnTo>
                    <a:lnTo>
                      <a:pt x="59" y="648"/>
                    </a:lnTo>
                    <a:lnTo>
                      <a:pt x="55" y="650"/>
                    </a:lnTo>
                    <a:lnTo>
                      <a:pt x="52" y="654"/>
                    </a:lnTo>
                    <a:lnTo>
                      <a:pt x="48" y="658"/>
                    </a:lnTo>
                    <a:lnTo>
                      <a:pt x="45" y="662"/>
                    </a:lnTo>
                    <a:lnTo>
                      <a:pt x="41" y="675"/>
                    </a:lnTo>
                    <a:lnTo>
                      <a:pt x="40" y="682"/>
                    </a:lnTo>
                    <a:lnTo>
                      <a:pt x="40" y="688"/>
                    </a:lnTo>
                    <a:lnTo>
                      <a:pt x="41" y="695"/>
                    </a:lnTo>
                    <a:lnTo>
                      <a:pt x="43" y="702"/>
                    </a:lnTo>
                    <a:lnTo>
                      <a:pt x="45" y="709"/>
                    </a:lnTo>
                    <a:lnTo>
                      <a:pt x="49" y="715"/>
                    </a:lnTo>
                    <a:lnTo>
                      <a:pt x="49" y="715"/>
                    </a:lnTo>
                    <a:close/>
                    <a:moveTo>
                      <a:pt x="1454" y="445"/>
                    </a:moveTo>
                    <a:lnTo>
                      <a:pt x="1454" y="445"/>
                    </a:lnTo>
                    <a:lnTo>
                      <a:pt x="1455" y="435"/>
                    </a:lnTo>
                    <a:lnTo>
                      <a:pt x="1455" y="425"/>
                    </a:lnTo>
                    <a:lnTo>
                      <a:pt x="1454" y="414"/>
                    </a:lnTo>
                    <a:lnTo>
                      <a:pt x="1450" y="405"/>
                    </a:lnTo>
                    <a:lnTo>
                      <a:pt x="1444" y="396"/>
                    </a:lnTo>
                    <a:lnTo>
                      <a:pt x="1436" y="389"/>
                    </a:lnTo>
                    <a:lnTo>
                      <a:pt x="1428" y="385"/>
                    </a:lnTo>
                    <a:lnTo>
                      <a:pt x="1423" y="384"/>
                    </a:lnTo>
                    <a:lnTo>
                      <a:pt x="1418" y="385"/>
                    </a:lnTo>
                    <a:lnTo>
                      <a:pt x="1418" y="385"/>
                    </a:lnTo>
                    <a:lnTo>
                      <a:pt x="1415" y="395"/>
                    </a:lnTo>
                    <a:lnTo>
                      <a:pt x="1415" y="405"/>
                    </a:lnTo>
                    <a:lnTo>
                      <a:pt x="1418" y="416"/>
                    </a:lnTo>
                    <a:lnTo>
                      <a:pt x="1422" y="425"/>
                    </a:lnTo>
                    <a:lnTo>
                      <a:pt x="1429" y="434"/>
                    </a:lnTo>
                    <a:lnTo>
                      <a:pt x="1436" y="439"/>
                    </a:lnTo>
                    <a:lnTo>
                      <a:pt x="1444" y="443"/>
                    </a:lnTo>
                    <a:lnTo>
                      <a:pt x="1448" y="445"/>
                    </a:lnTo>
                    <a:lnTo>
                      <a:pt x="1454" y="445"/>
                    </a:lnTo>
                    <a:lnTo>
                      <a:pt x="1454" y="445"/>
                    </a:lnTo>
                    <a:close/>
                    <a:moveTo>
                      <a:pt x="12" y="682"/>
                    </a:moveTo>
                    <a:lnTo>
                      <a:pt x="12" y="682"/>
                    </a:lnTo>
                    <a:lnTo>
                      <a:pt x="11" y="697"/>
                    </a:lnTo>
                    <a:lnTo>
                      <a:pt x="9" y="711"/>
                    </a:lnTo>
                    <a:lnTo>
                      <a:pt x="8" y="742"/>
                    </a:lnTo>
                    <a:lnTo>
                      <a:pt x="8" y="742"/>
                    </a:lnTo>
                    <a:lnTo>
                      <a:pt x="12" y="738"/>
                    </a:lnTo>
                    <a:lnTo>
                      <a:pt x="16" y="731"/>
                    </a:lnTo>
                    <a:lnTo>
                      <a:pt x="18" y="723"/>
                    </a:lnTo>
                    <a:lnTo>
                      <a:pt x="20" y="715"/>
                    </a:lnTo>
                    <a:lnTo>
                      <a:pt x="20" y="706"/>
                    </a:lnTo>
                    <a:lnTo>
                      <a:pt x="19" y="698"/>
                    </a:lnTo>
                    <a:lnTo>
                      <a:pt x="16" y="690"/>
                    </a:lnTo>
                    <a:lnTo>
                      <a:pt x="12" y="682"/>
                    </a:lnTo>
                    <a:lnTo>
                      <a:pt x="12" y="682"/>
                    </a:lnTo>
                    <a:close/>
                    <a:moveTo>
                      <a:pt x="1472" y="401"/>
                    </a:moveTo>
                    <a:lnTo>
                      <a:pt x="1472" y="401"/>
                    </a:lnTo>
                    <a:lnTo>
                      <a:pt x="1476" y="419"/>
                    </a:lnTo>
                    <a:lnTo>
                      <a:pt x="1483" y="434"/>
                    </a:lnTo>
                    <a:lnTo>
                      <a:pt x="1491" y="446"/>
                    </a:lnTo>
                    <a:lnTo>
                      <a:pt x="1497" y="450"/>
                    </a:lnTo>
                    <a:lnTo>
                      <a:pt x="1502" y="456"/>
                    </a:lnTo>
                    <a:lnTo>
                      <a:pt x="1502" y="456"/>
                    </a:lnTo>
                    <a:lnTo>
                      <a:pt x="1490" y="425"/>
                    </a:lnTo>
                    <a:lnTo>
                      <a:pt x="1482" y="412"/>
                    </a:lnTo>
                    <a:lnTo>
                      <a:pt x="1477" y="406"/>
                    </a:lnTo>
                    <a:lnTo>
                      <a:pt x="1472" y="401"/>
                    </a:lnTo>
                    <a:lnTo>
                      <a:pt x="1472" y="401"/>
                    </a:lnTo>
                    <a:close/>
                    <a:moveTo>
                      <a:pt x="597" y="589"/>
                    </a:moveTo>
                    <a:lnTo>
                      <a:pt x="597" y="589"/>
                    </a:lnTo>
                    <a:lnTo>
                      <a:pt x="589" y="594"/>
                    </a:lnTo>
                    <a:lnTo>
                      <a:pt x="584" y="598"/>
                    </a:lnTo>
                    <a:lnTo>
                      <a:pt x="579" y="603"/>
                    </a:lnTo>
                    <a:lnTo>
                      <a:pt x="577" y="608"/>
                    </a:lnTo>
                    <a:lnTo>
                      <a:pt x="575" y="612"/>
                    </a:lnTo>
                    <a:lnTo>
                      <a:pt x="574" y="616"/>
                    </a:lnTo>
                    <a:lnTo>
                      <a:pt x="575" y="623"/>
                    </a:lnTo>
                    <a:lnTo>
                      <a:pt x="575" y="623"/>
                    </a:lnTo>
                    <a:lnTo>
                      <a:pt x="577" y="637"/>
                    </a:lnTo>
                    <a:lnTo>
                      <a:pt x="579" y="644"/>
                    </a:lnTo>
                    <a:lnTo>
                      <a:pt x="581" y="648"/>
                    </a:lnTo>
                    <a:lnTo>
                      <a:pt x="585" y="652"/>
                    </a:lnTo>
                    <a:lnTo>
                      <a:pt x="588" y="657"/>
                    </a:lnTo>
                    <a:lnTo>
                      <a:pt x="596" y="661"/>
                    </a:lnTo>
                    <a:lnTo>
                      <a:pt x="604" y="662"/>
                    </a:lnTo>
                    <a:lnTo>
                      <a:pt x="614" y="662"/>
                    </a:lnTo>
                    <a:lnTo>
                      <a:pt x="624" y="659"/>
                    </a:lnTo>
                    <a:lnTo>
                      <a:pt x="633" y="655"/>
                    </a:lnTo>
                    <a:lnTo>
                      <a:pt x="642" y="650"/>
                    </a:lnTo>
                    <a:lnTo>
                      <a:pt x="649" y="643"/>
                    </a:lnTo>
                    <a:lnTo>
                      <a:pt x="654" y="634"/>
                    </a:lnTo>
                    <a:lnTo>
                      <a:pt x="657" y="625"/>
                    </a:lnTo>
                    <a:lnTo>
                      <a:pt x="658" y="616"/>
                    </a:lnTo>
                    <a:lnTo>
                      <a:pt x="657" y="611"/>
                    </a:lnTo>
                    <a:lnTo>
                      <a:pt x="656" y="607"/>
                    </a:lnTo>
                    <a:lnTo>
                      <a:pt x="653" y="601"/>
                    </a:lnTo>
                    <a:lnTo>
                      <a:pt x="649" y="597"/>
                    </a:lnTo>
                    <a:lnTo>
                      <a:pt x="638" y="589"/>
                    </a:lnTo>
                    <a:lnTo>
                      <a:pt x="638" y="589"/>
                    </a:lnTo>
                    <a:lnTo>
                      <a:pt x="629" y="585"/>
                    </a:lnTo>
                    <a:lnTo>
                      <a:pt x="620" y="583"/>
                    </a:lnTo>
                    <a:lnTo>
                      <a:pt x="610" y="585"/>
                    </a:lnTo>
                    <a:lnTo>
                      <a:pt x="597" y="589"/>
                    </a:lnTo>
                    <a:lnTo>
                      <a:pt x="597" y="589"/>
                    </a:lnTo>
                    <a:close/>
                    <a:moveTo>
                      <a:pt x="743" y="561"/>
                    </a:moveTo>
                    <a:lnTo>
                      <a:pt x="743" y="561"/>
                    </a:lnTo>
                    <a:lnTo>
                      <a:pt x="736" y="565"/>
                    </a:lnTo>
                    <a:lnTo>
                      <a:pt x="730" y="569"/>
                    </a:lnTo>
                    <a:lnTo>
                      <a:pt x="726" y="574"/>
                    </a:lnTo>
                    <a:lnTo>
                      <a:pt x="723" y="579"/>
                    </a:lnTo>
                    <a:lnTo>
                      <a:pt x="721" y="585"/>
                    </a:lnTo>
                    <a:lnTo>
                      <a:pt x="719" y="590"/>
                    </a:lnTo>
                    <a:lnTo>
                      <a:pt x="719" y="596"/>
                    </a:lnTo>
                    <a:lnTo>
                      <a:pt x="721" y="603"/>
                    </a:lnTo>
                    <a:lnTo>
                      <a:pt x="721" y="603"/>
                    </a:lnTo>
                    <a:lnTo>
                      <a:pt x="723" y="612"/>
                    </a:lnTo>
                    <a:lnTo>
                      <a:pt x="729" y="621"/>
                    </a:lnTo>
                    <a:lnTo>
                      <a:pt x="734" y="628"/>
                    </a:lnTo>
                    <a:lnTo>
                      <a:pt x="743" y="632"/>
                    </a:lnTo>
                    <a:lnTo>
                      <a:pt x="750" y="634"/>
                    </a:lnTo>
                    <a:lnTo>
                      <a:pt x="758" y="634"/>
                    </a:lnTo>
                    <a:lnTo>
                      <a:pt x="768" y="634"/>
                    </a:lnTo>
                    <a:lnTo>
                      <a:pt x="776" y="632"/>
                    </a:lnTo>
                    <a:lnTo>
                      <a:pt x="783" y="628"/>
                    </a:lnTo>
                    <a:lnTo>
                      <a:pt x="790" y="623"/>
                    </a:lnTo>
                    <a:lnTo>
                      <a:pt x="797" y="616"/>
                    </a:lnTo>
                    <a:lnTo>
                      <a:pt x="801" y="610"/>
                    </a:lnTo>
                    <a:lnTo>
                      <a:pt x="804" y="601"/>
                    </a:lnTo>
                    <a:lnTo>
                      <a:pt x="804" y="592"/>
                    </a:lnTo>
                    <a:lnTo>
                      <a:pt x="802" y="582"/>
                    </a:lnTo>
                    <a:lnTo>
                      <a:pt x="798" y="571"/>
                    </a:lnTo>
                    <a:lnTo>
                      <a:pt x="798" y="571"/>
                    </a:lnTo>
                    <a:lnTo>
                      <a:pt x="795" y="567"/>
                    </a:lnTo>
                    <a:lnTo>
                      <a:pt x="791" y="562"/>
                    </a:lnTo>
                    <a:lnTo>
                      <a:pt x="786" y="558"/>
                    </a:lnTo>
                    <a:lnTo>
                      <a:pt x="779" y="556"/>
                    </a:lnTo>
                    <a:lnTo>
                      <a:pt x="772" y="554"/>
                    </a:lnTo>
                    <a:lnTo>
                      <a:pt x="763" y="554"/>
                    </a:lnTo>
                    <a:lnTo>
                      <a:pt x="754" y="557"/>
                    </a:lnTo>
                    <a:lnTo>
                      <a:pt x="743" y="561"/>
                    </a:lnTo>
                    <a:lnTo>
                      <a:pt x="743" y="561"/>
                    </a:lnTo>
                    <a:close/>
                    <a:moveTo>
                      <a:pt x="447" y="688"/>
                    </a:moveTo>
                    <a:lnTo>
                      <a:pt x="447" y="688"/>
                    </a:lnTo>
                    <a:lnTo>
                      <a:pt x="452" y="691"/>
                    </a:lnTo>
                    <a:lnTo>
                      <a:pt x="459" y="694"/>
                    </a:lnTo>
                    <a:lnTo>
                      <a:pt x="463" y="695"/>
                    </a:lnTo>
                    <a:lnTo>
                      <a:pt x="469" y="697"/>
                    </a:lnTo>
                    <a:lnTo>
                      <a:pt x="478" y="695"/>
                    </a:lnTo>
                    <a:lnTo>
                      <a:pt x="487" y="691"/>
                    </a:lnTo>
                    <a:lnTo>
                      <a:pt x="494" y="684"/>
                    </a:lnTo>
                    <a:lnTo>
                      <a:pt x="499" y="677"/>
                    </a:lnTo>
                    <a:lnTo>
                      <a:pt x="503" y="668"/>
                    </a:lnTo>
                    <a:lnTo>
                      <a:pt x="506" y="658"/>
                    </a:lnTo>
                    <a:lnTo>
                      <a:pt x="506" y="647"/>
                    </a:lnTo>
                    <a:lnTo>
                      <a:pt x="506" y="639"/>
                    </a:lnTo>
                    <a:lnTo>
                      <a:pt x="503" y="629"/>
                    </a:lnTo>
                    <a:lnTo>
                      <a:pt x="498" y="622"/>
                    </a:lnTo>
                    <a:lnTo>
                      <a:pt x="491" y="618"/>
                    </a:lnTo>
                    <a:lnTo>
                      <a:pt x="487" y="615"/>
                    </a:lnTo>
                    <a:lnTo>
                      <a:pt x="483" y="615"/>
                    </a:lnTo>
                    <a:lnTo>
                      <a:pt x="477" y="615"/>
                    </a:lnTo>
                    <a:lnTo>
                      <a:pt x="471" y="615"/>
                    </a:lnTo>
                    <a:lnTo>
                      <a:pt x="458" y="619"/>
                    </a:lnTo>
                    <a:lnTo>
                      <a:pt x="458" y="619"/>
                    </a:lnTo>
                    <a:lnTo>
                      <a:pt x="447" y="626"/>
                    </a:lnTo>
                    <a:lnTo>
                      <a:pt x="438" y="633"/>
                    </a:lnTo>
                    <a:lnTo>
                      <a:pt x="433" y="643"/>
                    </a:lnTo>
                    <a:lnTo>
                      <a:pt x="430" y="652"/>
                    </a:lnTo>
                    <a:lnTo>
                      <a:pt x="430" y="662"/>
                    </a:lnTo>
                    <a:lnTo>
                      <a:pt x="433" y="672"/>
                    </a:lnTo>
                    <a:lnTo>
                      <a:pt x="438" y="680"/>
                    </a:lnTo>
                    <a:lnTo>
                      <a:pt x="447" y="688"/>
                    </a:lnTo>
                    <a:lnTo>
                      <a:pt x="447" y="688"/>
                    </a:lnTo>
                    <a:close/>
                    <a:moveTo>
                      <a:pt x="905" y="533"/>
                    </a:moveTo>
                    <a:lnTo>
                      <a:pt x="905" y="533"/>
                    </a:lnTo>
                    <a:lnTo>
                      <a:pt x="898" y="538"/>
                    </a:lnTo>
                    <a:lnTo>
                      <a:pt x="894" y="542"/>
                    </a:lnTo>
                    <a:lnTo>
                      <a:pt x="889" y="546"/>
                    </a:lnTo>
                    <a:lnTo>
                      <a:pt x="887" y="551"/>
                    </a:lnTo>
                    <a:lnTo>
                      <a:pt x="884" y="558"/>
                    </a:lnTo>
                    <a:lnTo>
                      <a:pt x="884" y="564"/>
                    </a:lnTo>
                    <a:lnTo>
                      <a:pt x="882" y="569"/>
                    </a:lnTo>
                    <a:lnTo>
                      <a:pt x="884" y="576"/>
                    </a:lnTo>
                    <a:lnTo>
                      <a:pt x="887" y="587"/>
                    </a:lnTo>
                    <a:lnTo>
                      <a:pt x="891" y="593"/>
                    </a:lnTo>
                    <a:lnTo>
                      <a:pt x="894" y="597"/>
                    </a:lnTo>
                    <a:lnTo>
                      <a:pt x="898" y="601"/>
                    </a:lnTo>
                    <a:lnTo>
                      <a:pt x="903" y="605"/>
                    </a:lnTo>
                    <a:lnTo>
                      <a:pt x="909" y="607"/>
                    </a:lnTo>
                    <a:lnTo>
                      <a:pt x="914" y="608"/>
                    </a:lnTo>
                    <a:lnTo>
                      <a:pt x="914" y="608"/>
                    </a:lnTo>
                    <a:lnTo>
                      <a:pt x="927" y="608"/>
                    </a:lnTo>
                    <a:lnTo>
                      <a:pt x="938" y="605"/>
                    </a:lnTo>
                    <a:lnTo>
                      <a:pt x="946" y="601"/>
                    </a:lnTo>
                    <a:lnTo>
                      <a:pt x="952" y="594"/>
                    </a:lnTo>
                    <a:lnTo>
                      <a:pt x="956" y="587"/>
                    </a:lnTo>
                    <a:lnTo>
                      <a:pt x="959" y="579"/>
                    </a:lnTo>
                    <a:lnTo>
                      <a:pt x="960" y="571"/>
                    </a:lnTo>
                    <a:lnTo>
                      <a:pt x="960" y="561"/>
                    </a:lnTo>
                    <a:lnTo>
                      <a:pt x="957" y="553"/>
                    </a:lnTo>
                    <a:lnTo>
                      <a:pt x="954" y="546"/>
                    </a:lnTo>
                    <a:lnTo>
                      <a:pt x="949" y="539"/>
                    </a:lnTo>
                    <a:lnTo>
                      <a:pt x="942" y="533"/>
                    </a:lnTo>
                    <a:lnTo>
                      <a:pt x="935" y="529"/>
                    </a:lnTo>
                    <a:lnTo>
                      <a:pt x="925" y="528"/>
                    </a:lnTo>
                    <a:lnTo>
                      <a:pt x="916" y="529"/>
                    </a:lnTo>
                    <a:lnTo>
                      <a:pt x="905" y="533"/>
                    </a:lnTo>
                    <a:lnTo>
                      <a:pt x="905" y="533"/>
                    </a:lnTo>
                    <a:close/>
                    <a:moveTo>
                      <a:pt x="1046" y="510"/>
                    </a:moveTo>
                    <a:lnTo>
                      <a:pt x="1046" y="510"/>
                    </a:lnTo>
                    <a:lnTo>
                      <a:pt x="1039" y="514"/>
                    </a:lnTo>
                    <a:lnTo>
                      <a:pt x="1033" y="520"/>
                    </a:lnTo>
                    <a:lnTo>
                      <a:pt x="1029" y="527"/>
                    </a:lnTo>
                    <a:lnTo>
                      <a:pt x="1028" y="533"/>
                    </a:lnTo>
                    <a:lnTo>
                      <a:pt x="1026" y="539"/>
                    </a:lnTo>
                    <a:lnTo>
                      <a:pt x="1028" y="546"/>
                    </a:lnTo>
                    <a:lnTo>
                      <a:pt x="1029" y="553"/>
                    </a:lnTo>
                    <a:lnTo>
                      <a:pt x="1032" y="560"/>
                    </a:lnTo>
                    <a:lnTo>
                      <a:pt x="1036" y="565"/>
                    </a:lnTo>
                    <a:lnTo>
                      <a:pt x="1042" y="571"/>
                    </a:lnTo>
                    <a:lnTo>
                      <a:pt x="1047" y="575"/>
                    </a:lnTo>
                    <a:lnTo>
                      <a:pt x="1054" y="578"/>
                    </a:lnTo>
                    <a:lnTo>
                      <a:pt x="1061" y="580"/>
                    </a:lnTo>
                    <a:lnTo>
                      <a:pt x="1068" y="582"/>
                    </a:lnTo>
                    <a:lnTo>
                      <a:pt x="1075" y="582"/>
                    </a:lnTo>
                    <a:lnTo>
                      <a:pt x="1083" y="579"/>
                    </a:lnTo>
                    <a:lnTo>
                      <a:pt x="1083" y="579"/>
                    </a:lnTo>
                    <a:lnTo>
                      <a:pt x="1090" y="576"/>
                    </a:lnTo>
                    <a:lnTo>
                      <a:pt x="1096" y="571"/>
                    </a:lnTo>
                    <a:lnTo>
                      <a:pt x="1098" y="565"/>
                    </a:lnTo>
                    <a:lnTo>
                      <a:pt x="1101" y="558"/>
                    </a:lnTo>
                    <a:lnTo>
                      <a:pt x="1102" y="551"/>
                    </a:lnTo>
                    <a:lnTo>
                      <a:pt x="1102" y="543"/>
                    </a:lnTo>
                    <a:lnTo>
                      <a:pt x="1102" y="536"/>
                    </a:lnTo>
                    <a:lnTo>
                      <a:pt x="1100" y="528"/>
                    </a:lnTo>
                    <a:lnTo>
                      <a:pt x="1096" y="521"/>
                    </a:lnTo>
                    <a:lnTo>
                      <a:pt x="1091" y="515"/>
                    </a:lnTo>
                    <a:lnTo>
                      <a:pt x="1086" y="510"/>
                    </a:lnTo>
                    <a:lnTo>
                      <a:pt x="1080" y="506"/>
                    </a:lnTo>
                    <a:lnTo>
                      <a:pt x="1072" y="504"/>
                    </a:lnTo>
                    <a:lnTo>
                      <a:pt x="1065" y="504"/>
                    </a:lnTo>
                    <a:lnTo>
                      <a:pt x="1055" y="506"/>
                    </a:lnTo>
                    <a:lnTo>
                      <a:pt x="1046" y="510"/>
                    </a:lnTo>
                    <a:lnTo>
                      <a:pt x="1046" y="510"/>
                    </a:lnTo>
                    <a:close/>
                    <a:moveTo>
                      <a:pt x="316" y="654"/>
                    </a:moveTo>
                    <a:lnTo>
                      <a:pt x="316" y="654"/>
                    </a:lnTo>
                    <a:lnTo>
                      <a:pt x="312" y="657"/>
                    </a:lnTo>
                    <a:lnTo>
                      <a:pt x="308" y="661"/>
                    </a:lnTo>
                    <a:lnTo>
                      <a:pt x="305" y="666"/>
                    </a:lnTo>
                    <a:lnTo>
                      <a:pt x="303" y="672"/>
                    </a:lnTo>
                    <a:lnTo>
                      <a:pt x="301" y="683"/>
                    </a:lnTo>
                    <a:lnTo>
                      <a:pt x="303" y="695"/>
                    </a:lnTo>
                    <a:lnTo>
                      <a:pt x="305" y="706"/>
                    </a:lnTo>
                    <a:lnTo>
                      <a:pt x="310" y="711"/>
                    </a:lnTo>
                    <a:lnTo>
                      <a:pt x="312" y="715"/>
                    </a:lnTo>
                    <a:lnTo>
                      <a:pt x="316" y="719"/>
                    </a:lnTo>
                    <a:lnTo>
                      <a:pt x="322" y="722"/>
                    </a:lnTo>
                    <a:lnTo>
                      <a:pt x="328" y="723"/>
                    </a:lnTo>
                    <a:lnTo>
                      <a:pt x="334" y="723"/>
                    </a:lnTo>
                    <a:lnTo>
                      <a:pt x="334" y="723"/>
                    </a:lnTo>
                    <a:lnTo>
                      <a:pt x="344" y="722"/>
                    </a:lnTo>
                    <a:lnTo>
                      <a:pt x="352" y="719"/>
                    </a:lnTo>
                    <a:lnTo>
                      <a:pt x="358" y="713"/>
                    </a:lnTo>
                    <a:lnTo>
                      <a:pt x="364" y="706"/>
                    </a:lnTo>
                    <a:lnTo>
                      <a:pt x="366" y="700"/>
                    </a:lnTo>
                    <a:lnTo>
                      <a:pt x="369" y="691"/>
                    </a:lnTo>
                    <a:lnTo>
                      <a:pt x="369" y="683"/>
                    </a:lnTo>
                    <a:lnTo>
                      <a:pt x="368" y="675"/>
                    </a:lnTo>
                    <a:lnTo>
                      <a:pt x="366" y="666"/>
                    </a:lnTo>
                    <a:lnTo>
                      <a:pt x="362" y="659"/>
                    </a:lnTo>
                    <a:lnTo>
                      <a:pt x="358" y="654"/>
                    </a:lnTo>
                    <a:lnTo>
                      <a:pt x="352" y="650"/>
                    </a:lnTo>
                    <a:lnTo>
                      <a:pt x="344" y="647"/>
                    </a:lnTo>
                    <a:lnTo>
                      <a:pt x="336" y="647"/>
                    </a:lnTo>
                    <a:lnTo>
                      <a:pt x="328" y="648"/>
                    </a:lnTo>
                    <a:lnTo>
                      <a:pt x="316" y="654"/>
                    </a:lnTo>
                    <a:lnTo>
                      <a:pt x="316" y="654"/>
                    </a:lnTo>
                    <a:close/>
                    <a:moveTo>
                      <a:pt x="1183" y="491"/>
                    </a:moveTo>
                    <a:lnTo>
                      <a:pt x="1183" y="491"/>
                    </a:lnTo>
                    <a:lnTo>
                      <a:pt x="1174" y="495"/>
                    </a:lnTo>
                    <a:lnTo>
                      <a:pt x="1170" y="500"/>
                    </a:lnTo>
                    <a:lnTo>
                      <a:pt x="1166" y="506"/>
                    </a:lnTo>
                    <a:lnTo>
                      <a:pt x="1165" y="513"/>
                    </a:lnTo>
                    <a:lnTo>
                      <a:pt x="1165" y="520"/>
                    </a:lnTo>
                    <a:lnTo>
                      <a:pt x="1165" y="525"/>
                    </a:lnTo>
                    <a:lnTo>
                      <a:pt x="1167" y="532"/>
                    </a:lnTo>
                    <a:lnTo>
                      <a:pt x="1170" y="538"/>
                    </a:lnTo>
                    <a:lnTo>
                      <a:pt x="1176" y="543"/>
                    </a:lnTo>
                    <a:lnTo>
                      <a:pt x="1180" y="547"/>
                    </a:lnTo>
                    <a:lnTo>
                      <a:pt x="1185" y="553"/>
                    </a:lnTo>
                    <a:lnTo>
                      <a:pt x="1192" y="556"/>
                    </a:lnTo>
                    <a:lnTo>
                      <a:pt x="1198" y="558"/>
                    </a:lnTo>
                    <a:lnTo>
                      <a:pt x="1205" y="558"/>
                    </a:lnTo>
                    <a:lnTo>
                      <a:pt x="1212" y="558"/>
                    </a:lnTo>
                    <a:lnTo>
                      <a:pt x="1219" y="557"/>
                    </a:lnTo>
                    <a:lnTo>
                      <a:pt x="1219" y="557"/>
                    </a:lnTo>
                    <a:lnTo>
                      <a:pt x="1224" y="553"/>
                    </a:lnTo>
                    <a:lnTo>
                      <a:pt x="1228" y="549"/>
                    </a:lnTo>
                    <a:lnTo>
                      <a:pt x="1231" y="543"/>
                    </a:lnTo>
                    <a:lnTo>
                      <a:pt x="1234" y="536"/>
                    </a:lnTo>
                    <a:lnTo>
                      <a:pt x="1234" y="529"/>
                    </a:lnTo>
                    <a:lnTo>
                      <a:pt x="1234" y="522"/>
                    </a:lnTo>
                    <a:lnTo>
                      <a:pt x="1234" y="515"/>
                    </a:lnTo>
                    <a:lnTo>
                      <a:pt x="1231" y="509"/>
                    </a:lnTo>
                    <a:lnTo>
                      <a:pt x="1228" y="502"/>
                    </a:lnTo>
                    <a:lnTo>
                      <a:pt x="1224" y="496"/>
                    </a:lnTo>
                    <a:lnTo>
                      <a:pt x="1219" y="491"/>
                    </a:lnTo>
                    <a:lnTo>
                      <a:pt x="1213" y="488"/>
                    </a:lnTo>
                    <a:lnTo>
                      <a:pt x="1206" y="485"/>
                    </a:lnTo>
                    <a:lnTo>
                      <a:pt x="1199" y="485"/>
                    </a:lnTo>
                    <a:lnTo>
                      <a:pt x="1191" y="486"/>
                    </a:lnTo>
                    <a:lnTo>
                      <a:pt x="1183" y="491"/>
                    </a:lnTo>
                    <a:lnTo>
                      <a:pt x="1183" y="491"/>
                    </a:lnTo>
                    <a:close/>
                    <a:moveTo>
                      <a:pt x="207" y="758"/>
                    </a:moveTo>
                    <a:lnTo>
                      <a:pt x="207" y="758"/>
                    </a:lnTo>
                    <a:lnTo>
                      <a:pt x="215" y="756"/>
                    </a:lnTo>
                    <a:lnTo>
                      <a:pt x="221" y="754"/>
                    </a:lnTo>
                    <a:lnTo>
                      <a:pt x="227" y="748"/>
                    </a:lnTo>
                    <a:lnTo>
                      <a:pt x="231" y="742"/>
                    </a:lnTo>
                    <a:lnTo>
                      <a:pt x="233" y="736"/>
                    </a:lnTo>
                    <a:lnTo>
                      <a:pt x="236" y="729"/>
                    </a:lnTo>
                    <a:lnTo>
                      <a:pt x="236" y="720"/>
                    </a:lnTo>
                    <a:lnTo>
                      <a:pt x="236" y="712"/>
                    </a:lnTo>
                    <a:lnTo>
                      <a:pt x="235" y="705"/>
                    </a:lnTo>
                    <a:lnTo>
                      <a:pt x="232" y="698"/>
                    </a:lnTo>
                    <a:lnTo>
                      <a:pt x="229" y="693"/>
                    </a:lnTo>
                    <a:lnTo>
                      <a:pt x="225" y="687"/>
                    </a:lnTo>
                    <a:lnTo>
                      <a:pt x="220" y="684"/>
                    </a:lnTo>
                    <a:lnTo>
                      <a:pt x="213" y="683"/>
                    </a:lnTo>
                    <a:lnTo>
                      <a:pt x="206" y="683"/>
                    </a:lnTo>
                    <a:lnTo>
                      <a:pt x="196" y="686"/>
                    </a:lnTo>
                    <a:lnTo>
                      <a:pt x="196" y="686"/>
                    </a:lnTo>
                    <a:lnTo>
                      <a:pt x="192" y="690"/>
                    </a:lnTo>
                    <a:lnTo>
                      <a:pt x="188" y="693"/>
                    </a:lnTo>
                    <a:lnTo>
                      <a:pt x="185" y="698"/>
                    </a:lnTo>
                    <a:lnTo>
                      <a:pt x="182" y="704"/>
                    </a:lnTo>
                    <a:lnTo>
                      <a:pt x="180" y="715"/>
                    </a:lnTo>
                    <a:lnTo>
                      <a:pt x="178" y="727"/>
                    </a:lnTo>
                    <a:lnTo>
                      <a:pt x="181" y="740"/>
                    </a:lnTo>
                    <a:lnTo>
                      <a:pt x="184" y="745"/>
                    </a:lnTo>
                    <a:lnTo>
                      <a:pt x="186" y="749"/>
                    </a:lnTo>
                    <a:lnTo>
                      <a:pt x="191" y="754"/>
                    </a:lnTo>
                    <a:lnTo>
                      <a:pt x="195" y="756"/>
                    </a:lnTo>
                    <a:lnTo>
                      <a:pt x="200" y="758"/>
                    </a:lnTo>
                    <a:lnTo>
                      <a:pt x="207" y="758"/>
                    </a:lnTo>
                    <a:lnTo>
                      <a:pt x="207" y="758"/>
                    </a:lnTo>
                    <a:close/>
                    <a:moveTo>
                      <a:pt x="1293" y="479"/>
                    </a:moveTo>
                    <a:lnTo>
                      <a:pt x="1293" y="479"/>
                    </a:lnTo>
                    <a:lnTo>
                      <a:pt x="1292" y="485"/>
                    </a:lnTo>
                    <a:lnTo>
                      <a:pt x="1291" y="492"/>
                    </a:lnTo>
                    <a:lnTo>
                      <a:pt x="1291" y="504"/>
                    </a:lnTo>
                    <a:lnTo>
                      <a:pt x="1295" y="517"/>
                    </a:lnTo>
                    <a:lnTo>
                      <a:pt x="1300" y="528"/>
                    </a:lnTo>
                    <a:lnTo>
                      <a:pt x="1309" y="536"/>
                    </a:lnTo>
                    <a:lnTo>
                      <a:pt x="1313" y="539"/>
                    </a:lnTo>
                    <a:lnTo>
                      <a:pt x="1317" y="540"/>
                    </a:lnTo>
                    <a:lnTo>
                      <a:pt x="1322" y="542"/>
                    </a:lnTo>
                    <a:lnTo>
                      <a:pt x="1328" y="543"/>
                    </a:lnTo>
                    <a:lnTo>
                      <a:pt x="1334" y="542"/>
                    </a:lnTo>
                    <a:lnTo>
                      <a:pt x="1339" y="540"/>
                    </a:lnTo>
                    <a:lnTo>
                      <a:pt x="1339" y="540"/>
                    </a:lnTo>
                    <a:lnTo>
                      <a:pt x="1345" y="536"/>
                    </a:lnTo>
                    <a:lnTo>
                      <a:pt x="1349" y="531"/>
                    </a:lnTo>
                    <a:lnTo>
                      <a:pt x="1352" y="525"/>
                    </a:lnTo>
                    <a:lnTo>
                      <a:pt x="1353" y="518"/>
                    </a:lnTo>
                    <a:lnTo>
                      <a:pt x="1353" y="511"/>
                    </a:lnTo>
                    <a:lnTo>
                      <a:pt x="1352" y="503"/>
                    </a:lnTo>
                    <a:lnTo>
                      <a:pt x="1349" y="496"/>
                    </a:lnTo>
                    <a:lnTo>
                      <a:pt x="1346" y="489"/>
                    </a:lnTo>
                    <a:lnTo>
                      <a:pt x="1340" y="482"/>
                    </a:lnTo>
                    <a:lnTo>
                      <a:pt x="1336" y="477"/>
                    </a:lnTo>
                    <a:lnTo>
                      <a:pt x="1329" y="473"/>
                    </a:lnTo>
                    <a:lnTo>
                      <a:pt x="1322" y="470"/>
                    </a:lnTo>
                    <a:lnTo>
                      <a:pt x="1316" y="468"/>
                    </a:lnTo>
                    <a:lnTo>
                      <a:pt x="1309" y="470"/>
                    </a:lnTo>
                    <a:lnTo>
                      <a:pt x="1300" y="473"/>
                    </a:lnTo>
                    <a:lnTo>
                      <a:pt x="1293" y="479"/>
                    </a:lnTo>
                    <a:lnTo>
                      <a:pt x="1293" y="479"/>
                    </a:lnTo>
                    <a:close/>
                    <a:moveTo>
                      <a:pt x="109" y="783"/>
                    </a:moveTo>
                    <a:lnTo>
                      <a:pt x="109" y="783"/>
                    </a:lnTo>
                    <a:lnTo>
                      <a:pt x="113" y="783"/>
                    </a:lnTo>
                    <a:lnTo>
                      <a:pt x="117" y="780"/>
                    </a:lnTo>
                    <a:lnTo>
                      <a:pt x="121" y="777"/>
                    </a:lnTo>
                    <a:lnTo>
                      <a:pt x="124" y="773"/>
                    </a:lnTo>
                    <a:lnTo>
                      <a:pt x="130" y="763"/>
                    </a:lnTo>
                    <a:lnTo>
                      <a:pt x="131" y="751"/>
                    </a:lnTo>
                    <a:lnTo>
                      <a:pt x="131" y="738"/>
                    </a:lnTo>
                    <a:lnTo>
                      <a:pt x="127" y="727"/>
                    </a:lnTo>
                    <a:lnTo>
                      <a:pt x="124" y="722"/>
                    </a:lnTo>
                    <a:lnTo>
                      <a:pt x="120" y="716"/>
                    </a:lnTo>
                    <a:lnTo>
                      <a:pt x="116" y="712"/>
                    </a:lnTo>
                    <a:lnTo>
                      <a:pt x="112" y="709"/>
                    </a:lnTo>
                    <a:lnTo>
                      <a:pt x="112" y="709"/>
                    </a:lnTo>
                    <a:lnTo>
                      <a:pt x="103" y="712"/>
                    </a:lnTo>
                    <a:lnTo>
                      <a:pt x="98" y="715"/>
                    </a:lnTo>
                    <a:lnTo>
                      <a:pt x="92" y="719"/>
                    </a:lnTo>
                    <a:lnTo>
                      <a:pt x="90" y="724"/>
                    </a:lnTo>
                    <a:lnTo>
                      <a:pt x="87" y="730"/>
                    </a:lnTo>
                    <a:lnTo>
                      <a:pt x="84" y="737"/>
                    </a:lnTo>
                    <a:lnTo>
                      <a:pt x="83" y="742"/>
                    </a:lnTo>
                    <a:lnTo>
                      <a:pt x="83" y="749"/>
                    </a:lnTo>
                    <a:lnTo>
                      <a:pt x="84" y="756"/>
                    </a:lnTo>
                    <a:lnTo>
                      <a:pt x="85" y="763"/>
                    </a:lnTo>
                    <a:lnTo>
                      <a:pt x="87" y="769"/>
                    </a:lnTo>
                    <a:lnTo>
                      <a:pt x="90" y="774"/>
                    </a:lnTo>
                    <a:lnTo>
                      <a:pt x="94" y="778"/>
                    </a:lnTo>
                    <a:lnTo>
                      <a:pt x="98" y="781"/>
                    </a:lnTo>
                    <a:lnTo>
                      <a:pt x="103" y="783"/>
                    </a:lnTo>
                    <a:lnTo>
                      <a:pt x="109" y="783"/>
                    </a:lnTo>
                    <a:lnTo>
                      <a:pt x="109" y="783"/>
                    </a:lnTo>
                    <a:close/>
                    <a:moveTo>
                      <a:pt x="1451" y="518"/>
                    </a:moveTo>
                    <a:lnTo>
                      <a:pt x="1451" y="518"/>
                    </a:lnTo>
                    <a:lnTo>
                      <a:pt x="1451" y="509"/>
                    </a:lnTo>
                    <a:lnTo>
                      <a:pt x="1450" y="499"/>
                    </a:lnTo>
                    <a:lnTo>
                      <a:pt x="1448" y="489"/>
                    </a:lnTo>
                    <a:lnTo>
                      <a:pt x="1446" y="481"/>
                    </a:lnTo>
                    <a:lnTo>
                      <a:pt x="1440" y="473"/>
                    </a:lnTo>
                    <a:lnTo>
                      <a:pt x="1435" y="467"/>
                    </a:lnTo>
                    <a:lnTo>
                      <a:pt x="1428" y="463"/>
                    </a:lnTo>
                    <a:lnTo>
                      <a:pt x="1419" y="461"/>
                    </a:lnTo>
                    <a:lnTo>
                      <a:pt x="1419" y="461"/>
                    </a:lnTo>
                    <a:lnTo>
                      <a:pt x="1414" y="461"/>
                    </a:lnTo>
                    <a:lnTo>
                      <a:pt x="1408" y="464"/>
                    </a:lnTo>
                    <a:lnTo>
                      <a:pt x="1405" y="470"/>
                    </a:lnTo>
                    <a:lnTo>
                      <a:pt x="1403" y="474"/>
                    </a:lnTo>
                    <a:lnTo>
                      <a:pt x="1403" y="481"/>
                    </a:lnTo>
                    <a:lnTo>
                      <a:pt x="1403" y="488"/>
                    </a:lnTo>
                    <a:lnTo>
                      <a:pt x="1404" y="495"/>
                    </a:lnTo>
                    <a:lnTo>
                      <a:pt x="1405" y="503"/>
                    </a:lnTo>
                    <a:lnTo>
                      <a:pt x="1410" y="510"/>
                    </a:lnTo>
                    <a:lnTo>
                      <a:pt x="1414" y="515"/>
                    </a:lnTo>
                    <a:lnTo>
                      <a:pt x="1418" y="521"/>
                    </a:lnTo>
                    <a:lnTo>
                      <a:pt x="1423" y="524"/>
                    </a:lnTo>
                    <a:lnTo>
                      <a:pt x="1430" y="527"/>
                    </a:lnTo>
                    <a:lnTo>
                      <a:pt x="1436" y="527"/>
                    </a:lnTo>
                    <a:lnTo>
                      <a:pt x="1444" y="524"/>
                    </a:lnTo>
                    <a:lnTo>
                      <a:pt x="1451" y="518"/>
                    </a:lnTo>
                    <a:lnTo>
                      <a:pt x="1451" y="518"/>
                    </a:lnTo>
                    <a:close/>
                    <a:moveTo>
                      <a:pt x="33" y="808"/>
                    </a:moveTo>
                    <a:lnTo>
                      <a:pt x="33" y="808"/>
                    </a:lnTo>
                    <a:lnTo>
                      <a:pt x="41" y="803"/>
                    </a:lnTo>
                    <a:lnTo>
                      <a:pt x="47" y="795"/>
                    </a:lnTo>
                    <a:lnTo>
                      <a:pt x="49" y="787"/>
                    </a:lnTo>
                    <a:lnTo>
                      <a:pt x="51" y="777"/>
                    </a:lnTo>
                    <a:lnTo>
                      <a:pt x="51" y="767"/>
                    </a:lnTo>
                    <a:lnTo>
                      <a:pt x="49" y="758"/>
                    </a:lnTo>
                    <a:lnTo>
                      <a:pt x="45" y="748"/>
                    </a:lnTo>
                    <a:lnTo>
                      <a:pt x="40" y="740"/>
                    </a:lnTo>
                    <a:lnTo>
                      <a:pt x="40" y="740"/>
                    </a:lnTo>
                    <a:lnTo>
                      <a:pt x="36" y="741"/>
                    </a:lnTo>
                    <a:lnTo>
                      <a:pt x="31" y="744"/>
                    </a:lnTo>
                    <a:lnTo>
                      <a:pt x="29" y="747"/>
                    </a:lnTo>
                    <a:lnTo>
                      <a:pt x="26" y="751"/>
                    </a:lnTo>
                    <a:lnTo>
                      <a:pt x="23" y="759"/>
                    </a:lnTo>
                    <a:lnTo>
                      <a:pt x="22" y="770"/>
                    </a:lnTo>
                    <a:lnTo>
                      <a:pt x="22" y="781"/>
                    </a:lnTo>
                    <a:lnTo>
                      <a:pt x="25" y="791"/>
                    </a:lnTo>
                    <a:lnTo>
                      <a:pt x="29" y="801"/>
                    </a:lnTo>
                    <a:lnTo>
                      <a:pt x="33" y="808"/>
                    </a:lnTo>
                    <a:lnTo>
                      <a:pt x="33" y="808"/>
                    </a:lnTo>
                    <a:close/>
                    <a:moveTo>
                      <a:pt x="1509" y="524"/>
                    </a:moveTo>
                    <a:lnTo>
                      <a:pt x="1509" y="524"/>
                    </a:lnTo>
                    <a:lnTo>
                      <a:pt x="1511" y="515"/>
                    </a:lnTo>
                    <a:lnTo>
                      <a:pt x="1512" y="506"/>
                    </a:lnTo>
                    <a:lnTo>
                      <a:pt x="1509" y="496"/>
                    </a:lnTo>
                    <a:lnTo>
                      <a:pt x="1506" y="485"/>
                    </a:lnTo>
                    <a:lnTo>
                      <a:pt x="1502" y="477"/>
                    </a:lnTo>
                    <a:lnTo>
                      <a:pt x="1495" y="468"/>
                    </a:lnTo>
                    <a:lnTo>
                      <a:pt x="1489" y="464"/>
                    </a:lnTo>
                    <a:lnTo>
                      <a:pt x="1484" y="463"/>
                    </a:lnTo>
                    <a:lnTo>
                      <a:pt x="1480" y="463"/>
                    </a:lnTo>
                    <a:lnTo>
                      <a:pt x="1480" y="463"/>
                    </a:lnTo>
                    <a:lnTo>
                      <a:pt x="1480" y="473"/>
                    </a:lnTo>
                    <a:lnTo>
                      <a:pt x="1480" y="482"/>
                    </a:lnTo>
                    <a:lnTo>
                      <a:pt x="1483" y="492"/>
                    </a:lnTo>
                    <a:lnTo>
                      <a:pt x="1486" y="502"/>
                    </a:lnTo>
                    <a:lnTo>
                      <a:pt x="1490" y="510"/>
                    </a:lnTo>
                    <a:lnTo>
                      <a:pt x="1495" y="517"/>
                    </a:lnTo>
                    <a:lnTo>
                      <a:pt x="1501" y="521"/>
                    </a:lnTo>
                    <a:lnTo>
                      <a:pt x="1509" y="524"/>
                    </a:lnTo>
                    <a:lnTo>
                      <a:pt x="1509" y="524"/>
                    </a:lnTo>
                    <a:close/>
                    <a:moveTo>
                      <a:pt x="7" y="823"/>
                    </a:moveTo>
                    <a:lnTo>
                      <a:pt x="7" y="823"/>
                    </a:lnTo>
                    <a:lnTo>
                      <a:pt x="8" y="809"/>
                    </a:lnTo>
                    <a:lnTo>
                      <a:pt x="9" y="792"/>
                    </a:lnTo>
                    <a:lnTo>
                      <a:pt x="9" y="785"/>
                    </a:lnTo>
                    <a:lnTo>
                      <a:pt x="8" y="777"/>
                    </a:lnTo>
                    <a:lnTo>
                      <a:pt x="4" y="772"/>
                    </a:lnTo>
                    <a:lnTo>
                      <a:pt x="2" y="769"/>
                    </a:lnTo>
                    <a:lnTo>
                      <a:pt x="0" y="767"/>
                    </a:lnTo>
                    <a:lnTo>
                      <a:pt x="0" y="767"/>
                    </a:lnTo>
                    <a:lnTo>
                      <a:pt x="1" y="774"/>
                    </a:lnTo>
                    <a:lnTo>
                      <a:pt x="1" y="783"/>
                    </a:lnTo>
                    <a:lnTo>
                      <a:pt x="0" y="796"/>
                    </a:lnTo>
                    <a:lnTo>
                      <a:pt x="0" y="805"/>
                    </a:lnTo>
                    <a:lnTo>
                      <a:pt x="1" y="810"/>
                    </a:lnTo>
                    <a:lnTo>
                      <a:pt x="2" y="817"/>
                    </a:lnTo>
                    <a:lnTo>
                      <a:pt x="7" y="823"/>
                    </a:lnTo>
                    <a:lnTo>
                      <a:pt x="7" y="823"/>
                    </a:lnTo>
                    <a:close/>
                    <a:moveTo>
                      <a:pt x="1515" y="484"/>
                    </a:moveTo>
                    <a:lnTo>
                      <a:pt x="1515" y="484"/>
                    </a:lnTo>
                    <a:lnTo>
                      <a:pt x="1515" y="484"/>
                    </a:lnTo>
                    <a:lnTo>
                      <a:pt x="1515" y="484"/>
                    </a:lnTo>
                    <a:lnTo>
                      <a:pt x="1515" y="484"/>
                    </a:lnTo>
                    <a:close/>
                    <a:moveTo>
                      <a:pt x="1520" y="495"/>
                    </a:moveTo>
                    <a:lnTo>
                      <a:pt x="1520" y="495"/>
                    </a:lnTo>
                    <a:lnTo>
                      <a:pt x="1522" y="499"/>
                    </a:lnTo>
                    <a:lnTo>
                      <a:pt x="1523" y="499"/>
                    </a:lnTo>
                    <a:lnTo>
                      <a:pt x="1523" y="495"/>
                    </a:lnTo>
                    <a:lnTo>
                      <a:pt x="1522" y="492"/>
                    </a:lnTo>
                    <a:lnTo>
                      <a:pt x="1520" y="492"/>
                    </a:lnTo>
                    <a:lnTo>
                      <a:pt x="1520" y="495"/>
                    </a:lnTo>
                    <a:lnTo>
                      <a:pt x="1520" y="495"/>
                    </a:lnTo>
                    <a:close/>
                    <a:moveTo>
                      <a:pt x="1526" y="513"/>
                    </a:moveTo>
                    <a:lnTo>
                      <a:pt x="1526" y="513"/>
                    </a:lnTo>
                    <a:lnTo>
                      <a:pt x="1526" y="517"/>
                    </a:lnTo>
                    <a:lnTo>
                      <a:pt x="1526" y="517"/>
                    </a:lnTo>
                    <a:lnTo>
                      <a:pt x="1526" y="513"/>
                    </a:lnTo>
                    <a:lnTo>
                      <a:pt x="1526" y="513"/>
                    </a:lnTo>
                    <a:close/>
                    <a:moveTo>
                      <a:pt x="1526" y="509"/>
                    </a:moveTo>
                    <a:lnTo>
                      <a:pt x="1526" y="509"/>
                    </a:lnTo>
                    <a:lnTo>
                      <a:pt x="1526" y="509"/>
                    </a:lnTo>
                    <a:lnTo>
                      <a:pt x="1526" y="509"/>
                    </a:lnTo>
                    <a:lnTo>
                      <a:pt x="1526" y="509"/>
                    </a:lnTo>
                    <a:close/>
                    <a:moveTo>
                      <a:pt x="1526" y="509"/>
                    </a:moveTo>
                    <a:lnTo>
                      <a:pt x="1526" y="509"/>
                    </a:lnTo>
                    <a:lnTo>
                      <a:pt x="1526" y="511"/>
                    </a:lnTo>
                    <a:lnTo>
                      <a:pt x="1526" y="511"/>
                    </a:lnTo>
                    <a:lnTo>
                      <a:pt x="1526" y="513"/>
                    </a:lnTo>
                    <a:lnTo>
                      <a:pt x="1526" y="513"/>
                    </a:lnTo>
                    <a:lnTo>
                      <a:pt x="1526" y="509"/>
                    </a:lnTo>
                    <a:lnTo>
                      <a:pt x="1526" y="509"/>
                    </a:lnTo>
                    <a:close/>
                    <a:moveTo>
                      <a:pt x="1526" y="517"/>
                    </a:moveTo>
                    <a:lnTo>
                      <a:pt x="1526" y="517"/>
                    </a:lnTo>
                    <a:lnTo>
                      <a:pt x="1526" y="520"/>
                    </a:lnTo>
                    <a:lnTo>
                      <a:pt x="1526" y="520"/>
                    </a:lnTo>
                    <a:lnTo>
                      <a:pt x="1526" y="517"/>
                    </a:lnTo>
                    <a:lnTo>
                      <a:pt x="1526" y="517"/>
                    </a:lnTo>
                    <a:close/>
                    <a:moveTo>
                      <a:pt x="568" y="781"/>
                    </a:moveTo>
                    <a:lnTo>
                      <a:pt x="568" y="781"/>
                    </a:lnTo>
                    <a:lnTo>
                      <a:pt x="575" y="778"/>
                    </a:lnTo>
                    <a:lnTo>
                      <a:pt x="581" y="774"/>
                    </a:lnTo>
                    <a:lnTo>
                      <a:pt x="586" y="767"/>
                    </a:lnTo>
                    <a:lnTo>
                      <a:pt x="589" y="762"/>
                    </a:lnTo>
                    <a:lnTo>
                      <a:pt x="592" y="754"/>
                    </a:lnTo>
                    <a:lnTo>
                      <a:pt x="592" y="747"/>
                    </a:lnTo>
                    <a:lnTo>
                      <a:pt x="592" y="738"/>
                    </a:lnTo>
                    <a:lnTo>
                      <a:pt x="590" y="731"/>
                    </a:lnTo>
                    <a:lnTo>
                      <a:pt x="588" y="723"/>
                    </a:lnTo>
                    <a:lnTo>
                      <a:pt x="585" y="718"/>
                    </a:lnTo>
                    <a:lnTo>
                      <a:pt x="579" y="712"/>
                    </a:lnTo>
                    <a:lnTo>
                      <a:pt x="574" y="706"/>
                    </a:lnTo>
                    <a:lnTo>
                      <a:pt x="567" y="704"/>
                    </a:lnTo>
                    <a:lnTo>
                      <a:pt x="559" y="702"/>
                    </a:lnTo>
                    <a:lnTo>
                      <a:pt x="550" y="704"/>
                    </a:lnTo>
                    <a:lnTo>
                      <a:pt x="541" y="706"/>
                    </a:lnTo>
                    <a:lnTo>
                      <a:pt x="541" y="706"/>
                    </a:lnTo>
                    <a:lnTo>
                      <a:pt x="532" y="712"/>
                    </a:lnTo>
                    <a:lnTo>
                      <a:pt x="525" y="716"/>
                    </a:lnTo>
                    <a:lnTo>
                      <a:pt x="521" y="723"/>
                    </a:lnTo>
                    <a:lnTo>
                      <a:pt x="517" y="730"/>
                    </a:lnTo>
                    <a:lnTo>
                      <a:pt x="516" y="737"/>
                    </a:lnTo>
                    <a:lnTo>
                      <a:pt x="516" y="744"/>
                    </a:lnTo>
                    <a:lnTo>
                      <a:pt x="517" y="751"/>
                    </a:lnTo>
                    <a:lnTo>
                      <a:pt x="519" y="758"/>
                    </a:lnTo>
                    <a:lnTo>
                      <a:pt x="523" y="763"/>
                    </a:lnTo>
                    <a:lnTo>
                      <a:pt x="527" y="770"/>
                    </a:lnTo>
                    <a:lnTo>
                      <a:pt x="532" y="774"/>
                    </a:lnTo>
                    <a:lnTo>
                      <a:pt x="538" y="778"/>
                    </a:lnTo>
                    <a:lnTo>
                      <a:pt x="545" y="781"/>
                    </a:lnTo>
                    <a:lnTo>
                      <a:pt x="553" y="783"/>
                    </a:lnTo>
                    <a:lnTo>
                      <a:pt x="560" y="783"/>
                    </a:lnTo>
                    <a:lnTo>
                      <a:pt x="568" y="781"/>
                    </a:lnTo>
                    <a:lnTo>
                      <a:pt x="568" y="781"/>
                    </a:lnTo>
                    <a:close/>
                    <a:moveTo>
                      <a:pt x="682" y="680"/>
                    </a:moveTo>
                    <a:lnTo>
                      <a:pt x="682" y="680"/>
                    </a:lnTo>
                    <a:lnTo>
                      <a:pt x="675" y="684"/>
                    </a:lnTo>
                    <a:lnTo>
                      <a:pt x="669" y="690"/>
                    </a:lnTo>
                    <a:lnTo>
                      <a:pt x="667" y="695"/>
                    </a:lnTo>
                    <a:lnTo>
                      <a:pt x="664" y="702"/>
                    </a:lnTo>
                    <a:lnTo>
                      <a:pt x="662" y="709"/>
                    </a:lnTo>
                    <a:lnTo>
                      <a:pt x="662" y="716"/>
                    </a:lnTo>
                    <a:lnTo>
                      <a:pt x="664" y="723"/>
                    </a:lnTo>
                    <a:lnTo>
                      <a:pt x="665" y="729"/>
                    </a:lnTo>
                    <a:lnTo>
                      <a:pt x="669" y="736"/>
                    </a:lnTo>
                    <a:lnTo>
                      <a:pt x="673" y="741"/>
                    </a:lnTo>
                    <a:lnTo>
                      <a:pt x="678" y="745"/>
                    </a:lnTo>
                    <a:lnTo>
                      <a:pt x="685" y="749"/>
                    </a:lnTo>
                    <a:lnTo>
                      <a:pt x="690" y="754"/>
                    </a:lnTo>
                    <a:lnTo>
                      <a:pt x="697" y="755"/>
                    </a:lnTo>
                    <a:lnTo>
                      <a:pt x="705" y="755"/>
                    </a:lnTo>
                    <a:lnTo>
                      <a:pt x="714" y="754"/>
                    </a:lnTo>
                    <a:lnTo>
                      <a:pt x="714" y="754"/>
                    </a:lnTo>
                    <a:lnTo>
                      <a:pt x="721" y="751"/>
                    </a:lnTo>
                    <a:lnTo>
                      <a:pt x="727" y="745"/>
                    </a:lnTo>
                    <a:lnTo>
                      <a:pt x="733" y="740"/>
                    </a:lnTo>
                    <a:lnTo>
                      <a:pt x="736" y="733"/>
                    </a:lnTo>
                    <a:lnTo>
                      <a:pt x="739" y="724"/>
                    </a:lnTo>
                    <a:lnTo>
                      <a:pt x="740" y="716"/>
                    </a:lnTo>
                    <a:lnTo>
                      <a:pt x="740" y="708"/>
                    </a:lnTo>
                    <a:lnTo>
                      <a:pt x="739" y="700"/>
                    </a:lnTo>
                    <a:lnTo>
                      <a:pt x="736" y="693"/>
                    </a:lnTo>
                    <a:lnTo>
                      <a:pt x="732" y="686"/>
                    </a:lnTo>
                    <a:lnTo>
                      <a:pt x="726" y="680"/>
                    </a:lnTo>
                    <a:lnTo>
                      <a:pt x="719" y="676"/>
                    </a:lnTo>
                    <a:lnTo>
                      <a:pt x="712" y="673"/>
                    </a:lnTo>
                    <a:lnTo>
                      <a:pt x="703" y="673"/>
                    </a:lnTo>
                    <a:lnTo>
                      <a:pt x="693" y="675"/>
                    </a:lnTo>
                    <a:lnTo>
                      <a:pt x="682" y="680"/>
                    </a:lnTo>
                    <a:lnTo>
                      <a:pt x="682" y="680"/>
                    </a:lnTo>
                    <a:close/>
                    <a:moveTo>
                      <a:pt x="430" y="808"/>
                    </a:moveTo>
                    <a:lnTo>
                      <a:pt x="430" y="808"/>
                    </a:lnTo>
                    <a:lnTo>
                      <a:pt x="437" y="805"/>
                    </a:lnTo>
                    <a:lnTo>
                      <a:pt x="441" y="799"/>
                    </a:lnTo>
                    <a:lnTo>
                      <a:pt x="445" y="794"/>
                    </a:lnTo>
                    <a:lnTo>
                      <a:pt x="448" y="787"/>
                    </a:lnTo>
                    <a:lnTo>
                      <a:pt x="449" y="780"/>
                    </a:lnTo>
                    <a:lnTo>
                      <a:pt x="451" y="772"/>
                    </a:lnTo>
                    <a:lnTo>
                      <a:pt x="449" y="765"/>
                    </a:lnTo>
                    <a:lnTo>
                      <a:pt x="448" y="758"/>
                    </a:lnTo>
                    <a:lnTo>
                      <a:pt x="445" y="751"/>
                    </a:lnTo>
                    <a:lnTo>
                      <a:pt x="441" y="744"/>
                    </a:lnTo>
                    <a:lnTo>
                      <a:pt x="435" y="740"/>
                    </a:lnTo>
                    <a:lnTo>
                      <a:pt x="430" y="736"/>
                    </a:lnTo>
                    <a:lnTo>
                      <a:pt x="423" y="733"/>
                    </a:lnTo>
                    <a:lnTo>
                      <a:pt x="415" y="733"/>
                    </a:lnTo>
                    <a:lnTo>
                      <a:pt x="406" y="734"/>
                    </a:lnTo>
                    <a:lnTo>
                      <a:pt x="397" y="738"/>
                    </a:lnTo>
                    <a:lnTo>
                      <a:pt x="397" y="738"/>
                    </a:lnTo>
                    <a:lnTo>
                      <a:pt x="390" y="742"/>
                    </a:lnTo>
                    <a:lnTo>
                      <a:pt x="383" y="748"/>
                    </a:lnTo>
                    <a:lnTo>
                      <a:pt x="380" y="755"/>
                    </a:lnTo>
                    <a:lnTo>
                      <a:pt x="377" y="760"/>
                    </a:lnTo>
                    <a:lnTo>
                      <a:pt x="376" y="767"/>
                    </a:lnTo>
                    <a:lnTo>
                      <a:pt x="377" y="774"/>
                    </a:lnTo>
                    <a:lnTo>
                      <a:pt x="379" y="781"/>
                    </a:lnTo>
                    <a:lnTo>
                      <a:pt x="382" y="788"/>
                    </a:lnTo>
                    <a:lnTo>
                      <a:pt x="386" y="794"/>
                    </a:lnTo>
                    <a:lnTo>
                      <a:pt x="390" y="799"/>
                    </a:lnTo>
                    <a:lnTo>
                      <a:pt x="395" y="803"/>
                    </a:lnTo>
                    <a:lnTo>
                      <a:pt x="401" y="808"/>
                    </a:lnTo>
                    <a:lnTo>
                      <a:pt x="408" y="810"/>
                    </a:lnTo>
                    <a:lnTo>
                      <a:pt x="415" y="810"/>
                    </a:lnTo>
                    <a:lnTo>
                      <a:pt x="423" y="810"/>
                    </a:lnTo>
                    <a:lnTo>
                      <a:pt x="430" y="808"/>
                    </a:lnTo>
                    <a:lnTo>
                      <a:pt x="430" y="808"/>
                    </a:lnTo>
                    <a:close/>
                    <a:moveTo>
                      <a:pt x="844" y="652"/>
                    </a:moveTo>
                    <a:lnTo>
                      <a:pt x="844" y="652"/>
                    </a:lnTo>
                    <a:lnTo>
                      <a:pt x="838" y="655"/>
                    </a:lnTo>
                    <a:lnTo>
                      <a:pt x="834" y="659"/>
                    </a:lnTo>
                    <a:lnTo>
                      <a:pt x="830" y="665"/>
                    </a:lnTo>
                    <a:lnTo>
                      <a:pt x="827" y="669"/>
                    </a:lnTo>
                    <a:lnTo>
                      <a:pt x="824" y="682"/>
                    </a:lnTo>
                    <a:lnTo>
                      <a:pt x="824" y="693"/>
                    </a:lnTo>
                    <a:lnTo>
                      <a:pt x="827" y="704"/>
                    </a:lnTo>
                    <a:lnTo>
                      <a:pt x="833" y="715"/>
                    </a:lnTo>
                    <a:lnTo>
                      <a:pt x="837" y="719"/>
                    </a:lnTo>
                    <a:lnTo>
                      <a:pt x="841" y="723"/>
                    </a:lnTo>
                    <a:lnTo>
                      <a:pt x="845" y="726"/>
                    </a:lnTo>
                    <a:lnTo>
                      <a:pt x="851" y="727"/>
                    </a:lnTo>
                    <a:lnTo>
                      <a:pt x="851" y="727"/>
                    </a:lnTo>
                    <a:lnTo>
                      <a:pt x="864" y="729"/>
                    </a:lnTo>
                    <a:lnTo>
                      <a:pt x="876" y="727"/>
                    </a:lnTo>
                    <a:lnTo>
                      <a:pt x="884" y="724"/>
                    </a:lnTo>
                    <a:lnTo>
                      <a:pt x="892" y="718"/>
                    </a:lnTo>
                    <a:lnTo>
                      <a:pt x="896" y="711"/>
                    </a:lnTo>
                    <a:lnTo>
                      <a:pt x="900" y="701"/>
                    </a:lnTo>
                    <a:lnTo>
                      <a:pt x="902" y="693"/>
                    </a:lnTo>
                    <a:lnTo>
                      <a:pt x="902" y="683"/>
                    </a:lnTo>
                    <a:lnTo>
                      <a:pt x="900" y="673"/>
                    </a:lnTo>
                    <a:lnTo>
                      <a:pt x="896" y="664"/>
                    </a:lnTo>
                    <a:lnTo>
                      <a:pt x="892" y="657"/>
                    </a:lnTo>
                    <a:lnTo>
                      <a:pt x="885" y="651"/>
                    </a:lnTo>
                    <a:lnTo>
                      <a:pt x="877" y="647"/>
                    </a:lnTo>
                    <a:lnTo>
                      <a:pt x="867" y="646"/>
                    </a:lnTo>
                    <a:lnTo>
                      <a:pt x="856" y="647"/>
                    </a:lnTo>
                    <a:lnTo>
                      <a:pt x="844" y="652"/>
                    </a:lnTo>
                    <a:lnTo>
                      <a:pt x="844" y="652"/>
                    </a:lnTo>
                    <a:close/>
                    <a:moveTo>
                      <a:pt x="997" y="622"/>
                    </a:moveTo>
                    <a:lnTo>
                      <a:pt x="997" y="622"/>
                    </a:lnTo>
                    <a:lnTo>
                      <a:pt x="989" y="626"/>
                    </a:lnTo>
                    <a:lnTo>
                      <a:pt x="982" y="632"/>
                    </a:lnTo>
                    <a:lnTo>
                      <a:pt x="977" y="637"/>
                    </a:lnTo>
                    <a:lnTo>
                      <a:pt x="974" y="644"/>
                    </a:lnTo>
                    <a:lnTo>
                      <a:pt x="972" y="651"/>
                    </a:lnTo>
                    <a:lnTo>
                      <a:pt x="972" y="658"/>
                    </a:lnTo>
                    <a:lnTo>
                      <a:pt x="972" y="665"/>
                    </a:lnTo>
                    <a:lnTo>
                      <a:pt x="975" y="672"/>
                    </a:lnTo>
                    <a:lnTo>
                      <a:pt x="978" y="677"/>
                    </a:lnTo>
                    <a:lnTo>
                      <a:pt x="982" y="684"/>
                    </a:lnTo>
                    <a:lnTo>
                      <a:pt x="988" y="688"/>
                    </a:lnTo>
                    <a:lnTo>
                      <a:pt x="993" y="693"/>
                    </a:lnTo>
                    <a:lnTo>
                      <a:pt x="1000" y="697"/>
                    </a:lnTo>
                    <a:lnTo>
                      <a:pt x="1007" y="698"/>
                    </a:lnTo>
                    <a:lnTo>
                      <a:pt x="1014" y="698"/>
                    </a:lnTo>
                    <a:lnTo>
                      <a:pt x="1022" y="698"/>
                    </a:lnTo>
                    <a:lnTo>
                      <a:pt x="1022" y="698"/>
                    </a:lnTo>
                    <a:lnTo>
                      <a:pt x="1030" y="695"/>
                    </a:lnTo>
                    <a:lnTo>
                      <a:pt x="1036" y="690"/>
                    </a:lnTo>
                    <a:lnTo>
                      <a:pt x="1042" y="684"/>
                    </a:lnTo>
                    <a:lnTo>
                      <a:pt x="1044" y="679"/>
                    </a:lnTo>
                    <a:lnTo>
                      <a:pt x="1047" y="670"/>
                    </a:lnTo>
                    <a:lnTo>
                      <a:pt x="1048" y="664"/>
                    </a:lnTo>
                    <a:lnTo>
                      <a:pt x="1048" y="655"/>
                    </a:lnTo>
                    <a:lnTo>
                      <a:pt x="1047" y="648"/>
                    </a:lnTo>
                    <a:lnTo>
                      <a:pt x="1044" y="641"/>
                    </a:lnTo>
                    <a:lnTo>
                      <a:pt x="1040" y="634"/>
                    </a:lnTo>
                    <a:lnTo>
                      <a:pt x="1036" y="629"/>
                    </a:lnTo>
                    <a:lnTo>
                      <a:pt x="1030" y="623"/>
                    </a:lnTo>
                    <a:lnTo>
                      <a:pt x="1024" y="621"/>
                    </a:lnTo>
                    <a:lnTo>
                      <a:pt x="1015" y="619"/>
                    </a:lnTo>
                    <a:lnTo>
                      <a:pt x="1007" y="619"/>
                    </a:lnTo>
                    <a:lnTo>
                      <a:pt x="997" y="622"/>
                    </a:lnTo>
                    <a:lnTo>
                      <a:pt x="997" y="622"/>
                    </a:lnTo>
                    <a:close/>
                    <a:moveTo>
                      <a:pt x="268" y="766"/>
                    </a:moveTo>
                    <a:lnTo>
                      <a:pt x="268" y="766"/>
                    </a:lnTo>
                    <a:lnTo>
                      <a:pt x="263" y="770"/>
                    </a:lnTo>
                    <a:lnTo>
                      <a:pt x="258" y="774"/>
                    </a:lnTo>
                    <a:lnTo>
                      <a:pt x="256" y="780"/>
                    </a:lnTo>
                    <a:lnTo>
                      <a:pt x="253" y="785"/>
                    </a:lnTo>
                    <a:lnTo>
                      <a:pt x="251" y="792"/>
                    </a:lnTo>
                    <a:lnTo>
                      <a:pt x="250" y="798"/>
                    </a:lnTo>
                    <a:lnTo>
                      <a:pt x="251" y="805"/>
                    </a:lnTo>
                    <a:lnTo>
                      <a:pt x="253" y="812"/>
                    </a:lnTo>
                    <a:lnTo>
                      <a:pt x="254" y="817"/>
                    </a:lnTo>
                    <a:lnTo>
                      <a:pt x="257" y="823"/>
                    </a:lnTo>
                    <a:lnTo>
                      <a:pt x="261" y="828"/>
                    </a:lnTo>
                    <a:lnTo>
                      <a:pt x="265" y="832"/>
                    </a:lnTo>
                    <a:lnTo>
                      <a:pt x="269" y="835"/>
                    </a:lnTo>
                    <a:lnTo>
                      <a:pt x="276" y="838"/>
                    </a:lnTo>
                    <a:lnTo>
                      <a:pt x="282" y="839"/>
                    </a:lnTo>
                    <a:lnTo>
                      <a:pt x="289" y="838"/>
                    </a:lnTo>
                    <a:lnTo>
                      <a:pt x="289" y="838"/>
                    </a:lnTo>
                    <a:lnTo>
                      <a:pt x="297" y="837"/>
                    </a:lnTo>
                    <a:lnTo>
                      <a:pt x="303" y="832"/>
                    </a:lnTo>
                    <a:lnTo>
                      <a:pt x="308" y="827"/>
                    </a:lnTo>
                    <a:lnTo>
                      <a:pt x="312" y="820"/>
                    </a:lnTo>
                    <a:lnTo>
                      <a:pt x="314" y="813"/>
                    </a:lnTo>
                    <a:lnTo>
                      <a:pt x="315" y="805"/>
                    </a:lnTo>
                    <a:lnTo>
                      <a:pt x="315" y="796"/>
                    </a:lnTo>
                    <a:lnTo>
                      <a:pt x="315" y="790"/>
                    </a:lnTo>
                    <a:lnTo>
                      <a:pt x="312" y="781"/>
                    </a:lnTo>
                    <a:lnTo>
                      <a:pt x="310" y="774"/>
                    </a:lnTo>
                    <a:lnTo>
                      <a:pt x="305" y="769"/>
                    </a:lnTo>
                    <a:lnTo>
                      <a:pt x="300" y="765"/>
                    </a:lnTo>
                    <a:lnTo>
                      <a:pt x="293" y="762"/>
                    </a:lnTo>
                    <a:lnTo>
                      <a:pt x="286" y="760"/>
                    </a:lnTo>
                    <a:lnTo>
                      <a:pt x="278" y="762"/>
                    </a:lnTo>
                    <a:lnTo>
                      <a:pt x="268" y="766"/>
                    </a:lnTo>
                    <a:lnTo>
                      <a:pt x="268" y="766"/>
                    </a:lnTo>
                    <a:close/>
                    <a:moveTo>
                      <a:pt x="1133" y="600"/>
                    </a:moveTo>
                    <a:lnTo>
                      <a:pt x="1133" y="600"/>
                    </a:lnTo>
                    <a:lnTo>
                      <a:pt x="1126" y="604"/>
                    </a:lnTo>
                    <a:lnTo>
                      <a:pt x="1120" y="610"/>
                    </a:lnTo>
                    <a:lnTo>
                      <a:pt x="1118" y="615"/>
                    </a:lnTo>
                    <a:lnTo>
                      <a:pt x="1115" y="621"/>
                    </a:lnTo>
                    <a:lnTo>
                      <a:pt x="1114" y="628"/>
                    </a:lnTo>
                    <a:lnTo>
                      <a:pt x="1114" y="634"/>
                    </a:lnTo>
                    <a:lnTo>
                      <a:pt x="1115" y="641"/>
                    </a:lnTo>
                    <a:lnTo>
                      <a:pt x="1118" y="647"/>
                    </a:lnTo>
                    <a:lnTo>
                      <a:pt x="1122" y="652"/>
                    </a:lnTo>
                    <a:lnTo>
                      <a:pt x="1126" y="658"/>
                    </a:lnTo>
                    <a:lnTo>
                      <a:pt x="1130" y="664"/>
                    </a:lnTo>
                    <a:lnTo>
                      <a:pt x="1136" y="666"/>
                    </a:lnTo>
                    <a:lnTo>
                      <a:pt x="1143" y="669"/>
                    </a:lnTo>
                    <a:lnTo>
                      <a:pt x="1149" y="672"/>
                    </a:lnTo>
                    <a:lnTo>
                      <a:pt x="1156" y="672"/>
                    </a:lnTo>
                    <a:lnTo>
                      <a:pt x="1163" y="670"/>
                    </a:lnTo>
                    <a:lnTo>
                      <a:pt x="1163" y="670"/>
                    </a:lnTo>
                    <a:lnTo>
                      <a:pt x="1172" y="668"/>
                    </a:lnTo>
                    <a:lnTo>
                      <a:pt x="1177" y="664"/>
                    </a:lnTo>
                    <a:lnTo>
                      <a:pt x="1181" y="657"/>
                    </a:lnTo>
                    <a:lnTo>
                      <a:pt x="1184" y="651"/>
                    </a:lnTo>
                    <a:lnTo>
                      <a:pt x="1187" y="643"/>
                    </a:lnTo>
                    <a:lnTo>
                      <a:pt x="1187" y="636"/>
                    </a:lnTo>
                    <a:lnTo>
                      <a:pt x="1187" y="628"/>
                    </a:lnTo>
                    <a:lnTo>
                      <a:pt x="1184" y="621"/>
                    </a:lnTo>
                    <a:lnTo>
                      <a:pt x="1181" y="614"/>
                    </a:lnTo>
                    <a:lnTo>
                      <a:pt x="1177" y="607"/>
                    </a:lnTo>
                    <a:lnTo>
                      <a:pt x="1173" y="601"/>
                    </a:lnTo>
                    <a:lnTo>
                      <a:pt x="1166" y="597"/>
                    </a:lnTo>
                    <a:lnTo>
                      <a:pt x="1159" y="596"/>
                    </a:lnTo>
                    <a:lnTo>
                      <a:pt x="1152" y="594"/>
                    </a:lnTo>
                    <a:lnTo>
                      <a:pt x="1143" y="596"/>
                    </a:lnTo>
                    <a:lnTo>
                      <a:pt x="1133" y="600"/>
                    </a:lnTo>
                    <a:lnTo>
                      <a:pt x="1133" y="600"/>
                    </a:lnTo>
                    <a:close/>
                    <a:moveTo>
                      <a:pt x="1271" y="574"/>
                    </a:moveTo>
                    <a:lnTo>
                      <a:pt x="1271" y="574"/>
                    </a:lnTo>
                    <a:lnTo>
                      <a:pt x="1264" y="576"/>
                    </a:lnTo>
                    <a:lnTo>
                      <a:pt x="1257" y="580"/>
                    </a:lnTo>
                    <a:lnTo>
                      <a:pt x="1253" y="586"/>
                    </a:lnTo>
                    <a:lnTo>
                      <a:pt x="1251" y="593"/>
                    </a:lnTo>
                    <a:lnTo>
                      <a:pt x="1248" y="600"/>
                    </a:lnTo>
                    <a:lnTo>
                      <a:pt x="1248" y="608"/>
                    </a:lnTo>
                    <a:lnTo>
                      <a:pt x="1248" y="616"/>
                    </a:lnTo>
                    <a:lnTo>
                      <a:pt x="1251" y="625"/>
                    </a:lnTo>
                    <a:lnTo>
                      <a:pt x="1253" y="632"/>
                    </a:lnTo>
                    <a:lnTo>
                      <a:pt x="1257" y="637"/>
                    </a:lnTo>
                    <a:lnTo>
                      <a:pt x="1263" y="643"/>
                    </a:lnTo>
                    <a:lnTo>
                      <a:pt x="1270" y="647"/>
                    </a:lnTo>
                    <a:lnTo>
                      <a:pt x="1278" y="648"/>
                    </a:lnTo>
                    <a:lnTo>
                      <a:pt x="1286" y="648"/>
                    </a:lnTo>
                    <a:lnTo>
                      <a:pt x="1296" y="646"/>
                    </a:lnTo>
                    <a:lnTo>
                      <a:pt x="1307" y="640"/>
                    </a:lnTo>
                    <a:lnTo>
                      <a:pt x="1307" y="640"/>
                    </a:lnTo>
                    <a:lnTo>
                      <a:pt x="1311" y="633"/>
                    </a:lnTo>
                    <a:lnTo>
                      <a:pt x="1313" y="628"/>
                    </a:lnTo>
                    <a:lnTo>
                      <a:pt x="1314" y="621"/>
                    </a:lnTo>
                    <a:lnTo>
                      <a:pt x="1314" y="615"/>
                    </a:lnTo>
                    <a:lnTo>
                      <a:pt x="1314" y="608"/>
                    </a:lnTo>
                    <a:lnTo>
                      <a:pt x="1313" y="603"/>
                    </a:lnTo>
                    <a:lnTo>
                      <a:pt x="1309" y="592"/>
                    </a:lnTo>
                    <a:lnTo>
                      <a:pt x="1300" y="583"/>
                    </a:lnTo>
                    <a:lnTo>
                      <a:pt x="1292" y="576"/>
                    </a:lnTo>
                    <a:lnTo>
                      <a:pt x="1288" y="574"/>
                    </a:lnTo>
                    <a:lnTo>
                      <a:pt x="1282" y="572"/>
                    </a:lnTo>
                    <a:lnTo>
                      <a:pt x="1277" y="572"/>
                    </a:lnTo>
                    <a:lnTo>
                      <a:pt x="1271" y="574"/>
                    </a:lnTo>
                    <a:lnTo>
                      <a:pt x="1271" y="574"/>
                    </a:lnTo>
                    <a:close/>
                    <a:moveTo>
                      <a:pt x="1385" y="558"/>
                    </a:moveTo>
                    <a:lnTo>
                      <a:pt x="1385" y="558"/>
                    </a:lnTo>
                    <a:lnTo>
                      <a:pt x="1381" y="561"/>
                    </a:lnTo>
                    <a:lnTo>
                      <a:pt x="1376" y="565"/>
                    </a:lnTo>
                    <a:lnTo>
                      <a:pt x="1374" y="569"/>
                    </a:lnTo>
                    <a:lnTo>
                      <a:pt x="1372" y="575"/>
                    </a:lnTo>
                    <a:lnTo>
                      <a:pt x="1371" y="580"/>
                    </a:lnTo>
                    <a:lnTo>
                      <a:pt x="1371" y="586"/>
                    </a:lnTo>
                    <a:lnTo>
                      <a:pt x="1374" y="598"/>
                    </a:lnTo>
                    <a:lnTo>
                      <a:pt x="1378" y="608"/>
                    </a:lnTo>
                    <a:lnTo>
                      <a:pt x="1381" y="614"/>
                    </a:lnTo>
                    <a:lnTo>
                      <a:pt x="1385" y="618"/>
                    </a:lnTo>
                    <a:lnTo>
                      <a:pt x="1389" y="621"/>
                    </a:lnTo>
                    <a:lnTo>
                      <a:pt x="1394" y="623"/>
                    </a:lnTo>
                    <a:lnTo>
                      <a:pt x="1399" y="625"/>
                    </a:lnTo>
                    <a:lnTo>
                      <a:pt x="1404" y="625"/>
                    </a:lnTo>
                    <a:lnTo>
                      <a:pt x="1404" y="625"/>
                    </a:lnTo>
                    <a:lnTo>
                      <a:pt x="1411" y="622"/>
                    </a:lnTo>
                    <a:lnTo>
                      <a:pt x="1418" y="619"/>
                    </a:lnTo>
                    <a:lnTo>
                      <a:pt x="1422" y="614"/>
                    </a:lnTo>
                    <a:lnTo>
                      <a:pt x="1425" y="608"/>
                    </a:lnTo>
                    <a:lnTo>
                      <a:pt x="1426" y="603"/>
                    </a:lnTo>
                    <a:lnTo>
                      <a:pt x="1426" y="596"/>
                    </a:lnTo>
                    <a:lnTo>
                      <a:pt x="1426" y="589"/>
                    </a:lnTo>
                    <a:lnTo>
                      <a:pt x="1425" y="582"/>
                    </a:lnTo>
                    <a:lnTo>
                      <a:pt x="1422" y="575"/>
                    </a:lnTo>
                    <a:lnTo>
                      <a:pt x="1419" y="568"/>
                    </a:lnTo>
                    <a:lnTo>
                      <a:pt x="1415" y="562"/>
                    </a:lnTo>
                    <a:lnTo>
                      <a:pt x="1410" y="558"/>
                    </a:lnTo>
                    <a:lnTo>
                      <a:pt x="1404" y="556"/>
                    </a:lnTo>
                    <a:lnTo>
                      <a:pt x="1399" y="554"/>
                    </a:lnTo>
                    <a:lnTo>
                      <a:pt x="1392" y="556"/>
                    </a:lnTo>
                    <a:lnTo>
                      <a:pt x="1385" y="558"/>
                    </a:lnTo>
                    <a:lnTo>
                      <a:pt x="1385" y="558"/>
                    </a:lnTo>
                    <a:close/>
                    <a:moveTo>
                      <a:pt x="1533" y="529"/>
                    </a:moveTo>
                    <a:lnTo>
                      <a:pt x="1533" y="529"/>
                    </a:lnTo>
                    <a:lnTo>
                      <a:pt x="1533" y="529"/>
                    </a:lnTo>
                    <a:lnTo>
                      <a:pt x="1533" y="529"/>
                    </a:lnTo>
                    <a:lnTo>
                      <a:pt x="1533" y="529"/>
                    </a:lnTo>
                    <a:close/>
                    <a:moveTo>
                      <a:pt x="168" y="866"/>
                    </a:moveTo>
                    <a:lnTo>
                      <a:pt x="168" y="866"/>
                    </a:lnTo>
                    <a:lnTo>
                      <a:pt x="174" y="864"/>
                    </a:lnTo>
                    <a:lnTo>
                      <a:pt x="178" y="862"/>
                    </a:lnTo>
                    <a:lnTo>
                      <a:pt x="184" y="859"/>
                    </a:lnTo>
                    <a:lnTo>
                      <a:pt x="186" y="855"/>
                    </a:lnTo>
                    <a:lnTo>
                      <a:pt x="189" y="849"/>
                    </a:lnTo>
                    <a:lnTo>
                      <a:pt x="191" y="844"/>
                    </a:lnTo>
                    <a:lnTo>
                      <a:pt x="193" y="832"/>
                    </a:lnTo>
                    <a:lnTo>
                      <a:pt x="192" y="820"/>
                    </a:lnTo>
                    <a:lnTo>
                      <a:pt x="188" y="809"/>
                    </a:lnTo>
                    <a:lnTo>
                      <a:pt x="184" y="803"/>
                    </a:lnTo>
                    <a:lnTo>
                      <a:pt x="180" y="799"/>
                    </a:lnTo>
                    <a:lnTo>
                      <a:pt x="175" y="795"/>
                    </a:lnTo>
                    <a:lnTo>
                      <a:pt x="170" y="791"/>
                    </a:lnTo>
                    <a:lnTo>
                      <a:pt x="170" y="791"/>
                    </a:lnTo>
                    <a:lnTo>
                      <a:pt x="162" y="792"/>
                    </a:lnTo>
                    <a:lnTo>
                      <a:pt x="153" y="795"/>
                    </a:lnTo>
                    <a:lnTo>
                      <a:pt x="148" y="799"/>
                    </a:lnTo>
                    <a:lnTo>
                      <a:pt x="142" y="805"/>
                    </a:lnTo>
                    <a:lnTo>
                      <a:pt x="139" y="810"/>
                    </a:lnTo>
                    <a:lnTo>
                      <a:pt x="137" y="817"/>
                    </a:lnTo>
                    <a:lnTo>
                      <a:pt x="137" y="824"/>
                    </a:lnTo>
                    <a:lnTo>
                      <a:pt x="137" y="831"/>
                    </a:lnTo>
                    <a:lnTo>
                      <a:pt x="138" y="838"/>
                    </a:lnTo>
                    <a:lnTo>
                      <a:pt x="139" y="844"/>
                    </a:lnTo>
                    <a:lnTo>
                      <a:pt x="142" y="850"/>
                    </a:lnTo>
                    <a:lnTo>
                      <a:pt x="146" y="856"/>
                    </a:lnTo>
                    <a:lnTo>
                      <a:pt x="150" y="860"/>
                    </a:lnTo>
                    <a:lnTo>
                      <a:pt x="156" y="863"/>
                    </a:lnTo>
                    <a:lnTo>
                      <a:pt x="162" y="866"/>
                    </a:lnTo>
                    <a:lnTo>
                      <a:pt x="168" y="866"/>
                    </a:lnTo>
                    <a:lnTo>
                      <a:pt x="168" y="866"/>
                    </a:lnTo>
                    <a:close/>
                    <a:moveTo>
                      <a:pt x="1498" y="610"/>
                    </a:moveTo>
                    <a:lnTo>
                      <a:pt x="1498" y="610"/>
                    </a:lnTo>
                    <a:lnTo>
                      <a:pt x="1502" y="605"/>
                    </a:lnTo>
                    <a:lnTo>
                      <a:pt x="1504" y="601"/>
                    </a:lnTo>
                    <a:lnTo>
                      <a:pt x="1506" y="597"/>
                    </a:lnTo>
                    <a:lnTo>
                      <a:pt x="1506" y="592"/>
                    </a:lnTo>
                    <a:lnTo>
                      <a:pt x="1506" y="580"/>
                    </a:lnTo>
                    <a:lnTo>
                      <a:pt x="1504" y="568"/>
                    </a:lnTo>
                    <a:lnTo>
                      <a:pt x="1498" y="558"/>
                    </a:lnTo>
                    <a:lnTo>
                      <a:pt x="1495" y="553"/>
                    </a:lnTo>
                    <a:lnTo>
                      <a:pt x="1491" y="550"/>
                    </a:lnTo>
                    <a:lnTo>
                      <a:pt x="1487" y="546"/>
                    </a:lnTo>
                    <a:lnTo>
                      <a:pt x="1483" y="545"/>
                    </a:lnTo>
                    <a:lnTo>
                      <a:pt x="1477" y="545"/>
                    </a:lnTo>
                    <a:lnTo>
                      <a:pt x="1472" y="545"/>
                    </a:lnTo>
                    <a:lnTo>
                      <a:pt x="1472" y="545"/>
                    </a:lnTo>
                    <a:lnTo>
                      <a:pt x="1468" y="553"/>
                    </a:lnTo>
                    <a:lnTo>
                      <a:pt x="1466" y="562"/>
                    </a:lnTo>
                    <a:lnTo>
                      <a:pt x="1466" y="575"/>
                    </a:lnTo>
                    <a:lnTo>
                      <a:pt x="1468" y="586"/>
                    </a:lnTo>
                    <a:lnTo>
                      <a:pt x="1473" y="596"/>
                    </a:lnTo>
                    <a:lnTo>
                      <a:pt x="1479" y="604"/>
                    </a:lnTo>
                    <a:lnTo>
                      <a:pt x="1483" y="607"/>
                    </a:lnTo>
                    <a:lnTo>
                      <a:pt x="1489" y="608"/>
                    </a:lnTo>
                    <a:lnTo>
                      <a:pt x="1493" y="610"/>
                    </a:lnTo>
                    <a:lnTo>
                      <a:pt x="1498" y="610"/>
                    </a:lnTo>
                    <a:lnTo>
                      <a:pt x="1498" y="610"/>
                    </a:lnTo>
                    <a:close/>
                    <a:moveTo>
                      <a:pt x="78" y="816"/>
                    </a:moveTo>
                    <a:lnTo>
                      <a:pt x="78" y="816"/>
                    </a:lnTo>
                    <a:lnTo>
                      <a:pt x="72" y="817"/>
                    </a:lnTo>
                    <a:lnTo>
                      <a:pt x="66" y="819"/>
                    </a:lnTo>
                    <a:lnTo>
                      <a:pt x="62" y="823"/>
                    </a:lnTo>
                    <a:lnTo>
                      <a:pt x="59" y="827"/>
                    </a:lnTo>
                    <a:lnTo>
                      <a:pt x="56" y="832"/>
                    </a:lnTo>
                    <a:lnTo>
                      <a:pt x="55" y="839"/>
                    </a:lnTo>
                    <a:lnTo>
                      <a:pt x="55" y="845"/>
                    </a:lnTo>
                    <a:lnTo>
                      <a:pt x="55" y="852"/>
                    </a:lnTo>
                    <a:lnTo>
                      <a:pt x="58" y="864"/>
                    </a:lnTo>
                    <a:lnTo>
                      <a:pt x="61" y="870"/>
                    </a:lnTo>
                    <a:lnTo>
                      <a:pt x="63" y="875"/>
                    </a:lnTo>
                    <a:lnTo>
                      <a:pt x="67" y="880"/>
                    </a:lnTo>
                    <a:lnTo>
                      <a:pt x="72" y="882"/>
                    </a:lnTo>
                    <a:lnTo>
                      <a:pt x="76" y="885"/>
                    </a:lnTo>
                    <a:lnTo>
                      <a:pt x="81" y="885"/>
                    </a:lnTo>
                    <a:lnTo>
                      <a:pt x="81" y="885"/>
                    </a:lnTo>
                    <a:lnTo>
                      <a:pt x="85" y="882"/>
                    </a:lnTo>
                    <a:lnTo>
                      <a:pt x="88" y="880"/>
                    </a:lnTo>
                    <a:lnTo>
                      <a:pt x="94" y="871"/>
                    </a:lnTo>
                    <a:lnTo>
                      <a:pt x="96" y="862"/>
                    </a:lnTo>
                    <a:lnTo>
                      <a:pt x="96" y="850"/>
                    </a:lnTo>
                    <a:lnTo>
                      <a:pt x="94" y="839"/>
                    </a:lnTo>
                    <a:lnTo>
                      <a:pt x="91" y="830"/>
                    </a:lnTo>
                    <a:lnTo>
                      <a:pt x="85" y="821"/>
                    </a:lnTo>
                    <a:lnTo>
                      <a:pt x="78" y="816"/>
                    </a:lnTo>
                    <a:lnTo>
                      <a:pt x="78" y="816"/>
                    </a:lnTo>
                    <a:close/>
                    <a:moveTo>
                      <a:pt x="1529" y="543"/>
                    </a:moveTo>
                    <a:lnTo>
                      <a:pt x="1529" y="543"/>
                    </a:lnTo>
                    <a:lnTo>
                      <a:pt x="1529" y="560"/>
                    </a:lnTo>
                    <a:lnTo>
                      <a:pt x="1529" y="569"/>
                    </a:lnTo>
                    <a:lnTo>
                      <a:pt x="1531" y="579"/>
                    </a:lnTo>
                    <a:lnTo>
                      <a:pt x="1534" y="587"/>
                    </a:lnTo>
                    <a:lnTo>
                      <a:pt x="1538" y="594"/>
                    </a:lnTo>
                    <a:lnTo>
                      <a:pt x="1544" y="600"/>
                    </a:lnTo>
                    <a:lnTo>
                      <a:pt x="1551" y="603"/>
                    </a:lnTo>
                    <a:lnTo>
                      <a:pt x="1551" y="603"/>
                    </a:lnTo>
                    <a:lnTo>
                      <a:pt x="1547" y="585"/>
                    </a:lnTo>
                    <a:lnTo>
                      <a:pt x="1544" y="567"/>
                    </a:lnTo>
                    <a:lnTo>
                      <a:pt x="1541" y="558"/>
                    </a:lnTo>
                    <a:lnTo>
                      <a:pt x="1538" y="551"/>
                    </a:lnTo>
                    <a:lnTo>
                      <a:pt x="1534" y="547"/>
                    </a:lnTo>
                    <a:lnTo>
                      <a:pt x="1529" y="543"/>
                    </a:lnTo>
                    <a:lnTo>
                      <a:pt x="1529" y="543"/>
                    </a:lnTo>
                    <a:close/>
                    <a:moveTo>
                      <a:pt x="22" y="900"/>
                    </a:moveTo>
                    <a:lnTo>
                      <a:pt x="22" y="900"/>
                    </a:lnTo>
                    <a:lnTo>
                      <a:pt x="25" y="898"/>
                    </a:lnTo>
                    <a:lnTo>
                      <a:pt x="27" y="896"/>
                    </a:lnTo>
                    <a:lnTo>
                      <a:pt x="30" y="889"/>
                    </a:lnTo>
                    <a:lnTo>
                      <a:pt x="31" y="881"/>
                    </a:lnTo>
                    <a:lnTo>
                      <a:pt x="31" y="873"/>
                    </a:lnTo>
                    <a:lnTo>
                      <a:pt x="30" y="863"/>
                    </a:lnTo>
                    <a:lnTo>
                      <a:pt x="29" y="853"/>
                    </a:lnTo>
                    <a:lnTo>
                      <a:pt x="22" y="837"/>
                    </a:lnTo>
                    <a:lnTo>
                      <a:pt x="12" y="838"/>
                    </a:lnTo>
                    <a:lnTo>
                      <a:pt x="12" y="838"/>
                    </a:lnTo>
                    <a:lnTo>
                      <a:pt x="12" y="853"/>
                    </a:lnTo>
                    <a:lnTo>
                      <a:pt x="12" y="870"/>
                    </a:lnTo>
                    <a:lnTo>
                      <a:pt x="15" y="885"/>
                    </a:lnTo>
                    <a:lnTo>
                      <a:pt x="18" y="893"/>
                    </a:lnTo>
                    <a:lnTo>
                      <a:pt x="22" y="900"/>
                    </a:lnTo>
                    <a:lnTo>
                      <a:pt x="22" y="900"/>
                    </a:lnTo>
                    <a:close/>
                    <a:moveTo>
                      <a:pt x="384" y="920"/>
                    </a:moveTo>
                    <a:lnTo>
                      <a:pt x="384" y="920"/>
                    </a:lnTo>
                    <a:lnTo>
                      <a:pt x="391" y="917"/>
                    </a:lnTo>
                    <a:lnTo>
                      <a:pt x="395" y="911"/>
                    </a:lnTo>
                    <a:lnTo>
                      <a:pt x="398" y="906"/>
                    </a:lnTo>
                    <a:lnTo>
                      <a:pt x="400" y="900"/>
                    </a:lnTo>
                    <a:lnTo>
                      <a:pt x="401" y="893"/>
                    </a:lnTo>
                    <a:lnTo>
                      <a:pt x="401" y="886"/>
                    </a:lnTo>
                    <a:lnTo>
                      <a:pt x="400" y="880"/>
                    </a:lnTo>
                    <a:lnTo>
                      <a:pt x="397" y="874"/>
                    </a:lnTo>
                    <a:lnTo>
                      <a:pt x="394" y="867"/>
                    </a:lnTo>
                    <a:lnTo>
                      <a:pt x="390" y="862"/>
                    </a:lnTo>
                    <a:lnTo>
                      <a:pt x="386" y="856"/>
                    </a:lnTo>
                    <a:lnTo>
                      <a:pt x="380" y="853"/>
                    </a:lnTo>
                    <a:lnTo>
                      <a:pt x="375" y="849"/>
                    </a:lnTo>
                    <a:lnTo>
                      <a:pt x="368" y="848"/>
                    </a:lnTo>
                    <a:lnTo>
                      <a:pt x="362" y="848"/>
                    </a:lnTo>
                    <a:lnTo>
                      <a:pt x="355" y="849"/>
                    </a:lnTo>
                    <a:lnTo>
                      <a:pt x="355" y="849"/>
                    </a:lnTo>
                    <a:lnTo>
                      <a:pt x="346" y="853"/>
                    </a:lnTo>
                    <a:lnTo>
                      <a:pt x="339" y="859"/>
                    </a:lnTo>
                    <a:lnTo>
                      <a:pt x="334" y="864"/>
                    </a:lnTo>
                    <a:lnTo>
                      <a:pt x="330" y="871"/>
                    </a:lnTo>
                    <a:lnTo>
                      <a:pt x="329" y="878"/>
                    </a:lnTo>
                    <a:lnTo>
                      <a:pt x="329" y="885"/>
                    </a:lnTo>
                    <a:lnTo>
                      <a:pt x="330" y="893"/>
                    </a:lnTo>
                    <a:lnTo>
                      <a:pt x="333" y="900"/>
                    </a:lnTo>
                    <a:lnTo>
                      <a:pt x="337" y="907"/>
                    </a:lnTo>
                    <a:lnTo>
                      <a:pt x="341" y="913"/>
                    </a:lnTo>
                    <a:lnTo>
                      <a:pt x="347" y="918"/>
                    </a:lnTo>
                    <a:lnTo>
                      <a:pt x="354" y="921"/>
                    </a:lnTo>
                    <a:lnTo>
                      <a:pt x="361" y="924"/>
                    </a:lnTo>
                    <a:lnTo>
                      <a:pt x="368" y="925"/>
                    </a:lnTo>
                    <a:lnTo>
                      <a:pt x="376" y="924"/>
                    </a:lnTo>
                    <a:lnTo>
                      <a:pt x="384" y="920"/>
                    </a:lnTo>
                    <a:lnTo>
                      <a:pt x="384" y="920"/>
                    </a:lnTo>
                    <a:close/>
                    <a:moveTo>
                      <a:pt x="489" y="823"/>
                    </a:moveTo>
                    <a:lnTo>
                      <a:pt x="489" y="823"/>
                    </a:lnTo>
                    <a:lnTo>
                      <a:pt x="484" y="826"/>
                    </a:lnTo>
                    <a:lnTo>
                      <a:pt x="478" y="830"/>
                    </a:lnTo>
                    <a:lnTo>
                      <a:pt x="474" y="832"/>
                    </a:lnTo>
                    <a:lnTo>
                      <a:pt x="470" y="837"/>
                    </a:lnTo>
                    <a:lnTo>
                      <a:pt x="465" y="846"/>
                    </a:lnTo>
                    <a:lnTo>
                      <a:pt x="462" y="857"/>
                    </a:lnTo>
                    <a:lnTo>
                      <a:pt x="463" y="868"/>
                    </a:lnTo>
                    <a:lnTo>
                      <a:pt x="466" y="878"/>
                    </a:lnTo>
                    <a:lnTo>
                      <a:pt x="471" y="888"/>
                    </a:lnTo>
                    <a:lnTo>
                      <a:pt x="480" y="895"/>
                    </a:lnTo>
                    <a:lnTo>
                      <a:pt x="480" y="895"/>
                    </a:lnTo>
                    <a:lnTo>
                      <a:pt x="491" y="902"/>
                    </a:lnTo>
                    <a:lnTo>
                      <a:pt x="496" y="903"/>
                    </a:lnTo>
                    <a:lnTo>
                      <a:pt x="502" y="903"/>
                    </a:lnTo>
                    <a:lnTo>
                      <a:pt x="510" y="903"/>
                    </a:lnTo>
                    <a:lnTo>
                      <a:pt x="519" y="899"/>
                    </a:lnTo>
                    <a:lnTo>
                      <a:pt x="525" y="892"/>
                    </a:lnTo>
                    <a:lnTo>
                      <a:pt x="531" y="885"/>
                    </a:lnTo>
                    <a:lnTo>
                      <a:pt x="535" y="875"/>
                    </a:lnTo>
                    <a:lnTo>
                      <a:pt x="537" y="866"/>
                    </a:lnTo>
                    <a:lnTo>
                      <a:pt x="538" y="856"/>
                    </a:lnTo>
                    <a:lnTo>
                      <a:pt x="537" y="846"/>
                    </a:lnTo>
                    <a:lnTo>
                      <a:pt x="534" y="837"/>
                    </a:lnTo>
                    <a:lnTo>
                      <a:pt x="528" y="830"/>
                    </a:lnTo>
                    <a:lnTo>
                      <a:pt x="523" y="824"/>
                    </a:lnTo>
                    <a:lnTo>
                      <a:pt x="513" y="821"/>
                    </a:lnTo>
                    <a:lnTo>
                      <a:pt x="503" y="820"/>
                    </a:lnTo>
                    <a:lnTo>
                      <a:pt x="489" y="823"/>
                    </a:lnTo>
                    <a:lnTo>
                      <a:pt x="489" y="823"/>
                    </a:lnTo>
                    <a:close/>
                    <a:moveTo>
                      <a:pt x="639" y="874"/>
                    </a:moveTo>
                    <a:lnTo>
                      <a:pt x="639" y="874"/>
                    </a:lnTo>
                    <a:lnTo>
                      <a:pt x="651" y="874"/>
                    </a:lnTo>
                    <a:lnTo>
                      <a:pt x="661" y="871"/>
                    </a:lnTo>
                    <a:lnTo>
                      <a:pt x="669" y="867"/>
                    </a:lnTo>
                    <a:lnTo>
                      <a:pt x="676" y="862"/>
                    </a:lnTo>
                    <a:lnTo>
                      <a:pt x="680" y="853"/>
                    </a:lnTo>
                    <a:lnTo>
                      <a:pt x="683" y="845"/>
                    </a:lnTo>
                    <a:lnTo>
                      <a:pt x="685" y="837"/>
                    </a:lnTo>
                    <a:lnTo>
                      <a:pt x="685" y="827"/>
                    </a:lnTo>
                    <a:lnTo>
                      <a:pt x="683" y="819"/>
                    </a:lnTo>
                    <a:lnTo>
                      <a:pt x="679" y="810"/>
                    </a:lnTo>
                    <a:lnTo>
                      <a:pt x="675" y="803"/>
                    </a:lnTo>
                    <a:lnTo>
                      <a:pt x="669" y="798"/>
                    </a:lnTo>
                    <a:lnTo>
                      <a:pt x="661" y="794"/>
                    </a:lnTo>
                    <a:lnTo>
                      <a:pt x="653" y="792"/>
                    </a:lnTo>
                    <a:lnTo>
                      <a:pt x="643" y="792"/>
                    </a:lnTo>
                    <a:lnTo>
                      <a:pt x="631" y="796"/>
                    </a:lnTo>
                    <a:lnTo>
                      <a:pt x="631" y="796"/>
                    </a:lnTo>
                    <a:lnTo>
                      <a:pt x="625" y="799"/>
                    </a:lnTo>
                    <a:lnTo>
                      <a:pt x="620" y="803"/>
                    </a:lnTo>
                    <a:lnTo>
                      <a:pt x="615" y="809"/>
                    </a:lnTo>
                    <a:lnTo>
                      <a:pt x="611" y="814"/>
                    </a:lnTo>
                    <a:lnTo>
                      <a:pt x="608" y="821"/>
                    </a:lnTo>
                    <a:lnTo>
                      <a:pt x="607" y="827"/>
                    </a:lnTo>
                    <a:lnTo>
                      <a:pt x="607" y="834"/>
                    </a:lnTo>
                    <a:lnTo>
                      <a:pt x="607" y="841"/>
                    </a:lnTo>
                    <a:lnTo>
                      <a:pt x="608" y="846"/>
                    </a:lnTo>
                    <a:lnTo>
                      <a:pt x="611" y="853"/>
                    </a:lnTo>
                    <a:lnTo>
                      <a:pt x="614" y="859"/>
                    </a:lnTo>
                    <a:lnTo>
                      <a:pt x="617" y="863"/>
                    </a:lnTo>
                    <a:lnTo>
                      <a:pt x="622" y="867"/>
                    </a:lnTo>
                    <a:lnTo>
                      <a:pt x="626" y="871"/>
                    </a:lnTo>
                    <a:lnTo>
                      <a:pt x="633" y="874"/>
                    </a:lnTo>
                    <a:lnTo>
                      <a:pt x="639" y="874"/>
                    </a:lnTo>
                    <a:lnTo>
                      <a:pt x="639" y="874"/>
                    </a:lnTo>
                    <a:close/>
                    <a:moveTo>
                      <a:pt x="787" y="846"/>
                    </a:moveTo>
                    <a:lnTo>
                      <a:pt x="787" y="846"/>
                    </a:lnTo>
                    <a:lnTo>
                      <a:pt x="799" y="846"/>
                    </a:lnTo>
                    <a:lnTo>
                      <a:pt x="809" y="844"/>
                    </a:lnTo>
                    <a:lnTo>
                      <a:pt x="817" y="839"/>
                    </a:lnTo>
                    <a:lnTo>
                      <a:pt x="824" y="832"/>
                    </a:lnTo>
                    <a:lnTo>
                      <a:pt x="830" y="826"/>
                    </a:lnTo>
                    <a:lnTo>
                      <a:pt x="833" y="817"/>
                    </a:lnTo>
                    <a:lnTo>
                      <a:pt x="834" y="809"/>
                    </a:lnTo>
                    <a:lnTo>
                      <a:pt x="834" y="801"/>
                    </a:lnTo>
                    <a:lnTo>
                      <a:pt x="833" y="791"/>
                    </a:lnTo>
                    <a:lnTo>
                      <a:pt x="830" y="784"/>
                    </a:lnTo>
                    <a:lnTo>
                      <a:pt x="826" y="776"/>
                    </a:lnTo>
                    <a:lnTo>
                      <a:pt x="819" y="770"/>
                    </a:lnTo>
                    <a:lnTo>
                      <a:pt x="812" y="766"/>
                    </a:lnTo>
                    <a:lnTo>
                      <a:pt x="804" y="765"/>
                    </a:lnTo>
                    <a:lnTo>
                      <a:pt x="794" y="765"/>
                    </a:lnTo>
                    <a:lnTo>
                      <a:pt x="783" y="767"/>
                    </a:lnTo>
                    <a:lnTo>
                      <a:pt x="783" y="767"/>
                    </a:lnTo>
                    <a:lnTo>
                      <a:pt x="776" y="770"/>
                    </a:lnTo>
                    <a:lnTo>
                      <a:pt x="769" y="774"/>
                    </a:lnTo>
                    <a:lnTo>
                      <a:pt x="765" y="780"/>
                    </a:lnTo>
                    <a:lnTo>
                      <a:pt x="761" y="785"/>
                    </a:lnTo>
                    <a:lnTo>
                      <a:pt x="758" y="791"/>
                    </a:lnTo>
                    <a:lnTo>
                      <a:pt x="757" y="798"/>
                    </a:lnTo>
                    <a:lnTo>
                      <a:pt x="755" y="805"/>
                    </a:lnTo>
                    <a:lnTo>
                      <a:pt x="755" y="812"/>
                    </a:lnTo>
                    <a:lnTo>
                      <a:pt x="757" y="817"/>
                    </a:lnTo>
                    <a:lnTo>
                      <a:pt x="759" y="824"/>
                    </a:lnTo>
                    <a:lnTo>
                      <a:pt x="762" y="830"/>
                    </a:lnTo>
                    <a:lnTo>
                      <a:pt x="765" y="834"/>
                    </a:lnTo>
                    <a:lnTo>
                      <a:pt x="769" y="839"/>
                    </a:lnTo>
                    <a:lnTo>
                      <a:pt x="775" y="842"/>
                    </a:lnTo>
                    <a:lnTo>
                      <a:pt x="780" y="845"/>
                    </a:lnTo>
                    <a:lnTo>
                      <a:pt x="787" y="846"/>
                    </a:lnTo>
                    <a:lnTo>
                      <a:pt x="787" y="846"/>
                    </a:lnTo>
                    <a:close/>
                    <a:moveTo>
                      <a:pt x="921" y="801"/>
                    </a:moveTo>
                    <a:lnTo>
                      <a:pt x="921" y="801"/>
                    </a:lnTo>
                    <a:lnTo>
                      <a:pt x="927" y="808"/>
                    </a:lnTo>
                    <a:lnTo>
                      <a:pt x="934" y="813"/>
                    </a:lnTo>
                    <a:lnTo>
                      <a:pt x="941" y="817"/>
                    </a:lnTo>
                    <a:lnTo>
                      <a:pt x="947" y="819"/>
                    </a:lnTo>
                    <a:lnTo>
                      <a:pt x="956" y="819"/>
                    </a:lnTo>
                    <a:lnTo>
                      <a:pt x="963" y="816"/>
                    </a:lnTo>
                    <a:lnTo>
                      <a:pt x="971" y="813"/>
                    </a:lnTo>
                    <a:lnTo>
                      <a:pt x="978" y="809"/>
                    </a:lnTo>
                    <a:lnTo>
                      <a:pt x="983" y="803"/>
                    </a:lnTo>
                    <a:lnTo>
                      <a:pt x="989" y="798"/>
                    </a:lnTo>
                    <a:lnTo>
                      <a:pt x="993" y="790"/>
                    </a:lnTo>
                    <a:lnTo>
                      <a:pt x="996" y="783"/>
                    </a:lnTo>
                    <a:lnTo>
                      <a:pt x="997" y="774"/>
                    </a:lnTo>
                    <a:lnTo>
                      <a:pt x="996" y="765"/>
                    </a:lnTo>
                    <a:lnTo>
                      <a:pt x="993" y="756"/>
                    </a:lnTo>
                    <a:lnTo>
                      <a:pt x="989" y="748"/>
                    </a:lnTo>
                    <a:lnTo>
                      <a:pt x="989" y="748"/>
                    </a:lnTo>
                    <a:lnTo>
                      <a:pt x="982" y="741"/>
                    </a:lnTo>
                    <a:lnTo>
                      <a:pt x="977" y="738"/>
                    </a:lnTo>
                    <a:lnTo>
                      <a:pt x="971" y="737"/>
                    </a:lnTo>
                    <a:lnTo>
                      <a:pt x="964" y="736"/>
                    </a:lnTo>
                    <a:lnTo>
                      <a:pt x="957" y="736"/>
                    </a:lnTo>
                    <a:lnTo>
                      <a:pt x="949" y="737"/>
                    </a:lnTo>
                    <a:lnTo>
                      <a:pt x="941" y="740"/>
                    </a:lnTo>
                    <a:lnTo>
                      <a:pt x="941" y="740"/>
                    </a:lnTo>
                    <a:lnTo>
                      <a:pt x="934" y="744"/>
                    </a:lnTo>
                    <a:lnTo>
                      <a:pt x="927" y="749"/>
                    </a:lnTo>
                    <a:lnTo>
                      <a:pt x="921" y="755"/>
                    </a:lnTo>
                    <a:lnTo>
                      <a:pt x="917" y="762"/>
                    </a:lnTo>
                    <a:lnTo>
                      <a:pt x="914" y="770"/>
                    </a:lnTo>
                    <a:lnTo>
                      <a:pt x="914" y="778"/>
                    </a:lnTo>
                    <a:lnTo>
                      <a:pt x="917" y="790"/>
                    </a:lnTo>
                    <a:lnTo>
                      <a:pt x="921" y="801"/>
                    </a:lnTo>
                    <a:lnTo>
                      <a:pt x="921" y="801"/>
                    </a:lnTo>
                    <a:close/>
                    <a:moveTo>
                      <a:pt x="1112" y="787"/>
                    </a:moveTo>
                    <a:lnTo>
                      <a:pt x="1112" y="787"/>
                    </a:lnTo>
                    <a:lnTo>
                      <a:pt x="1119" y="784"/>
                    </a:lnTo>
                    <a:lnTo>
                      <a:pt x="1126" y="780"/>
                    </a:lnTo>
                    <a:lnTo>
                      <a:pt x="1130" y="774"/>
                    </a:lnTo>
                    <a:lnTo>
                      <a:pt x="1133" y="767"/>
                    </a:lnTo>
                    <a:lnTo>
                      <a:pt x="1136" y="759"/>
                    </a:lnTo>
                    <a:lnTo>
                      <a:pt x="1137" y="752"/>
                    </a:lnTo>
                    <a:lnTo>
                      <a:pt x="1136" y="744"/>
                    </a:lnTo>
                    <a:lnTo>
                      <a:pt x="1134" y="736"/>
                    </a:lnTo>
                    <a:lnTo>
                      <a:pt x="1133" y="729"/>
                    </a:lnTo>
                    <a:lnTo>
                      <a:pt x="1129" y="722"/>
                    </a:lnTo>
                    <a:lnTo>
                      <a:pt x="1125" y="716"/>
                    </a:lnTo>
                    <a:lnTo>
                      <a:pt x="1118" y="712"/>
                    </a:lnTo>
                    <a:lnTo>
                      <a:pt x="1112" y="709"/>
                    </a:lnTo>
                    <a:lnTo>
                      <a:pt x="1104" y="708"/>
                    </a:lnTo>
                    <a:lnTo>
                      <a:pt x="1094" y="709"/>
                    </a:lnTo>
                    <a:lnTo>
                      <a:pt x="1084" y="712"/>
                    </a:lnTo>
                    <a:lnTo>
                      <a:pt x="1084" y="712"/>
                    </a:lnTo>
                    <a:lnTo>
                      <a:pt x="1078" y="716"/>
                    </a:lnTo>
                    <a:lnTo>
                      <a:pt x="1072" y="722"/>
                    </a:lnTo>
                    <a:lnTo>
                      <a:pt x="1066" y="727"/>
                    </a:lnTo>
                    <a:lnTo>
                      <a:pt x="1064" y="734"/>
                    </a:lnTo>
                    <a:lnTo>
                      <a:pt x="1062" y="741"/>
                    </a:lnTo>
                    <a:lnTo>
                      <a:pt x="1062" y="748"/>
                    </a:lnTo>
                    <a:lnTo>
                      <a:pt x="1064" y="755"/>
                    </a:lnTo>
                    <a:lnTo>
                      <a:pt x="1066" y="762"/>
                    </a:lnTo>
                    <a:lnTo>
                      <a:pt x="1069" y="769"/>
                    </a:lnTo>
                    <a:lnTo>
                      <a:pt x="1073" y="774"/>
                    </a:lnTo>
                    <a:lnTo>
                      <a:pt x="1079" y="778"/>
                    </a:lnTo>
                    <a:lnTo>
                      <a:pt x="1084" y="783"/>
                    </a:lnTo>
                    <a:lnTo>
                      <a:pt x="1090" y="787"/>
                    </a:lnTo>
                    <a:lnTo>
                      <a:pt x="1097" y="788"/>
                    </a:lnTo>
                    <a:lnTo>
                      <a:pt x="1105" y="788"/>
                    </a:lnTo>
                    <a:lnTo>
                      <a:pt x="1112" y="787"/>
                    </a:lnTo>
                    <a:lnTo>
                      <a:pt x="1112" y="787"/>
                    </a:lnTo>
                    <a:close/>
                    <a:moveTo>
                      <a:pt x="1227" y="686"/>
                    </a:moveTo>
                    <a:lnTo>
                      <a:pt x="1227" y="686"/>
                    </a:lnTo>
                    <a:lnTo>
                      <a:pt x="1217" y="688"/>
                    </a:lnTo>
                    <a:lnTo>
                      <a:pt x="1212" y="694"/>
                    </a:lnTo>
                    <a:lnTo>
                      <a:pt x="1206" y="700"/>
                    </a:lnTo>
                    <a:lnTo>
                      <a:pt x="1203" y="706"/>
                    </a:lnTo>
                    <a:lnTo>
                      <a:pt x="1202" y="713"/>
                    </a:lnTo>
                    <a:lnTo>
                      <a:pt x="1202" y="720"/>
                    </a:lnTo>
                    <a:lnTo>
                      <a:pt x="1202" y="727"/>
                    </a:lnTo>
                    <a:lnTo>
                      <a:pt x="1205" y="734"/>
                    </a:lnTo>
                    <a:lnTo>
                      <a:pt x="1208" y="741"/>
                    </a:lnTo>
                    <a:lnTo>
                      <a:pt x="1213" y="747"/>
                    </a:lnTo>
                    <a:lnTo>
                      <a:pt x="1217" y="752"/>
                    </a:lnTo>
                    <a:lnTo>
                      <a:pt x="1224" y="756"/>
                    </a:lnTo>
                    <a:lnTo>
                      <a:pt x="1230" y="759"/>
                    </a:lnTo>
                    <a:lnTo>
                      <a:pt x="1238" y="759"/>
                    </a:lnTo>
                    <a:lnTo>
                      <a:pt x="1245" y="759"/>
                    </a:lnTo>
                    <a:lnTo>
                      <a:pt x="1253" y="756"/>
                    </a:lnTo>
                    <a:lnTo>
                      <a:pt x="1253" y="756"/>
                    </a:lnTo>
                    <a:lnTo>
                      <a:pt x="1260" y="752"/>
                    </a:lnTo>
                    <a:lnTo>
                      <a:pt x="1266" y="748"/>
                    </a:lnTo>
                    <a:lnTo>
                      <a:pt x="1270" y="742"/>
                    </a:lnTo>
                    <a:lnTo>
                      <a:pt x="1271" y="736"/>
                    </a:lnTo>
                    <a:lnTo>
                      <a:pt x="1273" y="730"/>
                    </a:lnTo>
                    <a:lnTo>
                      <a:pt x="1273" y="723"/>
                    </a:lnTo>
                    <a:lnTo>
                      <a:pt x="1273" y="716"/>
                    </a:lnTo>
                    <a:lnTo>
                      <a:pt x="1270" y="709"/>
                    </a:lnTo>
                    <a:lnTo>
                      <a:pt x="1267" y="702"/>
                    </a:lnTo>
                    <a:lnTo>
                      <a:pt x="1263" y="697"/>
                    </a:lnTo>
                    <a:lnTo>
                      <a:pt x="1259" y="693"/>
                    </a:lnTo>
                    <a:lnTo>
                      <a:pt x="1253" y="688"/>
                    </a:lnTo>
                    <a:lnTo>
                      <a:pt x="1248" y="686"/>
                    </a:lnTo>
                    <a:lnTo>
                      <a:pt x="1241" y="683"/>
                    </a:lnTo>
                    <a:lnTo>
                      <a:pt x="1234" y="683"/>
                    </a:lnTo>
                    <a:lnTo>
                      <a:pt x="1227" y="686"/>
                    </a:lnTo>
                    <a:lnTo>
                      <a:pt x="1227" y="686"/>
                    </a:lnTo>
                    <a:close/>
                    <a:moveTo>
                      <a:pt x="1454" y="641"/>
                    </a:moveTo>
                    <a:lnTo>
                      <a:pt x="1454" y="641"/>
                    </a:lnTo>
                    <a:lnTo>
                      <a:pt x="1450" y="644"/>
                    </a:lnTo>
                    <a:lnTo>
                      <a:pt x="1446" y="648"/>
                    </a:lnTo>
                    <a:lnTo>
                      <a:pt x="1443" y="654"/>
                    </a:lnTo>
                    <a:lnTo>
                      <a:pt x="1441" y="659"/>
                    </a:lnTo>
                    <a:lnTo>
                      <a:pt x="1440" y="665"/>
                    </a:lnTo>
                    <a:lnTo>
                      <a:pt x="1440" y="670"/>
                    </a:lnTo>
                    <a:lnTo>
                      <a:pt x="1441" y="683"/>
                    </a:lnTo>
                    <a:lnTo>
                      <a:pt x="1447" y="694"/>
                    </a:lnTo>
                    <a:lnTo>
                      <a:pt x="1450" y="700"/>
                    </a:lnTo>
                    <a:lnTo>
                      <a:pt x="1454" y="704"/>
                    </a:lnTo>
                    <a:lnTo>
                      <a:pt x="1458" y="706"/>
                    </a:lnTo>
                    <a:lnTo>
                      <a:pt x="1464" y="708"/>
                    </a:lnTo>
                    <a:lnTo>
                      <a:pt x="1468" y="708"/>
                    </a:lnTo>
                    <a:lnTo>
                      <a:pt x="1473" y="708"/>
                    </a:lnTo>
                    <a:lnTo>
                      <a:pt x="1473" y="708"/>
                    </a:lnTo>
                    <a:lnTo>
                      <a:pt x="1477" y="705"/>
                    </a:lnTo>
                    <a:lnTo>
                      <a:pt x="1482" y="702"/>
                    </a:lnTo>
                    <a:lnTo>
                      <a:pt x="1483" y="697"/>
                    </a:lnTo>
                    <a:lnTo>
                      <a:pt x="1486" y="691"/>
                    </a:lnTo>
                    <a:lnTo>
                      <a:pt x="1487" y="679"/>
                    </a:lnTo>
                    <a:lnTo>
                      <a:pt x="1486" y="665"/>
                    </a:lnTo>
                    <a:lnTo>
                      <a:pt x="1482" y="654"/>
                    </a:lnTo>
                    <a:lnTo>
                      <a:pt x="1479" y="648"/>
                    </a:lnTo>
                    <a:lnTo>
                      <a:pt x="1475" y="644"/>
                    </a:lnTo>
                    <a:lnTo>
                      <a:pt x="1471" y="641"/>
                    </a:lnTo>
                    <a:lnTo>
                      <a:pt x="1466" y="639"/>
                    </a:lnTo>
                    <a:lnTo>
                      <a:pt x="1461" y="639"/>
                    </a:lnTo>
                    <a:lnTo>
                      <a:pt x="1454" y="641"/>
                    </a:lnTo>
                    <a:lnTo>
                      <a:pt x="1454" y="641"/>
                    </a:lnTo>
                    <a:close/>
                    <a:moveTo>
                      <a:pt x="47" y="911"/>
                    </a:moveTo>
                    <a:lnTo>
                      <a:pt x="47" y="911"/>
                    </a:lnTo>
                    <a:lnTo>
                      <a:pt x="44" y="920"/>
                    </a:lnTo>
                    <a:lnTo>
                      <a:pt x="43" y="929"/>
                    </a:lnTo>
                    <a:lnTo>
                      <a:pt x="43" y="939"/>
                    </a:lnTo>
                    <a:lnTo>
                      <a:pt x="44" y="951"/>
                    </a:lnTo>
                    <a:lnTo>
                      <a:pt x="47" y="961"/>
                    </a:lnTo>
                    <a:lnTo>
                      <a:pt x="52" y="969"/>
                    </a:lnTo>
                    <a:lnTo>
                      <a:pt x="55" y="974"/>
                    </a:lnTo>
                    <a:lnTo>
                      <a:pt x="58" y="976"/>
                    </a:lnTo>
                    <a:lnTo>
                      <a:pt x="62" y="978"/>
                    </a:lnTo>
                    <a:lnTo>
                      <a:pt x="66" y="978"/>
                    </a:lnTo>
                    <a:lnTo>
                      <a:pt x="66" y="978"/>
                    </a:lnTo>
                    <a:lnTo>
                      <a:pt x="69" y="975"/>
                    </a:lnTo>
                    <a:lnTo>
                      <a:pt x="72" y="971"/>
                    </a:lnTo>
                    <a:lnTo>
                      <a:pt x="74" y="961"/>
                    </a:lnTo>
                    <a:lnTo>
                      <a:pt x="74" y="950"/>
                    </a:lnTo>
                    <a:lnTo>
                      <a:pt x="73" y="939"/>
                    </a:lnTo>
                    <a:lnTo>
                      <a:pt x="69" y="928"/>
                    </a:lnTo>
                    <a:lnTo>
                      <a:pt x="63" y="920"/>
                    </a:lnTo>
                    <a:lnTo>
                      <a:pt x="61" y="916"/>
                    </a:lnTo>
                    <a:lnTo>
                      <a:pt x="56" y="913"/>
                    </a:lnTo>
                    <a:lnTo>
                      <a:pt x="52" y="911"/>
                    </a:lnTo>
                    <a:lnTo>
                      <a:pt x="47" y="911"/>
                    </a:lnTo>
                    <a:lnTo>
                      <a:pt x="47" y="911"/>
                    </a:lnTo>
                    <a:close/>
                    <a:moveTo>
                      <a:pt x="141" y="967"/>
                    </a:moveTo>
                    <a:lnTo>
                      <a:pt x="141" y="967"/>
                    </a:lnTo>
                    <a:lnTo>
                      <a:pt x="146" y="965"/>
                    </a:lnTo>
                    <a:lnTo>
                      <a:pt x="150" y="961"/>
                    </a:lnTo>
                    <a:lnTo>
                      <a:pt x="153" y="956"/>
                    </a:lnTo>
                    <a:lnTo>
                      <a:pt x="156" y="950"/>
                    </a:lnTo>
                    <a:lnTo>
                      <a:pt x="157" y="943"/>
                    </a:lnTo>
                    <a:lnTo>
                      <a:pt x="157" y="936"/>
                    </a:lnTo>
                    <a:lnTo>
                      <a:pt x="156" y="929"/>
                    </a:lnTo>
                    <a:lnTo>
                      <a:pt x="155" y="922"/>
                    </a:lnTo>
                    <a:lnTo>
                      <a:pt x="152" y="917"/>
                    </a:lnTo>
                    <a:lnTo>
                      <a:pt x="149" y="910"/>
                    </a:lnTo>
                    <a:lnTo>
                      <a:pt x="145" y="906"/>
                    </a:lnTo>
                    <a:lnTo>
                      <a:pt x="141" y="902"/>
                    </a:lnTo>
                    <a:lnTo>
                      <a:pt x="135" y="899"/>
                    </a:lnTo>
                    <a:lnTo>
                      <a:pt x="130" y="898"/>
                    </a:lnTo>
                    <a:lnTo>
                      <a:pt x="124" y="899"/>
                    </a:lnTo>
                    <a:lnTo>
                      <a:pt x="119" y="902"/>
                    </a:lnTo>
                    <a:lnTo>
                      <a:pt x="119" y="902"/>
                    </a:lnTo>
                    <a:lnTo>
                      <a:pt x="114" y="904"/>
                    </a:lnTo>
                    <a:lnTo>
                      <a:pt x="112" y="909"/>
                    </a:lnTo>
                    <a:lnTo>
                      <a:pt x="109" y="914"/>
                    </a:lnTo>
                    <a:lnTo>
                      <a:pt x="108" y="920"/>
                    </a:lnTo>
                    <a:lnTo>
                      <a:pt x="108" y="931"/>
                    </a:lnTo>
                    <a:lnTo>
                      <a:pt x="109" y="943"/>
                    </a:lnTo>
                    <a:lnTo>
                      <a:pt x="114" y="953"/>
                    </a:lnTo>
                    <a:lnTo>
                      <a:pt x="117" y="958"/>
                    </a:lnTo>
                    <a:lnTo>
                      <a:pt x="121" y="963"/>
                    </a:lnTo>
                    <a:lnTo>
                      <a:pt x="126" y="965"/>
                    </a:lnTo>
                    <a:lnTo>
                      <a:pt x="130" y="967"/>
                    </a:lnTo>
                    <a:lnTo>
                      <a:pt x="135" y="968"/>
                    </a:lnTo>
                    <a:lnTo>
                      <a:pt x="141" y="967"/>
                    </a:lnTo>
                    <a:lnTo>
                      <a:pt x="141" y="967"/>
                    </a:lnTo>
                    <a:close/>
                    <a:moveTo>
                      <a:pt x="245" y="950"/>
                    </a:moveTo>
                    <a:lnTo>
                      <a:pt x="245" y="950"/>
                    </a:lnTo>
                    <a:lnTo>
                      <a:pt x="250" y="949"/>
                    </a:lnTo>
                    <a:lnTo>
                      <a:pt x="254" y="946"/>
                    </a:lnTo>
                    <a:lnTo>
                      <a:pt x="258" y="943"/>
                    </a:lnTo>
                    <a:lnTo>
                      <a:pt x="261" y="939"/>
                    </a:lnTo>
                    <a:lnTo>
                      <a:pt x="264" y="934"/>
                    </a:lnTo>
                    <a:lnTo>
                      <a:pt x="265" y="929"/>
                    </a:lnTo>
                    <a:lnTo>
                      <a:pt x="267" y="918"/>
                    </a:lnTo>
                    <a:lnTo>
                      <a:pt x="265" y="906"/>
                    </a:lnTo>
                    <a:lnTo>
                      <a:pt x="261" y="895"/>
                    </a:lnTo>
                    <a:lnTo>
                      <a:pt x="256" y="885"/>
                    </a:lnTo>
                    <a:lnTo>
                      <a:pt x="251" y="881"/>
                    </a:lnTo>
                    <a:lnTo>
                      <a:pt x="247" y="877"/>
                    </a:lnTo>
                    <a:lnTo>
                      <a:pt x="247" y="877"/>
                    </a:lnTo>
                    <a:lnTo>
                      <a:pt x="235" y="875"/>
                    </a:lnTo>
                    <a:lnTo>
                      <a:pt x="225" y="877"/>
                    </a:lnTo>
                    <a:lnTo>
                      <a:pt x="218" y="881"/>
                    </a:lnTo>
                    <a:lnTo>
                      <a:pt x="211" y="885"/>
                    </a:lnTo>
                    <a:lnTo>
                      <a:pt x="207" y="892"/>
                    </a:lnTo>
                    <a:lnTo>
                      <a:pt x="204" y="899"/>
                    </a:lnTo>
                    <a:lnTo>
                      <a:pt x="203" y="906"/>
                    </a:lnTo>
                    <a:lnTo>
                      <a:pt x="204" y="914"/>
                    </a:lnTo>
                    <a:lnTo>
                      <a:pt x="206" y="921"/>
                    </a:lnTo>
                    <a:lnTo>
                      <a:pt x="207" y="929"/>
                    </a:lnTo>
                    <a:lnTo>
                      <a:pt x="211" y="936"/>
                    </a:lnTo>
                    <a:lnTo>
                      <a:pt x="217" y="942"/>
                    </a:lnTo>
                    <a:lnTo>
                      <a:pt x="222" y="947"/>
                    </a:lnTo>
                    <a:lnTo>
                      <a:pt x="229" y="950"/>
                    </a:lnTo>
                    <a:lnTo>
                      <a:pt x="236" y="951"/>
                    </a:lnTo>
                    <a:lnTo>
                      <a:pt x="245" y="950"/>
                    </a:lnTo>
                    <a:lnTo>
                      <a:pt x="245" y="950"/>
                    </a:lnTo>
                    <a:close/>
                    <a:moveTo>
                      <a:pt x="1370" y="734"/>
                    </a:moveTo>
                    <a:lnTo>
                      <a:pt x="1370" y="734"/>
                    </a:lnTo>
                    <a:lnTo>
                      <a:pt x="1375" y="731"/>
                    </a:lnTo>
                    <a:lnTo>
                      <a:pt x="1379" y="727"/>
                    </a:lnTo>
                    <a:lnTo>
                      <a:pt x="1382" y="722"/>
                    </a:lnTo>
                    <a:lnTo>
                      <a:pt x="1385" y="716"/>
                    </a:lnTo>
                    <a:lnTo>
                      <a:pt x="1386" y="709"/>
                    </a:lnTo>
                    <a:lnTo>
                      <a:pt x="1387" y="701"/>
                    </a:lnTo>
                    <a:lnTo>
                      <a:pt x="1387" y="694"/>
                    </a:lnTo>
                    <a:lnTo>
                      <a:pt x="1386" y="687"/>
                    </a:lnTo>
                    <a:lnTo>
                      <a:pt x="1383" y="680"/>
                    </a:lnTo>
                    <a:lnTo>
                      <a:pt x="1381" y="673"/>
                    </a:lnTo>
                    <a:lnTo>
                      <a:pt x="1376" y="668"/>
                    </a:lnTo>
                    <a:lnTo>
                      <a:pt x="1371" y="664"/>
                    </a:lnTo>
                    <a:lnTo>
                      <a:pt x="1365" y="662"/>
                    </a:lnTo>
                    <a:lnTo>
                      <a:pt x="1358" y="661"/>
                    </a:lnTo>
                    <a:lnTo>
                      <a:pt x="1352" y="662"/>
                    </a:lnTo>
                    <a:lnTo>
                      <a:pt x="1343" y="666"/>
                    </a:lnTo>
                    <a:lnTo>
                      <a:pt x="1343" y="666"/>
                    </a:lnTo>
                    <a:lnTo>
                      <a:pt x="1338" y="670"/>
                    </a:lnTo>
                    <a:lnTo>
                      <a:pt x="1334" y="675"/>
                    </a:lnTo>
                    <a:lnTo>
                      <a:pt x="1331" y="680"/>
                    </a:lnTo>
                    <a:lnTo>
                      <a:pt x="1328" y="686"/>
                    </a:lnTo>
                    <a:lnTo>
                      <a:pt x="1327" y="693"/>
                    </a:lnTo>
                    <a:lnTo>
                      <a:pt x="1327" y="698"/>
                    </a:lnTo>
                    <a:lnTo>
                      <a:pt x="1328" y="705"/>
                    </a:lnTo>
                    <a:lnTo>
                      <a:pt x="1329" y="711"/>
                    </a:lnTo>
                    <a:lnTo>
                      <a:pt x="1332" y="718"/>
                    </a:lnTo>
                    <a:lnTo>
                      <a:pt x="1336" y="723"/>
                    </a:lnTo>
                    <a:lnTo>
                      <a:pt x="1340" y="727"/>
                    </a:lnTo>
                    <a:lnTo>
                      <a:pt x="1345" y="731"/>
                    </a:lnTo>
                    <a:lnTo>
                      <a:pt x="1350" y="734"/>
                    </a:lnTo>
                    <a:lnTo>
                      <a:pt x="1356" y="736"/>
                    </a:lnTo>
                    <a:lnTo>
                      <a:pt x="1363" y="736"/>
                    </a:lnTo>
                    <a:lnTo>
                      <a:pt x="1370" y="734"/>
                    </a:lnTo>
                    <a:lnTo>
                      <a:pt x="1370" y="734"/>
                    </a:lnTo>
                    <a:close/>
                    <a:moveTo>
                      <a:pt x="1534" y="626"/>
                    </a:moveTo>
                    <a:lnTo>
                      <a:pt x="1534" y="626"/>
                    </a:lnTo>
                    <a:lnTo>
                      <a:pt x="1530" y="628"/>
                    </a:lnTo>
                    <a:lnTo>
                      <a:pt x="1526" y="629"/>
                    </a:lnTo>
                    <a:lnTo>
                      <a:pt x="1523" y="633"/>
                    </a:lnTo>
                    <a:lnTo>
                      <a:pt x="1520" y="637"/>
                    </a:lnTo>
                    <a:lnTo>
                      <a:pt x="1520" y="643"/>
                    </a:lnTo>
                    <a:lnTo>
                      <a:pt x="1519" y="648"/>
                    </a:lnTo>
                    <a:lnTo>
                      <a:pt x="1520" y="661"/>
                    </a:lnTo>
                    <a:lnTo>
                      <a:pt x="1523" y="672"/>
                    </a:lnTo>
                    <a:lnTo>
                      <a:pt x="1529" y="683"/>
                    </a:lnTo>
                    <a:lnTo>
                      <a:pt x="1531" y="686"/>
                    </a:lnTo>
                    <a:lnTo>
                      <a:pt x="1536" y="688"/>
                    </a:lnTo>
                    <a:lnTo>
                      <a:pt x="1540" y="691"/>
                    </a:lnTo>
                    <a:lnTo>
                      <a:pt x="1544" y="691"/>
                    </a:lnTo>
                    <a:lnTo>
                      <a:pt x="1544" y="691"/>
                    </a:lnTo>
                    <a:lnTo>
                      <a:pt x="1548" y="684"/>
                    </a:lnTo>
                    <a:lnTo>
                      <a:pt x="1549" y="677"/>
                    </a:lnTo>
                    <a:lnTo>
                      <a:pt x="1549" y="668"/>
                    </a:lnTo>
                    <a:lnTo>
                      <a:pt x="1548" y="658"/>
                    </a:lnTo>
                    <a:lnTo>
                      <a:pt x="1547" y="648"/>
                    </a:lnTo>
                    <a:lnTo>
                      <a:pt x="1544" y="639"/>
                    </a:lnTo>
                    <a:lnTo>
                      <a:pt x="1540" y="632"/>
                    </a:lnTo>
                    <a:lnTo>
                      <a:pt x="1534" y="626"/>
                    </a:lnTo>
                    <a:lnTo>
                      <a:pt x="1534" y="626"/>
                    </a:lnTo>
                    <a:close/>
                    <a:moveTo>
                      <a:pt x="1572" y="679"/>
                    </a:moveTo>
                    <a:lnTo>
                      <a:pt x="1560" y="621"/>
                    </a:lnTo>
                    <a:lnTo>
                      <a:pt x="1560" y="621"/>
                    </a:lnTo>
                    <a:lnTo>
                      <a:pt x="1560" y="626"/>
                    </a:lnTo>
                    <a:lnTo>
                      <a:pt x="1560" y="634"/>
                    </a:lnTo>
                    <a:lnTo>
                      <a:pt x="1562" y="651"/>
                    </a:lnTo>
                    <a:lnTo>
                      <a:pt x="1566" y="666"/>
                    </a:lnTo>
                    <a:lnTo>
                      <a:pt x="1569" y="673"/>
                    </a:lnTo>
                    <a:lnTo>
                      <a:pt x="1572" y="679"/>
                    </a:lnTo>
                    <a:lnTo>
                      <a:pt x="1572" y="679"/>
                    </a:lnTo>
                    <a:close/>
                    <a:moveTo>
                      <a:pt x="13" y="928"/>
                    </a:moveTo>
                    <a:lnTo>
                      <a:pt x="22" y="974"/>
                    </a:lnTo>
                    <a:lnTo>
                      <a:pt x="22" y="974"/>
                    </a:lnTo>
                    <a:lnTo>
                      <a:pt x="25" y="974"/>
                    </a:lnTo>
                    <a:lnTo>
                      <a:pt x="27" y="974"/>
                    </a:lnTo>
                    <a:lnTo>
                      <a:pt x="29" y="971"/>
                    </a:lnTo>
                    <a:lnTo>
                      <a:pt x="29" y="968"/>
                    </a:lnTo>
                    <a:lnTo>
                      <a:pt x="30" y="960"/>
                    </a:lnTo>
                    <a:lnTo>
                      <a:pt x="29" y="949"/>
                    </a:lnTo>
                    <a:lnTo>
                      <a:pt x="26" y="939"/>
                    </a:lnTo>
                    <a:lnTo>
                      <a:pt x="22" y="931"/>
                    </a:lnTo>
                    <a:lnTo>
                      <a:pt x="20" y="928"/>
                    </a:lnTo>
                    <a:lnTo>
                      <a:pt x="18" y="927"/>
                    </a:lnTo>
                    <a:lnTo>
                      <a:pt x="15" y="927"/>
                    </a:lnTo>
                    <a:lnTo>
                      <a:pt x="13" y="928"/>
                    </a:lnTo>
                    <a:lnTo>
                      <a:pt x="13" y="928"/>
                    </a:lnTo>
                    <a:close/>
                    <a:moveTo>
                      <a:pt x="1565" y="766"/>
                    </a:moveTo>
                    <a:lnTo>
                      <a:pt x="1565" y="766"/>
                    </a:lnTo>
                    <a:lnTo>
                      <a:pt x="1570" y="762"/>
                    </a:lnTo>
                    <a:lnTo>
                      <a:pt x="1573" y="755"/>
                    </a:lnTo>
                    <a:lnTo>
                      <a:pt x="1574" y="745"/>
                    </a:lnTo>
                    <a:lnTo>
                      <a:pt x="1574" y="736"/>
                    </a:lnTo>
                    <a:lnTo>
                      <a:pt x="1573" y="726"/>
                    </a:lnTo>
                    <a:lnTo>
                      <a:pt x="1572" y="716"/>
                    </a:lnTo>
                    <a:lnTo>
                      <a:pt x="1567" y="709"/>
                    </a:lnTo>
                    <a:lnTo>
                      <a:pt x="1563" y="704"/>
                    </a:lnTo>
                    <a:lnTo>
                      <a:pt x="1563" y="704"/>
                    </a:lnTo>
                    <a:lnTo>
                      <a:pt x="1560" y="709"/>
                    </a:lnTo>
                    <a:lnTo>
                      <a:pt x="1558" y="718"/>
                    </a:lnTo>
                    <a:lnTo>
                      <a:pt x="1558" y="724"/>
                    </a:lnTo>
                    <a:lnTo>
                      <a:pt x="1558" y="734"/>
                    </a:lnTo>
                    <a:lnTo>
                      <a:pt x="1558" y="742"/>
                    </a:lnTo>
                    <a:lnTo>
                      <a:pt x="1559" y="751"/>
                    </a:lnTo>
                    <a:lnTo>
                      <a:pt x="1562" y="759"/>
                    </a:lnTo>
                    <a:lnTo>
                      <a:pt x="1565" y="766"/>
                    </a:lnTo>
                    <a:lnTo>
                      <a:pt x="1565" y="766"/>
                    </a:lnTo>
                    <a:close/>
                    <a:moveTo>
                      <a:pt x="40" y="1000"/>
                    </a:moveTo>
                    <a:lnTo>
                      <a:pt x="40" y="1000"/>
                    </a:lnTo>
                    <a:lnTo>
                      <a:pt x="43" y="1015"/>
                    </a:lnTo>
                    <a:lnTo>
                      <a:pt x="47" y="1033"/>
                    </a:lnTo>
                    <a:lnTo>
                      <a:pt x="49" y="1041"/>
                    </a:lnTo>
                    <a:lnTo>
                      <a:pt x="54" y="1050"/>
                    </a:lnTo>
                    <a:lnTo>
                      <a:pt x="59" y="1055"/>
                    </a:lnTo>
                    <a:lnTo>
                      <a:pt x="65" y="1058"/>
                    </a:lnTo>
                    <a:lnTo>
                      <a:pt x="65" y="1058"/>
                    </a:lnTo>
                    <a:lnTo>
                      <a:pt x="65" y="1041"/>
                    </a:lnTo>
                    <a:lnTo>
                      <a:pt x="63" y="1032"/>
                    </a:lnTo>
                    <a:lnTo>
                      <a:pt x="61" y="1022"/>
                    </a:lnTo>
                    <a:lnTo>
                      <a:pt x="58" y="1014"/>
                    </a:lnTo>
                    <a:lnTo>
                      <a:pt x="54" y="1007"/>
                    </a:lnTo>
                    <a:lnTo>
                      <a:pt x="47" y="1001"/>
                    </a:lnTo>
                    <a:lnTo>
                      <a:pt x="44" y="1000"/>
                    </a:lnTo>
                    <a:lnTo>
                      <a:pt x="40" y="1000"/>
                    </a:lnTo>
                    <a:lnTo>
                      <a:pt x="40" y="1000"/>
                    </a:lnTo>
                    <a:close/>
                    <a:moveTo>
                      <a:pt x="1513" y="720"/>
                    </a:moveTo>
                    <a:lnTo>
                      <a:pt x="1513" y="720"/>
                    </a:lnTo>
                    <a:lnTo>
                      <a:pt x="1509" y="722"/>
                    </a:lnTo>
                    <a:lnTo>
                      <a:pt x="1505" y="724"/>
                    </a:lnTo>
                    <a:lnTo>
                      <a:pt x="1502" y="729"/>
                    </a:lnTo>
                    <a:lnTo>
                      <a:pt x="1500" y="733"/>
                    </a:lnTo>
                    <a:lnTo>
                      <a:pt x="1497" y="744"/>
                    </a:lnTo>
                    <a:lnTo>
                      <a:pt x="1497" y="756"/>
                    </a:lnTo>
                    <a:lnTo>
                      <a:pt x="1498" y="769"/>
                    </a:lnTo>
                    <a:lnTo>
                      <a:pt x="1502" y="778"/>
                    </a:lnTo>
                    <a:lnTo>
                      <a:pt x="1506" y="783"/>
                    </a:lnTo>
                    <a:lnTo>
                      <a:pt x="1509" y="785"/>
                    </a:lnTo>
                    <a:lnTo>
                      <a:pt x="1515" y="788"/>
                    </a:lnTo>
                    <a:lnTo>
                      <a:pt x="1519" y="788"/>
                    </a:lnTo>
                    <a:lnTo>
                      <a:pt x="1519" y="788"/>
                    </a:lnTo>
                    <a:lnTo>
                      <a:pt x="1523" y="787"/>
                    </a:lnTo>
                    <a:lnTo>
                      <a:pt x="1527" y="784"/>
                    </a:lnTo>
                    <a:lnTo>
                      <a:pt x="1530" y="780"/>
                    </a:lnTo>
                    <a:lnTo>
                      <a:pt x="1533" y="774"/>
                    </a:lnTo>
                    <a:lnTo>
                      <a:pt x="1536" y="765"/>
                    </a:lnTo>
                    <a:lnTo>
                      <a:pt x="1536" y="752"/>
                    </a:lnTo>
                    <a:lnTo>
                      <a:pt x="1533" y="741"/>
                    </a:lnTo>
                    <a:lnTo>
                      <a:pt x="1529" y="731"/>
                    </a:lnTo>
                    <a:lnTo>
                      <a:pt x="1526" y="727"/>
                    </a:lnTo>
                    <a:lnTo>
                      <a:pt x="1522" y="723"/>
                    </a:lnTo>
                    <a:lnTo>
                      <a:pt x="1518" y="722"/>
                    </a:lnTo>
                    <a:lnTo>
                      <a:pt x="1513" y="720"/>
                    </a:lnTo>
                    <a:lnTo>
                      <a:pt x="1513" y="720"/>
                    </a:lnTo>
                    <a:close/>
                    <a:moveTo>
                      <a:pt x="121" y="1061"/>
                    </a:moveTo>
                    <a:lnTo>
                      <a:pt x="121" y="1061"/>
                    </a:lnTo>
                    <a:lnTo>
                      <a:pt x="126" y="1057"/>
                    </a:lnTo>
                    <a:lnTo>
                      <a:pt x="127" y="1053"/>
                    </a:lnTo>
                    <a:lnTo>
                      <a:pt x="130" y="1043"/>
                    </a:lnTo>
                    <a:lnTo>
                      <a:pt x="130" y="1032"/>
                    </a:lnTo>
                    <a:lnTo>
                      <a:pt x="127" y="1021"/>
                    </a:lnTo>
                    <a:lnTo>
                      <a:pt x="123" y="1011"/>
                    </a:lnTo>
                    <a:lnTo>
                      <a:pt x="116" y="1003"/>
                    </a:lnTo>
                    <a:lnTo>
                      <a:pt x="113" y="1000"/>
                    </a:lnTo>
                    <a:lnTo>
                      <a:pt x="109" y="997"/>
                    </a:lnTo>
                    <a:lnTo>
                      <a:pt x="105" y="996"/>
                    </a:lnTo>
                    <a:lnTo>
                      <a:pt x="99" y="994"/>
                    </a:lnTo>
                    <a:lnTo>
                      <a:pt x="99" y="994"/>
                    </a:lnTo>
                    <a:lnTo>
                      <a:pt x="95" y="997"/>
                    </a:lnTo>
                    <a:lnTo>
                      <a:pt x="91" y="1001"/>
                    </a:lnTo>
                    <a:lnTo>
                      <a:pt x="90" y="1005"/>
                    </a:lnTo>
                    <a:lnTo>
                      <a:pt x="87" y="1011"/>
                    </a:lnTo>
                    <a:lnTo>
                      <a:pt x="87" y="1017"/>
                    </a:lnTo>
                    <a:lnTo>
                      <a:pt x="87" y="1022"/>
                    </a:lnTo>
                    <a:lnTo>
                      <a:pt x="90" y="1035"/>
                    </a:lnTo>
                    <a:lnTo>
                      <a:pt x="95" y="1046"/>
                    </a:lnTo>
                    <a:lnTo>
                      <a:pt x="103" y="1055"/>
                    </a:lnTo>
                    <a:lnTo>
                      <a:pt x="108" y="1058"/>
                    </a:lnTo>
                    <a:lnTo>
                      <a:pt x="112" y="1061"/>
                    </a:lnTo>
                    <a:lnTo>
                      <a:pt x="117" y="1061"/>
                    </a:lnTo>
                    <a:lnTo>
                      <a:pt x="121" y="1061"/>
                    </a:lnTo>
                    <a:lnTo>
                      <a:pt x="121" y="1061"/>
                    </a:lnTo>
                    <a:close/>
                    <a:moveTo>
                      <a:pt x="207" y="1054"/>
                    </a:moveTo>
                    <a:lnTo>
                      <a:pt x="207" y="1054"/>
                    </a:lnTo>
                    <a:lnTo>
                      <a:pt x="213" y="1053"/>
                    </a:lnTo>
                    <a:lnTo>
                      <a:pt x="218" y="1048"/>
                    </a:lnTo>
                    <a:lnTo>
                      <a:pt x="221" y="1044"/>
                    </a:lnTo>
                    <a:lnTo>
                      <a:pt x="224" y="1037"/>
                    </a:lnTo>
                    <a:lnTo>
                      <a:pt x="225" y="1032"/>
                    </a:lnTo>
                    <a:lnTo>
                      <a:pt x="225" y="1025"/>
                    </a:lnTo>
                    <a:lnTo>
                      <a:pt x="225" y="1017"/>
                    </a:lnTo>
                    <a:lnTo>
                      <a:pt x="222" y="1010"/>
                    </a:lnTo>
                    <a:lnTo>
                      <a:pt x="221" y="1003"/>
                    </a:lnTo>
                    <a:lnTo>
                      <a:pt x="217" y="997"/>
                    </a:lnTo>
                    <a:lnTo>
                      <a:pt x="213" y="992"/>
                    </a:lnTo>
                    <a:lnTo>
                      <a:pt x="209" y="987"/>
                    </a:lnTo>
                    <a:lnTo>
                      <a:pt x="203" y="985"/>
                    </a:lnTo>
                    <a:lnTo>
                      <a:pt x="197" y="983"/>
                    </a:lnTo>
                    <a:lnTo>
                      <a:pt x="191" y="983"/>
                    </a:lnTo>
                    <a:lnTo>
                      <a:pt x="184" y="986"/>
                    </a:lnTo>
                    <a:lnTo>
                      <a:pt x="184" y="986"/>
                    </a:lnTo>
                    <a:lnTo>
                      <a:pt x="178" y="989"/>
                    </a:lnTo>
                    <a:lnTo>
                      <a:pt x="175" y="993"/>
                    </a:lnTo>
                    <a:lnTo>
                      <a:pt x="171" y="999"/>
                    </a:lnTo>
                    <a:lnTo>
                      <a:pt x="170" y="1004"/>
                    </a:lnTo>
                    <a:lnTo>
                      <a:pt x="170" y="1010"/>
                    </a:lnTo>
                    <a:lnTo>
                      <a:pt x="170" y="1017"/>
                    </a:lnTo>
                    <a:lnTo>
                      <a:pt x="173" y="1029"/>
                    </a:lnTo>
                    <a:lnTo>
                      <a:pt x="178" y="1040"/>
                    </a:lnTo>
                    <a:lnTo>
                      <a:pt x="182" y="1044"/>
                    </a:lnTo>
                    <a:lnTo>
                      <a:pt x="186" y="1048"/>
                    </a:lnTo>
                    <a:lnTo>
                      <a:pt x="192" y="1051"/>
                    </a:lnTo>
                    <a:lnTo>
                      <a:pt x="196" y="1054"/>
                    </a:lnTo>
                    <a:lnTo>
                      <a:pt x="202" y="1055"/>
                    </a:lnTo>
                    <a:lnTo>
                      <a:pt x="207" y="1054"/>
                    </a:lnTo>
                    <a:lnTo>
                      <a:pt x="207" y="1054"/>
                    </a:lnTo>
                    <a:close/>
                    <a:moveTo>
                      <a:pt x="1437" y="741"/>
                    </a:moveTo>
                    <a:lnTo>
                      <a:pt x="1437" y="741"/>
                    </a:lnTo>
                    <a:lnTo>
                      <a:pt x="1428" y="742"/>
                    </a:lnTo>
                    <a:lnTo>
                      <a:pt x="1419" y="745"/>
                    </a:lnTo>
                    <a:lnTo>
                      <a:pt x="1412" y="749"/>
                    </a:lnTo>
                    <a:lnTo>
                      <a:pt x="1408" y="755"/>
                    </a:lnTo>
                    <a:lnTo>
                      <a:pt x="1404" y="760"/>
                    </a:lnTo>
                    <a:lnTo>
                      <a:pt x="1403" y="767"/>
                    </a:lnTo>
                    <a:lnTo>
                      <a:pt x="1401" y="774"/>
                    </a:lnTo>
                    <a:lnTo>
                      <a:pt x="1401" y="781"/>
                    </a:lnTo>
                    <a:lnTo>
                      <a:pt x="1403" y="788"/>
                    </a:lnTo>
                    <a:lnTo>
                      <a:pt x="1405" y="795"/>
                    </a:lnTo>
                    <a:lnTo>
                      <a:pt x="1408" y="802"/>
                    </a:lnTo>
                    <a:lnTo>
                      <a:pt x="1412" y="806"/>
                    </a:lnTo>
                    <a:lnTo>
                      <a:pt x="1417" y="810"/>
                    </a:lnTo>
                    <a:lnTo>
                      <a:pt x="1422" y="814"/>
                    </a:lnTo>
                    <a:lnTo>
                      <a:pt x="1428" y="816"/>
                    </a:lnTo>
                    <a:lnTo>
                      <a:pt x="1435" y="816"/>
                    </a:lnTo>
                    <a:lnTo>
                      <a:pt x="1435" y="816"/>
                    </a:lnTo>
                    <a:lnTo>
                      <a:pt x="1440" y="813"/>
                    </a:lnTo>
                    <a:lnTo>
                      <a:pt x="1444" y="812"/>
                    </a:lnTo>
                    <a:lnTo>
                      <a:pt x="1447" y="808"/>
                    </a:lnTo>
                    <a:lnTo>
                      <a:pt x="1451" y="803"/>
                    </a:lnTo>
                    <a:lnTo>
                      <a:pt x="1455" y="794"/>
                    </a:lnTo>
                    <a:lnTo>
                      <a:pt x="1457" y="783"/>
                    </a:lnTo>
                    <a:lnTo>
                      <a:pt x="1457" y="770"/>
                    </a:lnTo>
                    <a:lnTo>
                      <a:pt x="1453" y="759"/>
                    </a:lnTo>
                    <a:lnTo>
                      <a:pt x="1450" y="754"/>
                    </a:lnTo>
                    <a:lnTo>
                      <a:pt x="1446" y="748"/>
                    </a:lnTo>
                    <a:lnTo>
                      <a:pt x="1441" y="745"/>
                    </a:lnTo>
                    <a:lnTo>
                      <a:pt x="1437" y="741"/>
                    </a:lnTo>
                    <a:lnTo>
                      <a:pt x="1437" y="741"/>
                    </a:lnTo>
                    <a:close/>
                    <a:moveTo>
                      <a:pt x="333" y="1033"/>
                    </a:moveTo>
                    <a:lnTo>
                      <a:pt x="333" y="1033"/>
                    </a:lnTo>
                    <a:lnTo>
                      <a:pt x="339" y="1030"/>
                    </a:lnTo>
                    <a:lnTo>
                      <a:pt x="343" y="1026"/>
                    </a:lnTo>
                    <a:lnTo>
                      <a:pt x="347" y="1021"/>
                    </a:lnTo>
                    <a:lnTo>
                      <a:pt x="348" y="1014"/>
                    </a:lnTo>
                    <a:lnTo>
                      <a:pt x="350" y="1007"/>
                    </a:lnTo>
                    <a:lnTo>
                      <a:pt x="350" y="999"/>
                    </a:lnTo>
                    <a:lnTo>
                      <a:pt x="348" y="992"/>
                    </a:lnTo>
                    <a:lnTo>
                      <a:pt x="346" y="985"/>
                    </a:lnTo>
                    <a:lnTo>
                      <a:pt x="343" y="978"/>
                    </a:lnTo>
                    <a:lnTo>
                      <a:pt x="339" y="971"/>
                    </a:lnTo>
                    <a:lnTo>
                      <a:pt x="334" y="967"/>
                    </a:lnTo>
                    <a:lnTo>
                      <a:pt x="328" y="963"/>
                    </a:lnTo>
                    <a:lnTo>
                      <a:pt x="322" y="961"/>
                    </a:lnTo>
                    <a:lnTo>
                      <a:pt x="314" y="961"/>
                    </a:lnTo>
                    <a:lnTo>
                      <a:pt x="307" y="963"/>
                    </a:lnTo>
                    <a:lnTo>
                      <a:pt x="297" y="967"/>
                    </a:lnTo>
                    <a:lnTo>
                      <a:pt x="297" y="967"/>
                    </a:lnTo>
                    <a:lnTo>
                      <a:pt x="292" y="972"/>
                    </a:lnTo>
                    <a:lnTo>
                      <a:pt x="287" y="976"/>
                    </a:lnTo>
                    <a:lnTo>
                      <a:pt x="283" y="983"/>
                    </a:lnTo>
                    <a:lnTo>
                      <a:pt x="282" y="989"/>
                    </a:lnTo>
                    <a:lnTo>
                      <a:pt x="282" y="996"/>
                    </a:lnTo>
                    <a:lnTo>
                      <a:pt x="283" y="1001"/>
                    </a:lnTo>
                    <a:lnTo>
                      <a:pt x="285" y="1008"/>
                    </a:lnTo>
                    <a:lnTo>
                      <a:pt x="289" y="1014"/>
                    </a:lnTo>
                    <a:lnTo>
                      <a:pt x="292" y="1019"/>
                    </a:lnTo>
                    <a:lnTo>
                      <a:pt x="297" y="1025"/>
                    </a:lnTo>
                    <a:lnTo>
                      <a:pt x="303" y="1029"/>
                    </a:lnTo>
                    <a:lnTo>
                      <a:pt x="308" y="1032"/>
                    </a:lnTo>
                    <a:lnTo>
                      <a:pt x="314" y="1035"/>
                    </a:lnTo>
                    <a:lnTo>
                      <a:pt x="321" y="1036"/>
                    </a:lnTo>
                    <a:lnTo>
                      <a:pt x="326" y="1036"/>
                    </a:lnTo>
                    <a:lnTo>
                      <a:pt x="333" y="1033"/>
                    </a:lnTo>
                    <a:lnTo>
                      <a:pt x="333" y="1033"/>
                    </a:lnTo>
                    <a:close/>
                    <a:moveTo>
                      <a:pt x="466" y="1011"/>
                    </a:moveTo>
                    <a:lnTo>
                      <a:pt x="466" y="1011"/>
                    </a:lnTo>
                    <a:lnTo>
                      <a:pt x="473" y="1008"/>
                    </a:lnTo>
                    <a:lnTo>
                      <a:pt x="477" y="1003"/>
                    </a:lnTo>
                    <a:lnTo>
                      <a:pt x="481" y="997"/>
                    </a:lnTo>
                    <a:lnTo>
                      <a:pt x="484" y="990"/>
                    </a:lnTo>
                    <a:lnTo>
                      <a:pt x="485" y="983"/>
                    </a:lnTo>
                    <a:lnTo>
                      <a:pt x="484" y="976"/>
                    </a:lnTo>
                    <a:lnTo>
                      <a:pt x="484" y="969"/>
                    </a:lnTo>
                    <a:lnTo>
                      <a:pt x="481" y="963"/>
                    </a:lnTo>
                    <a:lnTo>
                      <a:pt x="477" y="956"/>
                    </a:lnTo>
                    <a:lnTo>
                      <a:pt x="473" y="950"/>
                    </a:lnTo>
                    <a:lnTo>
                      <a:pt x="469" y="945"/>
                    </a:lnTo>
                    <a:lnTo>
                      <a:pt x="462" y="942"/>
                    </a:lnTo>
                    <a:lnTo>
                      <a:pt x="455" y="939"/>
                    </a:lnTo>
                    <a:lnTo>
                      <a:pt x="448" y="938"/>
                    </a:lnTo>
                    <a:lnTo>
                      <a:pt x="441" y="939"/>
                    </a:lnTo>
                    <a:lnTo>
                      <a:pt x="433" y="942"/>
                    </a:lnTo>
                    <a:lnTo>
                      <a:pt x="433" y="942"/>
                    </a:lnTo>
                    <a:lnTo>
                      <a:pt x="424" y="946"/>
                    </a:lnTo>
                    <a:lnTo>
                      <a:pt x="418" y="951"/>
                    </a:lnTo>
                    <a:lnTo>
                      <a:pt x="413" y="957"/>
                    </a:lnTo>
                    <a:lnTo>
                      <a:pt x="411" y="964"/>
                    </a:lnTo>
                    <a:lnTo>
                      <a:pt x="409" y="971"/>
                    </a:lnTo>
                    <a:lnTo>
                      <a:pt x="411" y="978"/>
                    </a:lnTo>
                    <a:lnTo>
                      <a:pt x="412" y="985"/>
                    </a:lnTo>
                    <a:lnTo>
                      <a:pt x="415" y="992"/>
                    </a:lnTo>
                    <a:lnTo>
                      <a:pt x="419" y="997"/>
                    </a:lnTo>
                    <a:lnTo>
                      <a:pt x="424" y="1003"/>
                    </a:lnTo>
                    <a:lnTo>
                      <a:pt x="430" y="1007"/>
                    </a:lnTo>
                    <a:lnTo>
                      <a:pt x="435" y="1011"/>
                    </a:lnTo>
                    <a:lnTo>
                      <a:pt x="442" y="1014"/>
                    </a:lnTo>
                    <a:lnTo>
                      <a:pt x="451" y="1014"/>
                    </a:lnTo>
                    <a:lnTo>
                      <a:pt x="458" y="1014"/>
                    </a:lnTo>
                    <a:lnTo>
                      <a:pt x="466" y="1011"/>
                    </a:lnTo>
                    <a:lnTo>
                      <a:pt x="466" y="1011"/>
                    </a:lnTo>
                    <a:close/>
                    <a:moveTo>
                      <a:pt x="1321" y="848"/>
                    </a:moveTo>
                    <a:lnTo>
                      <a:pt x="1321" y="848"/>
                    </a:lnTo>
                    <a:lnTo>
                      <a:pt x="1327" y="845"/>
                    </a:lnTo>
                    <a:lnTo>
                      <a:pt x="1332" y="841"/>
                    </a:lnTo>
                    <a:lnTo>
                      <a:pt x="1336" y="835"/>
                    </a:lnTo>
                    <a:lnTo>
                      <a:pt x="1339" y="830"/>
                    </a:lnTo>
                    <a:lnTo>
                      <a:pt x="1342" y="823"/>
                    </a:lnTo>
                    <a:lnTo>
                      <a:pt x="1343" y="814"/>
                    </a:lnTo>
                    <a:lnTo>
                      <a:pt x="1343" y="808"/>
                    </a:lnTo>
                    <a:lnTo>
                      <a:pt x="1343" y="801"/>
                    </a:lnTo>
                    <a:lnTo>
                      <a:pt x="1342" y="794"/>
                    </a:lnTo>
                    <a:lnTo>
                      <a:pt x="1339" y="787"/>
                    </a:lnTo>
                    <a:lnTo>
                      <a:pt x="1336" y="781"/>
                    </a:lnTo>
                    <a:lnTo>
                      <a:pt x="1331" y="776"/>
                    </a:lnTo>
                    <a:lnTo>
                      <a:pt x="1325" y="773"/>
                    </a:lnTo>
                    <a:lnTo>
                      <a:pt x="1320" y="772"/>
                    </a:lnTo>
                    <a:lnTo>
                      <a:pt x="1311" y="772"/>
                    </a:lnTo>
                    <a:lnTo>
                      <a:pt x="1303" y="774"/>
                    </a:lnTo>
                    <a:lnTo>
                      <a:pt x="1303" y="774"/>
                    </a:lnTo>
                    <a:lnTo>
                      <a:pt x="1296" y="777"/>
                    </a:lnTo>
                    <a:lnTo>
                      <a:pt x="1291" y="781"/>
                    </a:lnTo>
                    <a:lnTo>
                      <a:pt x="1285" y="787"/>
                    </a:lnTo>
                    <a:lnTo>
                      <a:pt x="1282" y="794"/>
                    </a:lnTo>
                    <a:lnTo>
                      <a:pt x="1281" y="799"/>
                    </a:lnTo>
                    <a:lnTo>
                      <a:pt x="1280" y="806"/>
                    </a:lnTo>
                    <a:lnTo>
                      <a:pt x="1280" y="813"/>
                    </a:lnTo>
                    <a:lnTo>
                      <a:pt x="1281" y="820"/>
                    </a:lnTo>
                    <a:lnTo>
                      <a:pt x="1284" y="827"/>
                    </a:lnTo>
                    <a:lnTo>
                      <a:pt x="1286" y="832"/>
                    </a:lnTo>
                    <a:lnTo>
                      <a:pt x="1291" y="838"/>
                    </a:lnTo>
                    <a:lnTo>
                      <a:pt x="1295" y="842"/>
                    </a:lnTo>
                    <a:lnTo>
                      <a:pt x="1300" y="845"/>
                    </a:lnTo>
                    <a:lnTo>
                      <a:pt x="1307" y="848"/>
                    </a:lnTo>
                    <a:lnTo>
                      <a:pt x="1313" y="848"/>
                    </a:lnTo>
                    <a:lnTo>
                      <a:pt x="1321" y="848"/>
                    </a:lnTo>
                    <a:lnTo>
                      <a:pt x="1321" y="848"/>
                    </a:lnTo>
                    <a:close/>
                    <a:moveTo>
                      <a:pt x="568" y="918"/>
                    </a:moveTo>
                    <a:lnTo>
                      <a:pt x="568" y="918"/>
                    </a:lnTo>
                    <a:lnTo>
                      <a:pt x="561" y="924"/>
                    </a:lnTo>
                    <a:lnTo>
                      <a:pt x="556" y="928"/>
                    </a:lnTo>
                    <a:lnTo>
                      <a:pt x="552" y="934"/>
                    </a:lnTo>
                    <a:lnTo>
                      <a:pt x="550" y="940"/>
                    </a:lnTo>
                    <a:lnTo>
                      <a:pt x="549" y="946"/>
                    </a:lnTo>
                    <a:lnTo>
                      <a:pt x="549" y="951"/>
                    </a:lnTo>
                    <a:lnTo>
                      <a:pt x="550" y="958"/>
                    </a:lnTo>
                    <a:lnTo>
                      <a:pt x="553" y="964"/>
                    </a:lnTo>
                    <a:lnTo>
                      <a:pt x="559" y="975"/>
                    </a:lnTo>
                    <a:lnTo>
                      <a:pt x="567" y="983"/>
                    </a:lnTo>
                    <a:lnTo>
                      <a:pt x="575" y="990"/>
                    </a:lnTo>
                    <a:lnTo>
                      <a:pt x="578" y="992"/>
                    </a:lnTo>
                    <a:lnTo>
                      <a:pt x="582" y="993"/>
                    </a:lnTo>
                    <a:lnTo>
                      <a:pt x="582" y="993"/>
                    </a:lnTo>
                    <a:lnTo>
                      <a:pt x="593" y="992"/>
                    </a:lnTo>
                    <a:lnTo>
                      <a:pt x="603" y="989"/>
                    </a:lnTo>
                    <a:lnTo>
                      <a:pt x="611" y="985"/>
                    </a:lnTo>
                    <a:lnTo>
                      <a:pt x="618" y="978"/>
                    </a:lnTo>
                    <a:lnTo>
                      <a:pt x="622" y="969"/>
                    </a:lnTo>
                    <a:lnTo>
                      <a:pt x="625" y="961"/>
                    </a:lnTo>
                    <a:lnTo>
                      <a:pt x="626" y="953"/>
                    </a:lnTo>
                    <a:lnTo>
                      <a:pt x="625" y="943"/>
                    </a:lnTo>
                    <a:lnTo>
                      <a:pt x="624" y="935"/>
                    </a:lnTo>
                    <a:lnTo>
                      <a:pt x="620" y="927"/>
                    </a:lnTo>
                    <a:lnTo>
                      <a:pt x="614" y="920"/>
                    </a:lnTo>
                    <a:lnTo>
                      <a:pt x="608" y="914"/>
                    </a:lnTo>
                    <a:lnTo>
                      <a:pt x="600" y="911"/>
                    </a:lnTo>
                    <a:lnTo>
                      <a:pt x="590" y="911"/>
                    </a:lnTo>
                    <a:lnTo>
                      <a:pt x="579" y="913"/>
                    </a:lnTo>
                    <a:lnTo>
                      <a:pt x="568" y="918"/>
                    </a:lnTo>
                    <a:lnTo>
                      <a:pt x="568" y="918"/>
                    </a:lnTo>
                    <a:close/>
                    <a:moveTo>
                      <a:pt x="716" y="891"/>
                    </a:moveTo>
                    <a:lnTo>
                      <a:pt x="716" y="891"/>
                    </a:lnTo>
                    <a:lnTo>
                      <a:pt x="709" y="895"/>
                    </a:lnTo>
                    <a:lnTo>
                      <a:pt x="704" y="899"/>
                    </a:lnTo>
                    <a:lnTo>
                      <a:pt x="701" y="904"/>
                    </a:lnTo>
                    <a:lnTo>
                      <a:pt x="698" y="911"/>
                    </a:lnTo>
                    <a:lnTo>
                      <a:pt x="697" y="917"/>
                    </a:lnTo>
                    <a:lnTo>
                      <a:pt x="697" y="924"/>
                    </a:lnTo>
                    <a:lnTo>
                      <a:pt x="697" y="931"/>
                    </a:lnTo>
                    <a:lnTo>
                      <a:pt x="698" y="938"/>
                    </a:lnTo>
                    <a:lnTo>
                      <a:pt x="701" y="943"/>
                    </a:lnTo>
                    <a:lnTo>
                      <a:pt x="705" y="949"/>
                    </a:lnTo>
                    <a:lnTo>
                      <a:pt x="709" y="954"/>
                    </a:lnTo>
                    <a:lnTo>
                      <a:pt x="715" y="958"/>
                    </a:lnTo>
                    <a:lnTo>
                      <a:pt x="721" y="961"/>
                    </a:lnTo>
                    <a:lnTo>
                      <a:pt x="726" y="964"/>
                    </a:lnTo>
                    <a:lnTo>
                      <a:pt x="733" y="965"/>
                    </a:lnTo>
                    <a:lnTo>
                      <a:pt x="740" y="965"/>
                    </a:lnTo>
                    <a:lnTo>
                      <a:pt x="740" y="965"/>
                    </a:lnTo>
                    <a:lnTo>
                      <a:pt x="750" y="963"/>
                    </a:lnTo>
                    <a:lnTo>
                      <a:pt x="758" y="958"/>
                    </a:lnTo>
                    <a:lnTo>
                      <a:pt x="765" y="953"/>
                    </a:lnTo>
                    <a:lnTo>
                      <a:pt x="769" y="946"/>
                    </a:lnTo>
                    <a:lnTo>
                      <a:pt x="772" y="938"/>
                    </a:lnTo>
                    <a:lnTo>
                      <a:pt x="773" y="929"/>
                    </a:lnTo>
                    <a:lnTo>
                      <a:pt x="773" y="921"/>
                    </a:lnTo>
                    <a:lnTo>
                      <a:pt x="772" y="913"/>
                    </a:lnTo>
                    <a:lnTo>
                      <a:pt x="769" y="904"/>
                    </a:lnTo>
                    <a:lnTo>
                      <a:pt x="765" y="898"/>
                    </a:lnTo>
                    <a:lnTo>
                      <a:pt x="759" y="892"/>
                    </a:lnTo>
                    <a:lnTo>
                      <a:pt x="752" y="888"/>
                    </a:lnTo>
                    <a:lnTo>
                      <a:pt x="745" y="884"/>
                    </a:lnTo>
                    <a:lnTo>
                      <a:pt x="736" y="884"/>
                    </a:lnTo>
                    <a:lnTo>
                      <a:pt x="726" y="885"/>
                    </a:lnTo>
                    <a:lnTo>
                      <a:pt x="716" y="891"/>
                    </a:lnTo>
                    <a:lnTo>
                      <a:pt x="716" y="891"/>
                    </a:lnTo>
                    <a:close/>
                    <a:moveTo>
                      <a:pt x="1187" y="877"/>
                    </a:moveTo>
                    <a:lnTo>
                      <a:pt x="1187" y="877"/>
                    </a:lnTo>
                    <a:lnTo>
                      <a:pt x="1195" y="874"/>
                    </a:lnTo>
                    <a:lnTo>
                      <a:pt x="1202" y="870"/>
                    </a:lnTo>
                    <a:lnTo>
                      <a:pt x="1208" y="866"/>
                    </a:lnTo>
                    <a:lnTo>
                      <a:pt x="1213" y="859"/>
                    </a:lnTo>
                    <a:lnTo>
                      <a:pt x="1216" y="852"/>
                    </a:lnTo>
                    <a:lnTo>
                      <a:pt x="1217" y="845"/>
                    </a:lnTo>
                    <a:lnTo>
                      <a:pt x="1219" y="837"/>
                    </a:lnTo>
                    <a:lnTo>
                      <a:pt x="1219" y="828"/>
                    </a:lnTo>
                    <a:lnTo>
                      <a:pt x="1217" y="821"/>
                    </a:lnTo>
                    <a:lnTo>
                      <a:pt x="1213" y="814"/>
                    </a:lnTo>
                    <a:lnTo>
                      <a:pt x="1210" y="809"/>
                    </a:lnTo>
                    <a:lnTo>
                      <a:pt x="1205" y="803"/>
                    </a:lnTo>
                    <a:lnTo>
                      <a:pt x="1198" y="801"/>
                    </a:lnTo>
                    <a:lnTo>
                      <a:pt x="1191" y="799"/>
                    </a:lnTo>
                    <a:lnTo>
                      <a:pt x="1181" y="799"/>
                    </a:lnTo>
                    <a:lnTo>
                      <a:pt x="1172" y="802"/>
                    </a:lnTo>
                    <a:lnTo>
                      <a:pt x="1172" y="802"/>
                    </a:lnTo>
                    <a:lnTo>
                      <a:pt x="1165" y="806"/>
                    </a:lnTo>
                    <a:lnTo>
                      <a:pt x="1159" y="810"/>
                    </a:lnTo>
                    <a:lnTo>
                      <a:pt x="1155" y="816"/>
                    </a:lnTo>
                    <a:lnTo>
                      <a:pt x="1151" y="821"/>
                    </a:lnTo>
                    <a:lnTo>
                      <a:pt x="1149" y="827"/>
                    </a:lnTo>
                    <a:lnTo>
                      <a:pt x="1148" y="834"/>
                    </a:lnTo>
                    <a:lnTo>
                      <a:pt x="1148" y="841"/>
                    </a:lnTo>
                    <a:lnTo>
                      <a:pt x="1148" y="848"/>
                    </a:lnTo>
                    <a:lnTo>
                      <a:pt x="1149" y="853"/>
                    </a:lnTo>
                    <a:lnTo>
                      <a:pt x="1152" y="859"/>
                    </a:lnTo>
                    <a:lnTo>
                      <a:pt x="1156" y="864"/>
                    </a:lnTo>
                    <a:lnTo>
                      <a:pt x="1161" y="868"/>
                    </a:lnTo>
                    <a:lnTo>
                      <a:pt x="1166" y="873"/>
                    </a:lnTo>
                    <a:lnTo>
                      <a:pt x="1172" y="875"/>
                    </a:lnTo>
                    <a:lnTo>
                      <a:pt x="1179" y="877"/>
                    </a:lnTo>
                    <a:lnTo>
                      <a:pt x="1187" y="877"/>
                    </a:lnTo>
                    <a:lnTo>
                      <a:pt x="1187" y="877"/>
                    </a:lnTo>
                    <a:close/>
                    <a:moveTo>
                      <a:pt x="907" y="936"/>
                    </a:moveTo>
                    <a:lnTo>
                      <a:pt x="907" y="936"/>
                    </a:lnTo>
                    <a:lnTo>
                      <a:pt x="916" y="934"/>
                    </a:lnTo>
                    <a:lnTo>
                      <a:pt x="923" y="928"/>
                    </a:lnTo>
                    <a:lnTo>
                      <a:pt x="928" y="922"/>
                    </a:lnTo>
                    <a:lnTo>
                      <a:pt x="932" y="916"/>
                    </a:lnTo>
                    <a:lnTo>
                      <a:pt x="935" y="909"/>
                    </a:lnTo>
                    <a:lnTo>
                      <a:pt x="935" y="900"/>
                    </a:lnTo>
                    <a:lnTo>
                      <a:pt x="935" y="892"/>
                    </a:lnTo>
                    <a:lnTo>
                      <a:pt x="934" y="884"/>
                    </a:lnTo>
                    <a:lnTo>
                      <a:pt x="931" y="877"/>
                    </a:lnTo>
                    <a:lnTo>
                      <a:pt x="928" y="870"/>
                    </a:lnTo>
                    <a:lnTo>
                      <a:pt x="923" y="864"/>
                    </a:lnTo>
                    <a:lnTo>
                      <a:pt x="917" y="860"/>
                    </a:lnTo>
                    <a:lnTo>
                      <a:pt x="909" y="857"/>
                    </a:lnTo>
                    <a:lnTo>
                      <a:pt x="900" y="856"/>
                    </a:lnTo>
                    <a:lnTo>
                      <a:pt x="891" y="857"/>
                    </a:lnTo>
                    <a:lnTo>
                      <a:pt x="880" y="862"/>
                    </a:lnTo>
                    <a:lnTo>
                      <a:pt x="880" y="862"/>
                    </a:lnTo>
                    <a:lnTo>
                      <a:pt x="871" y="866"/>
                    </a:lnTo>
                    <a:lnTo>
                      <a:pt x="866" y="871"/>
                    </a:lnTo>
                    <a:lnTo>
                      <a:pt x="860" y="878"/>
                    </a:lnTo>
                    <a:lnTo>
                      <a:pt x="858" y="885"/>
                    </a:lnTo>
                    <a:lnTo>
                      <a:pt x="856" y="891"/>
                    </a:lnTo>
                    <a:lnTo>
                      <a:pt x="856" y="898"/>
                    </a:lnTo>
                    <a:lnTo>
                      <a:pt x="858" y="904"/>
                    </a:lnTo>
                    <a:lnTo>
                      <a:pt x="860" y="911"/>
                    </a:lnTo>
                    <a:lnTo>
                      <a:pt x="863" y="918"/>
                    </a:lnTo>
                    <a:lnTo>
                      <a:pt x="867" y="924"/>
                    </a:lnTo>
                    <a:lnTo>
                      <a:pt x="873" y="928"/>
                    </a:lnTo>
                    <a:lnTo>
                      <a:pt x="880" y="932"/>
                    </a:lnTo>
                    <a:lnTo>
                      <a:pt x="885" y="935"/>
                    </a:lnTo>
                    <a:lnTo>
                      <a:pt x="892" y="938"/>
                    </a:lnTo>
                    <a:lnTo>
                      <a:pt x="900" y="938"/>
                    </a:lnTo>
                    <a:lnTo>
                      <a:pt x="907" y="936"/>
                    </a:lnTo>
                    <a:lnTo>
                      <a:pt x="907" y="936"/>
                    </a:lnTo>
                    <a:close/>
                    <a:moveTo>
                      <a:pt x="1022" y="834"/>
                    </a:moveTo>
                    <a:lnTo>
                      <a:pt x="1022" y="834"/>
                    </a:lnTo>
                    <a:lnTo>
                      <a:pt x="1017" y="838"/>
                    </a:lnTo>
                    <a:lnTo>
                      <a:pt x="1013" y="842"/>
                    </a:lnTo>
                    <a:lnTo>
                      <a:pt x="1010" y="848"/>
                    </a:lnTo>
                    <a:lnTo>
                      <a:pt x="1008" y="853"/>
                    </a:lnTo>
                    <a:lnTo>
                      <a:pt x="1006" y="864"/>
                    </a:lnTo>
                    <a:lnTo>
                      <a:pt x="1007" y="877"/>
                    </a:lnTo>
                    <a:lnTo>
                      <a:pt x="1011" y="888"/>
                    </a:lnTo>
                    <a:lnTo>
                      <a:pt x="1017" y="898"/>
                    </a:lnTo>
                    <a:lnTo>
                      <a:pt x="1021" y="902"/>
                    </a:lnTo>
                    <a:lnTo>
                      <a:pt x="1025" y="904"/>
                    </a:lnTo>
                    <a:lnTo>
                      <a:pt x="1030" y="907"/>
                    </a:lnTo>
                    <a:lnTo>
                      <a:pt x="1036" y="909"/>
                    </a:lnTo>
                    <a:lnTo>
                      <a:pt x="1036" y="909"/>
                    </a:lnTo>
                    <a:lnTo>
                      <a:pt x="1048" y="909"/>
                    </a:lnTo>
                    <a:lnTo>
                      <a:pt x="1060" y="906"/>
                    </a:lnTo>
                    <a:lnTo>
                      <a:pt x="1068" y="900"/>
                    </a:lnTo>
                    <a:lnTo>
                      <a:pt x="1073" y="895"/>
                    </a:lnTo>
                    <a:lnTo>
                      <a:pt x="1078" y="886"/>
                    </a:lnTo>
                    <a:lnTo>
                      <a:pt x="1080" y="877"/>
                    </a:lnTo>
                    <a:lnTo>
                      <a:pt x="1082" y="868"/>
                    </a:lnTo>
                    <a:lnTo>
                      <a:pt x="1080" y="859"/>
                    </a:lnTo>
                    <a:lnTo>
                      <a:pt x="1078" y="850"/>
                    </a:lnTo>
                    <a:lnTo>
                      <a:pt x="1073" y="842"/>
                    </a:lnTo>
                    <a:lnTo>
                      <a:pt x="1068" y="835"/>
                    </a:lnTo>
                    <a:lnTo>
                      <a:pt x="1061" y="830"/>
                    </a:lnTo>
                    <a:lnTo>
                      <a:pt x="1054" y="827"/>
                    </a:lnTo>
                    <a:lnTo>
                      <a:pt x="1044" y="827"/>
                    </a:lnTo>
                    <a:lnTo>
                      <a:pt x="1033" y="828"/>
                    </a:lnTo>
                    <a:lnTo>
                      <a:pt x="1022" y="834"/>
                    </a:lnTo>
                    <a:lnTo>
                      <a:pt x="1022" y="834"/>
                    </a:lnTo>
                    <a:close/>
                    <a:moveTo>
                      <a:pt x="77" y="1119"/>
                    </a:moveTo>
                    <a:lnTo>
                      <a:pt x="77" y="1119"/>
                    </a:lnTo>
                    <a:lnTo>
                      <a:pt x="73" y="1104"/>
                    </a:lnTo>
                    <a:lnTo>
                      <a:pt x="67" y="1089"/>
                    </a:lnTo>
                    <a:lnTo>
                      <a:pt x="62" y="1076"/>
                    </a:lnTo>
                    <a:lnTo>
                      <a:pt x="58" y="1072"/>
                    </a:lnTo>
                    <a:lnTo>
                      <a:pt x="54" y="1068"/>
                    </a:lnTo>
                    <a:lnTo>
                      <a:pt x="54" y="1068"/>
                    </a:lnTo>
                    <a:lnTo>
                      <a:pt x="63" y="1095"/>
                    </a:lnTo>
                    <a:lnTo>
                      <a:pt x="69" y="1109"/>
                    </a:lnTo>
                    <a:lnTo>
                      <a:pt x="77" y="1119"/>
                    </a:lnTo>
                    <a:lnTo>
                      <a:pt x="77" y="1119"/>
                    </a:lnTo>
                    <a:close/>
                    <a:moveTo>
                      <a:pt x="1554" y="790"/>
                    </a:moveTo>
                    <a:lnTo>
                      <a:pt x="1554" y="790"/>
                    </a:lnTo>
                    <a:lnTo>
                      <a:pt x="1549" y="796"/>
                    </a:lnTo>
                    <a:lnTo>
                      <a:pt x="1545" y="803"/>
                    </a:lnTo>
                    <a:lnTo>
                      <a:pt x="1544" y="813"/>
                    </a:lnTo>
                    <a:lnTo>
                      <a:pt x="1542" y="821"/>
                    </a:lnTo>
                    <a:lnTo>
                      <a:pt x="1542" y="831"/>
                    </a:lnTo>
                    <a:lnTo>
                      <a:pt x="1544" y="839"/>
                    </a:lnTo>
                    <a:lnTo>
                      <a:pt x="1548" y="848"/>
                    </a:lnTo>
                    <a:lnTo>
                      <a:pt x="1552" y="856"/>
                    </a:lnTo>
                    <a:lnTo>
                      <a:pt x="1552" y="856"/>
                    </a:lnTo>
                    <a:lnTo>
                      <a:pt x="1556" y="853"/>
                    </a:lnTo>
                    <a:lnTo>
                      <a:pt x="1559" y="850"/>
                    </a:lnTo>
                    <a:lnTo>
                      <a:pt x="1563" y="844"/>
                    </a:lnTo>
                    <a:lnTo>
                      <a:pt x="1566" y="834"/>
                    </a:lnTo>
                    <a:lnTo>
                      <a:pt x="1567" y="823"/>
                    </a:lnTo>
                    <a:lnTo>
                      <a:pt x="1567" y="812"/>
                    </a:lnTo>
                    <a:lnTo>
                      <a:pt x="1565" y="802"/>
                    </a:lnTo>
                    <a:lnTo>
                      <a:pt x="1560" y="794"/>
                    </a:lnTo>
                    <a:lnTo>
                      <a:pt x="1556" y="791"/>
                    </a:lnTo>
                    <a:lnTo>
                      <a:pt x="1554" y="790"/>
                    </a:lnTo>
                    <a:lnTo>
                      <a:pt x="1554" y="790"/>
                    </a:lnTo>
                    <a:close/>
                    <a:moveTo>
                      <a:pt x="85" y="1077"/>
                    </a:moveTo>
                    <a:lnTo>
                      <a:pt x="85" y="1077"/>
                    </a:lnTo>
                    <a:lnTo>
                      <a:pt x="85" y="1087"/>
                    </a:lnTo>
                    <a:lnTo>
                      <a:pt x="85" y="1097"/>
                    </a:lnTo>
                    <a:lnTo>
                      <a:pt x="88" y="1107"/>
                    </a:lnTo>
                    <a:lnTo>
                      <a:pt x="91" y="1116"/>
                    </a:lnTo>
                    <a:lnTo>
                      <a:pt x="95" y="1123"/>
                    </a:lnTo>
                    <a:lnTo>
                      <a:pt x="102" y="1130"/>
                    </a:lnTo>
                    <a:lnTo>
                      <a:pt x="109" y="1134"/>
                    </a:lnTo>
                    <a:lnTo>
                      <a:pt x="112" y="1136"/>
                    </a:lnTo>
                    <a:lnTo>
                      <a:pt x="116" y="1136"/>
                    </a:lnTo>
                    <a:lnTo>
                      <a:pt x="116" y="1136"/>
                    </a:lnTo>
                    <a:lnTo>
                      <a:pt x="119" y="1127"/>
                    </a:lnTo>
                    <a:lnTo>
                      <a:pt x="120" y="1118"/>
                    </a:lnTo>
                    <a:lnTo>
                      <a:pt x="117" y="1107"/>
                    </a:lnTo>
                    <a:lnTo>
                      <a:pt x="114" y="1097"/>
                    </a:lnTo>
                    <a:lnTo>
                      <a:pt x="109" y="1089"/>
                    </a:lnTo>
                    <a:lnTo>
                      <a:pt x="102" y="1082"/>
                    </a:lnTo>
                    <a:lnTo>
                      <a:pt x="98" y="1079"/>
                    </a:lnTo>
                    <a:lnTo>
                      <a:pt x="94" y="1077"/>
                    </a:lnTo>
                    <a:lnTo>
                      <a:pt x="90" y="1077"/>
                    </a:lnTo>
                    <a:lnTo>
                      <a:pt x="85" y="1077"/>
                    </a:lnTo>
                    <a:lnTo>
                      <a:pt x="85" y="1077"/>
                    </a:lnTo>
                    <a:close/>
                    <a:moveTo>
                      <a:pt x="1491" y="884"/>
                    </a:moveTo>
                    <a:lnTo>
                      <a:pt x="1491" y="884"/>
                    </a:lnTo>
                    <a:lnTo>
                      <a:pt x="1495" y="884"/>
                    </a:lnTo>
                    <a:lnTo>
                      <a:pt x="1500" y="882"/>
                    </a:lnTo>
                    <a:lnTo>
                      <a:pt x="1502" y="880"/>
                    </a:lnTo>
                    <a:lnTo>
                      <a:pt x="1506" y="875"/>
                    </a:lnTo>
                    <a:lnTo>
                      <a:pt x="1511" y="867"/>
                    </a:lnTo>
                    <a:lnTo>
                      <a:pt x="1513" y="857"/>
                    </a:lnTo>
                    <a:lnTo>
                      <a:pt x="1513" y="845"/>
                    </a:lnTo>
                    <a:lnTo>
                      <a:pt x="1512" y="834"/>
                    </a:lnTo>
                    <a:lnTo>
                      <a:pt x="1508" y="824"/>
                    </a:lnTo>
                    <a:lnTo>
                      <a:pt x="1501" y="816"/>
                    </a:lnTo>
                    <a:lnTo>
                      <a:pt x="1501" y="816"/>
                    </a:lnTo>
                    <a:lnTo>
                      <a:pt x="1494" y="816"/>
                    </a:lnTo>
                    <a:lnTo>
                      <a:pt x="1487" y="816"/>
                    </a:lnTo>
                    <a:lnTo>
                      <a:pt x="1482" y="819"/>
                    </a:lnTo>
                    <a:lnTo>
                      <a:pt x="1477" y="823"/>
                    </a:lnTo>
                    <a:lnTo>
                      <a:pt x="1473" y="828"/>
                    </a:lnTo>
                    <a:lnTo>
                      <a:pt x="1471" y="834"/>
                    </a:lnTo>
                    <a:lnTo>
                      <a:pt x="1469" y="841"/>
                    </a:lnTo>
                    <a:lnTo>
                      <a:pt x="1468" y="848"/>
                    </a:lnTo>
                    <a:lnTo>
                      <a:pt x="1468" y="855"/>
                    </a:lnTo>
                    <a:lnTo>
                      <a:pt x="1469" y="862"/>
                    </a:lnTo>
                    <a:lnTo>
                      <a:pt x="1471" y="867"/>
                    </a:lnTo>
                    <a:lnTo>
                      <a:pt x="1473" y="873"/>
                    </a:lnTo>
                    <a:lnTo>
                      <a:pt x="1476" y="878"/>
                    </a:lnTo>
                    <a:lnTo>
                      <a:pt x="1480" y="881"/>
                    </a:lnTo>
                    <a:lnTo>
                      <a:pt x="1486" y="884"/>
                    </a:lnTo>
                    <a:lnTo>
                      <a:pt x="1491" y="884"/>
                    </a:lnTo>
                    <a:lnTo>
                      <a:pt x="1491" y="884"/>
                    </a:lnTo>
                    <a:close/>
                    <a:moveTo>
                      <a:pt x="1576" y="802"/>
                    </a:moveTo>
                    <a:lnTo>
                      <a:pt x="1576" y="802"/>
                    </a:lnTo>
                    <a:lnTo>
                      <a:pt x="1577" y="805"/>
                    </a:lnTo>
                    <a:lnTo>
                      <a:pt x="1578" y="805"/>
                    </a:lnTo>
                    <a:lnTo>
                      <a:pt x="1578" y="801"/>
                    </a:lnTo>
                    <a:lnTo>
                      <a:pt x="1577" y="798"/>
                    </a:lnTo>
                    <a:lnTo>
                      <a:pt x="1576" y="798"/>
                    </a:lnTo>
                    <a:lnTo>
                      <a:pt x="1576" y="802"/>
                    </a:lnTo>
                    <a:lnTo>
                      <a:pt x="1576" y="802"/>
                    </a:lnTo>
                    <a:close/>
                    <a:moveTo>
                      <a:pt x="193" y="1137"/>
                    </a:moveTo>
                    <a:lnTo>
                      <a:pt x="193" y="1137"/>
                    </a:lnTo>
                    <a:lnTo>
                      <a:pt x="197" y="1134"/>
                    </a:lnTo>
                    <a:lnTo>
                      <a:pt x="199" y="1131"/>
                    </a:lnTo>
                    <a:lnTo>
                      <a:pt x="202" y="1127"/>
                    </a:lnTo>
                    <a:lnTo>
                      <a:pt x="203" y="1123"/>
                    </a:lnTo>
                    <a:lnTo>
                      <a:pt x="203" y="1113"/>
                    </a:lnTo>
                    <a:lnTo>
                      <a:pt x="200" y="1104"/>
                    </a:lnTo>
                    <a:lnTo>
                      <a:pt x="196" y="1094"/>
                    </a:lnTo>
                    <a:lnTo>
                      <a:pt x="192" y="1086"/>
                    </a:lnTo>
                    <a:lnTo>
                      <a:pt x="185" y="1077"/>
                    </a:lnTo>
                    <a:lnTo>
                      <a:pt x="178" y="1073"/>
                    </a:lnTo>
                    <a:lnTo>
                      <a:pt x="178" y="1073"/>
                    </a:lnTo>
                    <a:lnTo>
                      <a:pt x="168" y="1075"/>
                    </a:lnTo>
                    <a:lnTo>
                      <a:pt x="160" y="1079"/>
                    </a:lnTo>
                    <a:lnTo>
                      <a:pt x="156" y="1083"/>
                    </a:lnTo>
                    <a:lnTo>
                      <a:pt x="152" y="1087"/>
                    </a:lnTo>
                    <a:lnTo>
                      <a:pt x="150" y="1094"/>
                    </a:lnTo>
                    <a:lnTo>
                      <a:pt x="149" y="1100"/>
                    </a:lnTo>
                    <a:lnTo>
                      <a:pt x="150" y="1107"/>
                    </a:lnTo>
                    <a:lnTo>
                      <a:pt x="153" y="1113"/>
                    </a:lnTo>
                    <a:lnTo>
                      <a:pt x="156" y="1119"/>
                    </a:lnTo>
                    <a:lnTo>
                      <a:pt x="160" y="1126"/>
                    </a:lnTo>
                    <a:lnTo>
                      <a:pt x="166" y="1130"/>
                    </a:lnTo>
                    <a:lnTo>
                      <a:pt x="170" y="1134"/>
                    </a:lnTo>
                    <a:lnTo>
                      <a:pt x="175" y="1138"/>
                    </a:lnTo>
                    <a:lnTo>
                      <a:pt x="182" y="1140"/>
                    </a:lnTo>
                    <a:lnTo>
                      <a:pt x="188" y="1140"/>
                    </a:lnTo>
                    <a:lnTo>
                      <a:pt x="193" y="1137"/>
                    </a:lnTo>
                    <a:lnTo>
                      <a:pt x="193" y="1137"/>
                    </a:lnTo>
                    <a:close/>
                    <a:moveTo>
                      <a:pt x="286" y="1133"/>
                    </a:moveTo>
                    <a:lnTo>
                      <a:pt x="286" y="1133"/>
                    </a:lnTo>
                    <a:lnTo>
                      <a:pt x="294" y="1131"/>
                    </a:lnTo>
                    <a:lnTo>
                      <a:pt x="301" y="1127"/>
                    </a:lnTo>
                    <a:lnTo>
                      <a:pt x="305" y="1123"/>
                    </a:lnTo>
                    <a:lnTo>
                      <a:pt x="310" y="1118"/>
                    </a:lnTo>
                    <a:lnTo>
                      <a:pt x="311" y="1111"/>
                    </a:lnTo>
                    <a:lnTo>
                      <a:pt x="312" y="1104"/>
                    </a:lnTo>
                    <a:lnTo>
                      <a:pt x="311" y="1097"/>
                    </a:lnTo>
                    <a:lnTo>
                      <a:pt x="310" y="1090"/>
                    </a:lnTo>
                    <a:lnTo>
                      <a:pt x="305" y="1083"/>
                    </a:lnTo>
                    <a:lnTo>
                      <a:pt x="301" y="1076"/>
                    </a:lnTo>
                    <a:lnTo>
                      <a:pt x="297" y="1072"/>
                    </a:lnTo>
                    <a:lnTo>
                      <a:pt x="290" y="1068"/>
                    </a:lnTo>
                    <a:lnTo>
                      <a:pt x="285" y="1065"/>
                    </a:lnTo>
                    <a:lnTo>
                      <a:pt x="276" y="1064"/>
                    </a:lnTo>
                    <a:lnTo>
                      <a:pt x="268" y="1065"/>
                    </a:lnTo>
                    <a:lnTo>
                      <a:pt x="260" y="1068"/>
                    </a:lnTo>
                    <a:lnTo>
                      <a:pt x="260" y="1068"/>
                    </a:lnTo>
                    <a:lnTo>
                      <a:pt x="256" y="1072"/>
                    </a:lnTo>
                    <a:lnTo>
                      <a:pt x="251" y="1077"/>
                    </a:lnTo>
                    <a:lnTo>
                      <a:pt x="250" y="1083"/>
                    </a:lnTo>
                    <a:lnTo>
                      <a:pt x="249" y="1089"/>
                    </a:lnTo>
                    <a:lnTo>
                      <a:pt x="249" y="1094"/>
                    </a:lnTo>
                    <a:lnTo>
                      <a:pt x="249" y="1100"/>
                    </a:lnTo>
                    <a:lnTo>
                      <a:pt x="253" y="1109"/>
                    </a:lnTo>
                    <a:lnTo>
                      <a:pt x="258" y="1119"/>
                    </a:lnTo>
                    <a:lnTo>
                      <a:pt x="267" y="1127"/>
                    </a:lnTo>
                    <a:lnTo>
                      <a:pt x="271" y="1130"/>
                    </a:lnTo>
                    <a:lnTo>
                      <a:pt x="276" y="1131"/>
                    </a:lnTo>
                    <a:lnTo>
                      <a:pt x="281" y="1133"/>
                    </a:lnTo>
                    <a:lnTo>
                      <a:pt x="286" y="1133"/>
                    </a:lnTo>
                    <a:lnTo>
                      <a:pt x="286" y="1133"/>
                    </a:lnTo>
                    <a:close/>
                    <a:moveTo>
                      <a:pt x="1404" y="848"/>
                    </a:moveTo>
                    <a:lnTo>
                      <a:pt x="1404" y="848"/>
                    </a:lnTo>
                    <a:lnTo>
                      <a:pt x="1394" y="846"/>
                    </a:lnTo>
                    <a:lnTo>
                      <a:pt x="1387" y="846"/>
                    </a:lnTo>
                    <a:lnTo>
                      <a:pt x="1379" y="849"/>
                    </a:lnTo>
                    <a:lnTo>
                      <a:pt x="1374" y="853"/>
                    </a:lnTo>
                    <a:lnTo>
                      <a:pt x="1370" y="859"/>
                    </a:lnTo>
                    <a:lnTo>
                      <a:pt x="1365" y="864"/>
                    </a:lnTo>
                    <a:lnTo>
                      <a:pt x="1363" y="871"/>
                    </a:lnTo>
                    <a:lnTo>
                      <a:pt x="1360" y="878"/>
                    </a:lnTo>
                    <a:lnTo>
                      <a:pt x="1360" y="885"/>
                    </a:lnTo>
                    <a:lnTo>
                      <a:pt x="1360" y="893"/>
                    </a:lnTo>
                    <a:lnTo>
                      <a:pt x="1361" y="900"/>
                    </a:lnTo>
                    <a:lnTo>
                      <a:pt x="1363" y="907"/>
                    </a:lnTo>
                    <a:lnTo>
                      <a:pt x="1367" y="913"/>
                    </a:lnTo>
                    <a:lnTo>
                      <a:pt x="1371" y="917"/>
                    </a:lnTo>
                    <a:lnTo>
                      <a:pt x="1375" y="920"/>
                    </a:lnTo>
                    <a:lnTo>
                      <a:pt x="1382" y="922"/>
                    </a:lnTo>
                    <a:lnTo>
                      <a:pt x="1382" y="922"/>
                    </a:lnTo>
                    <a:lnTo>
                      <a:pt x="1389" y="922"/>
                    </a:lnTo>
                    <a:lnTo>
                      <a:pt x="1394" y="921"/>
                    </a:lnTo>
                    <a:lnTo>
                      <a:pt x="1400" y="918"/>
                    </a:lnTo>
                    <a:lnTo>
                      <a:pt x="1404" y="916"/>
                    </a:lnTo>
                    <a:lnTo>
                      <a:pt x="1408" y="911"/>
                    </a:lnTo>
                    <a:lnTo>
                      <a:pt x="1412" y="907"/>
                    </a:lnTo>
                    <a:lnTo>
                      <a:pt x="1415" y="902"/>
                    </a:lnTo>
                    <a:lnTo>
                      <a:pt x="1418" y="896"/>
                    </a:lnTo>
                    <a:lnTo>
                      <a:pt x="1419" y="884"/>
                    </a:lnTo>
                    <a:lnTo>
                      <a:pt x="1419" y="877"/>
                    </a:lnTo>
                    <a:lnTo>
                      <a:pt x="1418" y="870"/>
                    </a:lnTo>
                    <a:lnTo>
                      <a:pt x="1417" y="864"/>
                    </a:lnTo>
                    <a:lnTo>
                      <a:pt x="1414" y="857"/>
                    </a:lnTo>
                    <a:lnTo>
                      <a:pt x="1410" y="853"/>
                    </a:lnTo>
                    <a:lnTo>
                      <a:pt x="1404" y="848"/>
                    </a:lnTo>
                    <a:lnTo>
                      <a:pt x="1404" y="848"/>
                    </a:lnTo>
                    <a:close/>
                    <a:moveTo>
                      <a:pt x="423" y="1116"/>
                    </a:moveTo>
                    <a:lnTo>
                      <a:pt x="423" y="1116"/>
                    </a:lnTo>
                    <a:lnTo>
                      <a:pt x="430" y="1113"/>
                    </a:lnTo>
                    <a:lnTo>
                      <a:pt x="435" y="1109"/>
                    </a:lnTo>
                    <a:lnTo>
                      <a:pt x="440" y="1104"/>
                    </a:lnTo>
                    <a:lnTo>
                      <a:pt x="442" y="1097"/>
                    </a:lnTo>
                    <a:lnTo>
                      <a:pt x="444" y="1090"/>
                    </a:lnTo>
                    <a:lnTo>
                      <a:pt x="444" y="1083"/>
                    </a:lnTo>
                    <a:lnTo>
                      <a:pt x="442" y="1075"/>
                    </a:lnTo>
                    <a:lnTo>
                      <a:pt x="441" y="1068"/>
                    </a:lnTo>
                    <a:lnTo>
                      <a:pt x="438" y="1061"/>
                    </a:lnTo>
                    <a:lnTo>
                      <a:pt x="434" y="1054"/>
                    </a:lnTo>
                    <a:lnTo>
                      <a:pt x="430" y="1050"/>
                    </a:lnTo>
                    <a:lnTo>
                      <a:pt x="423" y="1046"/>
                    </a:lnTo>
                    <a:lnTo>
                      <a:pt x="418" y="1043"/>
                    </a:lnTo>
                    <a:lnTo>
                      <a:pt x="409" y="1041"/>
                    </a:lnTo>
                    <a:lnTo>
                      <a:pt x="401" y="1043"/>
                    </a:lnTo>
                    <a:lnTo>
                      <a:pt x="393" y="1046"/>
                    </a:lnTo>
                    <a:lnTo>
                      <a:pt x="393" y="1046"/>
                    </a:lnTo>
                    <a:lnTo>
                      <a:pt x="384" y="1050"/>
                    </a:lnTo>
                    <a:lnTo>
                      <a:pt x="379" y="1055"/>
                    </a:lnTo>
                    <a:lnTo>
                      <a:pt x="376" y="1061"/>
                    </a:lnTo>
                    <a:lnTo>
                      <a:pt x="373" y="1066"/>
                    </a:lnTo>
                    <a:lnTo>
                      <a:pt x="372" y="1073"/>
                    </a:lnTo>
                    <a:lnTo>
                      <a:pt x="373" y="1080"/>
                    </a:lnTo>
                    <a:lnTo>
                      <a:pt x="375" y="1086"/>
                    </a:lnTo>
                    <a:lnTo>
                      <a:pt x="377" y="1093"/>
                    </a:lnTo>
                    <a:lnTo>
                      <a:pt x="382" y="1098"/>
                    </a:lnTo>
                    <a:lnTo>
                      <a:pt x="386" y="1104"/>
                    </a:lnTo>
                    <a:lnTo>
                      <a:pt x="391" y="1108"/>
                    </a:lnTo>
                    <a:lnTo>
                      <a:pt x="397" y="1112"/>
                    </a:lnTo>
                    <a:lnTo>
                      <a:pt x="404" y="1115"/>
                    </a:lnTo>
                    <a:lnTo>
                      <a:pt x="409" y="1118"/>
                    </a:lnTo>
                    <a:lnTo>
                      <a:pt x="416" y="1118"/>
                    </a:lnTo>
                    <a:lnTo>
                      <a:pt x="423" y="1116"/>
                    </a:lnTo>
                    <a:lnTo>
                      <a:pt x="423" y="1116"/>
                    </a:lnTo>
                    <a:close/>
                    <a:moveTo>
                      <a:pt x="1576" y="819"/>
                    </a:moveTo>
                    <a:lnTo>
                      <a:pt x="1576" y="819"/>
                    </a:lnTo>
                    <a:lnTo>
                      <a:pt x="1577" y="821"/>
                    </a:lnTo>
                    <a:lnTo>
                      <a:pt x="1578" y="821"/>
                    </a:lnTo>
                    <a:lnTo>
                      <a:pt x="1578" y="817"/>
                    </a:lnTo>
                    <a:lnTo>
                      <a:pt x="1577" y="814"/>
                    </a:lnTo>
                    <a:lnTo>
                      <a:pt x="1576" y="814"/>
                    </a:lnTo>
                    <a:lnTo>
                      <a:pt x="1576" y="819"/>
                    </a:lnTo>
                    <a:lnTo>
                      <a:pt x="1576" y="819"/>
                    </a:lnTo>
                    <a:close/>
                    <a:moveTo>
                      <a:pt x="1271" y="953"/>
                    </a:moveTo>
                    <a:lnTo>
                      <a:pt x="1271" y="953"/>
                    </a:lnTo>
                    <a:lnTo>
                      <a:pt x="1280" y="951"/>
                    </a:lnTo>
                    <a:lnTo>
                      <a:pt x="1286" y="947"/>
                    </a:lnTo>
                    <a:lnTo>
                      <a:pt x="1293" y="943"/>
                    </a:lnTo>
                    <a:lnTo>
                      <a:pt x="1298" y="936"/>
                    </a:lnTo>
                    <a:lnTo>
                      <a:pt x="1302" y="929"/>
                    </a:lnTo>
                    <a:lnTo>
                      <a:pt x="1303" y="922"/>
                    </a:lnTo>
                    <a:lnTo>
                      <a:pt x="1304" y="914"/>
                    </a:lnTo>
                    <a:lnTo>
                      <a:pt x="1303" y="906"/>
                    </a:lnTo>
                    <a:lnTo>
                      <a:pt x="1302" y="899"/>
                    </a:lnTo>
                    <a:lnTo>
                      <a:pt x="1299" y="892"/>
                    </a:lnTo>
                    <a:lnTo>
                      <a:pt x="1295" y="886"/>
                    </a:lnTo>
                    <a:lnTo>
                      <a:pt x="1289" y="881"/>
                    </a:lnTo>
                    <a:lnTo>
                      <a:pt x="1284" y="878"/>
                    </a:lnTo>
                    <a:lnTo>
                      <a:pt x="1275" y="877"/>
                    </a:lnTo>
                    <a:lnTo>
                      <a:pt x="1267" y="878"/>
                    </a:lnTo>
                    <a:lnTo>
                      <a:pt x="1257" y="882"/>
                    </a:lnTo>
                    <a:lnTo>
                      <a:pt x="1257" y="882"/>
                    </a:lnTo>
                    <a:lnTo>
                      <a:pt x="1252" y="886"/>
                    </a:lnTo>
                    <a:lnTo>
                      <a:pt x="1248" y="891"/>
                    </a:lnTo>
                    <a:lnTo>
                      <a:pt x="1245" y="895"/>
                    </a:lnTo>
                    <a:lnTo>
                      <a:pt x="1242" y="900"/>
                    </a:lnTo>
                    <a:lnTo>
                      <a:pt x="1239" y="906"/>
                    </a:lnTo>
                    <a:lnTo>
                      <a:pt x="1239" y="913"/>
                    </a:lnTo>
                    <a:lnTo>
                      <a:pt x="1239" y="924"/>
                    </a:lnTo>
                    <a:lnTo>
                      <a:pt x="1241" y="931"/>
                    </a:lnTo>
                    <a:lnTo>
                      <a:pt x="1242" y="936"/>
                    </a:lnTo>
                    <a:lnTo>
                      <a:pt x="1245" y="940"/>
                    </a:lnTo>
                    <a:lnTo>
                      <a:pt x="1249" y="946"/>
                    </a:lnTo>
                    <a:lnTo>
                      <a:pt x="1253" y="949"/>
                    </a:lnTo>
                    <a:lnTo>
                      <a:pt x="1259" y="951"/>
                    </a:lnTo>
                    <a:lnTo>
                      <a:pt x="1264" y="953"/>
                    </a:lnTo>
                    <a:lnTo>
                      <a:pt x="1271" y="953"/>
                    </a:lnTo>
                    <a:lnTo>
                      <a:pt x="1271" y="953"/>
                    </a:lnTo>
                    <a:close/>
                    <a:moveTo>
                      <a:pt x="582" y="1079"/>
                    </a:moveTo>
                    <a:lnTo>
                      <a:pt x="582" y="1079"/>
                    </a:lnTo>
                    <a:lnTo>
                      <a:pt x="585" y="1068"/>
                    </a:lnTo>
                    <a:lnTo>
                      <a:pt x="584" y="1057"/>
                    </a:lnTo>
                    <a:lnTo>
                      <a:pt x="582" y="1047"/>
                    </a:lnTo>
                    <a:lnTo>
                      <a:pt x="578" y="1039"/>
                    </a:lnTo>
                    <a:lnTo>
                      <a:pt x="572" y="1030"/>
                    </a:lnTo>
                    <a:lnTo>
                      <a:pt x="566" y="1025"/>
                    </a:lnTo>
                    <a:lnTo>
                      <a:pt x="559" y="1021"/>
                    </a:lnTo>
                    <a:lnTo>
                      <a:pt x="550" y="1018"/>
                    </a:lnTo>
                    <a:lnTo>
                      <a:pt x="550" y="1018"/>
                    </a:lnTo>
                    <a:lnTo>
                      <a:pt x="537" y="1019"/>
                    </a:lnTo>
                    <a:lnTo>
                      <a:pt x="530" y="1021"/>
                    </a:lnTo>
                    <a:lnTo>
                      <a:pt x="525" y="1022"/>
                    </a:lnTo>
                    <a:lnTo>
                      <a:pt x="520" y="1025"/>
                    </a:lnTo>
                    <a:lnTo>
                      <a:pt x="517" y="1028"/>
                    </a:lnTo>
                    <a:lnTo>
                      <a:pt x="512" y="1035"/>
                    </a:lnTo>
                    <a:lnTo>
                      <a:pt x="509" y="1044"/>
                    </a:lnTo>
                    <a:lnTo>
                      <a:pt x="509" y="1054"/>
                    </a:lnTo>
                    <a:lnTo>
                      <a:pt x="510" y="1064"/>
                    </a:lnTo>
                    <a:lnTo>
                      <a:pt x="514" y="1073"/>
                    </a:lnTo>
                    <a:lnTo>
                      <a:pt x="520" y="1082"/>
                    </a:lnTo>
                    <a:lnTo>
                      <a:pt x="527" y="1090"/>
                    </a:lnTo>
                    <a:lnTo>
                      <a:pt x="534" y="1095"/>
                    </a:lnTo>
                    <a:lnTo>
                      <a:pt x="543" y="1098"/>
                    </a:lnTo>
                    <a:lnTo>
                      <a:pt x="553" y="1100"/>
                    </a:lnTo>
                    <a:lnTo>
                      <a:pt x="557" y="1098"/>
                    </a:lnTo>
                    <a:lnTo>
                      <a:pt x="563" y="1097"/>
                    </a:lnTo>
                    <a:lnTo>
                      <a:pt x="567" y="1094"/>
                    </a:lnTo>
                    <a:lnTo>
                      <a:pt x="572" y="1090"/>
                    </a:lnTo>
                    <a:lnTo>
                      <a:pt x="577" y="1086"/>
                    </a:lnTo>
                    <a:lnTo>
                      <a:pt x="582" y="1079"/>
                    </a:lnTo>
                    <a:lnTo>
                      <a:pt x="582" y="1079"/>
                    </a:lnTo>
                    <a:close/>
                    <a:moveTo>
                      <a:pt x="701" y="1073"/>
                    </a:moveTo>
                    <a:lnTo>
                      <a:pt x="701" y="1073"/>
                    </a:lnTo>
                    <a:lnTo>
                      <a:pt x="708" y="1071"/>
                    </a:lnTo>
                    <a:lnTo>
                      <a:pt x="715" y="1065"/>
                    </a:lnTo>
                    <a:lnTo>
                      <a:pt x="721" y="1059"/>
                    </a:lnTo>
                    <a:lnTo>
                      <a:pt x="723" y="1054"/>
                    </a:lnTo>
                    <a:lnTo>
                      <a:pt x="726" y="1046"/>
                    </a:lnTo>
                    <a:lnTo>
                      <a:pt x="727" y="1039"/>
                    </a:lnTo>
                    <a:lnTo>
                      <a:pt x="727" y="1030"/>
                    </a:lnTo>
                    <a:lnTo>
                      <a:pt x="726" y="1023"/>
                    </a:lnTo>
                    <a:lnTo>
                      <a:pt x="723" y="1017"/>
                    </a:lnTo>
                    <a:lnTo>
                      <a:pt x="721" y="1010"/>
                    </a:lnTo>
                    <a:lnTo>
                      <a:pt x="715" y="1004"/>
                    </a:lnTo>
                    <a:lnTo>
                      <a:pt x="709" y="999"/>
                    </a:lnTo>
                    <a:lnTo>
                      <a:pt x="703" y="996"/>
                    </a:lnTo>
                    <a:lnTo>
                      <a:pt x="696" y="994"/>
                    </a:lnTo>
                    <a:lnTo>
                      <a:pt x="686" y="994"/>
                    </a:lnTo>
                    <a:lnTo>
                      <a:pt x="676" y="997"/>
                    </a:lnTo>
                    <a:lnTo>
                      <a:pt x="676" y="997"/>
                    </a:lnTo>
                    <a:lnTo>
                      <a:pt x="668" y="1001"/>
                    </a:lnTo>
                    <a:lnTo>
                      <a:pt x="661" y="1007"/>
                    </a:lnTo>
                    <a:lnTo>
                      <a:pt x="656" y="1012"/>
                    </a:lnTo>
                    <a:lnTo>
                      <a:pt x="653" y="1019"/>
                    </a:lnTo>
                    <a:lnTo>
                      <a:pt x="650" y="1026"/>
                    </a:lnTo>
                    <a:lnTo>
                      <a:pt x="650" y="1033"/>
                    </a:lnTo>
                    <a:lnTo>
                      <a:pt x="651" y="1040"/>
                    </a:lnTo>
                    <a:lnTo>
                      <a:pt x="654" y="1047"/>
                    </a:lnTo>
                    <a:lnTo>
                      <a:pt x="657" y="1053"/>
                    </a:lnTo>
                    <a:lnTo>
                      <a:pt x="662" y="1058"/>
                    </a:lnTo>
                    <a:lnTo>
                      <a:pt x="667" y="1064"/>
                    </a:lnTo>
                    <a:lnTo>
                      <a:pt x="673" y="1068"/>
                    </a:lnTo>
                    <a:lnTo>
                      <a:pt x="679" y="1072"/>
                    </a:lnTo>
                    <a:lnTo>
                      <a:pt x="686" y="1073"/>
                    </a:lnTo>
                    <a:lnTo>
                      <a:pt x="693" y="1073"/>
                    </a:lnTo>
                    <a:lnTo>
                      <a:pt x="701" y="1073"/>
                    </a:lnTo>
                    <a:lnTo>
                      <a:pt x="701" y="1073"/>
                    </a:lnTo>
                    <a:close/>
                    <a:moveTo>
                      <a:pt x="852" y="1044"/>
                    </a:moveTo>
                    <a:lnTo>
                      <a:pt x="852" y="1044"/>
                    </a:lnTo>
                    <a:lnTo>
                      <a:pt x="860" y="1040"/>
                    </a:lnTo>
                    <a:lnTo>
                      <a:pt x="866" y="1035"/>
                    </a:lnTo>
                    <a:lnTo>
                      <a:pt x="870" y="1029"/>
                    </a:lnTo>
                    <a:lnTo>
                      <a:pt x="874" y="1022"/>
                    </a:lnTo>
                    <a:lnTo>
                      <a:pt x="876" y="1015"/>
                    </a:lnTo>
                    <a:lnTo>
                      <a:pt x="877" y="1007"/>
                    </a:lnTo>
                    <a:lnTo>
                      <a:pt x="876" y="1000"/>
                    </a:lnTo>
                    <a:lnTo>
                      <a:pt x="874" y="992"/>
                    </a:lnTo>
                    <a:lnTo>
                      <a:pt x="870" y="985"/>
                    </a:lnTo>
                    <a:lnTo>
                      <a:pt x="866" y="979"/>
                    </a:lnTo>
                    <a:lnTo>
                      <a:pt x="860" y="974"/>
                    </a:lnTo>
                    <a:lnTo>
                      <a:pt x="853" y="969"/>
                    </a:lnTo>
                    <a:lnTo>
                      <a:pt x="846" y="968"/>
                    </a:lnTo>
                    <a:lnTo>
                      <a:pt x="838" y="968"/>
                    </a:lnTo>
                    <a:lnTo>
                      <a:pt x="828" y="969"/>
                    </a:lnTo>
                    <a:lnTo>
                      <a:pt x="819" y="974"/>
                    </a:lnTo>
                    <a:lnTo>
                      <a:pt x="819" y="974"/>
                    </a:lnTo>
                    <a:lnTo>
                      <a:pt x="812" y="978"/>
                    </a:lnTo>
                    <a:lnTo>
                      <a:pt x="806" y="983"/>
                    </a:lnTo>
                    <a:lnTo>
                      <a:pt x="802" y="989"/>
                    </a:lnTo>
                    <a:lnTo>
                      <a:pt x="799" y="996"/>
                    </a:lnTo>
                    <a:lnTo>
                      <a:pt x="798" y="1003"/>
                    </a:lnTo>
                    <a:lnTo>
                      <a:pt x="797" y="1010"/>
                    </a:lnTo>
                    <a:lnTo>
                      <a:pt x="798" y="1017"/>
                    </a:lnTo>
                    <a:lnTo>
                      <a:pt x="801" y="1023"/>
                    </a:lnTo>
                    <a:lnTo>
                      <a:pt x="804" y="1029"/>
                    </a:lnTo>
                    <a:lnTo>
                      <a:pt x="808" y="1035"/>
                    </a:lnTo>
                    <a:lnTo>
                      <a:pt x="813" y="1040"/>
                    </a:lnTo>
                    <a:lnTo>
                      <a:pt x="819" y="1043"/>
                    </a:lnTo>
                    <a:lnTo>
                      <a:pt x="826" y="1046"/>
                    </a:lnTo>
                    <a:lnTo>
                      <a:pt x="834" y="1047"/>
                    </a:lnTo>
                    <a:lnTo>
                      <a:pt x="842" y="1046"/>
                    </a:lnTo>
                    <a:lnTo>
                      <a:pt x="852" y="1044"/>
                    </a:lnTo>
                    <a:lnTo>
                      <a:pt x="852" y="1044"/>
                    </a:lnTo>
                    <a:close/>
                    <a:moveTo>
                      <a:pt x="1026" y="947"/>
                    </a:moveTo>
                    <a:lnTo>
                      <a:pt x="1026" y="947"/>
                    </a:lnTo>
                    <a:lnTo>
                      <a:pt x="1021" y="943"/>
                    </a:lnTo>
                    <a:lnTo>
                      <a:pt x="1014" y="940"/>
                    </a:lnTo>
                    <a:lnTo>
                      <a:pt x="1007" y="938"/>
                    </a:lnTo>
                    <a:lnTo>
                      <a:pt x="1001" y="938"/>
                    </a:lnTo>
                    <a:lnTo>
                      <a:pt x="995" y="938"/>
                    </a:lnTo>
                    <a:lnTo>
                      <a:pt x="988" y="939"/>
                    </a:lnTo>
                    <a:lnTo>
                      <a:pt x="982" y="940"/>
                    </a:lnTo>
                    <a:lnTo>
                      <a:pt x="977" y="943"/>
                    </a:lnTo>
                    <a:lnTo>
                      <a:pt x="971" y="947"/>
                    </a:lnTo>
                    <a:lnTo>
                      <a:pt x="967" y="951"/>
                    </a:lnTo>
                    <a:lnTo>
                      <a:pt x="963" y="956"/>
                    </a:lnTo>
                    <a:lnTo>
                      <a:pt x="960" y="961"/>
                    </a:lnTo>
                    <a:lnTo>
                      <a:pt x="959" y="967"/>
                    </a:lnTo>
                    <a:lnTo>
                      <a:pt x="957" y="974"/>
                    </a:lnTo>
                    <a:lnTo>
                      <a:pt x="957" y="981"/>
                    </a:lnTo>
                    <a:lnTo>
                      <a:pt x="957" y="987"/>
                    </a:lnTo>
                    <a:lnTo>
                      <a:pt x="957" y="987"/>
                    </a:lnTo>
                    <a:lnTo>
                      <a:pt x="961" y="996"/>
                    </a:lnTo>
                    <a:lnTo>
                      <a:pt x="965" y="1004"/>
                    </a:lnTo>
                    <a:lnTo>
                      <a:pt x="972" y="1010"/>
                    </a:lnTo>
                    <a:lnTo>
                      <a:pt x="979" y="1012"/>
                    </a:lnTo>
                    <a:lnTo>
                      <a:pt x="988" y="1015"/>
                    </a:lnTo>
                    <a:lnTo>
                      <a:pt x="996" y="1015"/>
                    </a:lnTo>
                    <a:lnTo>
                      <a:pt x="1004" y="1014"/>
                    </a:lnTo>
                    <a:lnTo>
                      <a:pt x="1011" y="1011"/>
                    </a:lnTo>
                    <a:lnTo>
                      <a:pt x="1019" y="1008"/>
                    </a:lnTo>
                    <a:lnTo>
                      <a:pt x="1025" y="1003"/>
                    </a:lnTo>
                    <a:lnTo>
                      <a:pt x="1030" y="996"/>
                    </a:lnTo>
                    <a:lnTo>
                      <a:pt x="1035" y="989"/>
                    </a:lnTo>
                    <a:lnTo>
                      <a:pt x="1036" y="979"/>
                    </a:lnTo>
                    <a:lnTo>
                      <a:pt x="1036" y="969"/>
                    </a:lnTo>
                    <a:lnTo>
                      <a:pt x="1032" y="958"/>
                    </a:lnTo>
                    <a:lnTo>
                      <a:pt x="1026" y="947"/>
                    </a:lnTo>
                    <a:lnTo>
                      <a:pt x="1026" y="947"/>
                    </a:lnTo>
                    <a:close/>
                    <a:moveTo>
                      <a:pt x="1156" y="909"/>
                    </a:moveTo>
                    <a:lnTo>
                      <a:pt x="1156" y="909"/>
                    </a:lnTo>
                    <a:lnTo>
                      <a:pt x="1144" y="907"/>
                    </a:lnTo>
                    <a:lnTo>
                      <a:pt x="1134" y="907"/>
                    </a:lnTo>
                    <a:lnTo>
                      <a:pt x="1126" y="910"/>
                    </a:lnTo>
                    <a:lnTo>
                      <a:pt x="1118" y="913"/>
                    </a:lnTo>
                    <a:lnTo>
                      <a:pt x="1112" y="918"/>
                    </a:lnTo>
                    <a:lnTo>
                      <a:pt x="1108" y="925"/>
                    </a:lnTo>
                    <a:lnTo>
                      <a:pt x="1104" y="932"/>
                    </a:lnTo>
                    <a:lnTo>
                      <a:pt x="1102" y="940"/>
                    </a:lnTo>
                    <a:lnTo>
                      <a:pt x="1101" y="947"/>
                    </a:lnTo>
                    <a:lnTo>
                      <a:pt x="1101" y="956"/>
                    </a:lnTo>
                    <a:lnTo>
                      <a:pt x="1104" y="964"/>
                    </a:lnTo>
                    <a:lnTo>
                      <a:pt x="1107" y="971"/>
                    </a:lnTo>
                    <a:lnTo>
                      <a:pt x="1111" y="976"/>
                    </a:lnTo>
                    <a:lnTo>
                      <a:pt x="1116" y="982"/>
                    </a:lnTo>
                    <a:lnTo>
                      <a:pt x="1123" y="985"/>
                    </a:lnTo>
                    <a:lnTo>
                      <a:pt x="1132" y="987"/>
                    </a:lnTo>
                    <a:lnTo>
                      <a:pt x="1132" y="987"/>
                    </a:lnTo>
                    <a:lnTo>
                      <a:pt x="1138" y="987"/>
                    </a:lnTo>
                    <a:lnTo>
                      <a:pt x="1145" y="986"/>
                    </a:lnTo>
                    <a:lnTo>
                      <a:pt x="1152" y="983"/>
                    </a:lnTo>
                    <a:lnTo>
                      <a:pt x="1158" y="979"/>
                    </a:lnTo>
                    <a:lnTo>
                      <a:pt x="1162" y="975"/>
                    </a:lnTo>
                    <a:lnTo>
                      <a:pt x="1167" y="971"/>
                    </a:lnTo>
                    <a:lnTo>
                      <a:pt x="1170" y="965"/>
                    </a:lnTo>
                    <a:lnTo>
                      <a:pt x="1173" y="958"/>
                    </a:lnTo>
                    <a:lnTo>
                      <a:pt x="1174" y="953"/>
                    </a:lnTo>
                    <a:lnTo>
                      <a:pt x="1176" y="946"/>
                    </a:lnTo>
                    <a:lnTo>
                      <a:pt x="1176" y="939"/>
                    </a:lnTo>
                    <a:lnTo>
                      <a:pt x="1174" y="932"/>
                    </a:lnTo>
                    <a:lnTo>
                      <a:pt x="1172" y="927"/>
                    </a:lnTo>
                    <a:lnTo>
                      <a:pt x="1167" y="920"/>
                    </a:lnTo>
                    <a:lnTo>
                      <a:pt x="1162" y="914"/>
                    </a:lnTo>
                    <a:lnTo>
                      <a:pt x="1156" y="909"/>
                    </a:lnTo>
                    <a:lnTo>
                      <a:pt x="1156" y="909"/>
                    </a:lnTo>
                    <a:close/>
                    <a:moveTo>
                      <a:pt x="1567" y="917"/>
                    </a:moveTo>
                    <a:lnTo>
                      <a:pt x="1567" y="917"/>
                    </a:lnTo>
                    <a:lnTo>
                      <a:pt x="1569" y="902"/>
                    </a:lnTo>
                    <a:lnTo>
                      <a:pt x="1572" y="886"/>
                    </a:lnTo>
                    <a:lnTo>
                      <a:pt x="1573" y="880"/>
                    </a:lnTo>
                    <a:lnTo>
                      <a:pt x="1573" y="873"/>
                    </a:lnTo>
                    <a:lnTo>
                      <a:pt x="1573" y="866"/>
                    </a:lnTo>
                    <a:lnTo>
                      <a:pt x="1570" y="859"/>
                    </a:lnTo>
                    <a:lnTo>
                      <a:pt x="1570" y="859"/>
                    </a:lnTo>
                    <a:lnTo>
                      <a:pt x="1567" y="873"/>
                    </a:lnTo>
                    <a:lnTo>
                      <a:pt x="1565" y="888"/>
                    </a:lnTo>
                    <a:lnTo>
                      <a:pt x="1563" y="896"/>
                    </a:lnTo>
                    <a:lnTo>
                      <a:pt x="1563" y="903"/>
                    </a:lnTo>
                    <a:lnTo>
                      <a:pt x="1565" y="910"/>
                    </a:lnTo>
                    <a:lnTo>
                      <a:pt x="1567" y="917"/>
                    </a:lnTo>
                    <a:lnTo>
                      <a:pt x="1567" y="917"/>
                    </a:lnTo>
                    <a:close/>
                    <a:moveTo>
                      <a:pt x="92" y="1147"/>
                    </a:moveTo>
                    <a:lnTo>
                      <a:pt x="92" y="1147"/>
                    </a:lnTo>
                    <a:lnTo>
                      <a:pt x="99" y="1161"/>
                    </a:lnTo>
                    <a:lnTo>
                      <a:pt x="106" y="1176"/>
                    </a:lnTo>
                    <a:lnTo>
                      <a:pt x="114" y="1190"/>
                    </a:lnTo>
                    <a:lnTo>
                      <a:pt x="120" y="1195"/>
                    </a:lnTo>
                    <a:lnTo>
                      <a:pt x="126" y="1201"/>
                    </a:lnTo>
                    <a:lnTo>
                      <a:pt x="126" y="1201"/>
                    </a:lnTo>
                    <a:lnTo>
                      <a:pt x="120" y="1183"/>
                    </a:lnTo>
                    <a:lnTo>
                      <a:pt x="113" y="1167"/>
                    </a:lnTo>
                    <a:lnTo>
                      <a:pt x="109" y="1161"/>
                    </a:lnTo>
                    <a:lnTo>
                      <a:pt x="103" y="1155"/>
                    </a:lnTo>
                    <a:lnTo>
                      <a:pt x="98" y="1151"/>
                    </a:lnTo>
                    <a:lnTo>
                      <a:pt x="92" y="1147"/>
                    </a:lnTo>
                    <a:lnTo>
                      <a:pt x="92" y="1147"/>
                    </a:lnTo>
                    <a:close/>
                    <a:moveTo>
                      <a:pt x="1538" y="888"/>
                    </a:moveTo>
                    <a:lnTo>
                      <a:pt x="1538" y="888"/>
                    </a:lnTo>
                    <a:lnTo>
                      <a:pt x="1533" y="889"/>
                    </a:lnTo>
                    <a:lnTo>
                      <a:pt x="1529" y="892"/>
                    </a:lnTo>
                    <a:lnTo>
                      <a:pt x="1524" y="895"/>
                    </a:lnTo>
                    <a:lnTo>
                      <a:pt x="1520" y="898"/>
                    </a:lnTo>
                    <a:lnTo>
                      <a:pt x="1515" y="906"/>
                    </a:lnTo>
                    <a:lnTo>
                      <a:pt x="1512" y="917"/>
                    </a:lnTo>
                    <a:lnTo>
                      <a:pt x="1511" y="927"/>
                    </a:lnTo>
                    <a:lnTo>
                      <a:pt x="1512" y="938"/>
                    </a:lnTo>
                    <a:lnTo>
                      <a:pt x="1516" y="947"/>
                    </a:lnTo>
                    <a:lnTo>
                      <a:pt x="1522" y="956"/>
                    </a:lnTo>
                    <a:lnTo>
                      <a:pt x="1522" y="956"/>
                    </a:lnTo>
                    <a:lnTo>
                      <a:pt x="1530" y="950"/>
                    </a:lnTo>
                    <a:lnTo>
                      <a:pt x="1536" y="945"/>
                    </a:lnTo>
                    <a:lnTo>
                      <a:pt x="1541" y="936"/>
                    </a:lnTo>
                    <a:lnTo>
                      <a:pt x="1544" y="928"/>
                    </a:lnTo>
                    <a:lnTo>
                      <a:pt x="1545" y="918"/>
                    </a:lnTo>
                    <a:lnTo>
                      <a:pt x="1544" y="909"/>
                    </a:lnTo>
                    <a:lnTo>
                      <a:pt x="1542" y="898"/>
                    </a:lnTo>
                    <a:lnTo>
                      <a:pt x="1538" y="888"/>
                    </a:lnTo>
                    <a:lnTo>
                      <a:pt x="1538" y="888"/>
                    </a:lnTo>
                    <a:close/>
                    <a:moveTo>
                      <a:pt x="141" y="1161"/>
                    </a:moveTo>
                    <a:lnTo>
                      <a:pt x="141" y="1161"/>
                    </a:lnTo>
                    <a:lnTo>
                      <a:pt x="139" y="1169"/>
                    </a:lnTo>
                    <a:lnTo>
                      <a:pt x="141" y="1179"/>
                    </a:lnTo>
                    <a:lnTo>
                      <a:pt x="144" y="1190"/>
                    </a:lnTo>
                    <a:lnTo>
                      <a:pt x="148" y="1198"/>
                    </a:lnTo>
                    <a:lnTo>
                      <a:pt x="155" y="1206"/>
                    </a:lnTo>
                    <a:lnTo>
                      <a:pt x="162" y="1213"/>
                    </a:lnTo>
                    <a:lnTo>
                      <a:pt x="167" y="1215"/>
                    </a:lnTo>
                    <a:lnTo>
                      <a:pt x="171" y="1216"/>
                    </a:lnTo>
                    <a:lnTo>
                      <a:pt x="177" y="1216"/>
                    </a:lnTo>
                    <a:lnTo>
                      <a:pt x="182" y="1216"/>
                    </a:lnTo>
                    <a:lnTo>
                      <a:pt x="182" y="1216"/>
                    </a:lnTo>
                    <a:lnTo>
                      <a:pt x="182" y="1205"/>
                    </a:lnTo>
                    <a:lnTo>
                      <a:pt x="181" y="1195"/>
                    </a:lnTo>
                    <a:lnTo>
                      <a:pt x="178" y="1184"/>
                    </a:lnTo>
                    <a:lnTo>
                      <a:pt x="174" y="1176"/>
                    </a:lnTo>
                    <a:lnTo>
                      <a:pt x="167" y="1167"/>
                    </a:lnTo>
                    <a:lnTo>
                      <a:pt x="160" y="1163"/>
                    </a:lnTo>
                    <a:lnTo>
                      <a:pt x="152" y="1161"/>
                    </a:lnTo>
                    <a:lnTo>
                      <a:pt x="146" y="1159"/>
                    </a:lnTo>
                    <a:lnTo>
                      <a:pt x="141" y="1161"/>
                    </a:lnTo>
                    <a:lnTo>
                      <a:pt x="141" y="1161"/>
                    </a:lnTo>
                    <a:close/>
                    <a:moveTo>
                      <a:pt x="1446" y="993"/>
                    </a:moveTo>
                    <a:lnTo>
                      <a:pt x="1446" y="993"/>
                    </a:lnTo>
                    <a:lnTo>
                      <a:pt x="1451" y="992"/>
                    </a:lnTo>
                    <a:lnTo>
                      <a:pt x="1457" y="989"/>
                    </a:lnTo>
                    <a:lnTo>
                      <a:pt x="1461" y="985"/>
                    </a:lnTo>
                    <a:lnTo>
                      <a:pt x="1465" y="982"/>
                    </a:lnTo>
                    <a:lnTo>
                      <a:pt x="1471" y="972"/>
                    </a:lnTo>
                    <a:lnTo>
                      <a:pt x="1475" y="961"/>
                    </a:lnTo>
                    <a:lnTo>
                      <a:pt x="1476" y="950"/>
                    </a:lnTo>
                    <a:lnTo>
                      <a:pt x="1473" y="939"/>
                    </a:lnTo>
                    <a:lnTo>
                      <a:pt x="1472" y="934"/>
                    </a:lnTo>
                    <a:lnTo>
                      <a:pt x="1469" y="928"/>
                    </a:lnTo>
                    <a:lnTo>
                      <a:pt x="1465" y="924"/>
                    </a:lnTo>
                    <a:lnTo>
                      <a:pt x="1461" y="920"/>
                    </a:lnTo>
                    <a:lnTo>
                      <a:pt x="1461" y="920"/>
                    </a:lnTo>
                    <a:lnTo>
                      <a:pt x="1454" y="921"/>
                    </a:lnTo>
                    <a:lnTo>
                      <a:pt x="1447" y="924"/>
                    </a:lnTo>
                    <a:lnTo>
                      <a:pt x="1441" y="927"/>
                    </a:lnTo>
                    <a:lnTo>
                      <a:pt x="1437" y="931"/>
                    </a:lnTo>
                    <a:lnTo>
                      <a:pt x="1433" y="936"/>
                    </a:lnTo>
                    <a:lnTo>
                      <a:pt x="1430" y="942"/>
                    </a:lnTo>
                    <a:lnTo>
                      <a:pt x="1428" y="947"/>
                    </a:lnTo>
                    <a:lnTo>
                      <a:pt x="1426" y="953"/>
                    </a:lnTo>
                    <a:lnTo>
                      <a:pt x="1425" y="960"/>
                    </a:lnTo>
                    <a:lnTo>
                      <a:pt x="1425" y="965"/>
                    </a:lnTo>
                    <a:lnTo>
                      <a:pt x="1426" y="971"/>
                    </a:lnTo>
                    <a:lnTo>
                      <a:pt x="1429" y="978"/>
                    </a:lnTo>
                    <a:lnTo>
                      <a:pt x="1432" y="982"/>
                    </a:lnTo>
                    <a:lnTo>
                      <a:pt x="1435" y="986"/>
                    </a:lnTo>
                    <a:lnTo>
                      <a:pt x="1440" y="990"/>
                    </a:lnTo>
                    <a:lnTo>
                      <a:pt x="1446" y="993"/>
                    </a:lnTo>
                    <a:lnTo>
                      <a:pt x="1446" y="993"/>
                    </a:lnTo>
                    <a:close/>
                    <a:moveTo>
                      <a:pt x="267" y="1223"/>
                    </a:moveTo>
                    <a:lnTo>
                      <a:pt x="267" y="1223"/>
                    </a:lnTo>
                    <a:lnTo>
                      <a:pt x="271" y="1220"/>
                    </a:lnTo>
                    <a:lnTo>
                      <a:pt x="274" y="1216"/>
                    </a:lnTo>
                    <a:lnTo>
                      <a:pt x="276" y="1210"/>
                    </a:lnTo>
                    <a:lnTo>
                      <a:pt x="276" y="1205"/>
                    </a:lnTo>
                    <a:lnTo>
                      <a:pt x="276" y="1199"/>
                    </a:lnTo>
                    <a:lnTo>
                      <a:pt x="275" y="1192"/>
                    </a:lnTo>
                    <a:lnTo>
                      <a:pt x="269" y="1180"/>
                    </a:lnTo>
                    <a:lnTo>
                      <a:pt x="267" y="1173"/>
                    </a:lnTo>
                    <a:lnTo>
                      <a:pt x="263" y="1169"/>
                    </a:lnTo>
                    <a:lnTo>
                      <a:pt x="257" y="1163"/>
                    </a:lnTo>
                    <a:lnTo>
                      <a:pt x="251" y="1161"/>
                    </a:lnTo>
                    <a:lnTo>
                      <a:pt x="246" y="1159"/>
                    </a:lnTo>
                    <a:lnTo>
                      <a:pt x="240" y="1159"/>
                    </a:lnTo>
                    <a:lnTo>
                      <a:pt x="235" y="1161"/>
                    </a:lnTo>
                    <a:lnTo>
                      <a:pt x="228" y="1163"/>
                    </a:lnTo>
                    <a:lnTo>
                      <a:pt x="228" y="1163"/>
                    </a:lnTo>
                    <a:lnTo>
                      <a:pt x="224" y="1167"/>
                    </a:lnTo>
                    <a:lnTo>
                      <a:pt x="221" y="1173"/>
                    </a:lnTo>
                    <a:lnTo>
                      <a:pt x="220" y="1179"/>
                    </a:lnTo>
                    <a:lnTo>
                      <a:pt x="220" y="1183"/>
                    </a:lnTo>
                    <a:lnTo>
                      <a:pt x="220" y="1190"/>
                    </a:lnTo>
                    <a:lnTo>
                      <a:pt x="222" y="1195"/>
                    </a:lnTo>
                    <a:lnTo>
                      <a:pt x="228" y="1205"/>
                    </a:lnTo>
                    <a:lnTo>
                      <a:pt x="236" y="1215"/>
                    </a:lnTo>
                    <a:lnTo>
                      <a:pt x="246" y="1221"/>
                    </a:lnTo>
                    <a:lnTo>
                      <a:pt x="251" y="1224"/>
                    </a:lnTo>
                    <a:lnTo>
                      <a:pt x="257" y="1224"/>
                    </a:lnTo>
                    <a:lnTo>
                      <a:pt x="261" y="1224"/>
                    </a:lnTo>
                    <a:lnTo>
                      <a:pt x="267" y="1223"/>
                    </a:lnTo>
                    <a:lnTo>
                      <a:pt x="267" y="1223"/>
                    </a:lnTo>
                    <a:close/>
                    <a:moveTo>
                      <a:pt x="388" y="1213"/>
                    </a:moveTo>
                    <a:lnTo>
                      <a:pt x="388" y="1213"/>
                    </a:lnTo>
                    <a:lnTo>
                      <a:pt x="394" y="1209"/>
                    </a:lnTo>
                    <a:lnTo>
                      <a:pt x="398" y="1203"/>
                    </a:lnTo>
                    <a:lnTo>
                      <a:pt x="401" y="1198"/>
                    </a:lnTo>
                    <a:lnTo>
                      <a:pt x="402" y="1192"/>
                    </a:lnTo>
                    <a:lnTo>
                      <a:pt x="401" y="1187"/>
                    </a:lnTo>
                    <a:lnTo>
                      <a:pt x="400" y="1180"/>
                    </a:lnTo>
                    <a:lnTo>
                      <a:pt x="397" y="1174"/>
                    </a:lnTo>
                    <a:lnTo>
                      <a:pt x="393" y="1169"/>
                    </a:lnTo>
                    <a:lnTo>
                      <a:pt x="388" y="1163"/>
                    </a:lnTo>
                    <a:lnTo>
                      <a:pt x="384" y="1159"/>
                    </a:lnTo>
                    <a:lnTo>
                      <a:pt x="379" y="1155"/>
                    </a:lnTo>
                    <a:lnTo>
                      <a:pt x="372" y="1151"/>
                    </a:lnTo>
                    <a:lnTo>
                      <a:pt x="366" y="1149"/>
                    </a:lnTo>
                    <a:lnTo>
                      <a:pt x="361" y="1148"/>
                    </a:lnTo>
                    <a:lnTo>
                      <a:pt x="355" y="1148"/>
                    </a:lnTo>
                    <a:lnTo>
                      <a:pt x="350" y="1151"/>
                    </a:lnTo>
                    <a:lnTo>
                      <a:pt x="350" y="1151"/>
                    </a:lnTo>
                    <a:lnTo>
                      <a:pt x="341" y="1155"/>
                    </a:lnTo>
                    <a:lnTo>
                      <a:pt x="336" y="1161"/>
                    </a:lnTo>
                    <a:lnTo>
                      <a:pt x="333" y="1166"/>
                    </a:lnTo>
                    <a:lnTo>
                      <a:pt x="332" y="1172"/>
                    </a:lnTo>
                    <a:lnTo>
                      <a:pt x="332" y="1179"/>
                    </a:lnTo>
                    <a:lnTo>
                      <a:pt x="333" y="1184"/>
                    </a:lnTo>
                    <a:lnTo>
                      <a:pt x="336" y="1191"/>
                    </a:lnTo>
                    <a:lnTo>
                      <a:pt x="340" y="1197"/>
                    </a:lnTo>
                    <a:lnTo>
                      <a:pt x="344" y="1202"/>
                    </a:lnTo>
                    <a:lnTo>
                      <a:pt x="351" y="1206"/>
                    </a:lnTo>
                    <a:lnTo>
                      <a:pt x="357" y="1210"/>
                    </a:lnTo>
                    <a:lnTo>
                      <a:pt x="364" y="1213"/>
                    </a:lnTo>
                    <a:lnTo>
                      <a:pt x="369" y="1216"/>
                    </a:lnTo>
                    <a:lnTo>
                      <a:pt x="376" y="1216"/>
                    </a:lnTo>
                    <a:lnTo>
                      <a:pt x="382" y="1216"/>
                    </a:lnTo>
                    <a:lnTo>
                      <a:pt x="388" y="1213"/>
                    </a:lnTo>
                    <a:lnTo>
                      <a:pt x="388" y="1213"/>
                    </a:lnTo>
                    <a:close/>
                    <a:moveTo>
                      <a:pt x="1331" y="965"/>
                    </a:moveTo>
                    <a:lnTo>
                      <a:pt x="1331" y="965"/>
                    </a:lnTo>
                    <a:lnTo>
                      <a:pt x="1325" y="968"/>
                    </a:lnTo>
                    <a:lnTo>
                      <a:pt x="1320" y="972"/>
                    </a:lnTo>
                    <a:lnTo>
                      <a:pt x="1317" y="976"/>
                    </a:lnTo>
                    <a:lnTo>
                      <a:pt x="1314" y="982"/>
                    </a:lnTo>
                    <a:lnTo>
                      <a:pt x="1311" y="987"/>
                    </a:lnTo>
                    <a:lnTo>
                      <a:pt x="1310" y="994"/>
                    </a:lnTo>
                    <a:lnTo>
                      <a:pt x="1309" y="1005"/>
                    </a:lnTo>
                    <a:lnTo>
                      <a:pt x="1310" y="1012"/>
                    </a:lnTo>
                    <a:lnTo>
                      <a:pt x="1311" y="1017"/>
                    </a:lnTo>
                    <a:lnTo>
                      <a:pt x="1314" y="1022"/>
                    </a:lnTo>
                    <a:lnTo>
                      <a:pt x="1318" y="1026"/>
                    </a:lnTo>
                    <a:lnTo>
                      <a:pt x="1322" y="1030"/>
                    </a:lnTo>
                    <a:lnTo>
                      <a:pt x="1327" y="1032"/>
                    </a:lnTo>
                    <a:lnTo>
                      <a:pt x="1334" y="1033"/>
                    </a:lnTo>
                    <a:lnTo>
                      <a:pt x="1340" y="1033"/>
                    </a:lnTo>
                    <a:lnTo>
                      <a:pt x="1340" y="1033"/>
                    </a:lnTo>
                    <a:lnTo>
                      <a:pt x="1347" y="1032"/>
                    </a:lnTo>
                    <a:lnTo>
                      <a:pt x="1353" y="1028"/>
                    </a:lnTo>
                    <a:lnTo>
                      <a:pt x="1358" y="1023"/>
                    </a:lnTo>
                    <a:lnTo>
                      <a:pt x="1363" y="1018"/>
                    </a:lnTo>
                    <a:lnTo>
                      <a:pt x="1365" y="1011"/>
                    </a:lnTo>
                    <a:lnTo>
                      <a:pt x="1368" y="1004"/>
                    </a:lnTo>
                    <a:lnTo>
                      <a:pt x="1370" y="996"/>
                    </a:lnTo>
                    <a:lnTo>
                      <a:pt x="1370" y="989"/>
                    </a:lnTo>
                    <a:lnTo>
                      <a:pt x="1368" y="982"/>
                    </a:lnTo>
                    <a:lnTo>
                      <a:pt x="1367" y="975"/>
                    </a:lnTo>
                    <a:lnTo>
                      <a:pt x="1364" y="969"/>
                    </a:lnTo>
                    <a:lnTo>
                      <a:pt x="1358" y="965"/>
                    </a:lnTo>
                    <a:lnTo>
                      <a:pt x="1353" y="963"/>
                    </a:lnTo>
                    <a:lnTo>
                      <a:pt x="1347" y="961"/>
                    </a:lnTo>
                    <a:lnTo>
                      <a:pt x="1339" y="963"/>
                    </a:lnTo>
                    <a:lnTo>
                      <a:pt x="1331" y="965"/>
                    </a:lnTo>
                    <a:lnTo>
                      <a:pt x="1331" y="965"/>
                    </a:lnTo>
                    <a:close/>
                    <a:moveTo>
                      <a:pt x="534" y="1172"/>
                    </a:moveTo>
                    <a:lnTo>
                      <a:pt x="534" y="1172"/>
                    </a:lnTo>
                    <a:lnTo>
                      <a:pt x="532" y="1161"/>
                    </a:lnTo>
                    <a:lnTo>
                      <a:pt x="528" y="1151"/>
                    </a:lnTo>
                    <a:lnTo>
                      <a:pt x="521" y="1143"/>
                    </a:lnTo>
                    <a:lnTo>
                      <a:pt x="513" y="1137"/>
                    </a:lnTo>
                    <a:lnTo>
                      <a:pt x="503" y="1133"/>
                    </a:lnTo>
                    <a:lnTo>
                      <a:pt x="494" y="1130"/>
                    </a:lnTo>
                    <a:lnTo>
                      <a:pt x="488" y="1131"/>
                    </a:lnTo>
                    <a:lnTo>
                      <a:pt x="481" y="1133"/>
                    </a:lnTo>
                    <a:lnTo>
                      <a:pt x="476" y="1134"/>
                    </a:lnTo>
                    <a:lnTo>
                      <a:pt x="470" y="1137"/>
                    </a:lnTo>
                    <a:lnTo>
                      <a:pt x="470" y="1137"/>
                    </a:lnTo>
                    <a:lnTo>
                      <a:pt x="462" y="1147"/>
                    </a:lnTo>
                    <a:lnTo>
                      <a:pt x="458" y="1156"/>
                    </a:lnTo>
                    <a:lnTo>
                      <a:pt x="456" y="1165"/>
                    </a:lnTo>
                    <a:lnTo>
                      <a:pt x="458" y="1173"/>
                    </a:lnTo>
                    <a:lnTo>
                      <a:pt x="462" y="1180"/>
                    </a:lnTo>
                    <a:lnTo>
                      <a:pt x="467" y="1187"/>
                    </a:lnTo>
                    <a:lnTo>
                      <a:pt x="474" y="1192"/>
                    </a:lnTo>
                    <a:lnTo>
                      <a:pt x="483" y="1197"/>
                    </a:lnTo>
                    <a:lnTo>
                      <a:pt x="491" y="1199"/>
                    </a:lnTo>
                    <a:lnTo>
                      <a:pt x="499" y="1201"/>
                    </a:lnTo>
                    <a:lnTo>
                      <a:pt x="507" y="1201"/>
                    </a:lnTo>
                    <a:lnTo>
                      <a:pt x="516" y="1199"/>
                    </a:lnTo>
                    <a:lnTo>
                      <a:pt x="523" y="1195"/>
                    </a:lnTo>
                    <a:lnTo>
                      <a:pt x="528" y="1190"/>
                    </a:lnTo>
                    <a:lnTo>
                      <a:pt x="532" y="1183"/>
                    </a:lnTo>
                    <a:lnTo>
                      <a:pt x="534" y="1172"/>
                    </a:lnTo>
                    <a:lnTo>
                      <a:pt x="534" y="1172"/>
                    </a:lnTo>
                    <a:close/>
                    <a:moveTo>
                      <a:pt x="1206" y="996"/>
                    </a:moveTo>
                    <a:lnTo>
                      <a:pt x="1206" y="996"/>
                    </a:lnTo>
                    <a:lnTo>
                      <a:pt x="1201" y="999"/>
                    </a:lnTo>
                    <a:lnTo>
                      <a:pt x="1197" y="1003"/>
                    </a:lnTo>
                    <a:lnTo>
                      <a:pt x="1192" y="1007"/>
                    </a:lnTo>
                    <a:lnTo>
                      <a:pt x="1188" y="1012"/>
                    </a:lnTo>
                    <a:lnTo>
                      <a:pt x="1184" y="1023"/>
                    </a:lnTo>
                    <a:lnTo>
                      <a:pt x="1183" y="1036"/>
                    </a:lnTo>
                    <a:lnTo>
                      <a:pt x="1184" y="1047"/>
                    </a:lnTo>
                    <a:lnTo>
                      <a:pt x="1185" y="1053"/>
                    </a:lnTo>
                    <a:lnTo>
                      <a:pt x="1188" y="1058"/>
                    </a:lnTo>
                    <a:lnTo>
                      <a:pt x="1191" y="1062"/>
                    </a:lnTo>
                    <a:lnTo>
                      <a:pt x="1195" y="1065"/>
                    </a:lnTo>
                    <a:lnTo>
                      <a:pt x="1201" y="1068"/>
                    </a:lnTo>
                    <a:lnTo>
                      <a:pt x="1206" y="1069"/>
                    </a:lnTo>
                    <a:lnTo>
                      <a:pt x="1206" y="1069"/>
                    </a:lnTo>
                    <a:lnTo>
                      <a:pt x="1216" y="1069"/>
                    </a:lnTo>
                    <a:lnTo>
                      <a:pt x="1224" y="1066"/>
                    </a:lnTo>
                    <a:lnTo>
                      <a:pt x="1231" y="1062"/>
                    </a:lnTo>
                    <a:lnTo>
                      <a:pt x="1237" y="1057"/>
                    </a:lnTo>
                    <a:lnTo>
                      <a:pt x="1242" y="1050"/>
                    </a:lnTo>
                    <a:lnTo>
                      <a:pt x="1245" y="1041"/>
                    </a:lnTo>
                    <a:lnTo>
                      <a:pt x="1248" y="1033"/>
                    </a:lnTo>
                    <a:lnTo>
                      <a:pt x="1249" y="1025"/>
                    </a:lnTo>
                    <a:lnTo>
                      <a:pt x="1248" y="1017"/>
                    </a:lnTo>
                    <a:lnTo>
                      <a:pt x="1246" y="1010"/>
                    </a:lnTo>
                    <a:lnTo>
                      <a:pt x="1244" y="1003"/>
                    </a:lnTo>
                    <a:lnTo>
                      <a:pt x="1238" y="997"/>
                    </a:lnTo>
                    <a:lnTo>
                      <a:pt x="1233" y="994"/>
                    </a:lnTo>
                    <a:lnTo>
                      <a:pt x="1226" y="992"/>
                    </a:lnTo>
                    <a:lnTo>
                      <a:pt x="1216" y="993"/>
                    </a:lnTo>
                    <a:lnTo>
                      <a:pt x="1206" y="996"/>
                    </a:lnTo>
                    <a:lnTo>
                      <a:pt x="1206" y="996"/>
                    </a:lnTo>
                    <a:close/>
                    <a:moveTo>
                      <a:pt x="649" y="1183"/>
                    </a:moveTo>
                    <a:lnTo>
                      <a:pt x="649" y="1183"/>
                    </a:lnTo>
                    <a:lnTo>
                      <a:pt x="657" y="1180"/>
                    </a:lnTo>
                    <a:lnTo>
                      <a:pt x="662" y="1174"/>
                    </a:lnTo>
                    <a:lnTo>
                      <a:pt x="667" y="1169"/>
                    </a:lnTo>
                    <a:lnTo>
                      <a:pt x="669" y="1161"/>
                    </a:lnTo>
                    <a:lnTo>
                      <a:pt x="672" y="1154"/>
                    </a:lnTo>
                    <a:lnTo>
                      <a:pt x="672" y="1145"/>
                    </a:lnTo>
                    <a:lnTo>
                      <a:pt x="671" y="1137"/>
                    </a:lnTo>
                    <a:lnTo>
                      <a:pt x="668" y="1130"/>
                    </a:lnTo>
                    <a:lnTo>
                      <a:pt x="664" y="1123"/>
                    </a:lnTo>
                    <a:lnTo>
                      <a:pt x="658" y="1116"/>
                    </a:lnTo>
                    <a:lnTo>
                      <a:pt x="651" y="1112"/>
                    </a:lnTo>
                    <a:lnTo>
                      <a:pt x="644" y="1109"/>
                    </a:lnTo>
                    <a:lnTo>
                      <a:pt x="636" y="1108"/>
                    </a:lnTo>
                    <a:lnTo>
                      <a:pt x="626" y="1109"/>
                    </a:lnTo>
                    <a:lnTo>
                      <a:pt x="615" y="1112"/>
                    </a:lnTo>
                    <a:lnTo>
                      <a:pt x="603" y="1119"/>
                    </a:lnTo>
                    <a:lnTo>
                      <a:pt x="603" y="1119"/>
                    </a:lnTo>
                    <a:lnTo>
                      <a:pt x="599" y="1125"/>
                    </a:lnTo>
                    <a:lnTo>
                      <a:pt x="596" y="1131"/>
                    </a:lnTo>
                    <a:lnTo>
                      <a:pt x="595" y="1137"/>
                    </a:lnTo>
                    <a:lnTo>
                      <a:pt x="595" y="1144"/>
                    </a:lnTo>
                    <a:lnTo>
                      <a:pt x="596" y="1151"/>
                    </a:lnTo>
                    <a:lnTo>
                      <a:pt x="597" y="1156"/>
                    </a:lnTo>
                    <a:lnTo>
                      <a:pt x="600" y="1162"/>
                    </a:lnTo>
                    <a:lnTo>
                      <a:pt x="603" y="1167"/>
                    </a:lnTo>
                    <a:lnTo>
                      <a:pt x="608" y="1172"/>
                    </a:lnTo>
                    <a:lnTo>
                      <a:pt x="613" y="1176"/>
                    </a:lnTo>
                    <a:lnTo>
                      <a:pt x="618" y="1180"/>
                    </a:lnTo>
                    <a:lnTo>
                      <a:pt x="624" y="1183"/>
                    </a:lnTo>
                    <a:lnTo>
                      <a:pt x="629" y="1184"/>
                    </a:lnTo>
                    <a:lnTo>
                      <a:pt x="636" y="1184"/>
                    </a:lnTo>
                    <a:lnTo>
                      <a:pt x="642" y="1184"/>
                    </a:lnTo>
                    <a:lnTo>
                      <a:pt x="649" y="1183"/>
                    </a:lnTo>
                    <a:lnTo>
                      <a:pt x="649" y="1183"/>
                    </a:lnTo>
                    <a:close/>
                    <a:moveTo>
                      <a:pt x="1062" y="1100"/>
                    </a:moveTo>
                    <a:lnTo>
                      <a:pt x="1062" y="1100"/>
                    </a:lnTo>
                    <a:lnTo>
                      <a:pt x="1073" y="1102"/>
                    </a:lnTo>
                    <a:lnTo>
                      <a:pt x="1084" y="1102"/>
                    </a:lnTo>
                    <a:lnTo>
                      <a:pt x="1093" y="1100"/>
                    </a:lnTo>
                    <a:lnTo>
                      <a:pt x="1100" y="1094"/>
                    </a:lnTo>
                    <a:lnTo>
                      <a:pt x="1107" y="1089"/>
                    </a:lnTo>
                    <a:lnTo>
                      <a:pt x="1111" y="1080"/>
                    </a:lnTo>
                    <a:lnTo>
                      <a:pt x="1114" y="1072"/>
                    </a:lnTo>
                    <a:lnTo>
                      <a:pt x="1115" y="1062"/>
                    </a:lnTo>
                    <a:lnTo>
                      <a:pt x="1115" y="1054"/>
                    </a:lnTo>
                    <a:lnTo>
                      <a:pt x="1114" y="1046"/>
                    </a:lnTo>
                    <a:lnTo>
                      <a:pt x="1111" y="1037"/>
                    </a:lnTo>
                    <a:lnTo>
                      <a:pt x="1107" y="1032"/>
                    </a:lnTo>
                    <a:lnTo>
                      <a:pt x="1100" y="1028"/>
                    </a:lnTo>
                    <a:lnTo>
                      <a:pt x="1091" y="1025"/>
                    </a:lnTo>
                    <a:lnTo>
                      <a:pt x="1082" y="1025"/>
                    </a:lnTo>
                    <a:lnTo>
                      <a:pt x="1069" y="1029"/>
                    </a:lnTo>
                    <a:lnTo>
                      <a:pt x="1069" y="1029"/>
                    </a:lnTo>
                    <a:lnTo>
                      <a:pt x="1064" y="1032"/>
                    </a:lnTo>
                    <a:lnTo>
                      <a:pt x="1058" y="1035"/>
                    </a:lnTo>
                    <a:lnTo>
                      <a:pt x="1054" y="1039"/>
                    </a:lnTo>
                    <a:lnTo>
                      <a:pt x="1050" y="1044"/>
                    </a:lnTo>
                    <a:lnTo>
                      <a:pt x="1044" y="1054"/>
                    </a:lnTo>
                    <a:lnTo>
                      <a:pt x="1042" y="1065"/>
                    </a:lnTo>
                    <a:lnTo>
                      <a:pt x="1042" y="1076"/>
                    </a:lnTo>
                    <a:lnTo>
                      <a:pt x="1043" y="1080"/>
                    </a:lnTo>
                    <a:lnTo>
                      <a:pt x="1046" y="1086"/>
                    </a:lnTo>
                    <a:lnTo>
                      <a:pt x="1048" y="1090"/>
                    </a:lnTo>
                    <a:lnTo>
                      <a:pt x="1053" y="1094"/>
                    </a:lnTo>
                    <a:lnTo>
                      <a:pt x="1057" y="1097"/>
                    </a:lnTo>
                    <a:lnTo>
                      <a:pt x="1062" y="1100"/>
                    </a:lnTo>
                    <a:lnTo>
                      <a:pt x="1062" y="1100"/>
                    </a:lnTo>
                    <a:close/>
                    <a:moveTo>
                      <a:pt x="808" y="1093"/>
                    </a:moveTo>
                    <a:lnTo>
                      <a:pt x="808" y="1093"/>
                    </a:lnTo>
                    <a:lnTo>
                      <a:pt x="804" y="1089"/>
                    </a:lnTo>
                    <a:lnTo>
                      <a:pt x="798" y="1086"/>
                    </a:lnTo>
                    <a:lnTo>
                      <a:pt x="791" y="1084"/>
                    </a:lnTo>
                    <a:lnTo>
                      <a:pt x="784" y="1083"/>
                    </a:lnTo>
                    <a:lnTo>
                      <a:pt x="777" y="1083"/>
                    </a:lnTo>
                    <a:lnTo>
                      <a:pt x="770" y="1084"/>
                    </a:lnTo>
                    <a:lnTo>
                      <a:pt x="763" y="1087"/>
                    </a:lnTo>
                    <a:lnTo>
                      <a:pt x="758" y="1090"/>
                    </a:lnTo>
                    <a:lnTo>
                      <a:pt x="751" y="1093"/>
                    </a:lnTo>
                    <a:lnTo>
                      <a:pt x="747" y="1098"/>
                    </a:lnTo>
                    <a:lnTo>
                      <a:pt x="743" y="1104"/>
                    </a:lnTo>
                    <a:lnTo>
                      <a:pt x="740" y="1111"/>
                    </a:lnTo>
                    <a:lnTo>
                      <a:pt x="739" y="1118"/>
                    </a:lnTo>
                    <a:lnTo>
                      <a:pt x="739" y="1126"/>
                    </a:lnTo>
                    <a:lnTo>
                      <a:pt x="741" y="1134"/>
                    </a:lnTo>
                    <a:lnTo>
                      <a:pt x="744" y="1144"/>
                    </a:lnTo>
                    <a:lnTo>
                      <a:pt x="744" y="1144"/>
                    </a:lnTo>
                    <a:lnTo>
                      <a:pt x="751" y="1151"/>
                    </a:lnTo>
                    <a:lnTo>
                      <a:pt x="759" y="1156"/>
                    </a:lnTo>
                    <a:lnTo>
                      <a:pt x="766" y="1159"/>
                    </a:lnTo>
                    <a:lnTo>
                      <a:pt x="775" y="1161"/>
                    </a:lnTo>
                    <a:lnTo>
                      <a:pt x="783" y="1159"/>
                    </a:lnTo>
                    <a:lnTo>
                      <a:pt x="790" y="1156"/>
                    </a:lnTo>
                    <a:lnTo>
                      <a:pt x="798" y="1154"/>
                    </a:lnTo>
                    <a:lnTo>
                      <a:pt x="804" y="1149"/>
                    </a:lnTo>
                    <a:lnTo>
                      <a:pt x="809" y="1143"/>
                    </a:lnTo>
                    <a:lnTo>
                      <a:pt x="815" y="1137"/>
                    </a:lnTo>
                    <a:lnTo>
                      <a:pt x="817" y="1130"/>
                    </a:lnTo>
                    <a:lnTo>
                      <a:pt x="820" y="1122"/>
                    </a:lnTo>
                    <a:lnTo>
                      <a:pt x="820" y="1115"/>
                    </a:lnTo>
                    <a:lnTo>
                      <a:pt x="817" y="1107"/>
                    </a:lnTo>
                    <a:lnTo>
                      <a:pt x="815" y="1100"/>
                    </a:lnTo>
                    <a:lnTo>
                      <a:pt x="808" y="1093"/>
                    </a:lnTo>
                    <a:lnTo>
                      <a:pt x="808" y="1093"/>
                    </a:lnTo>
                    <a:close/>
                    <a:moveTo>
                      <a:pt x="975" y="1080"/>
                    </a:moveTo>
                    <a:lnTo>
                      <a:pt x="975" y="1080"/>
                    </a:lnTo>
                    <a:lnTo>
                      <a:pt x="972" y="1072"/>
                    </a:lnTo>
                    <a:lnTo>
                      <a:pt x="967" y="1065"/>
                    </a:lnTo>
                    <a:lnTo>
                      <a:pt x="960" y="1061"/>
                    </a:lnTo>
                    <a:lnTo>
                      <a:pt x="953" y="1057"/>
                    </a:lnTo>
                    <a:lnTo>
                      <a:pt x="945" y="1055"/>
                    </a:lnTo>
                    <a:lnTo>
                      <a:pt x="936" y="1055"/>
                    </a:lnTo>
                    <a:lnTo>
                      <a:pt x="928" y="1057"/>
                    </a:lnTo>
                    <a:lnTo>
                      <a:pt x="921" y="1059"/>
                    </a:lnTo>
                    <a:lnTo>
                      <a:pt x="913" y="1064"/>
                    </a:lnTo>
                    <a:lnTo>
                      <a:pt x="907" y="1069"/>
                    </a:lnTo>
                    <a:lnTo>
                      <a:pt x="902" y="1075"/>
                    </a:lnTo>
                    <a:lnTo>
                      <a:pt x="899" y="1083"/>
                    </a:lnTo>
                    <a:lnTo>
                      <a:pt x="898" y="1091"/>
                    </a:lnTo>
                    <a:lnTo>
                      <a:pt x="898" y="1101"/>
                    </a:lnTo>
                    <a:lnTo>
                      <a:pt x="900" y="1112"/>
                    </a:lnTo>
                    <a:lnTo>
                      <a:pt x="907" y="1123"/>
                    </a:lnTo>
                    <a:lnTo>
                      <a:pt x="907" y="1123"/>
                    </a:lnTo>
                    <a:lnTo>
                      <a:pt x="914" y="1127"/>
                    </a:lnTo>
                    <a:lnTo>
                      <a:pt x="921" y="1129"/>
                    </a:lnTo>
                    <a:lnTo>
                      <a:pt x="928" y="1130"/>
                    </a:lnTo>
                    <a:lnTo>
                      <a:pt x="935" y="1131"/>
                    </a:lnTo>
                    <a:lnTo>
                      <a:pt x="941" y="1130"/>
                    </a:lnTo>
                    <a:lnTo>
                      <a:pt x="947" y="1129"/>
                    </a:lnTo>
                    <a:lnTo>
                      <a:pt x="953" y="1126"/>
                    </a:lnTo>
                    <a:lnTo>
                      <a:pt x="959" y="1123"/>
                    </a:lnTo>
                    <a:lnTo>
                      <a:pt x="964" y="1119"/>
                    </a:lnTo>
                    <a:lnTo>
                      <a:pt x="968" y="1115"/>
                    </a:lnTo>
                    <a:lnTo>
                      <a:pt x="971" y="1111"/>
                    </a:lnTo>
                    <a:lnTo>
                      <a:pt x="974" y="1105"/>
                    </a:lnTo>
                    <a:lnTo>
                      <a:pt x="977" y="1100"/>
                    </a:lnTo>
                    <a:lnTo>
                      <a:pt x="977" y="1093"/>
                    </a:lnTo>
                    <a:lnTo>
                      <a:pt x="977" y="1087"/>
                    </a:lnTo>
                    <a:lnTo>
                      <a:pt x="975" y="1080"/>
                    </a:lnTo>
                    <a:lnTo>
                      <a:pt x="975" y="1080"/>
                    </a:lnTo>
                    <a:close/>
                    <a:moveTo>
                      <a:pt x="1542" y="1011"/>
                    </a:moveTo>
                    <a:lnTo>
                      <a:pt x="1542" y="1011"/>
                    </a:lnTo>
                    <a:lnTo>
                      <a:pt x="1548" y="999"/>
                    </a:lnTo>
                    <a:lnTo>
                      <a:pt x="1551" y="983"/>
                    </a:lnTo>
                    <a:lnTo>
                      <a:pt x="1558" y="954"/>
                    </a:lnTo>
                    <a:lnTo>
                      <a:pt x="1558" y="954"/>
                    </a:lnTo>
                    <a:lnTo>
                      <a:pt x="1555" y="956"/>
                    </a:lnTo>
                    <a:lnTo>
                      <a:pt x="1552" y="956"/>
                    </a:lnTo>
                    <a:lnTo>
                      <a:pt x="1548" y="961"/>
                    </a:lnTo>
                    <a:lnTo>
                      <a:pt x="1542" y="968"/>
                    </a:lnTo>
                    <a:lnTo>
                      <a:pt x="1540" y="976"/>
                    </a:lnTo>
                    <a:lnTo>
                      <a:pt x="1538" y="985"/>
                    </a:lnTo>
                    <a:lnTo>
                      <a:pt x="1537" y="994"/>
                    </a:lnTo>
                    <a:lnTo>
                      <a:pt x="1538" y="1004"/>
                    </a:lnTo>
                    <a:lnTo>
                      <a:pt x="1542" y="1011"/>
                    </a:lnTo>
                    <a:lnTo>
                      <a:pt x="1542" y="1011"/>
                    </a:lnTo>
                    <a:close/>
                    <a:moveTo>
                      <a:pt x="144" y="1227"/>
                    </a:moveTo>
                    <a:lnTo>
                      <a:pt x="144" y="1227"/>
                    </a:lnTo>
                    <a:lnTo>
                      <a:pt x="152" y="1242"/>
                    </a:lnTo>
                    <a:lnTo>
                      <a:pt x="160" y="1256"/>
                    </a:lnTo>
                    <a:lnTo>
                      <a:pt x="166" y="1263"/>
                    </a:lnTo>
                    <a:lnTo>
                      <a:pt x="171" y="1267"/>
                    </a:lnTo>
                    <a:lnTo>
                      <a:pt x="177" y="1273"/>
                    </a:lnTo>
                    <a:lnTo>
                      <a:pt x="184" y="1275"/>
                    </a:lnTo>
                    <a:lnTo>
                      <a:pt x="184" y="1275"/>
                    </a:lnTo>
                    <a:lnTo>
                      <a:pt x="177" y="1257"/>
                    </a:lnTo>
                    <a:lnTo>
                      <a:pt x="174" y="1251"/>
                    </a:lnTo>
                    <a:lnTo>
                      <a:pt x="170" y="1244"/>
                    </a:lnTo>
                    <a:lnTo>
                      <a:pt x="164" y="1237"/>
                    </a:lnTo>
                    <a:lnTo>
                      <a:pt x="159" y="1233"/>
                    </a:lnTo>
                    <a:lnTo>
                      <a:pt x="152" y="1228"/>
                    </a:lnTo>
                    <a:lnTo>
                      <a:pt x="144" y="1227"/>
                    </a:lnTo>
                    <a:lnTo>
                      <a:pt x="144" y="1227"/>
                    </a:lnTo>
                    <a:close/>
                    <a:moveTo>
                      <a:pt x="1508" y="992"/>
                    </a:moveTo>
                    <a:lnTo>
                      <a:pt x="1508" y="992"/>
                    </a:lnTo>
                    <a:lnTo>
                      <a:pt x="1504" y="990"/>
                    </a:lnTo>
                    <a:lnTo>
                      <a:pt x="1498" y="992"/>
                    </a:lnTo>
                    <a:lnTo>
                      <a:pt x="1494" y="993"/>
                    </a:lnTo>
                    <a:lnTo>
                      <a:pt x="1490" y="996"/>
                    </a:lnTo>
                    <a:lnTo>
                      <a:pt x="1483" y="1003"/>
                    </a:lnTo>
                    <a:lnTo>
                      <a:pt x="1477" y="1012"/>
                    </a:lnTo>
                    <a:lnTo>
                      <a:pt x="1475" y="1022"/>
                    </a:lnTo>
                    <a:lnTo>
                      <a:pt x="1473" y="1035"/>
                    </a:lnTo>
                    <a:lnTo>
                      <a:pt x="1476" y="1046"/>
                    </a:lnTo>
                    <a:lnTo>
                      <a:pt x="1480" y="1057"/>
                    </a:lnTo>
                    <a:lnTo>
                      <a:pt x="1480" y="1057"/>
                    </a:lnTo>
                    <a:lnTo>
                      <a:pt x="1491" y="1053"/>
                    </a:lnTo>
                    <a:lnTo>
                      <a:pt x="1498" y="1047"/>
                    </a:lnTo>
                    <a:lnTo>
                      <a:pt x="1504" y="1040"/>
                    </a:lnTo>
                    <a:lnTo>
                      <a:pt x="1508" y="1033"/>
                    </a:lnTo>
                    <a:lnTo>
                      <a:pt x="1511" y="1023"/>
                    </a:lnTo>
                    <a:lnTo>
                      <a:pt x="1511" y="1014"/>
                    </a:lnTo>
                    <a:lnTo>
                      <a:pt x="1511" y="1003"/>
                    </a:lnTo>
                    <a:lnTo>
                      <a:pt x="1508" y="992"/>
                    </a:lnTo>
                    <a:lnTo>
                      <a:pt x="1508" y="992"/>
                    </a:lnTo>
                    <a:close/>
                    <a:moveTo>
                      <a:pt x="206" y="1255"/>
                    </a:moveTo>
                    <a:lnTo>
                      <a:pt x="206" y="1255"/>
                    </a:lnTo>
                    <a:lnTo>
                      <a:pt x="206" y="1262"/>
                    </a:lnTo>
                    <a:lnTo>
                      <a:pt x="209" y="1270"/>
                    </a:lnTo>
                    <a:lnTo>
                      <a:pt x="214" y="1277"/>
                    </a:lnTo>
                    <a:lnTo>
                      <a:pt x="220" y="1284"/>
                    </a:lnTo>
                    <a:lnTo>
                      <a:pt x="227" y="1289"/>
                    </a:lnTo>
                    <a:lnTo>
                      <a:pt x="235" y="1293"/>
                    </a:lnTo>
                    <a:lnTo>
                      <a:pt x="245" y="1295"/>
                    </a:lnTo>
                    <a:lnTo>
                      <a:pt x="254" y="1296"/>
                    </a:lnTo>
                    <a:lnTo>
                      <a:pt x="254" y="1296"/>
                    </a:lnTo>
                    <a:lnTo>
                      <a:pt x="257" y="1289"/>
                    </a:lnTo>
                    <a:lnTo>
                      <a:pt x="257" y="1282"/>
                    </a:lnTo>
                    <a:lnTo>
                      <a:pt x="257" y="1275"/>
                    </a:lnTo>
                    <a:lnTo>
                      <a:pt x="256" y="1270"/>
                    </a:lnTo>
                    <a:lnTo>
                      <a:pt x="251" y="1263"/>
                    </a:lnTo>
                    <a:lnTo>
                      <a:pt x="249" y="1257"/>
                    </a:lnTo>
                    <a:lnTo>
                      <a:pt x="243" y="1253"/>
                    </a:lnTo>
                    <a:lnTo>
                      <a:pt x="239" y="1249"/>
                    </a:lnTo>
                    <a:lnTo>
                      <a:pt x="233" y="1245"/>
                    </a:lnTo>
                    <a:lnTo>
                      <a:pt x="228" y="1244"/>
                    </a:lnTo>
                    <a:lnTo>
                      <a:pt x="222" y="1242"/>
                    </a:lnTo>
                    <a:lnTo>
                      <a:pt x="217" y="1241"/>
                    </a:lnTo>
                    <a:lnTo>
                      <a:pt x="213" y="1242"/>
                    </a:lnTo>
                    <a:lnTo>
                      <a:pt x="210" y="1245"/>
                    </a:lnTo>
                    <a:lnTo>
                      <a:pt x="207" y="1249"/>
                    </a:lnTo>
                    <a:lnTo>
                      <a:pt x="206" y="1255"/>
                    </a:lnTo>
                    <a:lnTo>
                      <a:pt x="206" y="1255"/>
                    </a:lnTo>
                    <a:close/>
                    <a:moveTo>
                      <a:pt x="348" y="1305"/>
                    </a:moveTo>
                    <a:lnTo>
                      <a:pt x="348" y="1305"/>
                    </a:lnTo>
                    <a:lnTo>
                      <a:pt x="354" y="1299"/>
                    </a:lnTo>
                    <a:lnTo>
                      <a:pt x="358" y="1292"/>
                    </a:lnTo>
                    <a:lnTo>
                      <a:pt x="359" y="1287"/>
                    </a:lnTo>
                    <a:lnTo>
                      <a:pt x="359" y="1280"/>
                    </a:lnTo>
                    <a:lnTo>
                      <a:pt x="358" y="1273"/>
                    </a:lnTo>
                    <a:lnTo>
                      <a:pt x="355" y="1267"/>
                    </a:lnTo>
                    <a:lnTo>
                      <a:pt x="351" y="1260"/>
                    </a:lnTo>
                    <a:lnTo>
                      <a:pt x="346" y="1255"/>
                    </a:lnTo>
                    <a:lnTo>
                      <a:pt x="340" y="1251"/>
                    </a:lnTo>
                    <a:lnTo>
                      <a:pt x="334" y="1246"/>
                    </a:lnTo>
                    <a:lnTo>
                      <a:pt x="328" y="1244"/>
                    </a:lnTo>
                    <a:lnTo>
                      <a:pt x="321" y="1244"/>
                    </a:lnTo>
                    <a:lnTo>
                      <a:pt x="314" y="1244"/>
                    </a:lnTo>
                    <a:lnTo>
                      <a:pt x="308" y="1246"/>
                    </a:lnTo>
                    <a:lnTo>
                      <a:pt x="301" y="1251"/>
                    </a:lnTo>
                    <a:lnTo>
                      <a:pt x="296" y="1257"/>
                    </a:lnTo>
                    <a:lnTo>
                      <a:pt x="296" y="1257"/>
                    </a:lnTo>
                    <a:lnTo>
                      <a:pt x="299" y="1269"/>
                    </a:lnTo>
                    <a:lnTo>
                      <a:pt x="303" y="1278"/>
                    </a:lnTo>
                    <a:lnTo>
                      <a:pt x="308" y="1287"/>
                    </a:lnTo>
                    <a:lnTo>
                      <a:pt x="314" y="1293"/>
                    </a:lnTo>
                    <a:lnTo>
                      <a:pt x="321" y="1299"/>
                    </a:lnTo>
                    <a:lnTo>
                      <a:pt x="329" y="1302"/>
                    </a:lnTo>
                    <a:lnTo>
                      <a:pt x="339" y="1303"/>
                    </a:lnTo>
                    <a:lnTo>
                      <a:pt x="348" y="1305"/>
                    </a:lnTo>
                    <a:lnTo>
                      <a:pt x="348" y="1305"/>
                    </a:lnTo>
                    <a:close/>
                    <a:moveTo>
                      <a:pt x="1417" y="1035"/>
                    </a:moveTo>
                    <a:lnTo>
                      <a:pt x="1417" y="1035"/>
                    </a:lnTo>
                    <a:lnTo>
                      <a:pt x="1410" y="1035"/>
                    </a:lnTo>
                    <a:lnTo>
                      <a:pt x="1404" y="1035"/>
                    </a:lnTo>
                    <a:lnTo>
                      <a:pt x="1397" y="1036"/>
                    </a:lnTo>
                    <a:lnTo>
                      <a:pt x="1392" y="1039"/>
                    </a:lnTo>
                    <a:lnTo>
                      <a:pt x="1387" y="1041"/>
                    </a:lnTo>
                    <a:lnTo>
                      <a:pt x="1383" y="1046"/>
                    </a:lnTo>
                    <a:lnTo>
                      <a:pt x="1379" y="1051"/>
                    </a:lnTo>
                    <a:lnTo>
                      <a:pt x="1376" y="1055"/>
                    </a:lnTo>
                    <a:lnTo>
                      <a:pt x="1372" y="1068"/>
                    </a:lnTo>
                    <a:lnTo>
                      <a:pt x="1372" y="1073"/>
                    </a:lnTo>
                    <a:lnTo>
                      <a:pt x="1372" y="1080"/>
                    </a:lnTo>
                    <a:lnTo>
                      <a:pt x="1374" y="1086"/>
                    </a:lnTo>
                    <a:lnTo>
                      <a:pt x="1376" y="1091"/>
                    </a:lnTo>
                    <a:lnTo>
                      <a:pt x="1379" y="1097"/>
                    </a:lnTo>
                    <a:lnTo>
                      <a:pt x="1383" y="1102"/>
                    </a:lnTo>
                    <a:lnTo>
                      <a:pt x="1383" y="1102"/>
                    </a:lnTo>
                    <a:lnTo>
                      <a:pt x="1389" y="1102"/>
                    </a:lnTo>
                    <a:lnTo>
                      <a:pt x="1396" y="1101"/>
                    </a:lnTo>
                    <a:lnTo>
                      <a:pt x="1401" y="1100"/>
                    </a:lnTo>
                    <a:lnTo>
                      <a:pt x="1407" y="1097"/>
                    </a:lnTo>
                    <a:lnTo>
                      <a:pt x="1411" y="1094"/>
                    </a:lnTo>
                    <a:lnTo>
                      <a:pt x="1415" y="1090"/>
                    </a:lnTo>
                    <a:lnTo>
                      <a:pt x="1422" y="1080"/>
                    </a:lnTo>
                    <a:lnTo>
                      <a:pt x="1425" y="1069"/>
                    </a:lnTo>
                    <a:lnTo>
                      <a:pt x="1426" y="1057"/>
                    </a:lnTo>
                    <a:lnTo>
                      <a:pt x="1425" y="1051"/>
                    </a:lnTo>
                    <a:lnTo>
                      <a:pt x="1423" y="1046"/>
                    </a:lnTo>
                    <a:lnTo>
                      <a:pt x="1421" y="1040"/>
                    </a:lnTo>
                    <a:lnTo>
                      <a:pt x="1417" y="1035"/>
                    </a:lnTo>
                    <a:lnTo>
                      <a:pt x="1417" y="1035"/>
                    </a:lnTo>
                    <a:close/>
                    <a:moveTo>
                      <a:pt x="489" y="1277"/>
                    </a:moveTo>
                    <a:lnTo>
                      <a:pt x="489" y="1277"/>
                    </a:lnTo>
                    <a:lnTo>
                      <a:pt x="489" y="1267"/>
                    </a:lnTo>
                    <a:lnTo>
                      <a:pt x="487" y="1257"/>
                    </a:lnTo>
                    <a:lnTo>
                      <a:pt x="484" y="1251"/>
                    </a:lnTo>
                    <a:lnTo>
                      <a:pt x="478" y="1244"/>
                    </a:lnTo>
                    <a:lnTo>
                      <a:pt x="473" y="1239"/>
                    </a:lnTo>
                    <a:lnTo>
                      <a:pt x="466" y="1235"/>
                    </a:lnTo>
                    <a:lnTo>
                      <a:pt x="459" y="1234"/>
                    </a:lnTo>
                    <a:lnTo>
                      <a:pt x="452" y="1233"/>
                    </a:lnTo>
                    <a:lnTo>
                      <a:pt x="445" y="1233"/>
                    </a:lnTo>
                    <a:lnTo>
                      <a:pt x="438" y="1234"/>
                    </a:lnTo>
                    <a:lnTo>
                      <a:pt x="431" y="1235"/>
                    </a:lnTo>
                    <a:lnTo>
                      <a:pt x="427" y="1239"/>
                    </a:lnTo>
                    <a:lnTo>
                      <a:pt x="422" y="1244"/>
                    </a:lnTo>
                    <a:lnTo>
                      <a:pt x="419" y="1249"/>
                    </a:lnTo>
                    <a:lnTo>
                      <a:pt x="418" y="1256"/>
                    </a:lnTo>
                    <a:lnTo>
                      <a:pt x="418" y="1264"/>
                    </a:lnTo>
                    <a:lnTo>
                      <a:pt x="418" y="1264"/>
                    </a:lnTo>
                    <a:lnTo>
                      <a:pt x="419" y="1270"/>
                    </a:lnTo>
                    <a:lnTo>
                      <a:pt x="422" y="1275"/>
                    </a:lnTo>
                    <a:lnTo>
                      <a:pt x="424" y="1280"/>
                    </a:lnTo>
                    <a:lnTo>
                      <a:pt x="429" y="1284"/>
                    </a:lnTo>
                    <a:lnTo>
                      <a:pt x="438" y="1291"/>
                    </a:lnTo>
                    <a:lnTo>
                      <a:pt x="449" y="1296"/>
                    </a:lnTo>
                    <a:lnTo>
                      <a:pt x="455" y="1296"/>
                    </a:lnTo>
                    <a:lnTo>
                      <a:pt x="462" y="1298"/>
                    </a:lnTo>
                    <a:lnTo>
                      <a:pt x="467" y="1296"/>
                    </a:lnTo>
                    <a:lnTo>
                      <a:pt x="473" y="1295"/>
                    </a:lnTo>
                    <a:lnTo>
                      <a:pt x="478" y="1292"/>
                    </a:lnTo>
                    <a:lnTo>
                      <a:pt x="483" y="1288"/>
                    </a:lnTo>
                    <a:lnTo>
                      <a:pt x="487" y="1284"/>
                    </a:lnTo>
                    <a:lnTo>
                      <a:pt x="489" y="1277"/>
                    </a:lnTo>
                    <a:lnTo>
                      <a:pt x="489" y="1277"/>
                    </a:lnTo>
                    <a:close/>
                    <a:moveTo>
                      <a:pt x="1274" y="1143"/>
                    </a:moveTo>
                    <a:lnTo>
                      <a:pt x="1274" y="1143"/>
                    </a:lnTo>
                    <a:lnTo>
                      <a:pt x="1286" y="1141"/>
                    </a:lnTo>
                    <a:lnTo>
                      <a:pt x="1298" y="1137"/>
                    </a:lnTo>
                    <a:lnTo>
                      <a:pt x="1306" y="1131"/>
                    </a:lnTo>
                    <a:lnTo>
                      <a:pt x="1313" y="1125"/>
                    </a:lnTo>
                    <a:lnTo>
                      <a:pt x="1318" y="1116"/>
                    </a:lnTo>
                    <a:lnTo>
                      <a:pt x="1321" y="1108"/>
                    </a:lnTo>
                    <a:lnTo>
                      <a:pt x="1322" y="1100"/>
                    </a:lnTo>
                    <a:lnTo>
                      <a:pt x="1321" y="1090"/>
                    </a:lnTo>
                    <a:lnTo>
                      <a:pt x="1321" y="1090"/>
                    </a:lnTo>
                    <a:lnTo>
                      <a:pt x="1317" y="1082"/>
                    </a:lnTo>
                    <a:lnTo>
                      <a:pt x="1311" y="1075"/>
                    </a:lnTo>
                    <a:lnTo>
                      <a:pt x="1306" y="1072"/>
                    </a:lnTo>
                    <a:lnTo>
                      <a:pt x="1299" y="1071"/>
                    </a:lnTo>
                    <a:lnTo>
                      <a:pt x="1291" y="1071"/>
                    </a:lnTo>
                    <a:lnTo>
                      <a:pt x="1284" y="1073"/>
                    </a:lnTo>
                    <a:lnTo>
                      <a:pt x="1277" y="1077"/>
                    </a:lnTo>
                    <a:lnTo>
                      <a:pt x="1270" y="1082"/>
                    </a:lnTo>
                    <a:lnTo>
                      <a:pt x="1264" y="1089"/>
                    </a:lnTo>
                    <a:lnTo>
                      <a:pt x="1259" y="1095"/>
                    </a:lnTo>
                    <a:lnTo>
                      <a:pt x="1256" y="1104"/>
                    </a:lnTo>
                    <a:lnTo>
                      <a:pt x="1255" y="1112"/>
                    </a:lnTo>
                    <a:lnTo>
                      <a:pt x="1256" y="1120"/>
                    </a:lnTo>
                    <a:lnTo>
                      <a:pt x="1259" y="1127"/>
                    </a:lnTo>
                    <a:lnTo>
                      <a:pt x="1264" y="1136"/>
                    </a:lnTo>
                    <a:lnTo>
                      <a:pt x="1274" y="1143"/>
                    </a:lnTo>
                    <a:lnTo>
                      <a:pt x="1274" y="1143"/>
                    </a:lnTo>
                    <a:close/>
                    <a:moveTo>
                      <a:pt x="622" y="1269"/>
                    </a:moveTo>
                    <a:lnTo>
                      <a:pt x="622" y="1269"/>
                    </a:lnTo>
                    <a:lnTo>
                      <a:pt x="624" y="1260"/>
                    </a:lnTo>
                    <a:lnTo>
                      <a:pt x="622" y="1252"/>
                    </a:lnTo>
                    <a:lnTo>
                      <a:pt x="622" y="1245"/>
                    </a:lnTo>
                    <a:lnTo>
                      <a:pt x="620" y="1238"/>
                    </a:lnTo>
                    <a:lnTo>
                      <a:pt x="617" y="1233"/>
                    </a:lnTo>
                    <a:lnTo>
                      <a:pt x="613" y="1228"/>
                    </a:lnTo>
                    <a:lnTo>
                      <a:pt x="607" y="1224"/>
                    </a:lnTo>
                    <a:lnTo>
                      <a:pt x="602" y="1220"/>
                    </a:lnTo>
                    <a:lnTo>
                      <a:pt x="596" y="1219"/>
                    </a:lnTo>
                    <a:lnTo>
                      <a:pt x="589" y="1217"/>
                    </a:lnTo>
                    <a:lnTo>
                      <a:pt x="584" y="1216"/>
                    </a:lnTo>
                    <a:lnTo>
                      <a:pt x="577" y="1216"/>
                    </a:lnTo>
                    <a:lnTo>
                      <a:pt x="570" y="1217"/>
                    </a:lnTo>
                    <a:lnTo>
                      <a:pt x="563" y="1220"/>
                    </a:lnTo>
                    <a:lnTo>
                      <a:pt x="557" y="1224"/>
                    </a:lnTo>
                    <a:lnTo>
                      <a:pt x="550" y="1228"/>
                    </a:lnTo>
                    <a:lnTo>
                      <a:pt x="550" y="1228"/>
                    </a:lnTo>
                    <a:lnTo>
                      <a:pt x="548" y="1237"/>
                    </a:lnTo>
                    <a:lnTo>
                      <a:pt x="548" y="1245"/>
                    </a:lnTo>
                    <a:lnTo>
                      <a:pt x="548" y="1252"/>
                    </a:lnTo>
                    <a:lnTo>
                      <a:pt x="550" y="1259"/>
                    </a:lnTo>
                    <a:lnTo>
                      <a:pt x="553" y="1264"/>
                    </a:lnTo>
                    <a:lnTo>
                      <a:pt x="557" y="1270"/>
                    </a:lnTo>
                    <a:lnTo>
                      <a:pt x="563" y="1275"/>
                    </a:lnTo>
                    <a:lnTo>
                      <a:pt x="568" y="1278"/>
                    </a:lnTo>
                    <a:lnTo>
                      <a:pt x="575" y="1281"/>
                    </a:lnTo>
                    <a:lnTo>
                      <a:pt x="582" y="1284"/>
                    </a:lnTo>
                    <a:lnTo>
                      <a:pt x="589" y="1284"/>
                    </a:lnTo>
                    <a:lnTo>
                      <a:pt x="596" y="1284"/>
                    </a:lnTo>
                    <a:lnTo>
                      <a:pt x="603" y="1281"/>
                    </a:lnTo>
                    <a:lnTo>
                      <a:pt x="610" y="1278"/>
                    </a:lnTo>
                    <a:lnTo>
                      <a:pt x="617" y="1274"/>
                    </a:lnTo>
                    <a:lnTo>
                      <a:pt x="622" y="1269"/>
                    </a:lnTo>
                    <a:lnTo>
                      <a:pt x="622" y="1269"/>
                    </a:lnTo>
                    <a:close/>
                    <a:moveTo>
                      <a:pt x="1155" y="1109"/>
                    </a:moveTo>
                    <a:lnTo>
                      <a:pt x="1155" y="1109"/>
                    </a:lnTo>
                    <a:lnTo>
                      <a:pt x="1144" y="1113"/>
                    </a:lnTo>
                    <a:lnTo>
                      <a:pt x="1137" y="1118"/>
                    </a:lnTo>
                    <a:lnTo>
                      <a:pt x="1130" y="1123"/>
                    </a:lnTo>
                    <a:lnTo>
                      <a:pt x="1126" y="1130"/>
                    </a:lnTo>
                    <a:lnTo>
                      <a:pt x="1123" y="1138"/>
                    </a:lnTo>
                    <a:lnTo>
                      <a:pt x="1123" y="1145"/>
                    </a:lnTo>
                    <a:lnTo>
                      <a:pt x="1125" y="1155"/>
                    </a:lnTo>
                    <a:lnTo>
                      <a:pt x="1129" y="1165"/>
                    </a:lnTo>
                    <a:lnTo>
                      <a:pt x="1129" y="1165"/>
                    </a:lnTo>
                    <a:lnTo>
                      <a:pt x="1132" y="1170"/>
                    </a:lnTo>
                    <a:lnTo>
                      <a:pt x="1136" y="1174"/>
                    </a:lnTo>
                    <a:lnTo>
                      <a:pt x="1140" y="1179"/>
                    </a:lnTo>
                    <a:lnTo>
                      <a:pt x="1144" y="1180"/>
                    </a:lnTo>
                    <a:lnTo>
                      <a:pt x="1148" y="1181"/>
                    </a:lnTo>
                    <a:lnTo>
                      <a:pt x="1152" y="1183"/>
                    </a:lnTo>
                    <a:lnTo>
                      <a:pt x="1161" y="1181"/>
                    </a:lnTo>
                    <a:lnTo>
                      <a:pt x="1169" y="1176"/>
                    </a:lnTo>
                    <a:lnTo>
                      <a:pt x="1176" y="1170"/>
                    </a:lnTo>
                    <a:lnTo>
                      <a:pt x="1183" y="1162"/>
                    </a:lnTo>
                    <a:lnTo>
                      <a:pt x="1188" y="1152"/>
                    </a:lnTo>
                    <a:lnTo>
                      <a:pt x="1192" y="1143"/>
                    </a:lnTo>
                    <a:lnTo>
                      <a:pt x="1195" y="1131"/>
                    </a:lnTo>
                    <a:lnTo>
                      <a:pt x="1195" y="1123"/>
                    </a:lnTo>
                    <a:lnTo>
                      <a:pt x="1192" y="1115"/>
                    </a:lnTo>
                    <a:lnTo>
                      <a:pt x="1191" y="1112"/>
                    </a:lnTo>
                    <a:lnTo>
                      <a:pt x="1188" y="1109"/>
                    </a:lnTo>
                    <a:lnTo>
                      <a:pt x="1184" y="1108"/>
                    </a:lnTo>
                    <a:lnTo>
                      <a:pt x="1180" y="1107"/>
                    </a:lnTo>
                    <a:lnTo>
                      <a:pt x="1176" y="1105"/>
                    </a:lnTo>
                    <a:lnTo>
                      <a:pt x="1169" y="1105"/>
                    </a:lnTo>
                    <a:lnTo>
                      <a:pt x="1155" y="1109"/>
                    </a:lnTo>
                    <a:lnTo>
                      <a:pt x="1155" y="1109"/>
                    </a:lnTo>
                    <a:close/>
                    <a:moveTo>
                      <a:pt x="763" y="1244"/>
                    </a:moveTo>
                    <a:lnTo>
                      <a:pt x="763" y="1244"/>
                    </a:lnTo>
                    <a:lnTo>
                      <a:pt x="766" y="1237"/>
                    </a:lnTo>
                    <a:lnTo>
                      <a:pt x="766" y="1231"/>
                    </a:lnTo>
                    <a:lnTo>
                      <a:pt x="766" y="1224"/>
                    </a:lnTo>
                    <a:lnTo>
                      <a:pt x="765" y="1219"/>
                    </a:lnTo>
                    <a:lnTo>
                      <a:pt x="762" y="1215"/>
                    </a:lnTo>
                    <a:lnTo>
                      <a:pt x="759" y="1210"/>
                    </a:lnTo>
                    <a:lnTo>
                      <a:pt x="751" y="1203"/>
                    </a:lnTo>
                    <a:lnTo>
                      <a:pt x="741" y="1198"/>
                    </a:lnTo>
                    <a:lnTo>
                      <a:pt x="730" y="1197"/>
                    </a:lnTo>
                    <a:lnTo>
                      <a:pt x="721" y="1195"/>
                    </a:lnTo>
                    <a:lnTo>
                      <a:pt x="711" y="1198"/>
                    </a:lnTo>
                    <a:lnTo>
                      <a:pt x="711" y="1198"/>
                    </a:lnTo>
                    <a:lnTo>
                      <a:pt x="700" y="1203"/>
                    </a:lnTo>
                    <a:lnTo>
                      <a:pt x="693" y="1210"/>
                    </a:lnTo>
                    <a:lnTo>
                      <a:pt x="687" y="1217"/>
                    </a:lnTo>
                    <a:lnTo>
                      <a:pt x="686" y="1226"/>
                    </a:lnTo>
                    <a:lnTo>
                      <a:pt x="687" y="1233"/>
                    </a:lnTo>
                    <a:lnTo>
                      <a:pt x="690" y="1241"/>
                    </a:lnTo>
                    <a:lnTo>
                      <a:pt x="696" y="1248"/>
                    </a:lnTo>
                    <a:lnTo>
                      <a:pt x="703" y="1255"/>
                    </a:lnTo>
                    <a:lnTo>
                      <a:pt x="709" y="1260"/>
                    </a:lnTo>
                    <a:lnTo>
                      <a:pt x="718" y="1264"/>
                    </a:lnTo>
                    <a:lnTo>
                      <a:pt x="727" y="1266"/>
                    </a:lnTo>
                    <a:lnTo>
                      <a:pt x="736" y="1267"/>
                    </a:lnTo>
                    <a:lnTo>
                      <a:pt x="744" y="1266"/>
                    </a:lnTo>
                    <a:lnTo>
                      <a:pt x="752" y="1262"/>
                    </a:lnTo>
                    <a:lnTo>
                      <a:pt x="759" y="1255"/>
                    </a:lnTo>
                    <a:lnTo>
                      <a:pt x="763" y="1244"/>
                    </a:lnTo>
                    <a:lnTo>
                      <a:pt x="763" y="1244"/>
                    </a:lnTo>
                    <a:close/>
                    <a:moveTo>
                      <a:pt x="907" y="1197"/>
                    </a:moveTo>
                    <a:lnTo>
                      <a:pt x="907" y="1197"/>
                    </a:lnTo>
                    <a:lnTo>
                      <a:pt x="906" y="1188"/>
                    </a:lnTo>
                    <a:lnTo>
                      <a:pt x="902" y="1180"/>
                    </a:lnTo>
                    <a:lnTo>
                      <a:pt x="896" y="1174"/>
                    </a:lnTo>
                    <a:lnTo>
                      <a:pt x="889" y="1170"/>
                    </a:lnTo>
                    <a:lnTo>
                      <a:pt x="882" y="1167"/>
                    </a:lnTo>
                    <a:lnTo>
                      <a:pt x="873" y="1167"/>
                    </a:lnTo>
                    <a:lnTo>
                      <a:pt x="862" y="1169"/>
                    </a:lnTo>
                    <a:lnTo>
                      <a:pt x="851" y="1174"/>
                    </a:lnTo>
                    <a:lnTo>
                      <a:pt x="851" y="1174"/>
                    </a:lnTo>
                    <a:lnTo>
                      <a:pt x="844" y="1179"/>
                    </a:lnTo>
                    <a:lnTo>
                      <a:pt x="838" y="1183"/>
                    </a:lnTo>
                    <a:lnTo>
                      <a:pt x="834" y="1187"/>
                    </a:lnTo>
                    <a:lnTo>
                      <a:pt x="830" y="1191"/>
                    </a:lnTo>
                    <a:lnTo>
                      <a:pt x="828" y="1195"/>
                    </a:lnTo>
                    <a:lnTo>
                      <a:pt x="827" y="1199"/>
                    </a:lnTo>
                    <a:lnTo>
                      <a:pt x="827" y="1203"/>
                    </a:lnTo>
                    <a:lnTo>
                      <a:pt x="827" y="1208"/>
                    </a:lnTo>
                    <a:lnTo>
                      <a:pt x="831" y="1216"/>
                    </a:lnTo>
                    <a:lnTo>
                      <a:pt x="837" y="1223"/>
                    </a:lnTo>
                    <a:lnTo>
                      <a:pt x="845" y="1228"/>
                    </a:lnTo>
                    <a:lnTo>
                      <a:pt x="855" y="1234"/>
                    </a:lnTo>
                    <a:lnTo>
                      <a:pt x="866" y="1237"/>
                    </a:lnTo>
                    <a:lnTo>
                      <a:pt x="876" y="1239"/>
                    </a:lnTo>
                    <a:lnTo>
                      <a:pt x="885" y="1238"/>
                    </a:lnTo>
                    <a:lnTo>
                      <a:pt x="895" y="1235"/>
                    </a:lnTo>
                    <a:lnTo>
                      <a:pt x="899" y="1234"/>
                    </a:lnTo>
                    <a:lnTo>
                      <a:pt x="902" y="1231"/>
                    </a:lnTo>
                    <a:lnTo>
                      <a:pt x="905" y="1227"/>
                    </a:lnTo>
                    <a:lnTo>
                      <a:pt x="907" y="1223"/>
                    </a:lnTo>
                    <a:lnTo>
                      <a:pt x="909" y="1217"/>
                    </a:lnTo>
                    <a:lnTo>
                      <a:pt x="909" y="1210"/>
                    </a:lnTo>
                    <a:lnTo>
                      <a:pt x="909" y="1205"/>
                    </a:lnTo>
                    <a:lnTo>
                      <a:pt x="907" y="1197"/>
                    </a:lnTo>
                    <a:lnTo>
                      <a:pt x="907" y="1197"/>
                    </a:lnTo>
                    <a:close/>
                    <a:moveTo>
                      <a:pt x="1061" y="1161"/>
                    </a:moveTo>
                    <a:lnTo>
                      <a:pt x="1061" y="1161"/>
                    </a:lnTo>
                    <a:lnTo>
                      <a:pt x="1058" y="1152"/>
                    </a:lnTo>
                    <a:lnTo>
                      <a:pt x="1053" y="1147"/>
                    </a:lnTo>
                    <a:lnTo>
                      <a:pt x="1047" y="1143"/>
                    </a:lnTo>
                    <a:lnTo>
                      <a:pt x="1040" y="1140"/>
                    </a:lnTo>
                    <a:lnTo>
                      <a:pt x="1033" y="1138"/>
                    </a:lnTo>
                    <a:lnTo>
                      <a:pt x="1025" y="1138"/>
                    </a:lnTo>
                    <a:lnTo>
                      <a:pt x="1017" y="1140"/>
                    </a:lnTo>
                    <a:lnTo>
                      <a:pt x="1008" y="1144"/>
                    </a:lnTo>
                    <a:lnTo>
                      <a:pt x="1008" y="1144"/>
                    </a:lnTo>
                    <a:lnTo>
                      <a:pt x="1000" y="1148"/>
                    </a:lnTo>
                    <a:lnTo>
                      <a:pt x="993" y="1154"/>
                    </a:lnTo>
                    <a:lnTo>
                      <a:pt x="989" y="1158"/>
                    </a:lnTo>
                    <a:lnTo>
                      <a:pt x="986" y="1163"/>
                    </a:lnTo>
                    <a:lnTo>
                      <a:pt x="985" y="1169"/>
                    </a:lnTo>
                    <a:lnTo>
                      <a:pt x="983" y="1176"/>
                    </a:lnTo>
                    <a:lnTo>
                      <a:pt x="985" y="1181"/>
                    </a:lnTo>
                    <a:lnTo>
                      <a:pt x="986" y="1188"/>
                    </a:lnTo>
                    <a:lnTo>
                      <a:pt x="986" y="1188"/>
                    </a:lnTo>
                    <a:lnTo>
                      <a:pt x="989" y="1195"/>
                    </a:lnTo>
                    <a:lnTo>
                      <a:pt x="995" y="1201"/>
                    </a:lnTo>
                    <a:lnTo>
                      <a:pt x="1000" y="1205"/>
                    </a:lnTo>
                    <a:lnTo>
                      <a:pt x="1006" y="1209"/>
                    </a:lnTo>
                    <a:lnTo>
                      <a:pt x="1013" y="1210"/>
                    </a:lnTo>
                    <a:lnTo>
                      <a:pt x="1019" y="1210"/>
                    </a:lnTo>
                    <a:lnTo>
                      <a:pt x="1028" y="1210"/>
                    </a:lnTo>
                    <a:lnTo>
                      <a:pt x="1035" y="1209"/>
                    </a:lnTo>
                    <a:lnTo>
                      <a:pt x="1042" y="1206"/>
                    </a:lnTo>
                    <a:lnTo>
                      <a:pt x="1047" y="1202"/>
                    </a:lnTo>
                    <a:lnTo>
                      <a:pt x="1053" y="1197"/>
                    </a:lnTo>
                    <a:lnTo>
                      <a:pt x="1058" y="1191"/>
                    </a:lnTo>
                    <a:lnTo>
                      <a:pt x="1061" y="1185"/>
                    </a:lnTo>
                    <a:lnTo>
                      <a:pt x="1062" y="1177"/>
                    </a:lnTo>
                    <a:lnTo>
                      <a:pt x="1062" y="1169"/>
                    </a:lnTo>
                    <a:lnTo>
                      <a:pt x="1061" y="1161"/>
                    </a:lnTo>
                    <a:lnTo>
                      <a:pt x="1061" y="1161"/>
                    </a:lnTo>
                    <a:close/>
                    <a:moveTo>
                      <a:pt x="251" y="1349"/>
                    </a:moveTo>
                    <a:lnTo>
                      <a:pt x="251" y="1349"/>
                    </a:lnTo>
                    <a:lnTo>
                      <a:pt x="247" y="1339"/>
                    </a:lnTo>
                    <a:lnTo>
                      <a:pt x="245" y="1331"/>
                    </a:lnTo>
                    <a:lnTo>
                      <a:pt x="239" y="1323"/>
                    </a:lnTo>
                    <a:lnTo>
                      <a:pt x="233" y="1317"/>
                    </a:lnTo>
                    <a:lnTo>
                      <a:pt x="228" y="1311"/>
                    </a:lnTo>
                    <a:lnTo>
                      <a:pt x="221" y="1307"/>
                    </a:lnTo>
                    <a:lnTo>
                      <a:pt x="213" y="1305"/>
                    </a:lnTo>
                    <a:lnTo>
                      <a:pt x="204" y="1302"/>
                    </a:lnTo>
                    <a:lnTo>
                      <a:pt x="204" y="1302"/>
                    </a:lnTo>
                    <a:lnTo>
                      <a:pt x="207" y="1309"/>
                    </a:lnTo>
                    <a:lnTo>
                      <a:pt x="211" y="1314"/>
                    </a:lnTo>
                    <a:lnTo>
                      <a:pt x="218" y="1325"/>
                    </a:lnTo>
                    <a:lnTo>
                      <a:pt x="228" y="1334"/>
                    </a:lnTo>
                    <a:lnTo>
                      <a:pt x="236" y="1342"/>
                    </a:lnTo>
                    <a:lnTo>
                      <a:pt x="236" y="1342"/>
                    </a:lnTo>
                    <a:lnTo>
                      <a:pt x="240" y="1343"/>
                    </a:lnTo>
                    <a:lnTo>
                      <a:pt x="243" y="1346"/>
                    </a:lnTo>
                    <a:lnTo>
                      <a:pt x="246" y="1349"/>
                    </a:lnTo>
                    <a:lnTo>
                      <a:pt x="251" y="1349"/>
                    </a:lnTo>
                    <a:lnTo>
                      <a:pt x="251" y="1349"/>
                    </a:lnTo>
                    <a:close/>
                    <a:moveTo>
                      <a:pt x="1501" y="1107"/>
                    </a:moveTo>
                    <a:lnTo>
                      <a:pt x="1501" y="1107"/>
                    </a:lnTo>
                    <a:lnTo>
                      <a:pt x="1506" y="1101"/>
                    </a:lnTo>
                    <a:lnTo>
                      <a:pt x="1512" y="1094"/>
                    </a:lnTo>
                    <a:lnTo>
                      <a:pt x="1516" y="1089"/>
                    </a:lnTo>
                    <a:lnTo>
                      <a:pt x="1519" y="1080"/>
                    </a:lnTo>
                    <a:lnTo>
                      <a:pt x="1523" y="1065"/>
                    </a:lnTo>
                    <a:lnTo>
                      <a:pt x="1526" y="1047"/>
                    </a:lnTo>
                    <a:lnTo>
                      <a:pt x="1526" y="1047"/>
                    </a:lnTo>
                    <a:lnTo>
                      <a:pt x="1519" y="1053"/>
                    </a:lnTo>
                    <a:lnTo>
                      <a:pt x="1512" y="1058"/>
                    </a:lnTo>
                    <a:lnTo>
                      <a:pt x="1506" y="1065"/>
                    </a:lnTo>
                    <a:lnTo>
                      <a:pt x="1504" y="1073"/>
                    </a:lnTo>
                    <a:lnTo>
                      <a:pt x="1501" y="1082"/>
                    </a:lnTo>
                    <a:lnTo>
                      <a:pt x="1500" y="1090"/>
                    </a:lnTo>
                    <a:lnTo>
                      <a:pt x="1500" y="1098"/>
                    </a:lnTo>
                    <a:lnTo>
                      <a:pt x="1501" y="1107"/>
                    </a:lnTo>
                    <a:lnTo>
                      <a:pt x="1501" y="1107"/>
                    </a:lnTo>
                    <a:close/>
                    <a:moveTo>
                      <a:pt x="282" y="1320"/>
                    </a:moveTo>
                    <a:lnTo>
                      <a:pt x="282" y="1320"/>
                    </a:lnTo>
                    <a:lnTo>
                      <a:pt x="281" y="1325"/>
                    </a:lnTo>
                    <a:lnTo>
                      <a:pt x="281" y="1331"/>
                    </a:lnTo>
                    <a:lnTo>
                      <a:pt x="281" y="1335"/>
                    </a:lnTo>
                    <a:lnTo>
                      <a:pt x="282" y="1340"/>
                    </a:lnTo>
                    <a:lnTo>
                      <a:pt x="287" y="1350"/>
                    </a:lnTo>
                    <a:lnTo>
                      <a:pt x="294" y="1358"/>
                    </a:lnTo>
                    <a:lnTo>
                      <a:pt x="304" y="1365"/>
                    </a:lnTo>
                    <a:lnTo>
                      <a:pt x="314" y="1370"/>
                    </a:lnTo>
                    <a:lnTo>
                      <a:pt x="319" y="1370"/>
                    </a:lnTo>
                    <a:lnTo>
                      <a:pt x="323" y="1370"/>
                    </a:lnTo>
                    <a:lnTo>
                      <a:pt x="329" y="1368"/>
                    </a:lnTo>
                    <a:lnTo>
                      <a:pt x="334" y="1367"/>
                    </a:lnTo>
                    <a:lnTo>
                      <a:pt x="334" y="1367"/>
                    </a:lnTo>
                    <a:lnTo>
                      <a:pt x="333" y="1357"/>
                    </a:lnTo>
                    <a:lnTo>
                      <a:pt x="330" y="1347"/>
                    </a:lnTo>
                    <a:lnTo>
                      <a:pt x="326" y="1339"/>
                    </a:lnTo>
                    <a:lnTo>
                      <a:pt x="319" y="1331"/>
                    </a:lnTo>
                    <a:lnTo>
                      <a:pt x="311" y="1325"/>
                    </a:lnTo>
                    <a:lnTo>
                      <a:pt x="303" y="1323"/>
                    </a:lnTo>
                    <a:lnTo>
                      <a:pt x="293" y="1320"/>
                    </a:lnTo>
                    <a:lnTo>
                      <a:pt x="282" y="1320"/>
                    </a:lnTo>
                    <a:lnTo>
                      <a:pt x="282" y="1320"/>
                    </a:lnTo>
                    <a:close/>
                    <a:moveTo>
                      <a:pt x="1465" y="1095"/>
                    </a:moveTo>
                    <a:lnTo>
                      <a:pt x="1465" y="1095"/>
                    </a:lnTo>
                    <a:lnTo>
                      <a:pt x="1459" y="1095"/>
                    </a:lnTo>
                    <a:lnTo>
                      <a:pt x="1454" y="1095"/>
                    </a:lnTo>
                    <a:lnTo>
                      <a:pt x="1448" y="1097"/>
                    </a:lnTo>
                    <a:lnTo>
                      <a:pt x="1444" y="1100"/>
                    </a:lnTo>
                    <a:lnTo>
                      <a:pt x="1436" y="1105"/>
                    </a:lnTo>
                    <a:lnTo>
                      <a:pt x="1430" y="1113"/>
                    </a:lnTo>
                    <a:lnTo>
                      <a:pt x="1426" y="1125"/>
                    </a:lnTo>
                    <a:lnTo>
                      <a:pt x="1425" y="1134"/>
                    </a:lnTo>
                    <a:lnTo>
                      <a:pt x="1426" y="1145"/>
                    </a:lnTo>
                    <a:lnTo>
                      <a:pt x="1428" y="1151"/>
                    </a:lnTo>
                    <a:lnTo>
                      <a:pt x="1430" y="1156"/>
                    </a:lnTo>
                    <a:lnTo>
                      <a:pt x="1430" y="1156"/>
                    </a:lnTo>
                    <a:lnTo>
                      <a:pt x="1441" y="1152"/>
                    </a:lnTo>
                    <a:lnTo>
                      <a:pt x="1450" y="1148"/>
                    </a:lnTo>
                    <a:lnTo>
                      <a:pt x="1457" y="1143"/>
                    </a:lnTo>
                    <a:lnTo>
                      <a:pt x="1461" y="1136"/>
                    </a:lnTo>
                    <a:lnTo>
                      <a:pt x="1465" y="1127"/>
                    </a:lnTo>
                    <a:lnTo>
                      <a:pt x="1466" y="1118"/>
                    </a:lnTo>
                    <a:lnTo>
                      <a:pt x="1466" y="1108"/>
                    </a:lnTo>
                    <a:lnTo>
                      <a:pt x="1465" y="1095"/>
                    </a:lnTo>
                    <a:lnTo>
                      <a:pt x="1465" y="1095"/>
                    </a:lnTo>
                    <a:close/>
                    <a:moveTo>
                      <a:pt x="238" y="1349"/>
                    </a:moveTo>
                    <a:lnTo>
                      <a:pt x="236" y="1342"/>
                    </a:lnTo>
                    <a:lnTo>
                      <a:pt x="236" y="1342"/>
                    </a:lnTo>
                    <a:lnTo>
                      <a:pt x="235" y="1345"/>
                    </a:lnTo>
                    <a:lnTo>
                      <a:pt x="233" y="1346"/>
                    </a:lnTo>
                    <a:lnTo>
                      <a:pt x="235" y="1349"/>
                    </a:lnTo>
                    <a:lnTo>
                      <a:pt x="238" y="1349"/>
                    </a:lnTo>
                    <a:lnTo>
                      <a:pt x="238" y="1349"/>
                    </a:lnTo>
                    <a:close/>
                    <a:moveTo>
                      <a:pt x="238" y="1349"/>
                    </a:moveTo>
                    <a:lnTo>
                      <a:pt x="238" y="1349"/>
                    </a:lnTo>
                    <a:lnTo>
                      <a:pt x="238" y="1350"/>
                    </a:lnTo>
                    <a:lnTo>
                      <a:pt x="239" y="1352"/>
                    </a:lnTo>
                    <a:lnTo>
                      <a:pt x="242" y="1352"/>
                    </a:lnTo>
                    <a:lnTo>
                      <a:pt x="242" y="1352"/>
                    </a:lnTo>
                    <a:lnTo>
                      <a:pt x="240" y="1350"/>
                    </a:lnTo>
                    <a:lnTo>
                      <a:pt x="240" y="1349"/>
                    </a:lnTo>
                    <a:lnTo>
                      <a:pt x="238" y="1349"/>
                    </a:lnTo>
                    <a:lnTo>
                      <a:pt x="238" y="1349"/>
                    </a:lnTo>
                    <a:close/>
                    <a:moveTo>
                      <a:pt x="242" y="1352"/>
                    </a:moveTo>
                    <a:lnTo>
                      <a:pt x="242" y="1352"/>
                    </a:lnTo>
                    <a:lnTo>
                      <a:pt x="242" y="1354"/>
                    </a:lnTo>
                    <a:lnTo>
                      <a:pt x="245" y="1357"/>
                    </a:lnTo>
                    <a:lnTo>
                      <a:pt x="246" y="1358"/>
                    </a:lnTo>
                    <a:lnTo>
                      <a:pt x="250" y="1360"/>
                    </a:lnTo>
                    <a:lnTo>
                      <a:pt x="250" y="1360"/>
                    </a:lnTo>
                    <a:lnTo>
                      <a:pt x="249" y="1356"/>
                    </a:lnTo>
                    <a:lnTo>
                      <a:pt x="246" y="1354"/>
                    </a:lnTo>
                    <a:lnTo>
                      <a:pt x="245" y="1352"/>
                    </a:lnTo>
                    <a:lnTo>
                      <a:pt x="242" y="1352"/>
                    </a:lnTo>
                    <a:lnTo>
                      <a:pt x="242" y="1352"/>
                    </a:lnTo>
                    <a:close/>
                    <a:moveTo>
                      <a:pt x="451" y="1364"/>
                    </a:moveTo>
                    <a:lnTo>
                      <a:pt x="451" y="1364"/>
                    </a:lnTo>
                    <a:lnTo>
                      <a:pt x="449" y="1357"/>
                    </a:lnTo>
                    <a:lnTo>
                      <a:pt x="448" y="1350"/>
                    </a:lnTo>
                    <a:lnTo>
                      <a:pt x="445" y="1343"/>
                    </a:lnTo>
                    <a:lnTo>
                      <a:pt x="442" y="1338"/>
                    </a:lnTo>
                    <a:lnTo>
                      <a:pt x="438" y="1334"/>
                    </a:lnTo>
                    <a:lnTo>
                      <a:pt x="433" y="1329"/>
                    </a:lnTo>
                    <a:lnTo>
                      <a:pt x="427" y="1325"/>
                    </a:lnTo>
                    <a:lnTo>
                      <a:pt x="422" y="1324"/>
                    </a:lnTo>
                    <a:lnTo>
                      <a:pt x="416" y="1321"/>
                    </a:lnTo>
                    <a:lnTo>
                      <a:pt x="411" y="1321"/>
                    </a:lnTo>
                    <a:lnTo>
                      <a:pt x="405" y="1321"/>
                    </a:lnTo>
                    <a:lnTo>
                      <a:pt x="400" y="1323"/>
                    </a:lnTo>
                    <a:lnTo>
                      <a:pt x="394" y="1324"/>
                    </a:lnTo>
                    <a:lnTo>
                      <a:pt x="388" y="1328"/>
                    </a:lnTo>
                    <a:lnTo>
                      <a:pt x="386" y="1332"/>
                    </a:lnTo>
                    <a:lnTo>
                      <a:pt x="382" y="1338"/>
                    </a:lnTo>
                    <a:lnTo>
                      <a:pt x="382" y="1338"/>
                    </a:lnTo>
                    <a:lnTo>
                      <a:pt x="383" y="1343"/>
                    </a:lnTo>
                    <a:lnTo>
                      <a:pt x="386" y="1349"/>
                    </a:lnTo>
                    <a:lnTo>
                      <a:pt x="393" y="1360"/>
                    </a:lnTo>
                    <a:lnTo>
                      <a:pt x="401" y="1368"/>
                    </a:lnTo>
                    <a:lnTo>
                      <a:pt x="411" y="1374"/>
                    </a:lnTo>
                    <a:lnTo>
                      <a:pt x="422" y="1376"/>
                    </a:lnTo>
                    <a:lnTo>
                      <a:pt x="426" y="1376"/>
                    </a:lnTo>
                    <a:lnTo>
                      <a:pt x="431" y="1376"/>
                    </a:lnTo>
                    <a:lnTo>
                      <a:pt x="437" y="1375"/>
                    </a:lnTo>
                    <a:lnTo>
                      <a:pt x="441" y="1372"/>
                    </a:lnTo>
                    <a:lnTo>
                      <a:pt x="447" y="1370"/>
                    </a:lnTo>
                    <a:lnTo>
                      <a:pt x="451" y="1364"/>
                    </a:lnTo>
                    <a:lnTo>
                      <a:pt x="451" y="1364"/>
                    </a:lnTo>
                    <a:close/>
                    <a:moveTo>
                      <a:pt x="1367" y="1141"/>
                    </a:moveTo>
                    <a:lnTo>
                      <a:pt x="1367" y="1141"/>
                    </a:lnTo>
                    <a:lnTo>
                      <a:pt x="1354" y="1141"/>
                    </a:lnTo>
                    <a:lnTo>
                      <a:pt x="1343" y="1144"/>
                    </a:lnTo>
                    <a:lnTo>
                      <a:pt x="1335" y="1148"/>
                    </a:lnTo>
                    <a:lnTo>
                      <a:pt x="1327" y="1155"/>
                    </a:lnTo>
                    <a:lnTo>
                      <a:pt x="1321" y="1163"/>
                    </a:lnTo>
                    <a:lnTo>
                      <a:pt x="1318" y="1174"/>
                    </a:lnTo>
                    <a:lnTo>
                      <a:pt x="1317" y="1185"/>
                    </a:lnTo>
                    <a:lnTo>
                      <a:pt x="1318" y="1198"/>
                    </a:lnTo>
                    <a:lnTo>
                      <a:pt x="1318" y="1198"/>
                    </a:lnTo>
                    <a:lnTo>
                      <a:pt x="1324" y="1201"/>
                    </a:lnTo>
                    <a:lnTo>
                      <a:pt x="1331" y="1202"/>
                    </a:lnTo>
                    <a:lnTo>
                      <a:pt x="1336" y="1203"/>
                    </a:lnTo>
                    <a:lnTo>
                      <a:pt x="1342" y="1202"/>
                    </a:lnTo>
                    <a:lnTo>
                      <a:pt x="1349" y="1201"/>
                    </a:lnTo>
                    <a:lnTo>
                      <a:pt x="1354" y="1198"/>
                    </a:lnTo>
                    <a:lnTo>
                      <a:pt x="1358" y="1194"/>
                    </a:lnTo>
                    <a:lnTo>
                      <a:pt x="1363" y="1190"/>
                    </a:lnTo>
                    <a:lnTo>
                      <a:pt x="1367" y="1185"/>
                    </a:lnTo>
                    <a:lnTo>
                      <a:pt x="1371" y="1180"/>
                    </a:lnTo>
                    <a:lnTo>
                      <a:pt x="1372" y="1173"/>
                    </a:lnTo>
                    <a:lnTo>
                      <a:pt x="1374" y="1167"/>
                    </a:lnTo>
                    <a:lnTo>
                      <a:pt x="1374" y="1161"/>
                    </a:lnTo>
                    <a:lnTo>
                      <a:pt x="1374" y="1154"/>
                    </a:lnTo>
                    <a:lnTo>
                      <a:pt x="1371" y="1148"/>
                    </a:lnTo>
                    <a:lnTo>
                      <a:pt x="1367" y="1141"/>
                    </a:lnTo>
                    <a:lnTo>
                      <a:pt x="1367" y="1141"/>
                    </a:lnTo>
                    <a:close/>
                    <a:moveTo>
                      <a:pt x="250" y="1360"/>
                    </a:moveTo>
                    <a:lnTo>
                      <a:pt x="250" y="1360"/>
                    </a:lnTo>
                    <a:lnTo>
                      <a:pt x="250" y="1361"/>
                    </a:lnTo>
                    <a:lnTo>
                      <a:pt x="250" y="1363"/>
                    </a:lnTo>
                    <a:lnTo>
                      <a:pt x="253" y="1363"/>
                    </a:lnTo>
                    <a:lnTo>
                      <a:pt x="253" y="1363"/>
                    </a:lnTo>
                    <a:lnTo>
                      <a:pt x="253" y="1361"/>
                    </a:lnTo>
                    <a:lnTo>
                      <a:pt x="251" y="1360"/>
                    </a:lnTo>
                    <a:lnTo>
                      <a:pt x="250" y="1360"/>
                    </a:lnTo>
                    <a:lnTo>
                      <a:pt x="250" y="1360"/>
                    </a:lnTo>
                    <a:close/>
                    <a:moveTo>
                      <a:pt x="253" y="1363"/>
                    </a:moveTo>
                    <a:lnTo>
                      <a:pt x="253" y="1363"/>
                    </a:lnTo>
                    <a:lnTo>
                      <a:pt x="253" y="1367"/>
                    </a:lnTo>
                    <a:lnTo>
                      <a:pt x="254" y="1368"/>
                    </a:lnTo>
                    <a:lnTo>
                      <a:pt x="256" y="1368"/>
                    </a:lnTo>
                    <a:lnTo>
                      <a:pt x="257" y="1367"/>
                    </a:lnTo>
                    <a:lnTo>
                      <a:pt x="257" y="1365"/>
                    </a:lnTo>
                    <a:lnTo>
                      <a:pt x="257" y="1364"/>
                    </a:lnTo>
                    <a:lnTo>
                      <a:pt x="256" y="1363"/>
                    </a:lnTo>
                    <a:lnTo>
                      <a:pt x="253" y="1363"/>
                    </a:lnTo>
                    <a:lnTo>
                      <a:pt x="253" y="1363"/>
                    </a:lnTo>
                    <a:close/>
                    <a:moveTo>
                      <a:pt x="572" y="1361"/>
                    </a:moveTo>
                    <a:lnTo>
                      <a:pt x="572" y="1361"/>
                    </a:lnTo>
                    <a:lnTo>
                      <a:pt x="574" y="1350"/>
                    </a:lnTo>
                    <a:lnTo>
                      <a:pt x="572" y="1342"/>
                    </a:lnTo>
                    <a:lnTo>
                      <a:pt x="570" y="1334"/>
                    </a:lnTo>
                    <a:lnTo>
                      <a:pt x="566" y="1327"/>
                    </a:lnTo>
                    <a:lnTo>
                      <a:pt x="560" y="1321"/>
                    </a:lnTo>
                    <a:lnTo>
                      <a:pt x="554" y="1317"/>
                    </a:lnTo>
                    <a:lnTo>
                      <a:pt x="548" y="1314"/>
                    </a:lnTo>
                    <a:lnTo>
                      <a:pt x="539" y="1313"/>
                    </a:lnTo>
                    <a:lnTo>
                      <a:pt x="532" y="1313"/>
                    </a:lnTo>
                    <a:lnTo>
                      <a:pt x="525" y="1314"/>
                    </a:lnTo>
                    <a:lnTo>
                      <a:pt x="519" y="1316"/>
                    </a:lnTo>
                    <a:lnTo>
                      <a:pt x="513" y="1318"/>
                    </a:lnTo>
                    <a:lnTo>
                      <a:pt x="507" y="1324"/>
                    </a:lnTo>
                    <a:lnTo>
                      <a:pt x="505" y="1329"/>
                    </a:lnTo>
                    <a:lnTo>
                      <a:pt x="503" y="1336"/>
                    </a:lnTo>
                    <a:lnTo>
                      <a:pt x="503" y="1345"/>
                    </a:lnTo>
                    <a:lnTo>
                      <a:pt x="503" y="1345"/>
                    </a:lnTo>
                    <a:lnTo>
                      <a:pt x="505" y="1349"/>
                    </a:lnTo>
                    <a:lnTo>
                      <a:pt x="506" y="1354"/>
                    </a:lnTo>
                    <a:lnTo>
                      <a:pt x="513" y="1361"/>
                    </a:lnTo>
                    <a:lnTo>
                      <a:pt x="521" y="1368"/>
                    </a:lnTo>
                    <a:lnTo>
                      <a:pt x="532" y="1372"/>
                    </a:lnTo>
                    <a:lnTo>
                      <a:pt x="543" y="1374"/>
                    </a:lnTo>
                    <a:lnTo>
                      <a:pt x="554" y="1372"/>
                    </a:lnTo>
                    <a:lnTo>
                      <a:pt x="559" y="1371"/>
                    </a:lnTo>
                    <a:lnTo>
                      <a:pt x="564" y="1368"/>
                    </a:lnTo>
                    <a:lnTo>
                      <a:pt x="568" y="1365"/>
                    </a:lnTo>
                    <a:lnTo>
                      <a:pt x="572" y="1361"/>
                    </a:lnTo>
                    <a:lnTo>
                      <a:pt x="572" y="1361"/>
                    </a:lnTo>
                    <a:close/>
                    <a:moveTo>
                      <a:pt x="1219" y="1187"/>
                    </a:moveTo>
                    <a:lnTo>
                      <a:pt x="1219" y="1187"/>
                    </a:lnTo>
                    <a:lnTo>
                      <a:pt x="1208" y="1194"/>
                    </a:lnTo>
                    <a:lnTo>
                      <a:pt x="1202" y="1198"/>
                    </a:lnTo>
                    <a:lnTo>
                      <a:pt x="1198" y="1203"/>
                    </a:lnTo>
                    <a:lnTo>
                      <a:pt x="1195" y="1209"/>
                    </a:lnTo>
                    <a:lnTo>
                      <a:pt x="1194" y="1216"/>
                    </a:lnTo>
                    <a:lnTo>
                      <a:pt x="1195" y="1224"/>
                    </a:lnTo>
                    <a:lnTo>
                      <a:pt x="1198" y="1234"/>
                    </a:lnTo>
                    <a:lnTo>
                      <a:pt x="1198" y="1234"/>
                    </a:lnTo>
                    <a:lnTo>
                      <a:pt x="1202" y="1239"/>
                    </a:lnTo>
                    <a:lnTo>
                      <a:pt x="1205" y="1244"/>
                    </a:lnTo>
                    <a:lnTo>
                      <a:pt x="1209" y="1246"/>
                    </a:lnTo>
                    <a:lnTo>
                      <a:pt x="1213" y="1249"/>
                    </a:lnTo>
                    <a:lnTo>
                      <a:pt x="1217" y="1249"/>
                    </a:lnTo>
                    <a:lnTo>
                      <a:pt x="1221" y="1249"/>
                    </a:lnTo>
                    <a:lnTo>
                      <a:pt x="1230" y="1248"/>
                    </a:lnTo>
                    <a:lnTo>
                      <a:pt x="1237" y="1242"/>
                    </a:lnTo>
                    <a:lnTo>
                      <a:pt x="1245" y="1235"/>
                    </a:lnTo>
                    <a:lnTo>
                      <a:pt x="1251" y="1227"/>
                    </a:lnTo>
                    <a:lnTo>
                      <a:pt x="1256" y="1219"/>
                    </a:lnTo>
                    <a:lnTo>
                      <a:pt x="1260" y="1209"/>
                    </a:lnTo>
                    <a:lnTo>
                      <a:pt x="1262" y="1199"/>
                    </a:lnTo>
                    <a:lnTo>
                      <a:pt x="1262" y="1191"/>
                    </a:lnTo>
                    <a:lnTo>
                      <a:pt x="1259" y="1185"/>
                    </a:lnTo>
                    <a:lnTo>
                      <a:pt x="1257" y="1183"/>
                    </a:lnTo>
                    <a:lnTo>
                      <a:pt x="1255" y="1181"/>
                    </a:lnTo>
                    <a:lnTo>
                      <a:pt x="1251" y="1180"/>
                    </a:lnTo>
                    <a:lnTo>
                      <a:pt x="1246" y="1179"/>
                    </a:lnTo>
                    <a:lnTo>
                      <a:pt x="1234" y="1181"/>
                    </a:lnTo>
                    <a:lnTo>
                      <a:pt x="1219" y="1187"/>
                    </a:lnTo>
                    <a:lnTo>
                      <a:pt x="1219" y="1187"/>
                    </a:lnTo>
                    <a:close/>
                    <a:moveTo>
                      <a:pt x="1457" y="1188"/>
                    </a:moveTo>
                    <a:lnTo>
                      <a:pt x="1457" y="1188"/>
                    </a:lnTo>
                    <a:lnTo>
                      <a:pt x="1462" y="1185"/>
                    </a:lnTo>
                    <a:lnTo>
                      <a:pt x="1468" y="1181"/>
                    </a:lnTo>
                    <a:lnTo>
                      <a:pt x="1473" y="1176"/>
                    </a:lnTo>
                    <a:lnTo>
                      <a:pt x="1477" y="1167"/>
                    </a:lnTo>
                    <a:lnTo>
                      <a:pt x="1482" y="1161"/>
                    </a:lnTo>
                    <a:lnTo>
                      <a:pt x="1484" y="1152"/>
                    </a:lnTo>
                    <a:lnTo>
                      <a:pt x="1490" y="1134"/>
                    </a:lnTo>
                    <a:lnTo>
                      <a:pt x="1490" y="1134"/>
                    </a:lnTo>
                    <a:lnTo>
                      <a:pt x="1480" y="1138"/>
                    </a:lnTo>
                    <a:lnTo>
                      <a:pt x="1475" y="1144"/>
                    </a:lnTo>
                    <a:lnTo>
                      <a:pt x="1469" y="1149"/>
                    </a:lnTo>
                    <a:lnTo>
                      <a:pt x="1465" y="1156"/>
                    </a:lnTo>
                    <a:lnTo>
                      <a:pt x="1462" y="1163"/>
                    </a:lnTo>
                    <a:lnTo>
                      <a:pt x="1459" y="1172"/>
                    </a:lnTo>
                    <a:lnTo>
                      <a:pt x="1457" y="1188"/>
                    </a:lnTo>
                    <a:lnTo>
                      <a:pt x="1457" y="1188"/>
                    </a:lnTo>
                    <a:close/>
                    <a:moveTo>
                      <a:pt x="278" y="1371"/>
                    </a:moveTo>
                    <a:lnTo>
                      <a:pt x="278" y="1371"/>
                    </a:lnTo>
                    <a:lnTo>
                      <a:pt x="282" y="1379"/>
                    </a:lnTo>
                    <a:lnTo>
                      <a:pt x="287" y="1386"/>
                    </a:lnTo>
                    <a:lnTo>
                      <a:pt x="293" y="1393"/>
                    </a:lnTo>
                    <a:lnTo>
                      <a:pt x="299" y="1399"/>
                    </a:lnTo>
                    <a:lnTo>
                      <a:pt x="305" y="1403"/>
                    </a:lnTo>
                    <a:lnTo>
                      <a:pt x="312" y="1407"/>
                    </a:lnTo>
                    <a:lnTo>
                      <a:pt x="321" y="1410"/>
                    </a:lnTo>
                    <a:lnTo>
                      <a:pt x="329" y="1411"/>
                    </a:lnTo>
                    <a:lnTo>
                      <a:pt x="329" y="1411"/>
                    </a:lnTo>
                    <a:lnTo>
                      <a:pt x="325" y="1403"/>
                    </a:lnTo>
                    <a:lnTo>
                      <a:pt x="321" y="1394"/>
                    </a:lnTo>
                    <a:lnTo>
                      <a:pt x="315" y="1389"/>
                    </a:lnTo>
                    <a:lnTo>
                      <a:pt x="308" y="1383"/>
                    </a:lnTo>
                    <a:lnTo>
                      <a:pt x="303" y="1379"/>
                    </a:lnTo>
                    <a:lnTo>
                      <a:pt x="294" y="1375"/>
                    </a:lnTo>
                    <a:lnTo>
                      <a:pt x="286" y="1372"/>
                    </a:lnTo>
                    <a:lnTo>
                      <a:pt x="278" y="1371"/>
                    </a:lnTo>
                    <a:lnTo>
                      <a:pt x="278" y="1371"/>
                    </a:lnTo>
                    <a:close/>
                    <a:moveTo>
                      <a:pt x="709" y="1328"/>
                    </a:moveTo>
                    <a:lnTo>
                      <a:pt x="709" y="1328"/>
                    </a:lnTo>
                    <a:lnTo>
                      <a:pt x="708" y="1318"/>
                    </a:lnTo>
                    <a:lnTo>
                      <a:pt x="703" y="1310"/>
                    </a:lnTo>
                    <a:lnTo>
                      <a:pt x="697" y="1303"/>
                    </a:lnTo>
                    <a:lnTo>
                      <a:pt x="689" y="1299"/>
                    </a:lnTo>
                    <a:lnTo>
                      <a:pt x="680" y="1298"/>
                    </a:lnTo>
                    <a:lnTo>
                      <a:pt x="671" y="1296"/>
                    </a:lnTo>
                    <a:lnTo>
                      <a:pt x="661" y="1299"/>
                    </a:lnTo>
                    <a:lnTo>
                      <a:pt x="651" y="1302"/>
                    </a:lnTo>
                    <a:lnTo>
                      <a:pt x="651" y="1302"/>
                    </a:lnTo>
                    <a:lnTo>
                      <a:pt x="642" y="1310"/>
                    </a:lnTo>
                    <a:lnTo>
                      <a:pt x="635" y="1317"/>
                    </a:lnTo>
                    <a:lnTo>
                      <a:pt x="633" y="1321"/>
                    </a:lnTo>
                    <a:lnTo>
                      <a:pt x="633" y="1324"/>
                    </a:lnTo>
                    <a:lnTo>
                      <a:pt x="633" y="1332"/>
                    </a:lnTo>
                    <a:lnTo>
                      <a:pt x="638" y="1339"/>
                    </a:lnTo>
                    <a:lnTo>
                      <a:pt x="643" y="1345"/>
                    </a:lnTo>
                    <a:lnTo>
                      <a:pt x="650" y="1352"/>
                    </a:lnTo>
                    <a:lnTo>
                      <a:pt x="658" y="1356"/>
                    </a:lnTo>
                    <a:lnTo>
                      <a:pt x="668" y="1358"/>
                    </a:lnTo>
                    <a:lnTo>
                      <a:pt x="678" y="1361"/>
                    </a:lnTo>
                    <a:lnTo>
                      <a:pt x="686" y="1361"/>
                    </a:lnTo>
                    <a:lnTo>
                      <a:pt x="694" y="1360"/>
                    </a:lnTo>
                    <a:lnTo>
                      <a:pt x="701" y="1356"/>
                    </a:lnTo>
                    <a:lnTo>
                      <a:pt x="707" y="1349"/>
                    </a:lnTo>
                    <a:lnTo>
                      <a:pt x="708" y="1345"/>
                    </a:lnTo>
                    <a:lnTo>
                      <a:pt x="709" y="1339"/>
                    </a:lnTo>
                    <a:lnTo>
                      <a:pt x="709" y="1328"/>
                    </a:lnTo>
                    <a:lnTo>
                      <a:pt x="709" y="1328"/>
                    </a:lnTo>
                    <a:close/>
                    <a:moveTo>
                      <a:pt x="1134" y="1233"/>
                    </a:moveTo>
                    <a:lnTo>
                      <a:pt x="1134" y="1233"/>
                    </a:lnTo>
                    <a:lnTo>
                      <a:pt x="1132" y="1226"/>
                    </a:lnTo>
                    <a:lnTo>
                      <a:pt x="1127" y="1221"/>
                    </a:lnTo>
                    <a:lnTo>
                      <a:pt x="1122" y="1217"/>
                    </a:lnTo>
                    <a:lnTo>
                      <a:pt x="1116" y="1216"/>
                    </a:lnTo>
                    <a:lnTo>
                      <a:pt x="1109" y="1216"/>
                    </a:lnTo>
                    <a:lnTo>
                      <a:pt x="1102" y="1216"/>
                    </a:lnTo>
                    <a:lnTo>
                      <a:pt x="1094" y="1219"/>
                    </a:lnTo>
                    <a:lnTo>
                      <a:pt x="1086" y="1223"/>
                    </a:lnTo>
                    <a:lnTo>
                      <a:pt x="1086" y="1223"/>
                    </a:lnTo>
                    <a:lnTo>
                      <a:pt x="1079" y="1226"/>
                    </a:lnTo>
                    <a:lnTo>
                      <a:pt x="1075" y="1230"/>
                    </a:lnTo>
                    <a:lnTo>
                      <a:pt x="1071" y="1234"/>
                    </a:lnTo>
                    <a:lnTo>
                      <a:pt x="1068" y="1237"/>
                    </a:lnTo>
                    <a:lnTo>
                      <a:pt x="1065" y="1244"/>
                    </a:lnTo>
                    <a:lnTo>
                      <a:pt x="1065" y="1249"/>
                    </a:lnTo>
                    <a:lnTo>
                      <a:pt x="1065" y="1249"/>
                    </a:lnTo>
                    <a:lnTo>
                      <a:pt x="1065" y="1259"/>
                    </a:lnTo>
                    <a:lnTo>
                      <a:pt x="1068" y="1266"/>
                    </a:lnTo>
                    <a:lnTo>
                      <a:pt x="1071" y="1271"/>
                    </a:lnTo>
                    <a:lnTo>
                      <a:pt x="1076" y="1277"/>
                    </a:lnTo>
                    <a:lnTo>
                      <a:pt x="1083" y="1280"/>
                    </a:lnTo>
                    <a:lnTo>
                      <a:pt x="1090" y="1281"/>
                    </a:lnTo>
                    <a:lnTo>
                      <a:pt x="1098" y="1281"/>
                    </a:lnTo>
                    <a:lnTo>
                      <a:pt x="1105" y="1281"/>
                    </a:lnTo>
                    <a:lnTo>
                      <a:pt x="1114" y="1278"/>
                    </a:lnTo>
                    <a:lnTo>
                      <a:pt x="1120" y="1275"/>
                    </a:lnTo>
                    <a:lnTo>
                      <a:pt x="1126" y="1271"/>
                    </a:lnTo>
                    <a:lnTo>
                      <a:pt x="1132" y="1266"/>
                    </a:lnTo>
                    <a:lnTo>
                      <a:pt x="1136" y="1259"/>
                    </a:lnTo>
                    <a:lnTo>
                      <a:pt x="1137" y="1251"/>
                    </a:lnTo>
                    <a:lnTo>
                      <a:pt x="1137" y="1242"/>
                    </a:lnTo>
                    <a:lnTo>
                      <a:pt x="1134" y="1233"/>
                    </a:lnTo>
                    <a:lnTo>
                      <a:pt x="1134" y="1233"/>
                    </a:lnTo>
                    <a:close/>
                    <a:moveTo>
                      <a:pt x="851" y="1314"/>
                    </a:moveTo>
                    <a:lnTo>
                      <a:pt x="851" y="1314"/>
                    </a:lnTo>
                    <a:lnTo>
                      <a:pt x="851" y="1307"/>
                    </a:lnTo>
                    <a:lnTo>
                      <a:pt x="851" y="1302"/>
                    </a:lnTo>
                    <a:lnTo>
                      <a:pt x="849" y="1296"/>
                    </a:lnTo>
                    <a:lnTo>
                      <a:pt x="846" y="1292"/>
                    </a:lnTo>
                    <a:lnTo>
                      <a:pt x="841" y="1284"/>
                    </a:lnTo>
                    <a:lnTo>
                      <a:pt x="833" y="1277"/>
                    </a:lnTo>
                    <a:lnTo>
                      <a:pt x="823" y="1274"/>
                    </a:lnTo>
                    <a:lnTo>
                      <a:pt x="812" y="1274"/>
                    </a:lnTo>
                    <a:lnTo>
                      <a:pt x="799" y="1277"/>
                    </a:lnTo>
                    <a:lnTo>
                      <a:pt x="788" y="1282"/>
                    </a:lnTo>
                    <a:lnTo>
                      <a:pt x="788" y="1282"/>
                    </a:lnTo>
                    <a:lnTo>
                      <a:pt x="779" y="1291"/>
                    </a:lnTo>
                    <a:lnTo>
                      <a:pt x="773" y="1298"/>
                    </a:lnTo>
                    <a:lnTo>
                      <a:pt x="772" y="1306"/>
                    </a:lnTo>
                    <a:lnTo>
                      <a:pt x="772" y="1313"/>
                    </a:lnTo>
                    <a:lnTo>
                      <a:pt x="775" y="1320"/>
                    </a:lnTo>
                    <a:lnTo>
                      <a:pt x="780" y="1325"/>
                    </a:lnTo>
                    <a:lnTo>
                      <a:pt x="787" y="1331"/>
                    </a:lnTo>
                    <a:lnTo>
                      <a:pt x="794" y="1336"/>
                    </a:lnTo>
                    <a:lnTo>
                      <a:pt x="804" y="1339"/>
                    </a:lnTo>
                    <a:lnTo>
                      <a:pt x="812" y="1340"/>
                    </a:lnTo>
                    <a:lnTo>
                      <a:pt x="822" y="1342"/>
                    </a:lnTo>
                    <a:lnTo>
                      <a:pt x="830" y="1340"/>
                    </a:lnTo>
                    <a:lnTo>
                      <a:pt x="837" y="1338"/>
                    </a:lnTo>
                    <a:lnTo>
                      <a:pt x="844" y="1332"/>
                    </a:lnTo>
                    <a:lnTo>
                      <a:pt x="848" y="1324"/>
                    </a:lnTo>
                    <a:lnTo>
                      <a:pt x="851" y="1314"/>
                    </a:lnTo>
                    <a:lnTo>
                      <a:pt x="851" y="1314"/>
                    </a:lnTo>
                    <a:close/>
                    <a:moveTo>
                      <a:pt x="997" y="1259"/>
                    </a:moveTo>
                    <a:lnTo>
                      <a:pt x="997" y="1259"/>
                    </a:lnTo>
                    <a:lnTo>
                      <a:pt x="992" y="1255"/>
                    </a:lnTo>
                    <a:lnTo>
                      <a:pt x="985" y="1251"/>
                    </a:lnTo>
                    <a:lnTo>
                      <a:pt x="979" y="1249"/>
                    </a:lnTo>
                    <a:lnTo>
                      <a:pt x="972" y="1248"/>
                    </a:lnTo>
                    <a:lnTo>
                      <a:pt x="965" y="1248"/>
                    </a:lnTo>
                    <a:lnTo>
                      <a:pt x="959" y="1248"/>
                    </a:lnTo>
                    <a:lnTo>
                      <a:pt x="953" y="1251"/>
                    </a:lnTo>
                    <a:lnTo>
                      <a:pt x="946" y="1253"/>
                    </a:lnTo>
                    <a:lnTo>
                      <a:pt x="941" y="1256"/>
                    </a:lnTo>
                    <a:lnTo>
                      <a:pt x="935" y="1260"/>
                    </a:lnTo>
                    <a:lnTo>
                      <a:pt x="931" y="1264"/>
                    </a:lnTo>
                    <a:lnTo>
                      <a:pt x="928" y="1270"/>
                    </a:lnTo>
                    <a:lnTo>
                      <a:pt x="925" y="1277"/>
                    </a:lnTo>
                    <a:lnTo>
                      <a:pt x="925" y="1282"/>
                    </a:lnTo>
                    <a:lnTo>
                      <a:pt x="925" y="1289"/>
                    </a:lnTo>
                    <a:lnTo>
                      <a:pt x="927" y="1296"/>
                    </a:lnTo>
                    <a:lnTo>
                      <a:pt x="927" y="1296"/>
                    </a:lnTo>
                    <a:lnTo>
                      <a:pt x="931" y="1302"/>
                    </a:lnTo>
                    <a:lnTo>
                      <a:pt x="935" y="1306"/>
                    </a:lnTo>
                    <a:lnTo>
                      <a:pt x="941" y="1310"/>
                    </a:lnTo>
                    <a:lnTo>
                      <a:pt x="947" y="1313"/>
                    </a:lnTo>
                    <a:lnTo>
                      <a:pt x="954" y="1314"/>
                    </a:lnTo>
                    <a:lnTo>
                      <a:pt x="961" y="1314"/>
                    </a:lnTo>
                    <a:lnTo>
                      <a:pt x="968" y="1313"/>
                    </a:lnTo>
                    <a:lnTo>
                      <a:pt x="977" y="1311"/>
                    </a:lnTo>
                    <a:lnTo>
                      <a:pt x="982" y="1309"/>
                    </a:lnTo>
                    <a:lnTo>
                      <a:pt x="989" y="1305"/>
                    </a:lnTo>
                    <a:lnTo>
                      <a:pt x="995" y="1299"/>
                    </a:lnTo>
                    <a:lnTo>
                      <a:pt x="997" y="1293"/>
                    </a:lnTo>
                    <a:lnTo>
                      <a:pt x="1000" y="1287"/>
                    </a:lnTo>
                    <a:lnTo>
                      <a:pt x="1001" y="1278"/>
                    </a:lnTo>
                    <a:lnTo>
                      <a:pt x="1000" y="1270"/>
                    </a:lnTo>
                    <a:lnTo>
                      <a:pt x="997" y="1259"/>
                    </a:lnTo>
                    <a:lnTo>
                      <a:pt x="997" y="1259"/>
                    </a:lnTo>
                    <a:close/>
                    <a:moveTo>
                      <a:pt x="362" y="1394"/>
                    </a:moveTo>
                    <a:lnTo>
                      <a:pt x="362" y="1394"/>
                    </a:lnTo>
                    <a:lnTo>
                      <a:pt x="366" y="1406"/>
                    </a:lnTo>
                    <a:lnTo>
                      <a:pt x="370" y="1414"/>
                    </a:lnTo>
                    <a:lnTo>
                      <a:pt x="376" y="1422"/>
                    </a:lnTo>
                    <a:lnTo>
                      <a:pt x="383" y="1426"/>
                    </a:lnTo>
                    <a:lnTo>
                      <a:pt x="391" y="1430"/>
                    </a:lnTo>
                    <a:lnTo>
                      <a:pt x="400" y="1433"/>
                    </a:lnTo>
                    <a:lnTo>
                      <a:pt x="409" y="1435"/>
                    </a:lnTo>
                    <a:lnTo>
                      <a:pt x="420" y="1433"/>
                    </a:lnTo>
                    <a:lnTo>
                      <a:pt x="420" y="1433"/>
                    </a:lnTo>
                    <a:lnTo>
                      <a:pt x="420" y="1428"/>
                    </a:lnTo>
                    <a:lnTo>
                      <a:pt x="420" y="1422"/>
                    </a:lnTo>
                    <a:lnTo>
                      <a:pt x="419" y="1417"/>
                    </a:lnTo>
                    <a:lnTo>
                      <a:pt x="418" y="1412"/>
                    </a:lnTo>
                    <a:lnTo>
                      <a:pt x="412" y="1403"/>
                    </a:lnTo>
                    <a:lnTo>
                      <a:pt x="404" y="1396"/>
                    </a:lnTo>
                    <a:lnTo>
                      <a:pt x="394" y="1392"/>
                    </a:lnTo>
                    <a:lnTo>
                      <a:pt x="383" y="1390"/>
                    </a:lnTo>
                    <a:lnTo>
                      <a:pt x="373" y="1390"/>
                    </a:lnTo>
                    <a:lnTo>
                      <a:pt x="368" y="1392"/>
                    </a:lnTo>
                    <a:lnTo>
                      <a:pt x="362" y="1394"/>
                    </a:lnTo>
                    <a:lnTo>
                      <a:pt x="362" y="1394"/>
                    </a:lnTo>
                    <a:close/>
                    <a:moveTo>
                      <a:pt x="1417" y="1188"/>
                    </a:moveTo>
                    <a:lnTo>
                      <a:pt x="1417" y="1188"/>
                    </a:lnTo>
                    <a:lnTo>
                      <a:pt x="1404" y="1191"/>
                    </a:lnTo>
                    <a:lnTo>
                      <a:pt x="1394" y="1195"/>
                    </a:lnTo>
                    <a:lnTo>
                      <a:pt x="1386" y="1202"/>
                    </a:lnTo>
                    <a:lnTo>
                      <a:pt x="1379" y="1209"/>
                    </a:lnTo>
                    <a:lnTo>
                      <a:pt x="1375" y="1217"/>
                    </a:lnTo>
                    <a:lnTo>
                      <a:pt x="1374" y="1227"/>
                    </a:lnTo>
                    <a:lnTo>
                      <a:pt x="1374" y="1237"/>
                    </a:lnTo>
                    <a:lnTo>
                      <a:pt x="1378" y="1246"/>
                    </a:lnTo>
                    <a:lnTo>
                      <a:pt x="1378" y="1246"/>
                    </a:lnTo>
                    <a:lnTo>
                      <a:pt x="1386" y="1245"/>
                    </a:lnTo>
                    <a:lnTo>
                      <a:pt x="1394" y="1241"/>
                    </a:lnTo>
                    <a:lnTo>
                      <a:pt x="1403" y="1237"/>
                    </a:lnTo>
                    <a:lnTo>
                      <a:pt x="1410" y="1230"/>
                    </a:lnTo>
                    <a:lnTo>
                      <a:pt x="1414" y="1220"/>
                    </a:lnTo>
                    <a:lnTo>
                      <a:pt x="1417" y="1212"/>
                    </a:lnTo>
                    <a:lnTo>
                      <a:pt x="1418" y="1201"/>
                    </a:lnTo>
                    <a:lnTo>
                      <a:pt x="1417" y="1188"/>
                    </a:lnTo>
                    <a:lnTo>
                      <a:pt x="1417" y="1188"/>
                    </a:lnTo>
                    <a:close/>
                    <a:moveTo>
                      <a:pt x="543" y="1430"/>
                    </a:moveTo>
                    <a:lnTo>
                      <a:pt x="543" y="1430"/>
                    </a:lnTo>
                    <a:lnTo>
                      <a:pt x="542" y="1424"/>
                    </a:lnTo>
                    <a:lnTo>
                      <a:pt x="541" y="1417"/>
                    </a:lnTo>
                    <a:lnTo>
                      <a:pt x="538" y="1411"/>
                    </a:lnTo>
                    <a:lnTo>
                      <a:pt x="535" y="1407"/>
                    </a:lnTo>
                    <a:lnTo>
                      <a:pt x="531" y="1401"/>
                    </a:lnTo>
                    <a:lnTo>
                      <a:pt x="527" y="1399"/>
                    </a:lnTo>
                    <a:lnTo>
                      <a:pt x="516" y="1392"/>
                    </a:lnTo>
                    <a:lnTo>
                      <a:pt x="505" y="1389"/>
                    </a:lnTo>
                    <a:lnTo>
                      <a:pt x="501" y="1389"/>
                    </a:lnTo>
                    <a:lnTo>
                      <a:pt x="495" y="1390"/>
                    </a:lnTo>
                    <a:lnTo>
                      <a:pt x="489" y="1392"/>
                    </a:lnTo>
                    <a:lnTo>
                      <a:pt x="485" y="1394"/>
                    </a:lnTo>
                    <a:lnTo>
                      <a:pt x="481" y="1399"/>
                    </a:lnTo>
                    <a:lnTo>
                      <a:pt x="477" y="1403"/>
                    </a:lnTo>
                    <a:lnTo>
                      <a:pt x="477" y="1403"/>
                    </a:lnTo>
                    <a:lnTo>
                      <a:pt x="477" y="1408"/>
                    </a:lnTo>
                    <a:lnTo>
                      <a:pt x="477" y="1414"/>
                    </a:lnTo>
                    <a:lnTo>
                      <a:pt x="478" y="1419"/>
                    </a:lnTo>
                    <a:lnTo>
                      <a:pt x="481" y="1425"/>
                    </a:lnTo>
                    <a:lnTo>
                      <a:pt x="485" y="1429"/>
                    </a:lnTo>
                    <a:lnTo>
                      <a:pt x="489" y="1432"/>
                    </a:lnTo>
                    <a:lnTo>
                      <a:pt x="499" y="1437"/>
                    </a:lnTo>
                    <a:lnTo>
                      <a:pt x="510" y="1440"/>
                    </a:lnTo>
                    <a:lnTo>
                      <a:pt x="521" y="1440"/>
                    </a:lnTo>
                    <a:lnTo>
                      <a:pt x="528" y="1439"/>
                    </a:lnTo>
                    <a:lnTo>
                      <a:pt x="534" y="1437"/>
                    </a:lnTo>
                    <a:lnTo>
                      <a:pt x="538" y="1435"/>
                    </a:lnTo>
                    <a:lnTo>
                      <a:pt x="543" y="1430"/>
                    </a:lnTo>
                    <a:lnTo>
                      <a:pt x="543" y="1430"/>
                    </a:lnTo>
                    <a:close/>
                    <a:moveTo>
                      <a:pt x="1322" y="1237"/>
                    </a:moveTo>
                    <a:lnTo>
                      <a:pt x="1322" y="1237"/>
                    </a:lnTo>
                    <a:lnTo>
                      <a:pt x="1317" y="1235"/>
                    </a:lnTo>
                    <a:lnTo>
                      <a:pt x="1310" y="1234"/>
                    </a:lnTo>
                    <a:lnTo>
                      <a:pt x="1304" y="1235"/>
                    </a:lnTo>
                    <a:lnTo>
                      <a:pt x="1299" y="1237"/>
                    </a:lnTo>
                    <a:lnTo>
                      <a:pt x="1288" y="1241"/>
                    </a:lnTo>
                    <a:lnTo>
                      <a:pt x="1278" y="1249"/>
                    </a:lnTo>
                    <a:lnTo>
                      <a:pt x="1271" y="1259"/>
                    </a:lnTo>
                    <a:lnTo>
                      <a:pt x="1270" y="1263"/>
                    </a:lnTo>
                    <a:lnTo>
                      <a:pt x="1268" y="1270"/>
                    </a:lnTo>
                    <a:lnTo>
                      <a:pt x="1267" y="1275"/>
                    </a:lnTo>
                    <a:lnTo>
                      <a:pt x="1268" y="1281"/>
                    </a:lnTo>
                    <a:lnTo>
                      <a:pt x="1270" y="1287"/>
                    </a:lnTo>
                    <a:lnTo>
                      <a:pt x="1273" y="1293"/>
                    </a:lnTo>
                    <a:lnTo>
                      <a:pt x="1273" y="1293"/>
                    </a:lnTo>
                    <a:lnTo>
                      <a:pt x="1285" y="1293"/>
                    </a:lnTo>
                    <a:lnTo>
                      <a:pt x="1296" y="1291"/>
                    </a:lnTo>
                    <a:lnTo>
                      <a:pt x="1306" y="1287"/>
                    </a:lnTo>
                    <a:lnTo>
                      <a:pt x="1314" y="1280"/>
                    </a:lnTo>
                    <a:lnTo>
                      <a:pt x="1320" y="1271"/>
                    </a:lnTo>
                    <a:lnTo>
                      <a:pt x="1324" y="1262"/>
                    </a:lnTo>
                    <a:lnTo>
                      <a:pt x="1325" y="1249"/>
                    </a:lnTo>
                    <a:lnTo>
                      <a:pt x="1322" y="1237"/>
                    </a:lnTo>
                    <a:lnTo>
                      <a:pt x="1322" y="1237"/>
                    </a:lnTo>
                    <a:close/>
                    <a:moveTo>
                      <a:pt x="669" y="1412"/>
                    </a:moveTo>
                    <a:lnTo>
                      <a:pt x="669" y="1412"/>
                    </a:lnTo>
                    <a:lnTo>
                      <a:pt x="669" y="1407"/>
                    </a:lnTo>
                    <a:lnTo>
                      <a:pt x="668" y="1403"/>
                    </a:lnTo>
                    <a:lnTo>
                      <a:pt x="664" y="1394"/>
                    </a:lnTo>
                    <a:lnTo>
                      <a:pt x="657" y="1388"/>
                    </a:lnTo>
                    <a:lnTo>
                      <a:pt x="647" y="1383"/>
                    </a:lnTo>
                    <a:lnTo>
                      <a:pt x="639" y="1381"/>
                    </a:lnTo>
                    <a:lnTo>
                      <a:pt x="629" y="1381"/>
                    </a:lnTo>
                    <a:lnTo>
                      <a:pt x="620" y="1383"/>
                    </a:lnTo>
                    <a:lnTo>
                      <a:pt x="611" y="1386"/>
                    </a:lnTo>
                    <a:lnTo>
                      <a:pt x="611" y="1386"/>
                    </a:lnTo>
                    <a:lnTo>
                      <a:pt x="604" y="1393"/>
                    </a:lnTo>
                    <a:lnTo>
                      <a:pt x="600" y="1400"/>
                    </a:lnTo>
                    <a:lnTo>
                      <a:pt x="599" y="1407"/>
                    </a:lnTo>
                    <a:lnTo>
                      <a:pt x="600" y="1412"/>
                    </a:lnTo>
                    <a:lnTo>
                      <a:pt x="603" y="1418"/>
                    </a:lnTo>
                    <a:lnTo>
                      <a:pt x="608" y="1424"/>
                    </a:lnTo>
                    <a:lnTo>
                      <a:pt x="615" y="1429"/>
                    </a:lnTo>
                    <a:lnTo>
                      <a:pt x="622" y="1433"/>
                    </a:lnTo>
                    <a:lnTo>
                      <a:pt x="631" y="1436"/>
                    </a:lnTo>
                    <a:lnTo>
                      <a:pt x="639" y="1437"/>
                    </a:lnTo>
                    <a:lnTo>
                      <a:pt x="646" y="1437"/>
                    </a:lnTo>
                    <a:lnTo>
                      <a:pt x="654" y="1436"/>
                    </a:lnTo>
                    <a:lnTo>
                      <a:pt x="660" y="1433"/>
                    </a:lnTo>
                    <a:lnTo>
                      <a:pt x="665" y="1429"/>
                    </a:lnTo>
                    <a:lnTo>
                      <a:pt x="668" y="1422"/>
                    </a:lnTo>
                    <a:lnTo>
                      <a:pt x="669" y="1412"/>
                    </a:lnTo>
                    <a:lnTo>
                      <a:pt x="669" y="1412"/>
                    </a:lnTo>
                    <a:close/>
                    <a:moveTo>
                      <a:pt x="1177" y="1278"/>
                    </a:moveTo>
                    <a:lnTo>
                      <a:pt x="1177" y="1278"/>
                    </a:lnTo>
                    <a:lnTo>
                      <a:pt x="1170" y="1281"/>
                    </a:lnTo>
                    <a:lnTo>
                      <a:pt x="1163" y="1284"/>
                    </a:lnTo>
                    <a:lnTo>
                      <a:pt x="1156" y="1288"/>
                    </a:lnTo>
                    <a:lnTo>
                      <a:pt x="1151" y="1293"/>
                    </a:lnTo>
                    <a:lnTo>
                      <a:pt x="1147" y="1299"/>
                    </a:lnTo>
                    <a:lnTo>
                      <a:pt x="1144" y="1306"/>
                    </a:lnTo>
                    <a:lnTo>
                      <a:pt x="1144" y="1313"/>
                    </a:lnTo>
                    <a:lnTo>
                      <a:pt x="1145" y="1321"/>
                    </a:lnTo>
                    <a:lnTo>
                      <a:pt x="1145" y="1321"/>
                    </a:lnTo>
                    <a:lnTo>
                      <a:pt x="1148" y="1327"/>
                    </a:lnTo>
                    <a:lnTo>
                      <a:pt x="1151" y="1331"/>
                    </a:lnTo>
                    <a:lnTo>
                      <a:pt x="1154" y="1335"/>
                    </a:lnTo>
                    <a:lnTo>
                      <a:pt x="1156" y="1338"/>
                    </a:lnTo>
                    <a:lnTo>
                      <a:pt x="1161" y="1339"/>
                    </a:lnTo>
                    <a:lnTo>
                      <a:pt x="1165" y="1340"/>
                    </a:lnTo>
                    <a:lnTo>
                      <a:pt x="1172" y="1339"/>
                    </a:lnTo>
                    <a:lnTo>
                      <a:pt x="1180" y="1336"/>
                    </a:lnTo>
                    <a:lnTo>
                      <a:pt x="1188" y="1331"/>
                    </a:lnTo>
                    <a:lnTo>
                      <a:pt x="1195" y="1324"/>
                    </a:lnTo>
                    <a:lnTo>
                      <a:pt x="1202" y="1316"/>
                    </a:lnTo>
                    <a:lnTo>
                      <a:pt x="1206" y="1307"/>
                    </a:lnTo>
                    <a:lnTo>
                      <a:pt x="1210" y="1299"/>
                    </a:lnTo>
                    <a:lnTo>
                      <a:pt x="1212" y="1291"/>
                    </a:lnTo>
                    <a:lnTo>
                      <a:pt x="1210" y="1284"/>
                    </a:lnTo>
                    <a:lnTo>
                      <a:pt x="1209" y="1281"/>
                    </a:lnTo>
                    <a:lnTo>
                      <a:pt x="1208" y="1278"/>
                    </a:lnTo>
                    <a:lnTo>
                      <a:pt x="1205" y="1277"/>
                    </a:lnTo>
                    <a:lnTo>
                      <a:pt x="1201" y="1275"/>
                    </a:lnTo>
                    <a:lnTo>
                      <a:pt x="1191" y="1275"/>
                    </a:lnTo>
                    <a:lnTo>
                      <a:pt x="1177" y="1278"/>
                    </a:lnTo>
                    <a:lnTo>
                      <a:pt x="1177" y="1278"/>
                    </a:lnTo>
                    <a:close/>
                    <a:moveTo>
                      <a:pt x="1405" y="1274"/>
                    </a:moveTo>
                    <a:lnTo>
                      <a:pt x="1405" y="1274"/>
                    </a:lnTo>
                    <a:lnTo>
                      <a:pt x="1410" y="1269"/>
                    </a:lnTo>
                    <a:lnTo>
                      <a:pt x="1415" y="1262"/>
                    </a:lnTo>
                    <a:lnTo>
                      <a:pt x="1428" y="1248"/>
                    </a:lnTo>
                    <a:lnTo>
                      <a:pt x="1433" y="1241"/>
                    </a:lnTo>
                    <a:lnTo>
                      <a:pt x="1436" y="1235"/>
                    </a:lnTo>
                    <a:lnTo>
                      <a:pt x="1437" y="1233"/>
                    </a:lnTo>
                    <a:lnTo>
                      <a:pt x="1437" y="1230"/>
                    </a:lnTo>
                    <a:lnTo>
                      <a:pt x="1436" y="1227"/>
                    </a:lnTo>
                    <a:lnTo>
                      <a:pt x="1433" y="1226"/>
                    </a:lnTo>
                    <a:lnTo>
                      <a:pt x="1433" y="1226"/>
                    </a:lnTo>
                    <a:lnTo>
                      <a:pt x="1422" y="1235"/>
                    </a:lnTo>
                    <a:lnTo>
                      <a:pt x="1411" y="1248"/>
                    </a:lnTo>
                    <a:lnTo>
                      <a:pt x="1407" y="1255"/>
                    </a:lnTo>
                    <a:lnTo>
                      <a:pt x="1404" y="1260"/>
                    </a:lnTo>
                    <a:lnTo>
                      <a:pt x="1404" y="1267"/>
                    </a:lnTo>
                    <a:lnTo>
                      <a:pt x="1405" y="1274"/>
                    </a:lnTo>
                    <a:lnTo>
                      <a:pt x="1405" y="1274"/>
                    </a:lnTo>
                    <a:close/>
                    <a:moveTo>
                      <a:pt x="354" y="1436"/>
                    </a:moveTo>
                    <a:lnTo>
                      <a:pt x="354" y="1436"/>
                    </a:lnTo>
                    <a:lnTo>
                      <a:pt x="365" y="1447"/>
                    </a:lnTo>
                    <a:lnTo>
                      <a:pt x="376" y="1457"/>
                    </a:lnTo>
                    <a:lnTo>
                      <a:pt x="383" y="1461"/>
                    </a:lnTo>
                    <a:lnTo>
                      <a:pt x="390" y="1464"/>
                    </a:lnTo>
                    <a:lnTo>
                      <a:pt x="398" y="1465"/>
                    </a:lnTo>
                    <a:lnTo>
                      <a:pt x="406" y="1466"/>
                    </a:lnTo>
                    <a:lnTo>
                      <a:pt x="406" y="1466"/>
                    </a:lnTo>
                    <a:lnTo>
                      <a:pt x="397" y="1454"/>
                    </a:lnTo>
                    <a:lnTo>
                      <a:pt x="391" y="1448"/>
                    </a:lnTo>
                    <a:lnTo>
                      <a:pt x="386" y="1444"/>
                    </a:lnTo>
                    <a:lnTo>
                      <a:pt x="379" y="1440"/>
                    </a:lnTo>
                    <a:lnTo>
                      <a:pt x="370" y="1439"/>
                    </a:lnTo>
                    <a:lnTo>
                      <a:pt x="364" y="1437"/>
                    </a:lnTo>
                    <a:lnTo>
                      <a:pt x="354" y="1436"/>
                    </a:lnTo>
                    <a:lnTo>
                      <a:pt x="354" y="1436"/>
                    </a:lnTo>
                    <a:close/>
                    <a:moveTo>
                      <a:pt x="806" y="1396"/>
                    </a:moveTo>
                    <a:lnTo>
                      <a:pt x="806" y="1396"/>
                    </a:lnTo>
                    <a:lnTo>
                      <a:pt x="805" y="1386"/>
                    </a:lnTo>
                    <a:lnTo>
                      <a:pt x="801" y="1376"/>
                    </a:lnTo>
                    <a:lnTo>
                      <a:pt x="795" y="1370"/>
                    </a:lnTo>
                    <a:lnTo>
                      <a:pt x="787" y="1365"/>
                    </a:lnTo>
                    <a:lnTo>
                      <a:pt x="777" y="1363"/>
                    </a:lnTo>
                    <a:lnTo>
                      <a:pt x="766" y="1363"/>
                    </a:lnTo>
                    <a:lnTo>
                      <a:pt x="757" y="1365"/>
                    </a:lnTo>
                    <a:lnTo>
                      <a:pt x="745" y="1371"/>
                    </a:lnTo>
                    <a:lnTo>
                      <a:pt x="745" y="1371"/>
                    </a:lnTo>
                    <a:lnTo>
                      <a:pt x="736" y="1378"/>
                    </a:lnTo>
                    <a:lnTo>
                      <a:pt x="732" y="1385"/>
                    </a:lnTo>
                    <a:lnTo>
                      <a:pt x="729" y="1392"/>
                    </a:lnTo>
                    <a:lnTo>
                      <a:pt x="730" y="1399"/>
                    </a:lnTo>
                    <a:lnTo>
                      <a:pt x="733" y="1406"/>
                    </a:lnTo>
                    <a:lnTo>
                      <a:pt x="739" y="1411"/>
                    </a:lnTo>
                    <a:lnTo>
                      <a:pt x="745" y="1415"/>
                    </a:lnTo>
                    <a:lnTo>
                      <a:pt x="754" y="1419"/>
                    </a:lnTo>
                    <a:lnTo>
                      <a:pt x="762" y="1422"/>
                    </a:lnTo>
                    <a:lnTo>
                      <a:pt x="770" y="1424"/>
                    </a:lnTo>
                    <a:lnTo>
                      <a:pt x="780" y="1424"/>
                    </a:lnTo>
                    <a:lnTo>
                      <a:pt x="788" y="1422"/>
                    </a:lnTo>
                    <a:lnTo>
                      <a:pt x="795" y="1418"/>
                    </a:lnTo>
                    <a:lnTo>
                      <a:pt x="801" y="1414"/>
                    </a:lnTo>
                    <a:lnTo>
                      <a:pt x="805" y="1406"/>
                    </a:lnTo>
                    <a:lnTo>
                      <a:pt x="806" y="1396"/>
                    </a:lnTo>
                    <a:lnTo>
                      <a:pt x="806" y="1396"/>
                    </a:lnTo>
                    <a:close/>
                    <a:moveTo>
                      <a:pt x="1080" y="1317"/>
                    </a:moveTo>
                    <a:lnTo>
                      <a:pt x="1080" y="1317"/>
                    </a:lnTo>
                    <a:lnTo>
                      <a:pt x="1075" y="1313"/>
                    </a:lnTo>
                    <a:lnTo>
                      <a:pt x="1069" y="1310"/>
                    </a:lnTo>
                    <a:lnTo>
                      <a:pt x="1064" y="1310"/>
                    </a:lnTo>
                    <a:lnTo>
                      <a:pt x="1057" y="1310"/>
                    </a:lnTo>
                    <a:lnTo>
                      <a:pt x="1050" y="1310"/>
                    </a:lnTo>
                    <a:lnTo>
                      <a:pt x="1043" y="1311"/>
                    </a:lnTo>
                    <a:lnTo>
                      <a:pt x="1032" y="1317"/>
                    </a:lnTo>
                    <a:lnTo>
                      <a:pt x="1026" y="1321"/>
                    </a:lnTo>
                    <a:lnTo>
                      <a:pt x="1022" y="1325"/>
                    </a:lnTo>
                    <a:lnTo>
                      <a:pt x="1018" y="1331"/>
                    </a:lnTo>
                    <a:lnTo>
                      <a:pt x="1015" y="1336"/>
                    </a:lnTo>
                    <a:lnTo>
                      <a:pt x="1013" y="1342"/>
                    </a:lnTo>
                    <a:lnTo>
                      <a:pt x="1013" y="1347"/>
                    </a:lnTo>
                    <a:lnTo>
                      <a:pt x="1014" y="1353"/>
                    </a:lnTo>
                    <a:lnTo>
                      <a:pt x="1015" y="1358"/>
                    </a:lnTo>
                    <a:lnTo>
                      <a:pt x="1015" y="1358"/>
                    </a:lnTo>
                    <a:lnTo>
                      <a:pt x="1019" y="1364"/>
                    </a:lnTo>
                    <a:lnTo>
                      <a:pt x="1025" y="1368"/>
                    </a:lnTo>
                    <a:lnTo>
                      <a:pt x="1030" y="1370"/>
                    </a:lnTo>
                    <a:lnTo>
                      <a:pt x="1037" y="1371"/>
                    </a:lnTo>
                    <a:lnTo>
                      <a:pt x="1044" y="1371"/>
                    </a:lnTo>
                    <a:lnTo>
                      <a:pt x="1051" y="1371"/>
                    </a:lnTo>
                    <a:lnTo>
                      <a:pt x="1058" y="1368"/>
                    </a:lnTo>
                    <a:lnTo>
                      <a:pt x="1065" y="1365"/>
                    </a:lnTo>
                    <a:lnTo>
                      <a:pt x="1072" y="1361"/>
                    </a:lnTo>
                    <a:lnTo>
                      <a:pt x="1078" y="1357"/>
                    </a:lnTo>
                    <a:lnTo>
                      <a:pt x="1082" y="1352"/>
                    </a:lnTo>
                    <a:lnTo>
                      <a:pt x="1084" y="1346"/>
                    </a:lnTo>
                    <a:lnTo>
                      <a:pt x="1087" y="1339"/>
                    </a:lnTo>
                    <a:lnTo>
                      <a:pt x="1087" y="1332"/>
                    </a:lnTo>
                    <a:lnTo>
                      <a:pt x="1084" y="1324"/>
                    </a:lnTo>
                    <a:lnTo>
                      <a:pt x="1080" y="1317"/>
                    </a:lnTo>
                    <a:lnTo>
                      <a:pt x="1080" y="1317"/>
                    </a:lnTo>
                    <a:close/>
                    <a:moveTo>
                      <a:pt x="941" y="1367"/>
                    </a:moveTo>
                    <a:lnTo>
                      <a:pt x="941" y="1367"/>
                    </a:lnTo>
                    <a:lnTo>
                      <a:pt x="939" y="1358"/>
                    </a:lnTo>
                    <a:lnTo>
                      <a:pt x="935" y="1350"/>
                    </a:lnTo>
                    <a:lnTo>
                      <a:pt x="931" y="1345"/>
                    </a:lnTo>
                    <a:lnTo>
                      <a:pt x="924" y="1342"/>
                    </a:lnTo>
                    <a:lnTo>
                      <a:pt x="917" y="1339"/>
                    </a:lnTo>
                    <a:lnTo>
                      <a:pt x="907" y="1340"/>
                    </a:lnTo>
                    <a:lnTo>
                      <a:pt x="898" y="1342"/>
                    </a:lnTo>
                    <a:lnTo>
                      <a:pt x="887" y="1347"/>
                    </a:lnTo>
                    <a:lnTo>
                      <a:pt x="887" y="1347"/>
                    </a:lnTo>
                    <a:lnTo>
                      <a:pt x="876" y="1354"/>
                    </a:lnTo>
                    <a:lnTo>
                      <a:pt x="869" y="1361"/>
                    </a:lnTo>
                    <a:lnTo>
                      <a:pt x="866" y="1368"/>
                    </a:lnTo>
                    <a:lnTo>
                      <a:pt x="866" y="1375"/>
                    </a:lnTo>
                    <a:lnTo>
                      <a:pt x="869" y="1382"/>
                    </a:lnTo>
                    <a:lnTo>
                      <a:pt x="873" y="1388"/>
                    </a:lnTo>
                    <a:lnTo>
                      <a:pt x="881" y="1392"/>
                    </a:lnTo>
                    <a:lnTo>
                      <a:pt x="889" y="1396"/>
                    </a:lnTo>
                    <a:lnTo>
                      <a:pt x="898" y="1399"/>
                    </a:lnTo>
                    <a:lnTo>
                      <a:pt x="907" y="1399"/>
                    </a:lnTo>
                    <a:lnTo>
                      <a:pt x="916" y="1399"/>
                    </a:lnTo>
                    <a:lnTo>
                      <a:pt x="925" y="1397"/>
                    </a:lnTo>
                    <a:lnTo>
                      <a:pt x="932" y="1393"/>
                    </a:lnTo>
                    <a:lnTo>
                      <a:pt x="938" y="1386"/>
                    </a:lnTo>
                    <a:lnTo>
                      <a:pt x="941" y="1378"/>
                    </a:lnTo>
                    <a:lnTo>
                      <a:pt x="941" y="1367"/>
                    </a:lnTo>
                    <a:lnTo>
                      <a:pt x="941" y="1367"/>
                    </a:lnTo>
                    <a:close/>
                    <a:moveTo>
                      <a:pt x="448" y="1458"/>
                    </a:moveTo>
                    <a:lnTo>
                      <a:pt x="448" y="1458"/>
                    </a:lnTo>
                    <a:lnTo>
                      <a:pt x="452" y="1468"/>
                    </a:lnTo>
                    <a:lnTo>
                      <a:pt x="458" y="1476"/>
                    </a:lnTo>
                    <a:lnTo>
                      <a:pt x="465" y="1482"/>
                    </a:lnTo>
                    <a:lnTo>
                      <a:pt x="473" y="1487"/>
                    </a:lnTo>
                    <a:lnTo>
                      <a:pt x="483" y="1490"/>
                    </a:lnTo>
                    <a:lnTo>
                      <a:pt x="491" y="1490"/>
                    </a:lnTo>
                    <a:lnTo>
                      <a:pt x="501" y="1490"/>
                    </a:lnTo>
                    <a:lnTo>
                      <a:pt x="510" y="1486"/>
                    </a:lnTo>
                    <a:lnTo>
                      <a:pt x="510" y="1486"/>
                    </a:lnTo>
                    <a:lnTo>
                      <a:pt x="506" y="1476"/>
                    </a:lnTo>
                    <a:lnTo>
                      <a:pt x="501" y="1469"/>
                    </a:lnTo>
                    <a:lnTo>
                      <a:pt x="494" y="1462"/>
                    </a:lnTo>
                    <a:lnTo>
                      <a:pt x="485" y="1458"/>
                    </a:lnTo>
                    <a:lnTo>
                      <a:pt x="477" y="1454"/>
                    </a:lnTo>
                    <a:lnTo>
                      <a:pt x="467" y="1454"/>
                    </a:lnTo>
                    <a:lnTo>
                      <a:pt x="458" y="1455"/>
                    </a:lnTo>
                    <a:lnTo>
                      <a:pt x="448" y="1458"/>
                    </a:lnTo>
                    <a:lnTo>
                      <a:pt x="448" y="1458"/>
                    </a:lnTo>
                    <a:close/>
                    <a:moveTo>
                      <a:pt x="1361" y="1282"/>
                    </a:moveTo>
                    <a:lnTo>
                      <a:pt x="1361" y="1282"/>
                    </a:lnTo>
                    <a:lnTo>
                      <a:pt x="1352" y="1284"/>
                    </a:lnTo>
                    <a:lnTo>
                      <a:pt x="1342" y="1287"/>
                    </a:lnTo>
                    <a:lnTo>
                      <a:pt x="1332" y="1291"/>
                    </a:lnTo>
                    <a:lnTo>
                      <a:pt x="1325" y="1296"/>
                    </a:lnTo>
                    <a:lnTo>
                      <a:pt x="1320" y="1305"/>
                    </a:lnTo>
                    <a:lnTo>
                      <a:pt x="1316" y="1313"/>
                    </a:lnTo>
                    <a:lnTo>
                      <a:pt x="1314" y="1324"/>
                    </a:lnTo>
                    <a:lnTo>
                      <a:pt x="1314" y="1335"/>
                    </a:lnTo>
                    <a:lnTo>
                      <a:pt x="1314" y="1335"/>
                    </a:lnTo>
                    <a:lnTo>
                      <a:pt x="1325" y="1332"/>
                    </a:lnTo>
                    <a:lnTo>
                      <a:pt x="1335" y="1328"/>
                    </a:lnTo>
                    <a:lnTo>
                      <a:pt x="1343" y="1323"/>
                    </a:lnTo>
                    <a:lnTo>
                      <a:pt x="1349" y="1317"/>
                    </a:lnTo>
                    <a:lnTo>
                      <a:pt x="1354" y="1310"/>
                    </a:lnTo>
                    <a:lnTo>
                      <a:pt x="1358" y="1302"/>
                    </a:lnTo>
                    <a:lnTo>
                      <a:pt x="1360" y="1292"/>
                    </a:lnTo>
                    <a:lnTo>
                      <a:pt x="1361" y="1282"/>
                    </a:lnTo>
                    <a:lnTo>
                      <a:pt x="1361" y="1282"/>
                    </a:lnTo>
                    <a:close/>
                    <a:moveTo>
                      <a:pt x="437" y="1487"/>
                    </a:moveTo>
                    <a:lnTo>
                      <a:pt x="437" y="1487"/>
                    </a:lnTo>
                    <a:lnTo>
                      <a:pt x="435" y="1486"/>
                    </a:lnTo>
                    <a:lnTo>
                      <a:pt x="434" y="1486"/>
                    </a:lnTo>
                    <a:lnTo>
                      <a:pt x="435" y="1487"/>
                    </a:lnTo>
                    <a:lnTo>
                      <a:pt x="437" y="1487"/>
                    </a:lnTo>
                    <a:lnTo>
                      <a:pt x="437" y="1487"/>
                    </a:lnTo>
                    <a:close/>
                    <a:moveTo>
                      <a:pt x="625" y="1491"/>
                    </a:moveTo>
                    <a:lnTo>
                      <a:pt x="625" y="1491"/>
                    </a:lnTo>
                    <a:lnTo>
                      <a:pt x="625" y="1484"/>
                    </a:lnTo>
                    <a:lnTo>
                      <a:pt x="624" y="1478"/>
                    </a:lnTo>
                    <a:lnTo>
                      <a:pt x="621" y="1472"/>
                    </a:lnTo>
                    <a:lnTo>
                      <a:pt x="618" y="1468"/>
                    </a:lnTo>
                    <a:lnTo>
                      <a:pt x="613" y="1464"/>
                    </a:lnTo>
                    <a:lnTo>
                      <a:pt x="607" y="1461"/>
                    </a:lnTo>
                    <a:lnTo>
                      <a:pt x="602" y="1458"/>
                    </a:lnTo>
                    <a:lnTo>
                      <a:pt x="595" y="1457"/>
                    </a:lnTo>
                    <a:lnTo>
                      <a:pt x="588" y="1455"/>
                    </a:lnTo>
                    <a:lnTo>
                      <a:pt x="582" y="1455"/>
                    </a:lnTo>
                    <a:lnTo>
                      <a:pt x="575" y="1455"/>
                    </a:lnTo>
                    <a:lnTo>
                      <a:pt x="570" y="1458"/>
                    </a:lnTo>
                    <a:lnTo>
                      <a:pt x="566" y="1461"/>
                    </a:lnTo>
                    <a:lnTo>
                      <a:pt x="561" y="1464"/>
                    </a:lnTo>
                    <a:lnTo>
                      <a:pt x="559" y="1468"/>
                    </a:lnTo>
                    <a:lnTo>
                      <a:pt x="557" y="1473"/>
                    </a:lnTo>
                    <a:lnTo>
                      <a:pt x="557" y="1473"/>
                    </a:lnTo>
                    <a:lnTo>
                      <a:pt x="559" y="1478"/>
                    </a:lnTo>
                    <a:lnTo>
                      <a:pt x="560" y="1482"/>
                    </a:lnTo>
                    <a:lnTo>
                      <a:pt x="564" y="1487"/>
                    </a:lnTo>
                    <a:lnTo>
                      <a:pt x="572" y="1493"/>
                    </a:lnTo>
                    <a:lnTo>
                      <a:pt x="582" y="1497"/>
                    </a:lnTo>
                    <a:lnTo>
                      <a:pt x="593" y="1498"/>
                    </a:lnTo>
                    <a:lnTo>
                      <a:pt x="604" y="1498"/>
                    </a:lnTo>
                    <a:lnTo>
                      <a:pt x="615" y="1496"/>
                    </a:lnTo>
                    <a:lnTo>
                      <a:pt x="625" y="1491"/>
                    </a:lnTo>
                    <a:lnTo>
                      <a:pt x="625" y="1491"/>
                    </a:lnTo>
                    <a:close/>
                    <a:moveTo>
                      <a:pt x="1266" y="1338"/>
                    </a:moveTo>
                    <a:lnTo>
                      <a:pt x="1266" y="1338"/>
                    </a:lnTo>
                    <a:lnTo>
                      <a:pt x="1260" y="1334"/>
                    </a:lnTo>
                    <a:lnTo>
                      <a:pt x="1256" y="1332"/>
                    </a:lnTo>
                    <a:lnTo>
                      <a:pt x="1251" y="1331"/>
                    </a:lnTo>
                    <a:lnTo>
                      <a:pt x="1245" y="1329"/>
                    </a:lnTo>
                    <a:lnTo>
                      <a:pt x="1241" y="1331"/>
                    </a:lnTo>
                    <a:lnTo>
                      <a:pt x="1235" y="1332"/>
                    </a:lnTo>
                    <a:lnTo>
                      <a:pt x="1224" y="1336"/>
                    </a:lnTo>
                    <a:lnTo>
                      <a:pt x="1216" y="1345"/>
                    </a:lnTo>
                    <a:lnTo>
                      <a:pt x="1209" y="1354"/>
                    </a:lnTo>
                    <a:lnTo>
                      <a:pt x="1206" y="1358"/>
                    </a:lnTo>
                    <a:lnTo>
                      <a:pt x="1205" y="1364"/>
                    </a:lnTo>
                    <a:lnTo>
                      <a:pt x="1205" y="1370"/>
                    </a:lnTo>
                    <a:lnTo>
                      <a:pt x="1206" y="1376"/>
                    </a:lnTo>
                    <a:lnTo>
                      <a:pt x="1206" y="1376"/>
                    </a:lnTo>
                    <a:lnTo>
                      <a:pt x="1209" y="1378"/>
                    </a:lnTo>
                    <a:lnTo>
                      <a:pt x="1210" y="1382"/>
                    </a:lnTo>
                    <a:lnTo>
                      <a:pt x="1210" y="1382"/>
                    </a:lnTo>
                    <a:lnTo>
                      <a:pt x="1221" y="1382"/>
                    </a:lnTo>
                    <a:lnTo>
                      <a:pt x="1231" y="1379"/>
                    </a:lnTo>
                    <a:lnTo>
                      <a:pt x="1241" y="1375"/>
                    </a:lnTo>
                    <a:lnTo>
                      <a:pt x="1248" y="1370"/>
                    </a:lnTo>
                    <a:lnTo>
                      <a:pt x="1255" y="1364"/>
                    </a:lnTo>
                    <a:lnTo>
                      <a:pt x="1260" y="1356"/>
                    </a:lnTo>
                    <a:lnTo>
                      <a:pt x="1263" y="1347"/>
                    </a:lnTo>
                    <a:lnTo>
                      <a:pt x="1266" y="1338"/>
                    </a:lnTo>
                    <a:lnTo>
                      <a:pt x="1266" y="1338"/>
                    </a:lnTo>
                    <a:close/>
                    <a:moveTo>
                      <a:pt x="437" y="1487"/>
                    </a:moveTo>
                    <a:lnTo>
                      <a:pt x="438" y="1490"/>
                    </a:lnTo>
                    <a:lnTo>
                      <a:pt x="438" y="1490"/>
                    </a:lnTo>
                    <a:lnTo>
                      <a:pt x="448" y="1497"/>
                    </a:lnTo>
                    <a:lnTo>
                      <a:pt x="458" y="1502"/>
                    </a:lnTo>
                    <a:lnTo>
                      <a:pt x="469" y="1507"/>
                    </a:lnTo>
                    <a:lnTo>
                      <a:pt x="474" y="1508"/>
                    </a:lnTo>
                    <a:lnTo>
                      <a:pt x="481" y="1508"/>
                    </a:lnTo>
                    <a:lnTo>
                      <a:pt x="481" y="1508"/>
                    </a:lnTo>
                    <a:lnTo>
                      <a:pt x="471" y="1501"/>
                    </a:lnTo>
                    <a:lnTo>
                      <a:pt x="462" y="1494"/>
                    </a:lnTo>
                    <a:lnTo>
                      <a:pt x="449" y="1490"/>
                    </a:lnTo>
                    <a:lnTo>
                      <a:pt x="437" y="1487"/>
                    </a:lnTo>
                    <a:lnTo>
                      <a:pt x="437" y="1487"/>
                    </a:lnTo>
                    <a:close/>
                    <a:moveTo>
                      <a:pt x="1340" y="1347"/>
                    </a:moveTo>
                    <a:lnTo>
                      <a:pt x="1340" y="1347"/>
                    </a:lnTo>
                    <a:lnTo>
                      <a:pt x="1346" y="1343"/>
                    </a:lnTo>
                    <a:lnTo>
                      <a:pt x="1353" y="1338"/>
                    </a:lnTo>
                    <a:lnTo>
                      <a:pt x="1363" y="1328"/>
                    </a:lnTo>
                    <a:lnTo>
                      <a:pt x="1371" y="1317"/>
                    </a:lnTo>
                    <a:lnTo>
                      <a:pt x="1379" y="1306"/>
                    </a:lnTo>
                    <a:lnTo>
                      <a:pt x="1379" y="1306"/>
                    </a:lnTo>
                    <a:lnTo>
                      <a:pt x="1372" y="1310"/>
                    </a:lnTo>
                    <a:lnTo>
                      <a:pt x="1365" y="1314"/>
                    </a:lnTo>
                    <a:lnTo>
                      <a:pt x="1356" y="1324"/>
                    </a:lnTo>
                    <a:lnTo>
                      <a:pt x="1347" y="1335"/>
                    </a:lnTo>
                    <a:lnTo>
                      <a:pt x="1340" y="1347"/>
                    </a:lnTo>
                    <a:lnTo>
                      <a:pt x="1340" y="1347"/>
                    </a:lnTo>
                    <a:close/>
                    <a:moveTo>
                      <a:pt x="752" y="1480"/>
                    </a:moveTo>
                    <a:lnTo>
                      <a:pt x="752" y="1480"/>
                    </a:lnTo>
                    <a:lnTo>
                      <a:pt x="751" y="1472"/>
                    </a:lnTo>
                    <a:lnTo>
                      <a:pt x="750" y="1465"/>
                    </a:lnTo>
                    <a:lnTo>
                      <a:pt x="745" y="1460"/>
                    </a:lnTo>
                    <a:lnTo>
                      <a:pt x="740" y="1455"/>
                    </a:lnTo>
                    <a:lnTo>
                      <a:pt x="736" y="1451"/>
                    </a:lnTo>
                    <a:lnTo>
                      <a:pt x="729" y="1448"/>
                    </a:lnTo>
                    <a:lnTo>
                      <a:pt x="722" y="1447"/>
                    </a:lnTo>
                    <a:lnTo>
                      <a:pt x="716" y="1447"/>
                    </a:lnTo>
                    <a:lnTo>
                      <a:pt x="709" y="1447"/>
                    </a:lnTo>
                    <a:lnTo>
                      <a:pt x="703" y="1448"/>
                    </a:lnTo>
                    <a:lnTo>
                      <a:pt x="697" y="1450"/>
                    </a:lnTo>
                    <a:lnTo>
                      <a:pt x="691" y="1453"/>
                    </a:lnTo>
                    <a:lnTo>
                      <a:pt x="687" y="1457"/>
                    </a:lnTo>
                    <a:lnTo>
                      <a:pt x="683" y="1460"/>
                    </a:lnTo>
                    <a:lnTo>
                      <a:pt x="682" y="1465"/>
                    </a:lnTo>
                    <a:lnTo>
                      <a:pt x="680" y="1471"/>
                    </a:lnTo>
                    <a:lnTo>
                      <a:pt x="680" y="1471"/>
                    </a:lnTo>
                    <a:lnTo>
                      <a:pt x="682" y="1475"/>
                    </a:lnTo>
                    <a:lnTo>
                      <a:pt x="683" y="1479"/>
                    </a:lnTo>
                    <a:lnTo>
                      <a:pt x="686" y="1483"/>
                    </a:lnTo>
                    <a:lnTo>
                      <a:pt x="690" y="1486"/>
                    </a:lnTo>
                    <a:lnTo>
                      <a:pt x="698" y="1491"/>
                    </a:lnTo>
                    <a:lnTo>
                      <a:pt x="709" y="1494"/>
                    </a:lnTo>
                    <a:lnTo>
                      <a:pt x="722" y="1496"/>
                    </a:lnTo>
                    <a:lnTo>
                      <a:pt x="734" y="1493"/>
                    </a:lnTo>
                    <a:lnTo>
                      <a:pt x="740" y="1490"/>
                    </a:lnTo>
                    <a:lnTo>
                      <a:pt x="744" y="1487"/>
                    </a:lnTo>
                    <a:lnTo>
                      <a:pt x="748" y="1484"/>
                    </a:lnTo>
                    <a:lnTo>
                      <a:pt x="752" y="1480"/>
                    </a:lnTo>
                    <a:lnTo>
                      <a:pt x="752" y="1480"/>
                    </a:lnTo>
                    <a:close/>
                    <a:moveTo>
                      <a:pt x="1149" y="1381"/>
                    </a:moveTo>
                    <a:lnTo>
                      <a:pt x="1149" y="1381"/>
                    </a:lnTo>
                    <a:lnTo>
                      <a:pt x="1145" y="1375"/>
                    </a:lnTo>
                    <a:lnTo>
                      <a:pt x="1140" y="1372"/>
                    </a:lnTo>
                    <a:lnTo>
                      <a:pt x="1134" y="1370"/>
                    </a:lnTo>
                    <a:lnTo>
                      <a:pt x="1127" y="1368"/>
                    </a:lnTo>
                    <a:lnTo>
                      <a:pt x="1122" y="1370"/>
                    </a:lnTo>
                    <a:lnTo>
                      <a:pt x="1115" y="1370"/>
                    </a:lnTo>
                    <a:lnTo>
                      <a:pt x="1109" y="1372"/>
                    </a:lnTo>
                    <a:lnTo>
                      <a:pt x="1104" y="1375"/>
                    </a:lnTo>
                    <a:lnTo>
                      <a:pt x="1093" y="1382"/>
                    </a:lnTo>
                    <a:lnTo>
                      <a:pt x="1090" y="1388"/>
                    </a:lnTo>
                    <a:lnTo>
                      <a:pt x="1086" y="1392"/>
                    </a:lnTo>
                    <a:lnTo>
                      <a:pt x="1084" y="1397"/>
                    </a:lnTo>
                    <a:lnTo>
                      <a:pt x="1083" y="1401"/>
                    </a:lnTo>
                    <a:lnTo>
                      <a:pt x="1084" y="1407"/>
                    </a:lnTo>
                    <a:lnTo>
                      <a:pt x="1086" y="1412"/>
                    </a:lnTo>
                    <a:lnTo>
                      <a:pt x="1086" y="1412"/>
                    </a:lnTo>
                    <a:lnTo>
                      <a:pt x="1089" y="1417"/>
                    </a:lnTo>
                    <a:lnTo>
                      <a:pt x="1093" y="1419"/>
                    </a:lnTo>
                    <a:lnTo>
                      <a:pt x="1098" y="1421"/>
                    </a:lnTo>
                    <a:lnTo>
                      <a:pt x="1102" y="1422"/>
                    </a:lnTo>
                    <a:lnTo>
                      <a:pt x="1108" y="1422"/>
                    </a:lnTo>
                    <a:lnTo>
                      <a:pt x="1115" y="1421"/>
                    </a:lnTo>
                    <a:lnTo>
                      <a:pt x="1126" y="1418"/>
                    </a:lnTo>
                    <a:lnTo>
                      <a:pt x="1137" y="1411"/>
                    </a:lnTo>
                    <a:lnTo>
                      <a:pt x="1141" y="1407"/>
                    </a:lnTo>
                    <a:lnTo>
                      <a:pt x="1145" y="1401"/>
                    </a:lnTo>
                    <a:lnTo>
                      <a:pt x="1148" y="1397"/>
                    </a:lnTo>
                    <a:lnTo>
                      <a:pt x="1149" y="1392"/>
                    </a:lnTo>
                    <a:lnTo>
                      <a:pt x="1151" y="1386"/>
                    </a:lnTo>
                    <a:lnTo>
                      <a:pt x="1149" y="1381"/>
                    </a:lnTo>
                    <a:lnTo>
                      <a:pt x="1149" y="1381"/>
                    </a:lnTo>
                    <a:close/>
                    <a:moveTo>
                      <a:pt x="882" y="1448"/>
                    </a:moveTo>
                    <a:lnTo>
                      <a:pt x="882" y="1448"/>
                    </a:lnTo>
                    <a:lnTo>
                      <a:pt x="880" y="1440"/>
                    </a:lnTo>
                    <a:lnTo>
                      <a:pt x="874" y="1435"/>
                    </a:lnTo>
                    <a:lnTo>
                      <a:pt x="869" y="1430"/>
                    </a:lnTo>
                    <a:lnTo>
                      <a:pt x="860" y="1429"/>
                    </a:lnTo>
                    <a:lnTo>
                      <a:pt x="852" y="1429"/>
                    </a:lnTo>
                    <a:lnTo>
                      <a:pt x="844" y="1429"/>
                    </a:lnTo>
                    <a:lnTo>
                      <a:pt x="834" y="1432"/>
                    </a:lnTo>
                    <a:lnTo>
                      <a:pt x="827" y="1436"/>
                    </a:lnTo>
                    <a:lnTo>
                      <a:pt x="827" y="1436"/>
                    </a:lnTo>
                    <a:lnTo>
                      <a:pt x="817" y="1442"/>
                    </a:lnTo>
                    <a:lnTo>
                      <a:pt x="812" y="1448"/>
                    </a:lnTo>
                    <a:lnTo>
                      <a:pt x="810" y="1455"/>
                    </a:lnTo>
                    <a:lnTo>
                      <a:pt x="812" y="1461"/>
                    </a:lnTo>
                    <a:lnTo>
                      <a:pt x="816" y="1466"/>
                    </a:lnTo>
                    <a:lnTo>
                      <a:pt x="822" y="1471"/>
                    </a:lnTo>
                    <a:lnTo>
                      <a:pt x="828" y="1473"/>
                    </a:lnTo>
                    <a:lnTo>
                      <a:pt x="837" y="1476"/>
                    </a:lnTo>
                    <a:lnTo>
                      <a:pt x="845" y="1478"/>
                    </a:lnTo>
                    <a:lnTo>
                      <a:pt x="855" y="1478"/>
                    </a:lnTo>
                    <a:lnTo>
                      <a:pt x="863" y="1478"/>
                    </a:lnTo>
                    <a:lnTo>
                      <a:pt x="870" y="1475"/>
                    </a:lnTo>
                    <a:lnTo>
                      <a:pt x="877" y="1471"/>
                    </a:lnTo>
                    <a:lnTo>
                      <a:pt x="881" y="1465"/>
                    </a:lnTo>
                    <a:lnTo>
                      <a:pt x="884" y="1457"/>
                    </a:lnTo>
                    <a:lnTo>
                      <a:pt x="882" y="1448"/>
                    </a:lnTo>
                    <a:lnTo>
                      <a:pt x="882" y="1448"/>
                    </a:lnTo>
                    <a:close/>
                    <a:moveTo>
                      <a:pt x="1024" y="1418"/>
                    </a:moveTo>
                    <a:lnTo>
                      <a:pt x="1024" y="1418"/>
                    </a:lnTo>
                    <a:lnTo>
                      <a:pt x="1021" y="1411"/>
                    </a:lnTo>
                    <a:lnTo>
                      <a:pt x="1015" y="1406"/>
                    </a:lnTo>
                    <a:lnTo>
                      <a:pt x="1010" y="1403"/>
                    </a:lnTo>
                    <a:lnTo>
                      <a:pt x="1003" y="1401"/>
                    </a:lnTo>
                    <a:lnTo>
                      <a:pt x="996" y="1403"/>
                    </a:lnTo>
                    <a:lnTo>
                      <a:pt x="988" y="1404"/>
                    </a:lnTo>
                    <a:lnTo>
                      <a:pt x="981" y="1407"/>
                    </a:lnTo>
                    <a:lnTo>
                      <a:pt x="972" y="1411"/>
                    </a:lnTo>
                    <a:lnTo>
                      <a:pt x="972" y="1411"/>
                    </a:lnTo>
                    <a:lnTo>
                      <a:pt x="961" y="1418"/>
                    </a:lnTo>
                    <a:lnTo>
                      <a:pt x="956" y="1425"/>
                    </a:lnTo>
                    <a:lnTo>
                      <a:pt x="953" y="1432"/>
                    </a:lnTo>
                    <a:lnTo>
                      <a:pt x="954" y="1437"/>
                    </a:lnTo>
                    <a:lnTo>
                      <a:pt x="957" y="1443"/>
                    </a:lnTo>
                    <a:lnTo>
                      <a:pt x="963" y="1447"/>
                    </a:lnTo>
                    <a:lnTo>
                      <a:pt x="971" y="1450"/>
                    </a:lnTo>
                    <a:lnTo>
                      <a:pt x="979" y="1453"/>
                    </a:lnTo>
                    <a:lnTo>
                      <a:pt x="989" y="1453"/>
                    </a:lnTo>
                    <a:lnTo>
                      <a:pt x="997" y="1453"/>
                    </a:lnTo>
                    <a:lnTo>
                      <a:pt x="1007" y="1451"/>
                    </a:lnTo>
                    <a:lnTo>
                      <a:pt x="1014" y="1448"/>
                    </a:lnTo>
                    <a:lnTo>
                      <a:pt x="1021" y="1443"/>
                    </a:lnTo>
                    <a:lnTo>
                      <a:pt x="1025" y="1436"/>
                    </a:lnTo>
                    <a:lnTo>
                      <a:pt x="1025" y="1428"/>
                    </a:lnTo>
                    <a:lnTo>
                      <a:pt x="1024" y="1418"/>
                    </a:lnTo>
                    <a:lnTo>
                      <a:pt x="1024" y="1418"/>
                    </a:lnTo>
                    <a:close/>
                    <a:moveTo>
                      <a:pt x="481" y="1508"/>
                    </a:moveTo>
                    <a:lnTo>
                      <a:pt x="481" y="1508"/>
                    </a:lnTo>
                    <a:lnTo>
                      <a:pt x="483" y="1511"/>
                    </a:lnTo>
                    <a:lnTo>
                      <a:pt x="484" y="1509"/>
                    </a:lnTo>
                    <a:lnTo>
                      <a:pt x="484" y="1508"/>
                    </a:lnTo>
                    <a:lnTo>
                      <a:pt x="481" y="1508"/>
                    </a:lnTo>
                    <a:lnTo>
                      <a:pt x="481" y="1508"/>
                    </a:lnTo>
                    <a:close/>
                    <a:moveTo>
                      <a:pt x="531" y="1509"/>
                    </a:moveTo>
                    <a:lnTo>
                      <a:pt x="531" y="1509"/>
                    </a:lnTo>
                    <a:lnTo>
                      <a:pt x="535" y="1518"/>
                    </a:lnTo>
                    <a:lnTo>
                      <a:pt x="541" y="1523"/>
                    </a:lnTo>
                    <a:lnTo>
                      <a:pt x="548" y="1527"/>
                    </a:lnTo>
                    <a:lnTo>
                      <a:pt x="556" y="1532"/>
                    </a:lnTo>
                    <a:lnTo>
                      <a:pt x="564" y="1533"/>
                    </a:lnTo>
                    <a:lnTo>
                      <a:pt x="574" y="1533"/>
                    </a:lnTo>
                    <a:lnTo>
                      <a:pt x="593" y="1534"/>
                    </a:lnTo>
                    <a:lnTo>
                      <a:pt x="593" y="1534"/>
                    </a:lnTo>
                    <a:lnTo>
                      <a:pt x="589" y="1525"/>
                    </a:lnTo>
                    <a:lnTo>
                      <a:pt x="584" y="1518"/>
                    </a:lnTo>
                    <a:lnTo>
                      <a:pt x="577" y="1514"/>
                    </a:lnTo>
                    <a:lnTo>
                      <a:pt x="570" y="1511"/>
                    </a:lnTo>
                    <a:lnTo>
                      <a:pt x="561" y="1508"/>
                    </a:lnTo>
                    <a:lnTo>
                      <a:pt x="552" y="1508"/>
                    </a:lnTo>
                    <a:lnTo>
                      <a:pt x="531" y="1509"/>
                    </a:lnTo>
                    <a:lnTo>
                      <a:pt x="531" y="1509"/>
                    </a:lnTo>
                    <a:close/>
                    <a:moveTo>
                      <a:pt x="1252" y="1407"/>
                    </a:moveTo>
                    <a:lnTo>
                      <a:pt x="1252" y="1407"/>
                    </a:lnTo>
                    <a:lnTo>
                      <a:pt x="1262" y="1404"/>
                    </a:lnTo>
                    <a:lnTo>
                      <a:pt x="1271" y="1400"/>
                    </a:lnTo>
                    <a:lnTo>
                      <a:pt x="1278" y="1396"/>
                    </a:lnTo>
                    <a:lnTo>
                      <a:pt x="1285" y="1390"/>
                    </a:lnTo>
                    <a:lnTo>
                      <a:pt x="1292" y="1385"/>
                    </a:lnTo>
                    <a:lnTo>
                      <a:pt x="1296" y="1379"/>
                    </a:lnTo>
                    <a:lnTo>
                      <a:pt x="1300" y="1371"/>
                    </a:lnTo>
                    <a:lnTo>
                      <a:pt x="1303" y="1364"/>
                    </a:lnTo>
                    <a:lnTo>
                      <a:pt x="1303" y="1364"/>
                    </a:lnTo>
                    <a:lnTo>
                      <a:pt x="1293" y="1364"/>
                    </a:lnTo>
                    <a:lnTo>
                      <a:pt x="1284" y="1365"/>
                    </a:lnTo>
                    <a:lnTo>
                      <a:pt x="1275" y="1370"/>
                    </a:lnTo>
                    <a:lnTo>
                      <a:pt x="1267" y="1375"/>
                    </a:lnTo>
                    <a:lnTo>
                      <a:pt x="1262" y="1382"/>
                    </a:lnTo>
                    <a:lnTo>
                      <a:pt x="1256" y="1390"/>
                    </a:lnTo>
                    <a:lnTo>
                      <a:pt x="1253" y="1399"/>
                    </a:lnTo>
                    <a:lnTo>
                      <a:pt x="1252" y="1407"/>
                    </a:lnTo>
                    <a:lnTo>
                      <a:pt x="1252" y="1407"/>
                    </a:lnTo>
                    <a:close/>
                    <a:moveTo>
                      <a:pt x="521" y="1527"/>
                    </a:moveTo>
                    <a:lnTo>
                      <a:pt x="521" y="1527"/>
                    </a:lnTo>
                    <a:lnTo>
                      <a:pt x="520" y="1526"/>
                    </a:lnTo>
                    <a:lnTo>
                      <a:pt x="519" y="1526"/>
                    </a:lnTo>
                    <a:lnTo>
                      <a:pt x="520" y="1527"/>
                    </a:lnTo>
                    <a:lnTo>
                      <a:pt x="521" y="1527"/>
                    </a:lnTo>
                    <a:lnTo>
                      <a:pt x="521" y="1527"/>
                    </a:lnTo>
                    <a:close/>
                    <a:moveTo>
                      <a:pt x="521" y="1527"/>
                    </a:moveTo>
                    <a:lnTo>
                      <a:pt x="521" y="1527"/>
                    </a:lnTo>
                    <a:lnTo>
                      <a:pt x="523" y="1529"/>
                    </a:lnTo>
                    <a:lnTo>
                      <a:pt x="524" y="1529"/>
                    </a:lnTo>
                    <a:lnTo>
                      <a:pt x="524" y="1527"/>
                    </a:lnTo>
                    <a:lnTo>
                      <a:pt x="521" y="1527"/>
                    </a:lnTo>
                    <a:lnTo>
                      <a:pt x="521" y="1527"/>
                    </a:lnTo>
                    <a:close/>
                    <a:moveTo>
                      <a:pt x="530" y="1533"/>
                    </a:moveTo>
                    <a:lnTo>
                      <a:pt x="530" y="1533"/>
                    </a:lnTo>
                    <a:lnTo>
                      <a:pt x="530" y="1533"/>
                    </a:lnTo>
                    <a:lnTo>
                      <a:pt x="530" y="1533"/>
                    </a:lnTo>
                    <a:lnTo>
                      <a:pt x="530" y="1533"/>
                    </a:lnTo>
                    <a:close/>
                    <a:moveTo>
                      <a:pt x="1304" y="1383"/>
                    </a:moveTo>
                    <a:lnTo>
                      <a:pt x="1304" y="1383"/>
                    </a:lnTo>
                    <a:lnTo>
                      <a:pt x="1304" y="1383"/>
                    </a:lnTo>
                    <a:lnTo>
                      <a:pt x="1304" y="1383"/>
                    </a:lnTo>
                    <a:lnTo>
                      <a:pt x="1304" y="1383"/>
                    </a:lnTo>
                    <a:close/>
                    <a:moveTo>
                      <a:pt x="543" y="1533"/>
                    </a:moveTo>
                    <a:lnTo>
                      <a:pt x="543" y="1533"/>
                    </a:lnTo>
                    <a:lnTo>
                      <a:pt x="542" y="1532"/>
                    </a:lnTo>
                    <a:lnTo>
                      <a:pt x="539" y="1530"/>
                    </a:lnTo>
                    <a:lnTo>
                      <a:pt x="538" y="1530"/>
                    </a:lnTo>
                    <a:lnTo>
                      <a:pt x="537" y="1532"/>
                    </a:lnTo>
                    <a:lnTo>
                      <a:pt x="537" y="1533"/>
                    </a:lnTo>
                    <a:lnTo>
                      <a:pt x="537" y="1534"/>
                    </a:lnTo>
                    <a:lnTo>
                      <a:pt x="539" y="1534"/>
                    </a:lnTo>
                    <a:lnTo>
                      <a:pt x="543" y="1533"/>
                    </a:lnTo>
                    <a:lnTo>
                      <a:pt x="543" y="1533"/>
                    </a:lnTo>
                    <a:close/>
                    <a:moveTo>
                      <a:pt x="543" y="1533"/>
                    </a:moveTo>
                    <a:lnTo>
                      <a:pt x="543" y="1533"/>
                    </a:lnTo>
                    <a:lnTo>
                      <a:pt x="543" y="1536"/>
                    </a:lnTo>
                    <a:lnTo>
                      <a:pt x="543" y="1536"/>
                    </a:lnTo>
                    <a:lnTo>
                      <a:pt x="546" y="1536"/>
                    </a:lnTo>
                    <a:lnTo>
                      <a:pt x="546" y="1536"/>
                    </a:lnTo>
                    <a:lnTo>
                      <a:pt x="546" y="1534"/>
                    </a:lnTo>
                    <a:lnTo>
                      <a:pt x="545" y="1533"/>
                    </a:lnTo>
                    <a:lnTo>
                      <a:pt x="543" y="1533"/>
                    </a:lnTo>
                    <a:lnTo>
                      <a:pt x="543" y="1533"/>
                    </a:lnTo>
                    <a:close/>
                    <a:moveTo>
                      <a:pt x="709" y="1534"/>
                    </a:moveTo>
                    <a:lnTo>
                      <a:pt x="709" y="1534"/>
                    </a:lnTo>
                    <a:lnTo>
                      <a:pt x="708" y="1530"/>
                    </a:lnTo>
                    <a:lnTo>
                      <a:pt x="707" y="1525"/>
                    </a:lnTo>
                    <a:lnTo>
                      <a:pt x="703" y="1520"/>
                    </a:lnTo>
                    <a:lnTo>
                      <a:pt x="698" y="1518"/>
                    </a:lnTo>
                    <a:lnTo>
                      <a:pt x="689" y="1512"/>
                    </a:lnTo>
                    <a:lnTo>
                      <a:pt x="678" y="1509"/>
                    </a:lnTo>
                    <a:lnTo>
                      <a:pt x="665" y="1509"/>
                    </a:lnTo>
                    <a:lnTo>
                      <a:pt x="660" y="1511"/>
                    </a:lnTo>
                    <a:lnTo>
                      <a:pt x="654" y="1512"/>
                    </a:lnTo>
                    <a:lnTo>
                      <a:pt x="650" y="1515"/>
                    </a:lnTo>
                    <a:lnTo>
                      <a:pt x="646" y="1518"/>
                    </a:lnTo>
                    <a:lnTo>
                      <a:pt x="643" y="1523"/>
                    </a:lnTo>
                    <a:lnTo>
                      <a:pt x="642" y="1527"/>
                    </a:lnTo>
                    <a:lnTo>
                      <a:pt x="642" y="1527"/>
                    </a:lnTo>
                    <a:lnTo>
                      <a:pt x="649" y="1532"/>
                    </a:lnTo>
                    <a:lnTo>
                      <a:pt x="656" y="1536"/>
                    </a:lnTo>
                    <a:lnTo>
                      <a:pt x="664" y="1538"/>
                    </a:lnTo>
                    <a:lnTo>
                      <a:pt x="672" y="1541"/>
                    </a:lnTo>
                    <a:lnTo>
                      <a:pt x="682" y="1543"/>
                    </a:lnTo>
                    <a:lnTo>
                      <a:pt x="691" y="1541"/>
                    </a:lnTo>
                    <a:lnTo>
                      <a:pt x="700" y="1538"/>
                    </a:lnTo>
                    <a:lnTo>
                      <a:pt x="709" y="1534"/>
                    </a:lnTo>
                    <a:lnTo>
                      <a:pt x="709" y="1534"/>
                    </a:lnTo>
                    <a:close/>
                    <a:moveTo>
                      <a:pt x="1203" y="1412"/>
                    </a:moveTo>
                    <a:lnTo>
                      <a:pt x="1203" y="1412"/>
                    </a:lnTo>
                    <a:lnTo>
                      <a:pt x="1192" y="1410"/>
                    </a:lnTo>
                    <a:lnTo>
                      <a:pt x="1183" y="1411"/>
                    </a:lnTo>
                    <a:lnTo>
                      <a:pt x="1173" y="1412"/>
                    </a:lnTo>
                    <a:lnTo>
                      <a:pt x="1163" y="1418"/>
                    </a:lnTo>
                    <a:lnTo>
                      <a:pt x="1156" y="1424"/>
                    </a:lnTo>
                    <a:lnTo>
                      <a:pt x="1149" y="1432"/>
                    </a:lnTo>
                    <a:lnTo>
                      <a:pt x="1145" y="1440"/>
                    </a:lnTo>
                    <a:lnTo>
                      <a:pt x="1143" y="1448"/>
                    </a:lnTo>
                    <a:lnTo>
                      <a:pt x="1143" y="1448"/>
                    </a:lnTo>
                    <a:lnTo>
                      <a:pt x="1152" y="1451"/>
                    </a:lnTo>
                    <a:lnTo>
                      <a:pt x="1163" y="1451"/>
                    </a:lnTo>
                    <a:lnTo>
                      <a:pt x="1173" y="1448"/>
                    </a:lnTo>
                    <a:lnTo>
                      <a:pt x="1183" y="1444"/>
                    </a:lnTo>
                    <a:lnTo>
                      <a:pt x="1191" y="1439"/>
                    </a:lnTo>
                    <a:lnTo>
                      <a:pt x="1198" y="1430"/>
                    </a:lnTo>
                    <a:lnTo>
                      <a:pt x="1202" y="1422"/>
                    </a:lnTo>
                    <a:lnTo>
                      <a:pt x="1203" y="1418"/>
                    </a:lnTo>
                    <a:lnTo>
                      <a:pt x="1203" y="1412"/>
                    </a:lnTo>
                    <a:lnTo>
                      <a:pt x="1203" y="1412"/>
                    </a:lnTo>
                    <a:close/>
                    <a:moveTo>
                      <a:pt x="546" y="1536"/>
                    </a:moveTo>
                    <a:lnTo>
                      <a:pt x="546" y="1536"/>
                    </a:lnTo>
                    <a:lnTo>
                      <a:pt x="548" y="1537"/>
                    </a:lnTo>
                    <a:lnTo>
                      <a:pt x="549" y="1538"/>
                    </a:lnTo>
                    <a:lnTo>
                      <a:pt x="553" y="1538"/>
                    </a:lnTo>
                    <a:lnTo>
                      <a:pt x="553" y="1538"/>
                    </a:lnTo>
                    <a:lnTo>
                      <a:pt x="553" y="1537"/>
                    </a:lnTo>
                    <a:lnTo>
                      <a:pt x="550" y="1536"/>
                    </a:lnTo>
                    <a:lnTo>
                      <a:pt x="546" y="1536"/>
                    </a:lnTo>
                    <a:lnTo>
                      <a:pt x="546" y="1536"/>
                    </a:lnTo>
                    <a:close/>
                    <a:moveTo>
                      <a:pt x="553" y="1538"/>
                    </a:moveTo>
                    <a:lnTo>
                      <a:pt x="553" y="1538"/>
                    </a:lnTo>
                    <a:lnTo>
                      <a:pt x="554" y="1540"/>
                    </a:lnTo>
                    <a:lnTo>
                      <a:pt x="556" y="1540"/>
                    </a:lnTo>
                    <a:lnTo>
                      <a:pt x="560" y="1540"/>
                    </a:lnTo>
                    <a:lnTo>
                      <a:pt x="560" y="1540"/>
                    </a:lnTo>
                    <a:lnTo>
                      <a:pt x="560" y="1538"/>
                    </a:lnTo>
                    <a:lnTo>
                      <a:pt x="557" y="1538"/>
                    </a:lnTo>
                    <a:lnTo>
                      <a:pt x="553" y="1538"/>
                    </a:lnTo>
                    <a:lnTo>
                      <a:pt x="553" y="1538"/>
                    </a:lnTo>
                    <a:close/>
                    <a:moveTo>
                      <a:pt x="1284" y="1401"/>
                    </a:moveTo>
                    <a:lnTo>
                      <a:pt x="1284" y="1401"/>
                    </a:lnTo>
                    <a:lnTo>
                      <a:pt x="1284" y="1401"/>
                    </a:lnTo>
                    <a:lnTo>
                      <a:pt x="1284" y="1401"/>
                    </a:lnTo>
                    <a:lnTo>
                      <a:pt x="1284" y="1401"/>
                    </a:lnTo>
                    <a:close/>
                    <a:moveTo>
                      <a:pt x="560" y="1540"/>
                    </a:moveTo>
                    <a:lnTo>
                      <a:pt x="560" y="1540"/>
                    </a:lnTo>
                    <a:lnTo>
                      <a:pt x="561" y="1543"/>
                    </a:lnTo>
                    <a:lnTo>
                      <a:pt x="564" y="1543"/>
                    </a:lnTo>
                    <a:lnTo>
                      <a:pt x="566" y="1543"/>
                    </a:lnTo>
                    <a:lnTo>
                      <a:pt x="567" y="1541"/>
                    </a:lnTo>
                    <a:lnTo>
                      <a:pt x="567" y="1540"/>
                    </a:lnTo>
                    <a:lnTo>
                      <a:pt x="567" y="1538"/>
                    </a:lnTo>
                    <a:lnTo>
                      <a:pt x="564" y="1538"/>
                    </a:lnTo>
                    <a:lnTo>
                      <a:pt x="560" y="1540"/>
                    </a:lnTo>
                    <a:lnTo>
                      <a:pt x="560" y="1540"/>
                    </a:lnTo>
                    <a:close/>
                    <a:moveTo>
                      <a:pt x="1278" y="1406"/>
                    </a:moveTo>
                    <a:lnTo>
                      <a:pt x="1278" y="1406"/>
                    </a:lnTo>
                    <a:lnTo>
                      <a:pt x="1278" y="1406"/>
                    </a:lnTo>
                    <a:lnTo>
                      <a:pt x="1278" y="1406"/>
                    </a:lnTo>
                    <a:lnTo>
                      <a:pt x="1278" y="1406"/>
                    </a:lnTo>
                    <a:close/>
                    <a:moveTo>
                      <a:pt x="834" y="1520"/>
                    </a:moveTo>
                    <a:lnTo>
                      <a:pt x="834" y="1520"/>
                    </a:lnTo>
                    <a:lnTo>
                      <a:pt x="833" y="1516"/>
                    </a:lnTo>
                    <a:lnTo>
                      <a:pt x="830" y="1511"/>
                    </a:lnTo>
                    <a:lnTo>
                      <a:pt x="826" y="1508"/>
                    </a:lnTo>
                    <a:lnTo>
                      <a:pt x="822" y="1504"/>
                    </a:lnTo>
                    <a:lnTo>
                      <a:pt x="810" y="1500"/>
                    </a:lnTo>
                    <a:lnTo>
                      <a:pt x="798" y="1498"/>
                    </a:lnTo>
                    <a:lnTo>
                      <a:pt x="786" y="1500"/>
                    </a:lnTo>
                    <a:lnTo>
                      <a:pt x="780" y="1501"/>
                    </a:lnTo>
                    <a:lnTo>
                      <a:pt x="776" y="1504"/>
                    </a:lnTo>
                    <a:lnTo>
                      <a:pt x="772" y="1507"/>
                    </a:lnTo>
                    <a:lnTo>
                      <a:pt x="768" y="1511"/>
                    </a:lnTo>
                    <a:lnTo>
                      <a:pt x="765" y="1515"/>
                    </a:lnTo>
                    <a:lnTo>
                      <a:pt x="763" y="1520"/>
                    </a:lnTo>
                    <a:lnTo>
                      <a:pt x="763" y="1520"/>
                    </a:lnTo>
                    <a:lnTo>
                      <a:pt x="766" y="1525"/>
                    </a:lnTo>
                    <a:lnTo>
                      <a:pt x="769" y="1529"/>
                    </a:lnTo>
                    <a:lnTo>
                      <a:pt x="772" y="1532"/>
                    </a:lnTo>
                    <a:lnTo>
                      <a:pt x="776" y="1533"/>
                    </a:lnTo>
                    <a:lnTo>
                      <a:pt x="786" y="1536"/>
                    </a:lnTo>
                    <a:lnTo>
                      <a:pt x="797" y="1537"/>
                    </a:lnTo>
                    <a:lnTo>
                      <a:pt x="808" y="1536"/>
                    </a:lnTo>
                    <a:lnTo>
                      <a:pt x="819" y="1533"/>
                    </a:lnTo>
                    <a:lnTo>
                      <a:pt x="827" y="1527"/>
                    </a:lnTo>
                    <a:lnTo>
                      <a:pt x="831" y="1525"/>
                    </a:lnTo>
                    <a:lnTo>
                      <a:pt x="834" y="1520"/>
                    </a:lnTo>
                    <a:lnTo>
                      <a:pt x="834" y="1520"/>
                    </a:lnTo>
                    <a:close/>
                    <a:moveTo>
                      <a:pt x="1273" y="1410"/>
                    </a:moveTo>
                    <a:lnTo>
                      <a:pt x="1273" y="1410"/>
                    </a:lnTo>
                    <a:lnTo>
                      <a:pt x="1273" y="1410"/>
                    </a:lnTo>
                    <a:lnTo>
                      <a:pt x="1273" y="1410"/>
                    </a:lnTo>
                    <a:lnTo>
                      <a:pt x="1273" y="1410"/>
                    </a:lnTo>
                    <a:close/>
                    <a:moveTo>
                      <a:pt x="1087" y="1455"/>
                    </a:moveTo>
                    <a:lnTo>
                      <a:pt x="1087" y="1455"/>
                    </a:lnTo>
                    <a:lnTo>
                      <a:pt x="1084" y="1453"/>
                    </a:lnTo>
                    <a:lnTo>
                      <a:pt x="1079" y="1451"/>
                    </a:lnTo>
                    <a:lnTo>
                      <a:pt x="1069" y="1450"/>
                    </a:lnTo>
                    <a:lnTo>
                      <a:pt x="1057" y="1450"/>
                    </a:lnTo>
                    <a:lnTo>
                      <a:pt x="1046" y="1454"/>
                    </a:lnTo>
                    <a:lnTo>
                      <a:pt x="1036" y="1460"/>
                    </a:lnTo>
                    <a:lnTo>
                      <a:pt x="1032" y="1462"/>
                    </a:lnTo>
                    <a:lnTo>
                      <a:pt x="1029" y="1466"/>
                    </a:lnTo>
                    <a:lnTo>
                      <a:pt x="1026" y="1471"/>
                    </a:lnTo>
                    <a:lnTo>
                      <a:pt x="1025" y="1476"/>
                    </a:lnTo>
                    <a:lnTo>
                      <a:pt x="1025" y="1482"/>
                    </a:lnTo>
                    <a:lnTo>
                      <a:pt x="1028" y="1487"/>
                    </a:lnTo>
                    <a:lnTo>
                      <a:pt x="1028" y="1487"/>
                    </a:lnTo>
                    <a:lnTo>
                      <a:pt x="1036" y="1489"/>
                    </a:lnTo>
                    <a:lnTo>
                      <a:pt x="1047" y="1490"/>
                    </a:lnTo>
                    <a:lnTo>
                      <a:pt x="1057" y="1489"/>
                    </a:lnTo>
                    <a:lnTo>
                      <a:pt x="1068" y="1484"/>
                    </a:lnTo>
                    <a:lnTo>
                      <a:pt x="1078" y="1480"/>
                    </a:lnTo>
                    <a:lnTo>
                      <a:pt x="1084" y="1473"/>
                    </a:lnTo>
                    <a:lnTo>
                      <a:pt x="1086" y="1469"/>
                    </a:lnTo>
                    <a:lnTo>
                      <a:pt x="1089" y="1465"/>
                    </a:lnTo>
                    <a:lnTo>
                      <a:pt x="1089" y="1461"/>
                    </a:lnTo>
                    <a:lnTo>
                      <a:pt x="1087" y="1455"/>
                    </a:lnTo>
                    <a:lnTo>
                      <a:pt x="1087" y="1455"/>
                    </a:lnTo>
                    <a:close/>
                    <a:moveTo>
                      <a:pt x="891" y="1507"/>
                    </a:moveTo>
                    <a:lnTo>
                      <a:pt x="891" y="1507"/>
                    </a:lnTo>
                    <a:lnTo>
                      <a:pt x="892" y="1511"/>
                    </a:lnTo>
                    <a:lnTo>
                      <a:pt x="895" y="1514"/>
                    </a:lnTo>
                    <a:lnTo>
                      <a:pt x="899" y="1516"/>
                    </a:lnTo>
                    <a:lnTo>
                      <a:pt x="903" y="1518"/>
                    </a:lnTo>
                    <a:lnTo>
                      <a:pt x="914" y="1519"/>
                    </a:lnTo>
                    <a:lnTo>
                      <a:pt x="927" y="1518"/>
                    </a:lnTo>
                    <a:lnTo>
                      <a:pt x="938" y="1515"/>
                    </a:lnTo>
                    <a:lnTo>
                      <a:pt x="947" y="1508"/>
                    </a:lnTo>
                    <a:lnTo>
                      <a:pt x="952" y="1505"/>
                    </a:lnTo>
                    <a:lnTo>
                      <a:pt x="954" y="1501"/>
                    </a:lnTo>
                    <a:lnTo>
                      <a:pt x="957" y="1496"/>
                    </a:lnTo>
                    <a:lnTo>
                      <a:pt x="957" y="1490"/>
                    </a:lnTo>
                    <a:lnTo>
                      <a:pt x="957" y="1490"/>
                    </a:lnTo>
                    <a:lnTo>
                      <a:pt x="954" y="1486"/>
                    </a:lnTo>
                    <a:lnTo>
                      <a:pt x="950" y="1483"/>
                    </a:lnTo>
                    <a:lnTo>
                      <a:pt x="946" y="1482"/>
                    </a:lnTo>
                    <a:lnTo>
                      <a:pt x="941" y="1480"/>
                    </a:lnTo>
                    <a:lnTo>
                      <a:pt x="928" y="1479"/>
                    </a:lnTo>
                    <a:lnTo>
                      <a:pt x="916" y="1480"/>
                    </a:lnTo>
                    <a:lnTo>
                      <a:pt x="905" y="1484"/>
                    </a:lnTo>
                    <a:lnTo>
                      <a:pt x="896" y="1490"/>
                    </a:lnTo>
                    <a:lnTo>
                      <a:pt x="894" y="1494"/>
                    </a:lnTo>
                    <a:lnTo>
                      <a:pt x="891" y="1497"/>
                    </a:lnTo>
                    <a:lnTo>
                      <a:pt x="891" y="1502"/>
                    </a:lnTo>
                    <a:lnTo>
                      <a:pt x="891" y="1507"/>
                    </a:lnTo>
                    <a:lnTo>
                      <a:pt x="891" y="1507"/>
                    </a:lnTo>
                    <a:close/>
                    <a:moveTo>
                      <a:pt x="610" y="1551"/>
                    </a:moveTo>
                    <a:lnTo>
                      <a:pt x="610" y="1551"/>
                    </a:lnTo>
                    <a:lnTo>
                      <a:pt x="624" y="1555"/>
                    </a:lnTo>
                    <a:lnTo>
                      <a:pt x="640" y="1559"/>
                    </a:lnTo>
                    <a:lnTo>
                      <a:pt x="649" y="1561"/>
                    </a:lnTo>
                    <a:lnTo>
                      <a:pt x="657" y="1562"/>
                    </a:lnTo>
                    <a:lnTo>
                      <a:pt x="664" y="1561"/>
                    </a:lnTo>
                    <a:lnTo>
                      <a:pt x="671" y="1559"/>
                    </a:lnTo>
                    <a:lnTo>
                      <a:pt x="671" y="1559"/>
                    </a:lnTo>
                    <a:lnTo>
                      <a:pt x="657" y="1554"/>
                    </a:lnTo>
                    <a:lnTo>
                      <a:pt x="640" y="1548"/>
                    </a:lnTo>
                    <a:lnTo>
                      <a:pt x="633" y="1547"/>
                    </a:lnTo>
                    <a:lnTo>
                      <a:pt x="625" y="1547"/>
                    </a:lnTo>
                    <a:lnTo>
                      <a:pt x="617" y="1547"/>
                    </a:lnTo>
                    <a:lnTo>
                      <a:pt x="610" y="1551"/>
                    </a:lnTo>
                    <a:lnTo>
                      <a:pt x="610" y="1551"/>
                    </a:lnTo>
                    <a:close/>
                    <a:moveTo>
                      <a:pt x="1190" y="1465"/>
                    </a:moveTo>
                    <a:lnTo>
                      <a:pt x="1190" y="1465"/>
                    </a:lnTo>
                    <a:lnTo>
                      <a:pt x="1202" y="1457"/>
                    </a:lnTo>
                    <a:lnTo>
                      <a:pt x="1215" y="1450"/>
                    </a:lnTo>
                    <a:lnTo>
                      <a:pt x="1227" y="1440"/>
                    </a:lnTo>
                    <a:lnTo>
                      <a:pt x="1233" y="1436"/>
                    </a:lnTo>
                    <a:lnTo>
                      <a:pt x="1237" y="1430"/>
                    </a:lnTo>
                    <a:lnTo>
                      <a:pt x="1237" y="1430"/>
                    </a:lnTo>
                    <a:lnTo>
                      <a:pt x="1219" y="1436"/>
                    </a:lnTo>
                    <a:lnTo>
                      <a:pt x="1202" y="1444"/>
                    </a:lnTo>
                    <a:lnTo>
                      <a:pt x="1197" y="1450"/>
                    </a:lnTo>
                    <a:lnTo>
                      <a:pt x="1191" y="1454"/>
                    </a:lnTo>
                    <a:lnTo>
                      <a:pt x="1188" y="1460"/>
                    </a:lnTo>
                    <a:lnTo>
                      <a:pt x="1188" y="1462"/>
                    </a:lnTo>
                    <a:lnTo>
                      <a:pt x="1190" y="1465"/>
                    </a:lnTo>
                    <a:lnTo>
                      <a:pt x="1190" y="1465"/>
                    </a:lnTo>
                    <a:close/>
                    <a:moveTo>
                      <a:pt x="722" y="1562"/>
                    </a:moveTo>
                    <a:lnTo>
                      <a:pt x="722" y="1562"/>
                    </a:lnTo>
                    <a:lnTo>
                      <a:pt x="727" y="1565"/>
                    </a:lnTo>
                    <a:lnTo>
                      <a:pt x="734" y="1568"/>
                    </a:lnTo>
                    <a:lnTo>
                      <a:pt x="751" y="1569"/>
                    </a:lnTo>
                    <a:lnTo>
                      <a:pt x="768" y="1568"/>
                    </a:lnTo>
                    <a:lnTo>
                      <a:pt x="776" y="1566"/>
                    </a:lnTo>
                    <a:lnTo>
                      <a:pt x="781" y="1565"/>
                    </a:lnTo>
                    <a:lnTo>
                      <a:pt x="781" y="1565"/>
                    </a:lnTo>
                    <a:lnTo>
                      <a:pt x="780" y="1561"/>
                    </a:lnTo>
                    <a:lnTo>
                      <a:pt x="777" y="1558"/>
                    </a:lnTo>
                    <a:lnTo>
                      <a:pt x="770" y="1554"/>
                    </a:lnTo>
                    <a:lnTo>
                      <a:pt x="759" y="1550"/>
                    </a:lnTo>
                    <a:lnTo>
                      <a:pt x="748" y="1550"/>
                    </a:lnTo>
                    <a:lnTo>
                      <a:pt x="737" y="1550"/>
                    </a:lnTo>
                    <a:lnTo>
                      <a:pt x="729" y="1552"/>
                    </a:lnTo>
                    <a:lnTo>
                      <a:pt x="725" y="1554"/>
                    </a:lnTo>
                    <a:lnTo>
                      <a:pt x="723" y="1556"/>
                    </a:lnTo>
                    <a:lnTo>
                      <a:pt x="722" y="1559"/>
                    </a:lnTo>
                    <a:lnTo>
                      <a:pt x="722" y="1562"/>
                    </a:lnTo>
                    <a:lnTo>
                      <a:pt x="722" y="1562"/>
                    </a:lnTo>
                    <a:close/>
                    <a:moveTo>
                      <a:pt x="1082" y="1509"/>
                    </a:moveTo>
                    <a:lnTo>
                      <a:pt x="1082" y="1509"/>
                    </a:lnTo>
                    <a:lnTo>
                      <a:pt x="1100" y="1505"/>
                    </a:lnTo>
                    <a:lnTo>
                      <a:pt x="1116" y="1498"/>
                    </a:lnTo>
                    <a:lnTo>
                      <a:pt x="1123" y="1496"/>
                    </a:lnTo>
                    <a:lnTo>
                      <a:pt x="1130" y="1490"/>
                    </a:lnTo>
                    <a:lnTo>
                      <a:pt x="1136" y="1484"/>
                    </a:lnTo>
                    <a:lnTo>
                      <a:pt x="1138" y="1479"/>
                    </a:lnTo>
                    <a:lnTo>
                      <a:pt x="1138" y="1479"/>
                    </a:lnTo>
                    <a:lnTo>
                      <a:pt x="1130" y="1479"/>
                    </a:lnTo>
                    <a:lnTo>
                      <a:pt x="1120" y="1479"/>
                    </a:lnTo>
                    <a:lnTo>
                      <a:pt x="1111" y="1482"/>
                    </a:lnTo>
                    <a:lnTo>
                      <a:pt x="1101" y="1484"/>
                    </a:lnTo>
                    <a:lnTo>
                      <a:pt x="1093" y="1489"/>
                    </a:lnTo>
                    <a:lnTo>
                      <a:pt x="1086" y="1494"/>
                    </a:lnTo>
                    <a:lnTo>
                      <a:pt x="1082" y="1501"/>
                    </a:lnTo>
                    <a:lnTo>
                      <a:pt x="1082" y="1505"/>
                    </a:lnTo>
                    <a:lnTo>
                      <a:pt x="1082" y="1509"/>
                    </a:lnTo>
                    <a:lnTo>
                      <a:pt x="1082" y="1509"/>
                    </a:lnTo>
                    <a:close/>
                    <a:moveTo>
                      <a:pt x="697" y="1570"/>
                    </a:moveTo>
                    <a:lnTo>
                      <a:pt x="697" y="1570"/>
                    </a:lnTo>
                    <a:lnTo>
                      <a:pt x="697" y="1570"/>
                    </a:lnTo>
                    <a:lnTo>
                      <a:pt x="697" y="1570"/>
                    </a:lnTo>
                    <a:lnTo>
                      <a:pt x="697" y="1570"/>
                    </a:lnTo>
                    <a:close/>
                    <a:moveTo>
                      <a:pt x="707" y="1572"/>
                    </a:moveTo>
                    <a:lnTo>
                      <a:pt x="707" y="1572"/>
                    </a:lnTo>
                    <a:lnTo>
                      <a:pt x="707" y="1572"/>
                    </a:lnTo>
                    <a:lnTo>
                      <a:pt x="707" y="1572"/>
                    </a:lnTo>
                    <a:lnTo>
                      <a:pt x="707" y="1572"/>
                    </a:lnTo>
                    <a:close/>
                    <a:moveTo>
                      <a:pt x="835" y="1551"/>
                    </a:moveTo>
                    <a:lnTo>
                      <a:pt x="835" y="1551"/>
                    </a:lnTo>
                    <a:lnTo>
                      <a:pt x="837" y="1554"/>
                    </a:lnTo>
                    <a:lnTo>
                      <a:pt x="840" y="1556"/>
                    </a:lnTo>
                    <a:lnTo>
                      <a:pt x="842" y="1559"/>
                    </a:lnTo>
                    <a:lnTo>
                      <a:pt x="846" y="1561"/>
                    </a:lnTo>
                    <a:lnTo>
                      <a:pt x="855" y="1562"/>
                    </a:lnTo>
                    <a:lnTo>
                      <a:pt x="863" y="1562"/>
                    </a:lnTo>
                    <a:lnTo>
                      <a:pt x="874" y="1561"/>
                    </a:lnTo>
                    <a:lnTo>
                      <a:pt x="884" y="1558"/>
                    </a:lnTo>
                    <a:lnTo>
                      <a:pt x="899" y="1551"/>
                    </a:lnTo>
                    <a:lnTo>
                      <a:pt x="899" y="1551"/>
                    </a:lnTo>
                    <a:lnTo>
                      <a:pt x="898" y="1547"/>
                    </a:lnTo>
                    <a:lnTo>
                      <a:pt x="896" y="1544"/>
                    </a:lnTo>
                    <a:lnTo>
                      <a:pt x="894" y="1541"/>
                    </a:lnTo>
                    <a:lnTo>
                      <a:pt x="889" y="1538"/>
                    </a:lnTo>
                    <a:lnTo>
                      <a:pt x="881" y="1537"/>
                    </a:lnTo>
                    <a:lnTo>
                      <a:pt x="871" y="1537"/>
                    </a:lnTo>
                    <a:lnTo>
                      <a:pt x="860" y="1538"/>
                    </a:lnTo>
                    <a:lnTo>
                      <a:pt x="851" y="1541"/>
                    </a:lnTo>
                    <a:lnTo>
                      <a:pt x="842" y="1545"/>
                    </a:lnTo>
                    <a:lnTo>
                      <a:pt x="835" y="1551"/>
                    </a:lnTo>
                    <a:lnTo>
                      <a:pt x="835" y="1551"/>
                    </a:lnTo>
                    <a:close/>
                    <a:moveTo>
                      <a:pt x="967" y="1538"/>
                    </a:moveTo>
                    <a:lnTo>
                      <a:pt x="967" y="1538"/>
                    </a:lnTo>
                    <a:lnTo>
                      <a:pt x="974" y="1540"/>
                    </a:lnTo>
                    <a:lnTo>
                      <a:pt x="982" y="1541"/>
                    </a:lnTo>
                    <a:lnTo>
                      <a:pt x="992" y="1540"/>
                    </a:lnTo>
                    <a:lnTo>
                      <a:pt x="1000" y="1538"/>
                    </a:lnTo>
                    <a:lnTo>
                      <a:pt x="1008" y="1534"/>
                    </a:lnTo>
                    <a:lnTo>
                      <a:pt x="1015" y="1530"/>
                    </a:lnTo>
                    <a:lnTo>
                      <a:pt x="1022" y="1525"/>
                    </a:lnTo>
                    <a:lnTo>
                      <a:pt x="1026" y="1518"/>
                    </a:lnTo>
                    <a:lnTo>
                      <a:pt x="1026" y="1518"/>
                    </a:lnTo>
                    <a:lnTo>
                      <a:pt x="1018" y="1514"/>
                    </a:lnTo>
                    <a:lnTo>
                      <a:pt x="1010" y="1514"/>
                    </a:lnTo>
                    <a:lnTo>
                      <a:pt x="999" y="1514"/>
                    </a:lnTo>
                    <a:lnTo>
                      <a:pt x="989" y="1516"/>
                    </a:lnTo>
                    <a:lnTo>
                      <a:pt x="979" y="1520"/>
                    </a:lnTo>
                    <a:lnTo>
                      <a:pt x="972" y="1525"/>
                    </a:lnTo>
                    <a:lnTo>
                      <a:pt x="970" y="1527"/>
                    </a:lnTo>
                    <a:lnTo>
                      <a:pt x="968" y="1532"/>
                    </a:lnTo>
                    <a:lnTo>
                      <a:pt x="967" y="1534"/>
                    </a:lnTo>
                    <a:lnTo>
                      <a:pt x="967" y="1538"/>
                    </a:lnTo>
                    <a:lnTo>
                      <a:pt x="967" y="1538"/>
                    </a:lnTo>
                    <a:close/>
                    <a:moveTo>
                      <a:pt x="1154" y="1486"/>
                    </a:moveTo>
                    <a:lnTo>
                      <a:pt x="1154" y="1486"/>
                    </a:lnTo>
                    <a:lnTo>
                      <a:pt x="1154" y="1486"/>
                    </a:lnTo>
                    <a:lnTo>
                      <a:pt x="1154" y="1486"/>
                    </a:lnTo>
                    <a:lnTo>
                      <a:pt x="1154" y="1486"/>
                    </a:lnTo>
                    <a:close/>
                    <a:moveTo>
                      <a:pt x="716" y="1573"/>
                    </a:moveTo>
                    <a:lnTo>
                      <a:pt x="716" y="1573"/>
                    </a:lnTo>
                    <a:lnTo>
                      <a:pt x="721" y="1572"/>
                    </a:lnTo>
                    <a:lnTo>
                      <a:pt x="722" y="1570"/>
                    </a:lnTo>
                    <a:lnTo>
                      <a:pt x="723" y="1569"/>
                    </a:lnTo>
                    <a:lnTo>
                      <a:pt x="723" y="1569"/>
                    </a:lnTo>
                    <a:lnTo>
                      <a:pt x="719" y="1570"/>
                    </a:lnTo>
                    <a:lnTo>
                      <a:pt x="718" y="1572"/>
                    </a:lnTo>
                    <a:lnTo>
                      <a:pt x="716" y="1573"/>
                    </a:lnTo>
                    <a:lnTo>
                      <a:pt x="716" y="1573"/>
                    </a:lnTo>
                    <a:close/>
                    <a:moveTo>
                      <a:pt x="1144" y="1491"/>
                    </a:moveTo>
                    <a:lnTo>
                      <a:pt x="1144" y="1491"/>
                    </a:lnTo>
                    <a:lnTo>
                      <a:pt x="1145" y="1491"/>
                    </a:lnTo>
                    <a:lnTo>
                      <a:pt x="1144" y="1491"/>
                    </a:lnTo>
                    <a:lnTo>
                      <a:pt x="1144" y="1491"/>
                    </a:lnTo>
                    <a:close/>
                    <a:moveTo>
                      <a:pt x="730" y="1574"/>
                    </a:moveTo>
                    <a:lnTo>
                      <a:pt x="730" y="1574"/>
                    </a:lnTo>
                    <a:lnTo>
                      <a:pt x="734" y="1573"/>
                    </a:lnTo>
                    <a:lnTo>
                      <a:pt x="736" y="1572"/>
                    </a:lnTo>
                    <a:lnTo>
                      <a:pt x="736" y="1569"/>
                    </a:lnTo>
                    <a:lnTo>
                      <a:pt x="736" y="1569"/>
                    </a:lnTo>
                    <a:lnTo>
                      <a:pt x="733" y="1572"/>
                    </a:lnTo>
                    <a:lnTo>
                      <a:pt x="730" y="1572"/>
                    </a:lnTo>
                    <a:lnTo>
                      <a:pt x="730" y="1574"/>
                    </a:lnTo>
                    <a:lnTo>
                      <a:pt x="730" y="1574"/>
                    </a:lnTo>
                    <a:close/>
                    <a:moveTo>
                      <a:pt x="741" y="1576"/>
                    </a:moveTo>
                    <a:lnTo>
                      <a:pt x="741" y="1576"/>
                    </a:lnTo>
                    <a:lnTo>
                      <a:pt x="744" y="1574"/>
                    </a:lnTo>
                    <a:lnTo>
                      <a:pt x="747" y="1573"/>
                    </a:lnTo>
                    <a:lnTo>
                      <a:pt x="747" y="1570"/>
                    </a:lnTo>
                    <a:lnTo>
                      <a:pt x="747" y="1570"/>
                    </a:lnTo>
                    <a:lnTo>
                      <a:pt x="743" y="1573"/>
                    </a:lnTo>
                    <a:lnTo>
                      <a:pt x="741" y="1573"/>
                    </a:lnTo>
                    <a:lnTo>
                      <a:pt x="741" y="1576"/>
                    </a:lnTo>
                    <a:lnTo>
                      <a:pt x="741" y="1576"/>
                    </a:lnTo>
                    <a:close/>
                    <a:moveTo>
                      <a:pt x="804" y="1573"/>
                    </a:moveTo>
                    <a:lnTo>
                      <a:pt x="804" y="1573"/>
                    </a:lnTo>
                    <a:lnTo>
                      <a:pt x="802" y="1570"/>
                    </a:lnTo>
                    <a:lnTo>
                      <a:pt x="801" y="1570"/>
                    </a:lnTo>
                    <a:lnTo>
                      <a:pt x="799" y="1570"/>
                    </a:lnTo>
                    <a:lnTo>
                      <a:pt x="798" y="1572"/>
                    </a:lnTo>
                    <a:lnTo>
                      <a:pt x="798" y="1573"/>
                    </a:lnTo>
                    <a:lnTo>
                      <a:pt x="798" y="1574"/>
                    </a:lnTo>
                    <a:lnTo>
                      <a:pt x="799" y="1574"/>
                    </a:lnTo>
                    <a:lnTo>
                      <a:pt x="804" y="1573"/>
                    </a:lnTo>
                    <a:lnTo>
                      <a:pt x="804" y="1573"/>
                    </a:lnTo>
                    <a:close/>
                    <a:moveTo>
                      <a:pt x="804" y="1573"/>
                    </a:moveTo>
                    <a:lnTo>
                      <a:pt x="804" y="1573"/>
                    </a:lnTo>
                    <a:lnTo>
                      <a:pt x="809" y="1574"/>
                    </a:lnTo>
                    <a:lnTo>
                      <a:pt x="815" y="1576"/>
                    </a:lnTo>
                    <a:lnTo>
                      <a:pt x="828" y="1574"/>
                    </a:lnTo>
                    <a:lnTo>
                      <a:pt x="842" y="1573"/>
                    </a:lnTo>
                    <a:lnTo>
                      <a:pt x="848" y="1573"/>
                    </a:lnTo>
                    <a:lnTo>
                      <a:pt x="853" y="1573"/>
                    </a:lnTo>
                    <a:lnTo>
                      <a:pt x="853" y="1573"/>
                    </a:lnTo>
                    <a:lnTo>
                      <a:pt x="848" y="1570"/>
                    </a:lnTo>
                    <a:lnTo>
                      <a:pt x="842" y="1569"/>
                    </a:lnTo>
                    <a:lnTo>
                      <a:pt x="834" y="1568"/>
                    </a:lnTo>
                    <a:lnTo>
                      <a:pt x="827" y="1568"/>
                    </a:lnTo>
                    <a:lnTo>
                      <a:pt x="812" y="1570"/>
                    </a:lnTo>
                    <a:lnTo>
                      <a:pt x="804" y="1573"/>
                    </a:lnTo>
                    <a:lnTo>
                      <a:pt x="804" y="1573"/>
                    </a:lnTo>
                    <a:close/>
                    <a:moveTo>
                      <a:pt x="1079" y="1516"/>
                    </a:moveTo>
                    <a:lnTo>
                      <a:pt x="1079" y="1516"/>
                    </a:lnTo>
                    <a:lnTo>
                      <a:pt x="1053" y="1525"/>
                    </a:lnTo>
                    <a:lnTo>
                      <a:pt x="1040" y="1530"/>
                    </a:lnTo>
                    <a:lnTo>
                      <a:pt x="1030" y="1537"/>
                    </a:lnTo>
                    <a:lnTo>
                      <a:pt x="1030" y="1537"/>
                    </a:lnTo>
                    <a:lnTo>
                      <a:pt x="1044" y="1533"/>
                    </a:lnTo>
                    <a:lnTo>
                      <a:pt x="1057" y="1529"/>
                    </a:lnTo>
                    <a:lnTo>
                      <a:pt x="1069" y="1523"/>
                    </a:lnTo>
                    <a:lnTo>
                      <a:pt x="1079" y="1516"/>
                    </a:lnTo>
                    <a:lnTo>
                      <a:pt x="1079" y="1516"/>
                    </a:lnTo>
                    <a:close/>
                    <a:moveTo>
                      <a:pt x="916" y="1565"/>
                    </a:moveTo>
                    <a:lnTo>
                      <a:pt x="960" y="1556"/>
                    </a:lnTo>
                    <a:lnTo>
                      <a:pt x="960" y="1556"/>
                    </a:lnTo>
                    <a:lnTo>
                      <a:pt x="960" y="1555"/>
                    </a:lnTo>
                    <a:lnTo>
                      <a:pt x="957" y="1554"/>
                    </a:lnTo>
                    <a:lnTo>
                      <a:pt x="952" y="1552"/>
                    </a:lnTo>
                    <a:lnTo>
                      <a:pt x="945" y="1552"/>
                    </a:lnTo>
                    <a:lnTo>
                      <a:pt x="936" y="1552"/>
                    </a:lnTo>
                    <a:lnTo>
                      <a:pt x="928" y="1555"/>
                    </a:lnTo>
                    <a:lnTo>
                      <a:pt x="921" y="1558"/>
                    </a:lnTo>
                    <a:lnTo>
                      <a:pt x="917" y="1561"/>
                    </a:lnTo>
                    <a:lnTo>
                      <a:pt x="916" y="1563"/>
                    </a:lnTo>
                    <a:lnTo>
                      <a:pt x="916" y="1565"/>
                    </a:lnTo>
                    <a:lnTo>
                      <a:pt x="916" y="156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  <p:sp>
            <p:nvSpPr>
              <p:cNvPr id="33" name="ïśľïḑe" descr="7a4ce773-8adf-4f69-9017-d3b9906d5ac0"/>
              <p:cNvSpPr/>
              <p:nvPr/>
            </p:nvSpPr>
            <p:spPr bwMode="auto">
              <a:xfrm>
                <a:off x="4586454" y="3469184"/>
                <a:ext cx="727339" cy="1082971"/>
              </a:xfrm>
              <a:custGeom>
                <a:avLst/>
                <a:gdLst>
                  <a:gd name="T0" fmla="*/ 1060 w 1084"/>
                  <a:gd name="T1" fmla="*/ 524 h 1617"/>
                  <a:gd name="T2" fmla="*/ 1041 w 1084"/>
                  <a:gd name="T3" fmla="*/ 459 h 1617"/>
                  <a:gd name="T4" fmla="*/ 1006 w 1084"/>
                  <a:gd name="T5" fmla="*/ 375 h 1617"/>
                  <a:gd name="T6" fmla="*/ 988 w 1084"/>
                  <a:gd name="T7" fmla="*/ 342 h 1617"/>
                  <a:gd name="T8" fmla="*/ 966 w 1084"/>
                  <a:gd name="T9" fmla="*/ 307 h 1617"/>
                  <a:gd name="T10" fmla="*/ 936 w 1084"/>
                  <a:gd name="T11" fmla="*/ 265 h 1617"/>
                  <a:gd name="T12" fmla="*/ 904 w 1084"/>
                  <a:gd name="T13" fmla="*/ 231 h 1617"/>
                  <a:gd name="T14" fmla="*/ 882 w 1084"/>
                  <a:gd name="T15" fmla="*/ 209 h 1617"/>
                  <a:gd name="T16" fmla="*/ 850 w 1084"/>
                  <a:gd name="T17" fmla="*/ 181 h 1617"/>
                  <a:gd name="T18" fmla="*/ 818 w 1084"/>
                  <a:gd name="T19" fmla="*/ 159 h 1617"/>
                  <a:gd name="T20" fmla="*/ 562 w 1084"/>
                  <a:gd name="T21" fmla="*/ 0 h 1617"/>
                  <a:gd name="T22" fmla="*/ 613 w 1084"/>
                  <a:gd name="T23" fmla="*/ 36 h 1617"/>
                  <a:gd name="T24" fmla="*/ 648 w 1084"/>
                  <a:gd name="T25" fmla="*/ 67 h 1617"/>
                  <a:gd name="T26" fmla="*/ 684 w 1084"/>
                  <a:gd name="T27" fmla="*/ 106 h 1617"/>
                  <a:gd name="T28" fmla="*/ 717 w 1084"/>
                  <a:gd name="T29" fmla="*/ 150 h 1617"/>
                  <a:gd name="T30" fmla="*/ 749 w 1084"/>
                  <a:gd name="T31" fmla="*/ 202 h 1617"/>
                  <a:gd name="T32" fmla="*/ 779 w 1084"/>
                  <a:gd name="T33" fmla="*/ 265 h 1617"/>
                  <a:gd name="T34" fmla="*/ 818 w 1084"/>
                  <a:gd name="T35" fmla="*/ 391 h 1617"/>
                  <a:gd name="T36" fmla="*/ 836 w 1084"/>
                  <a:gd name="T37" fmla="*/ 503 h 1617"/>
                  <a:gd name="T38" fmla="*/ 840 w 1084"/>
                  <a:gd name="T39" fmla="*/ 607 h 1617"/>
                  <a:gd name="T40" fmla="*/ 836 w 1084"/>
                  <a:gd name="T41" fmla="*/ 679 h 1617"/>
                  <a:gd name="T42" fmla="*/ 828 w 1084"/>
                  <a:gd name="T43" fmla="*/ 751 h 1617"/>
                  <a:gd name="T44" fmla="*/ 815 w 1084"/>
                  <a:gd name="T45" fmla="*/ 822 h 1617"/>
                  <a:gd name="T46" fmla="*/ 790 w 1084"/>
                  <a:gd name="T47" fmla="*/ 916 h 1617"/>
                  <a:gd name="T48" fmla="*/ 742 w 1084"/>
                  <a:gd name="T49" fmla="*/ 1045 h 1617"/>
                  <a:gd name="T50" fmla="*/ 678 w 1084"/>
                  <a:gd name="T51" fmla="*/ 1168 h 1617"/>
                  <a:gd name="T52" fmla="*/ 627 w 1084"/>
                  <a:gd name="T53" fmla="*/ 1244 h 1617"/>
                  <a:gd name="T54" fmla="*/ 588 w 1084"/>
                  <a:gd name="T55" fmla="*/ 1294 h 1617"/>
                  <a:gd name="T56" fmla="*/ 548 w 1084"/>
                  <a:gd name="T57" fmla="*/ 1340 h 1617"/>
                  <a:gd name="T58" fmla="*/ 512 w 1084"/>
                  <a:gd name="T59" fmla="*/ 1377 h 1617"/>
                  <a:gd name="T60" fmla="*/ 460 w 1084"/>
                  <a:gd name="T61" fmla="*/ 1423 h 1617"/>
                  <a:gd name="T62" fmla="*/ 399 w 1084"/>
                  <a:gd name="T63" fmla="*/ 1468 h 1617"/>
                  <a:gd name="T64" fmla="*/ 309 w 1084"/>
                  <a:gd name="T65" fmla="*/ 1520 h 1617"/>
                  <a:gd name="T66" fmla="*/ 246 w 1084"/>
                  <a:gd name="T67" fmla="*/ 1546 h 1617"/>
                  <a:gd name="T68" fmla="*/ 195 w 1084"/>
                  <a:gd name="T69" fmla="*/ 1561 h 1617"/>
                  <a:gd name="T70" fmla="*/ 71 w 1084"/>
                  <a:gd name="T71" fmla="*/ 1579 h 1617"/>
                  <a:gd name="T72" fmla="*/ 392 w 1084"/>
                  <a:gd name="T73" fmla="*/ 1614 h 1617"/>
                  <a:gd name="T74" fmla="*/ 490 w 1084"/>
                  <a:gd name="T75" fmla="*/ 1597 h 1617"/>
                  <a:gd name="T76" fmla="*/ 576 w 1084"/>
                  <a:gd name="T77" fmla="*/ 1567 h 1617"/>
                  <a:gd name="T78" fmla="*/ 656 w 1084"/>
                  <a:gd name="T79" fmla="*/ 1525 h 1617"/>
                  <a:gd name="T80" fmla="*/ 692 w 1084"/>
                  <a:gd name="T81" fmla="*/ 1503 h 1617"/>
                  <a:gd name="T82" fmla="*/ 715 w 1084"/>
                  <a:gd name="T83" fmla="*/ 1486 h 1617"/>
                  <a:gd name="T84" fmla="*/ 757 w 1084"/>
                  <a:gd name="T85" fmla="*/ 1452 h 1617"/>
                  <a:gd name="T86" fmla="*/ 785 w 1084"/>
                  <a:gd name="T87" fmla="*/ 1428 h 1617"/>
                  <a:gd name="T88" fmla="*/ 814 w 1084"/>
                  <a:gd name="T89" fmla="*/ 1399 h 1617"/>
                  <a:gd name="T90" fmla="*/ 840 w 1084"/>
                  <a:gd name="T91" fmla="*/ 1370 h 1617"/>
                  <a:gd name="T92" fmla="*/ 866 w 1084"/>
                  <a:gd name="T93" fmla="*/ 1340 h 1617"/>
                  <a:gd name="T94" fmla="*/ 891 w 1084"/>
                  <a:gd name="T95" fmla="*/ 1308 h 1617"/>
                  <a:gd name="T96" fmla="*/ 913 w 1084"/>
                  <a:gd name="T97" fmla="*/ 1276 h 1617"/>
                  <a:gd name="T98" fmla="*/ 937 w 1084"/>
                  <a:gd name="T99" fmla="*/ 1239 h 1617"/>
                  <a:gd name="T100" fmla="*/ 958 w 1084"/>
                  <a:gd name="T101" fmla="*/ 1203 h 1617"/>
                  <a:gd name="T102" fmla="*/ 987 w 1084"/>
                  <a:gd name="T103" fmla="*/ 1147 h 1617"/>
                  <a:gd name="T104" fmla="*/ 1007 w 1084"/>
                  <a:gd name="T105" fmla="*/ 1102 h 1617"/>
                  <a:gd name="T106" fmla="*/ 1027 w 1084"/>
                  <a:gd name="T107" fmla="*/ 1049 h 1617"/>
                  <a:gd name="T108" fmla="*/ 1042 w 1084"/>
                  <a:gd name="T109" fmla="*/ 1003 h 1617"/>
                  <a:gd name="T110" fmla="*/ 1057 w 1084"/>
                  <a:gd name="T111" fmla="*/ 948 h 1617"/>
                  <a:gd name="T112" fmla="*/ 1064 w 1084"/>
                  <a:gd name="T113" fmla="*/ 919 h 1617"/>
                  <a:gd name="T114" fmla="*/ 1073 w 1084"/>
                  <a:gd name="T115" fmla="*/ 870 h 1617"/>
                  <a:gd name="T116" fmla="*/ 1077 w 1084"/>
                  <a:gd name="T117" fmla="*/ 836 h 1617"/>
                  <a:gd name="T118" fmla="*/ 1081 w 1084"/>
                  <a:gd name="T119" fmla="*/ 790 h 1617"/>
                  <a:gd name="T120" fmla="*/ 1084 w 1084"/>
                  <a:gd name="T121" fmla="*/ 746 h 1617"/>
                  <a:gd name="T122" fmla="*/ 1082 w 1084"/>
                  <a:gd name="T123" fmla="*/ 683 h 1617"/>
                  <a:gd name="T124" fmla="*/ 1078 w 1084"/>
                  <a:gd name="T125" fmla="*/ 628 h 1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084" h="1617">
                    <a:moveTo>
                      <a:pt x="1074" y="596"/>
                    </a:moveTo>
                    <a:lnTo>
                      <a:pt x="1074" y="596"/>
                    </a:lnTo>
                    <a:lnTo>
                      <a:pt x="1074" y="591"/>
                    </a:lnTo>
                    <a:lnTo>
                      <a:pt x="1074" y="591"/>
                    </a:lnTo>
                    <a:lnTo>
                      <a:pt x="1068" y="560"/>
                    </a:lnTo>
                    <a:lnTo>
                      <a:pt x="1068" y="560"/>
                    </a:lnTo>
                    <a:lnTo>
                      <a:pt x="1067" y="559"/>
                    </a:lnTo>
                    <a:lnTo>
                      <a:pt x="1067" y="559"/>
                    </a:lnTo>
                    <a:lnTo>
                      <a:pt x="1067" y="556"/>
                    </a:lnTo>
                    <a:lnTo>
                      <a:pt x="1067" y="556"/>
                    </a:lnTo>
                    <a:lnTo>
                      <a:pt x="1060" y="526"/>
                    </a:lnTo>
                    <a:lnTo>
                      <a:pt x="1060" y="526"/>
                    </a:lnTo>
                    <a:lnTo>
                      <a:pt x="1060" y="524"/>
                    </a:lnTo>
                    <a:lnTo>
                      <a:pt x="1060" y="524"/>
                    </a:lnTo>
                    <a:lnTo>
                      <a:pt x="1052" y="495"/>
                    </a:lnTo>
                    <a:lnTo>
                      <a:pt x="1052" y="495"/>
                    </a:lnTo>
                    <a:lnTo>
                      <a:pt x="1052" y="492"/>
                    </a:lnTo>
                    <a:lnTo>
                      <a:pt x="1052" y="492"/>
                    </a:lnTo>
                    <a:lnTo>
                      <a:pt x="1052" y="491"/>
                    </a:lnTo>
                    <a:lnTo>
                      <a:pt x="1052" y="491"/>
                    </a:lnTo>
                    <a:lnTo>
                      <a:pt x="1045" y="470"/>
                    </a:lnTo>
                    <a:lnTo>
                      <a:pt x="1045" y="470"/>
                    </a:lnTo>
                    <a:lnTo>
                      <a:pt x="1042" y="465"/>
                    </a:lnTo>
                    <a:lnTo>
                      <a:pt x="1042" y="465"/>
                    </a:lnTo>
                    <a:lnTo>
                      <a:pt x="1041" y="459"/>
                    </a:lnTo>
                    <a:lnTo>
                      <a:pt x="1041" y="459"/>
                    </a:lnTo>
                    <a:lnTo>
                      <a:pt x="1031" y="433"/>
                    </a:lnTo>
                    <a:lnTo>
                      <a:pt x="1031" y="433"/>
                    </a:lnTo>
                    <a:lnTo>
                      <a:pt x="1031" y="432"/>
                    </a:lnTo>
                    <a:lnTo>
                      <a:pt x="1031" y="432"/>
                    </a:lnTo>
                    <a:lnTo>
                      <a:pt x="1030" y="430"/>
                    </a:lnTo>
                    <a:lnTo>
                      <a:pt x="1030" y="430"/>
                    </a:lnTo>
                    <a:lnTo>
                      <a:pt x="1020" y="405"/>
                    </a:lnTo>
                    <a:lnTo>
                      <a:pt x="1020" y="405"/>
                    </a:lnTo>
                    <a:lnTo>
                      <a:pt x="1019" y="402"/>
                    </a:lnTo>
                    <a:lnTo>
                      <a:pt x="1019" y="402"/>
                    </a:lnTo>
                    <a:lnTo>
                      <a:pt x="1007" y="378"/>
                    </a:lnTo>
                    <a:lnTo>
                      <a:pt x="1007" y="378"/>
                    </a:lnTo>
                    <a:lnTo>
                      <a:pt x="1006" y="375"/>
                    </a:lnTo>
                    <a:lnTo>
                      <a:pt x="1006" y="375"/>
                    </a:lnTo>
                    <a:lnTo>
                      <a:pt x="1005" y="372"/>
                    </a:lnTo>
                    <a:lnTo>
                      <a:pt x="1005" y="372"/>
                    </a:lnTo>
                    <a:lnTo>
                      <a:pt x="999" y="362"/>
                    </a:lnTo>
                    <a:lnTo>
                      <a:pt x="999" y="362"/>
                    </a:lnTo>
                    <a:lnTo>
                      <a:pt x="996" y="358"/>
                    </a:lnTo>
                    <a:lnTo>
                      <a:pt x="996" y="358"/>
                    </a:lnTo>
                    <a:lnTo>
                      <a:pt x="995" y="355"/>
                    </a:lnTo>
                    <a:lnTo>
                      <a:pt x="995" y="355"/>
                    </a:lnTo>
                    <a:lnTo>
                      <a:pt x="991" y="347"/>
                    </a:lnTo>
                    <a:lnTo>
                      <a:pt x="991" y="347"/>
                    </a:lnTo>
                    <a:lnTo>
                      <a:pt x="988" y="342"/>
                    </a:lnTo>
                    <a:lnTo>
                      <a:pt x="988" y="342"/>
                    </a:lnTo>
                    <a:lnTo>
                      <a:pt x="987" y="340"/>
                    </a:lnTo>
                    <a:lnTo>
                      <a:pt x="987" y="340"/>
                    </a:lnTo>
                    <a:lnTo>
                      <a:pt x="985" y="337"/>
                    </a:lnTo>
                    <a:lnTo>
                      <a:pt x="985" y="337"/>
                    </a:lnTo>
                    <a:lnTo>
                      <a:pt x="984" y="335"/>
                    </a:lnTo>
                    <a:lnTo>
                      <a:pt x="984" y="335"/>
                    </a:lnTo>
                    <a:lnTo>
                      <a:pt x="978" y="326"/>
                    </a:lnTo>
                    <a:lnTo>
                      <a:pt x="978" y="326"/>
                    </a:lnTo>
                    <a:lnTo>
                      <a:pt x="969" y="311"/>
                    </a:lnTo>
                    <a:lnTo>
                      <a:pt x="969" y="311"/>
                    </a:lnTo>
                    <a:lnTo>
                      <a:pt x="967" y="308"/>
                    </a:lnTo>
                    <a:lnTo>
                      <a:pt x="967" y="308"/>
                    </a:lnTo>
                    <a:lnTo>
                      <a:pt x="966" y="307"/>
                    </a:lnTo>
                    <a:lnTo>
                      <a:pt x="966" y="307"/>
                    </a:lnTo>
                    <a:lnTo>
                      <a:pt x="960" y="299"/>
                    </a:lnTo>
                    <a:lnTo>
                      <a:pt x="960" y="299"/>
                    </a:lnTo>
                    <a:lnTo>
                      <a:pt x="952" y="288"/>
                    </a:lnTo>
                    <a:lnTo>
                      <a:pt x="952" y="288"/>
                    </a:lnTo>
                    <a:lnTo>
                      <a:pt x="948" y="282"/>
                    </a:lnTo>
                    <a:lnTo>
                      <a:pt x="948" y="282"/>
                    </a:lnTo>
                    <a:lnTo>
                      <a:pt x="947" y="279"/>
                    </a:lnTo>
                    <a:lnTo>
                      <a:pt x="947" y="279"/>
                    </a:lnTo>
                    <a:lnTo>
                      <a:pt x="944" y="276"/>
                    </a:lnTo>
                    <a:lnTo>
                      <a:pt x="944" y="276"/>
                    </a:lnTo>
                    <a:lnTo>
                      <a:pt x="936" y="265"/>
                    </a:lnTo>
                    <a:lnTo>
                      <a:pt x="936" y="265"/>
                    </a:lnTo>
                    <a:lnTo>
                      <a:pt x="927" y="256"/>
                    </a:lnTo>
                    <a:lnTo>
                      <a:pt x="927" y="256"/>
                    </a:lnTo>
                    <a:lnTo>
                      <a:pt x="927" y="254"/>
                    </a:lnTo>
                    <a:lnTo>
                      <a:pt x="927" y="254"/>
                    </a:lnTo>
                    <a:lnTo>
                      <a:pt x="926" y="254"/>
                    </a:lnTo>
                    <a:lnTo>
                      <a:pt x="926" y="254"/>
                    </a:lnTo>
                    <a:lnTo>
                      <a:pt x="919" y="247"/>
                    </a:lnTo>
                    <a:lnTo>
                      <a:pt x="919" y="247"/>
                    </a:lnTo>
                    <a:lnTo>
                      <a:pt x="912" y="238"/>
                    </a:lnTo>
                    <a:lnTo>
                      <a:pt x="912" y="238"/>
                    </a:lnTo>
                    <a:lnTo>
                      <a:pt x="905" y="231"/>
                    </a:lnTo>
                    <a:lnTo>
                      <a:pt x="905" y="231"/>
                    </a:lnTo>
                    <a:lnTo>
                      <a:pt x="904" y="231"/>
                    </a:lnTo>
                    <a:lnTo>
                      <a:pt x="904" y="231"/>
                    </a:lnTo>
                    <a:lnTo>
                      <a:pt x="904" y="229"/>
                    </a:lnTo>
                    <a:lnTo>
                      <a:pt x="904" y="229"/>
                    </a:lnTo>
                    <a:lnTo>
                      <a:pt x="904" y="229"/>
                    </a:lnTo>
                    <a:lnTo>
                      <a:pt x="904" y="229"/>
                    </a:lnTo>
                    <a:lnTo>
                      <a:pt x="895" y="221"/>
                    </a:lnTo>
                    <a:lnTo>
                      <a:pt x="895" y="221"/>
                    </a:lnTo>
                    <a:lnTo>
                      <a:pt x="888" y="214"/>
                    </a:lnTo>
                    <a:lnTo>
                      <a:pt x="888" y="214"/>
                    </a:lnTo>
                    <a:lnTo>
                      <a:pt x="882" y="209"/>
                    </a:lnTo>
                    <a:lnTo>
                      <a:pt x="882" y="209"/>
                    </a:lnTo>
                    <a:lnTo>
                      <a:pt x="882" y="209"/>
                    </a:lnTo>
                    <a:lnTo>
                      <a:pt x="882" y="209"/>
                    </a:lnTo>
                    <a:lnTo>
                      <a:pt x="880" y="207"/>
                    </a:lnTo>
                    <a:lnTo>
                      <a:pt x="880" y="207"/>
                    </a:lnTo>
                    <a:lnTo>
                      <a:pt x="872" y="200"/>
                    </a:lnTo>
                    <a:lnTo>
                      <a:pt x="872" y="200"/>
                    </a:lnTo>
                    <a:lnTo>
                      <a:pt x="865" y="193"/>
                    </a:lnTo>
                    <a:lnTo>
                      <a:pt x="865" y="193"/>
                    </a:lnTo>
                    <a:lnTo>
                      <a:pt x="858" y="188"/>
                    </a:lnTo>
                    <a:lnTo>
                      <a:pt x="858" y="188"/>
                    </a:lnTo>
                    <a:lnTo>
                      <a:pt x="858" y="188"/>
                    </a:lnTo>
                    <a:lnTo>
                      <a:pt x="858" y="188"/>
                    </a:lnTo>
                    <a:lnTo>
                      <a:pt x="857" y="186"/>
                    </a:lnTo>
                    <a:lnTo>
                      <a:pt x="857" y="186"/>
                    </a:lnTo>
                    <a:lnTo>
                      <a:pt x="850" y="181"/>
                    </a:lnTo>
                    <a:lnTo>
                      <a:pt x="850" y="181"/>
                    </a:lnTo>
                    <a:lnTo>
                      <a:pt x="841" y="175"/>
                    </a:lnTo>
                    <a:lnTo>
                      <a:pt x="841" y="175"/>
                    </a:lnTo>
                    <a:lnTo>
                      <a:pt x="833" y="170"/>
                    </a:lnTo>
                    <a:lnTo>
                      <a:pt x="833" y="170"/>
                    </a:lnTo>
                    <a:lnTo>
                      <a:pt x="833" y="168"/>
                    </a:lnTo>
                    <a:lnTo>
                      <a:pt x="833" y="168"/>
                    </a:lnTo>
                    <a:lnTo>
                      <a:pt x="832" y="168"/>
                    </a:lnTo>
                    <a:lnTo>
                      <a:pt x="832" y="168"/>
                    </a:lnTo>
                    <a:lnTo>
                      <a:pt x="826" y="164"/>
                    </a:lnTo>
                    <a:lnTo>
                      <a:pt x="826" y="164"/>
                    </a:lnTo>
                    <a:lnTo>
                      <a:pt x="818" y="159"/>
                    </a:lnTo>
                    <a:lnTo>
                      <a:pt x="818" y="159"/>
                    </a:lnTo>
                    <a:lnTo>
                      <a:pt x="811" y="153"/>
                    </a:lnTo>
                    <a:lnTo>
                      <a:pt x="811" y="153"/>
                    </a:lnTo>
                    <a:lnTo>
                      <a:pt x="810" y="153"/>
                    </a:lnTo>
                    <a:lnTo>
                      <a:pt x="810" y="153"/>
                    </a:lnTo>
                    <a:lnTo>
                      <a:pt x="808" y="153"/>
                    </a:lnTo>
                    <a:lnTo>
                      <a:pt x="808" y="153"/>
                    </a:lnTo>
                    <a:lnTo>
                      <a:pt x="808" y="152"/>
                    </a:lnTo>
                    <a:lnTo>
                      <a:pt x="808" y="152"/>
                    </a:lnTo>
                    <a:lnTo>
                      <a:pt x="808" y="152"/>
                    </a:lnTo>
                    <a:lnTo>
                      <a:pt x="807" y="152"/>
                    </a:lnTo>
                    <a:lnTo>
                      <a:pt x="807" y="152"/>
                    </a:lnTo>
                    <a:lnTo>
                      <a:pt x="562" y="0"/>
                    </a:lnTo>
                    <a:lnTo>
                      <a:pt x="562" y="0"/>
                    </a:lnTo>
                    <a:lnTo>
                      <a:pt x="574" y="8"/>
                    </a:lnTo>
                    <a:lnTo>
                      <a:pt x="574" y="8"/>
                    </a:lnTo>
                    <a:lnTo>
                      <a:pt x="577" y="8"/>
                    </a:lnTo>
                    <a:lnTo>
                      <a:pt x="577" y="8"/>
                    </a:lnTo>
                    <a:lnTo>
                      <a:pt x="588" y="16"/>
                    </a:lnTo>
                    <a:lnTo>
                      <a:pt x="588" y="16"/>
                    </a:lnTo>
                    <a:lnTo>
                      <a:pt x="588" y="16"/>
                    </a:lnTo>
                    <a:lnTo>
                      <a:pt x="588" y="16"/>
                    </a:lnTo>
                    <a:lnTo>
                      <a:pt x="599" y="25"/>
                    </a:lnTo>
                    <a:lnTo>
                      <a:pt x="599" y="25"/>
                    </a:lnTo>
                    <a:lnTo>
                      <a:pt x="602" y="27"/>
                    </a:lnTo>
                    <a:lnTo>
                      <a:pt x="602" y="27"/>
                    </a:lnTo>
                    <a:lnTo>
                      <a:pt x="613" y="36"/>
                    </a:lnTo>
                    <a:lnTo>
                      <a:pt x="613" y="36"/>
                    </a:lnTo>
                    <a:lnTo>
                      <a:pt x="614" y="37"/>
                    </a:lnTo>
                    <a:lnTo>
                      <a:pt x="614" y="37"/>
                    </a:lnTo>
                    <a:lnTo>
                      <a:pt x="624" y="45"/>
                    </a:lnTo>
                    <a:lnTo>
                      <a:pt x="624" y="45"/>
                    </a:lnTo>
                    <a:lnTo>
                      <a:pt x="627" y="47"/>
                    </a:lnTo>
                    <a:lnTo>
                      <a:pt x="627" y="47"/>
                    </a:lnTo>
                    <a:lnTo>
                      <a:pt x="638" y="56"/>
                    </a:lnTo>
                    <a:lnTo>
                      <a:pt x="638" y="56"/>
                    </a:lnTo>
                    <a:lnTo>
                      <a:pt x="639" y="59"/>
                    </a:lnTo>
                    <a:lnTo>
                      <a:pt x="639" y="59"/>
                    </a:lnTo>
                    <a:lnTo>
                      <a:pt x="648" y="67"/>
                    </a:lnTo>
                    <a:lnTo>
                      <a:pt x="648" y="67"/>
                    </a:lnTo>
                    <a:lnTo>
                      <a:pt x="650" y="70"/>
                    </a:lnTo>
                    <a:lnTo>
                      <a:pt x="650" y="70"/>
                    </a:lnTo>
                    <a:lnTo>
                      <a:pt x="660" y="80"/>
                    </a:lnTo>
                    <a:lnTo>
                      <a:pt x="660" y="80"/>
                    </a:lnTo>
                    <a:lnTo>
                      <a:pt x="663" y="83"/>
                    </a:lnTo>
                    <a:lnTo>
                      <a:pt x="663" y="83"/>
                    </a:lnTo>
                    <a:lnTo>
                      <a:pt x="671" y="91"/>
                    </a:lnTo>
                    <a:lnTo>
                      <a:pt x="671" y="91"/>
                    </a:lnTo>
                    <a:lnTo>
                      <a:pt x="674" y="94"/>
                    </a:lnTo>
                    <a:lnTo>
                      <a:pt x="674" y="94"/>
                    </a:lnTo>
                    <a:lnTo>
                      <a:pt x="682" y="105"/>
                    </a:lnTo>
                    <a:lnTo>
                      <a:pt x="682" y="105"/>
                    </a:lnTo>
                    <a:lnTo>
                      <a:pt x="684" y="106"/>
                    </a:lnTo>
                    <a:lnTo>
                      <a:pt x="684" y="106"/>
                    </a:lnTo>
                    <a:lnTo>
                      <a:pt x="693" y="119"/>
                    </a:lnTo>
                    <a:lnTo>
                      <a:pt x="693" y="119"/>
                    </a:lnTo>
                    <a:lnTo>
                      <a:pt x="698" y="123"/>
                    </a:lnTo>
                    <a:lnTo>
                      <a:pt x="698" y="123"/>
                    </a:lnTo>
                    <a:lnTo>
                      <a:pt x="703" y="131"/>
                    </a:lnTo>
                    <a:lnTo>
                      <a:pt x="703" y="131"/>
                    </a:lnTo>
                    <a:lnTo>
                      <a:pt x="707" y="137"/>
                    </a:lnTo>
                    <a:lnTo>
                      <a:pt x="707" y="137"/>
                    </a:lnTo>
                    <a:lnTo>
                      <a:pt x="713" y="144"/>
                    </a:lnTo>
                    <a:lnTo>
                      <a:pt x="713" y="144"/>
                    </a:lnTo>
                    <a:lnTo>
                      <a:pt x="717" y="150"/>
                    </a:lnTo>
                    <a:lnTo>
                      <a:pt x="717" y="150"/>
                    </a:lnTo>
                    <a:lnTo>
                      <a:pt x="722" y="157"/>
                    </a:lnTo>
                    <a:lnTo>
                      <a:pt x="722" y="157"/>
                    </a:lnTo>
                    <a:lnTo>
                      <a:pt x="727" y="164"/>
                    </a:lnTo>
                    <a:lnTo>
                      <a:pt x="727" y="164"/>
                    </a:lnTo>
                    <a:lnTo>
                      <a:pt x="729" y="168"/>
                    </a:lnTo>
                    <a:lnTo>
                      <a:pt x="729" y="168"/>
                    </a:lnTo>
                    <a:lnTo>
                      <a:pt x="736" y="180"/>
                    </a:lnTo>
                    <a:lnTo>
                      <a:pt x="736" y="180"/>
                    </a:lnTo>
                    <a:lnTo>
                      <a:pt x="739" y="185"/>
                    </a:lnTo>
                    <a:lnTo>
                      <a:pt x="739" y="185"/>
                    </a:lnTo>
                    <a:lnTo>
                      <a:pt x="745" y="196"/>
                    </a:lnTo>
                    <a:lnTo>
                      <a:pt x="745" y="196"/>
                    </a:lnTo>
                    <a:lnTo>
                      <a:pt x="749" y="202"/>
                    </a:lnTo>
                    <a:lnTo>
                      <a:pt x="749" y="202"/>
                    </a:lnTo>
                    <a:lnTo>
                      <a:pt x="754" y="213"/>
                    </a:lnTo>
                    <a:lnTo>
                      <a:pt x="754" y="213"/>
                    </a:lnTo>
                    <a:lnTo>
                      <a:pt x="758" y="220"/>
                    </a:lnTo>
                    <a:lnTo>
                      <a:pt x="758" y="220"/>
                    </a:lnTo>
                    <a:lnTo>
                      <a:pt x="763" y="229"/>
                    </a:lnTo>
                    <a:lnTo>
                      <a:pt x="763" y="229"/>
                    </a:lnTo>
                    <a:lnTo>
                      <a:pt x="765" y="236"/>
                    </a:lnTo>
                    <a:lnTo>
                      <a:pt x="765" y="236"/>
                    </a:lnTo>
                    <a:lnTo>
                      <a:pt x="778" y="261"/>
                    </a:lnTo>
                    <a:lnTo>
                      <a:pt x="778" y="261"/>
                    </a:lnTo>
                    <a:lnTo>
                      <a:pt x="779" y="265"/>
                    </a:lnTo>
                    <a:lnTo>
                      <a:pt x="779" y="265"/>
                    </a:lnTo>
                    <a:lnTo>
                      <a:pt x="789" y="290"/>
                    </a:lnTo>
                    <a:lnTo>
                      <a:pt x="789" y="290"/>
                    </a:lnTo>
                    <a:lnTo>
                      <a:pt x="790" y="294"/>
                    </a:lnTo>
                    <a:lnTo>
                      <a:pt x="790" y="294"/>
                    </a:lnTo>
                    <a:lnTo>
                      <a:pt x="800" y="322"/>
                    </a:lnTo>
                    <a:lnTo>
                      <a:pt x="800" y="322"/>
                    </a:lnTo>
                    <a:lnTo>
                      <a:pt x="801" y="328"/>
                    </a:lnTo>
                    <a:lnTo>
                      <a:pt x="801" y="328"/>
                    </a:lnTo>
                    <a:lnTo>
                      <a:pt x="810" y="357"/>
                    </a:lnTo>
                    <a:lnTo>
                      <a:pt x="810" y="357"/>
                    </a:lnTo>
                    <a:lnTo>
                      <a:pt x="811" y="362"/>
                    </a:lnTo>
                    <a:lnTo>
                      <a:pt x="811" y="362"/>
                    </a:lnTo>
                    <a:lnTo>
                      <a:pt x="818" y="391"/>
                    </a:lnTo>
                    <a:lnTo>
                      <a:pt x="818" y="391"/>
                    </a:lnTo>
                    <a:lnTo>
                      <a:pt x="819" y="394"/>
                    </a:lnTo>
                    <a:lnTo>
                      <a:pt x="819" y="394"/>
                    </a:lnTo>
                    <a:lnTo>
                      <a:pt x="825" y="426"/>
                    </a:lnTo>
                    <a:lnTo>
                      <a:pt x="825" y="426"/>
                    </a:lnTo>
                    <a:lnTo>
                      <a:pt x="826" y="432"/>
                    </a:lnTo>
                    <a:lnTo>
                      <a:pt x="826" y="432"/>
                    </a:lnTo>
                    <a:lnTo>
                      <a:pt x="832" y="463"/>
                    </a:lnTo>
                    <a:lnTo>
                      <a:pt x="832" y="463"/>
                    </a:lnTo>
                    <a:lnTo>
                      <a:pt x="832" y="469"/>
                    </a:lnTo>
                    <a:lnTo>
                      <a:pt x="832" y="469"/>
                    </a:lnTo>
                    <a:lnTo>
                      <a:pt x="836" y="503"/>
                    </a:lnTo>
                    <a:lnTo>
                      <a:pt x="836" y="503"/>
                    </a:lnTo>
                    <a:lnTo>
                      <a:pt x="837" y="528"/>
                    </a:lnTo>
                    <a:lnTo>
                      <a:pt x="837" y="528"/>
                    </a:lnTo>
                    <a:lnTo>
                      <a:pt x="839" y="535"/>
                    </a:lnTo>
                    <a:lnTo>
                      <a:pt x="839" y="535"/>
                    </a:lnTo>
                    <a:lnTo>
                      <a:pt x="839" y="555"/>
                    </a:lnTo>
                    <a:lnTo>
                      <a:pt x="839" y="555"/>
                    </a:lnTo>
                    <a:lnTo>
                      <a:pt x="840" y="563"/>
                    </a:lnTo>
                    <a:lnTo>
                      <a:pt x="840" y="563"/>
                    </a:lnTo>
                    <a:lnTo>
                      <a:pt x="840" y="581"/>
                    </a:lnTo>
                    <a:lnTo>
                      <a:pt x="840" y="581"/>
                    </a:lnTo>
                    <a:lnTo>
                      <a:pt x="840" y="588"/>
                    </a:lnTo>
                    <a:lnTo>
                      <a:pt x="840" y="588"/>
                    </a:lnTo>
                    <a:lnTo>
                      <a:pt x="840" y="607"/>
                    </a:lnTo>
                    <a:lnTo>
                      <a:pt x="840" y="607"/>
                    </a:lnTo>
                    <a:lnTo>
                      <a:pt x="840" y="614"/>
                    </a:lnTo>
                    <a:lnTo>
                      <a:pt x="840" y="614"/>
                    </a:lnTo>
                    <a:lnTo>
                      <a:pt x="839" y="631"/>
                    </a:lnTo>
                    <a:lnTo>
                      <a:pt x="839" y="631"/>
                    </a:lnTo>
                    <a:lnTo>
                      <a:pt x="839" y="638"/>
                    </a:lnTo>
                    <a:lnTo>
                      <a:pt x="839" y="638"/>
                    </a:lnTo>
                    <a:lnTo>
                      <a:pt x="839" y="657"/>
                    </a:lnTo>
                    <a:lnTo>
                      <a:pt x="839" y="657"/>
                    </a:lnTo>
                    <a:lnTo>
                      <a:pt x="837" y="661"/>
                    </a:lnTo>
                    <a:lnTo>
                      <a:pt x="837" y="661"/>
                    </a:lnTo>
                    <a:lnTo>
                      <a:pt x="836" y="679"/>
                    </a:lnTo>
                    <a:lnTo>
                      <a:pt x="836" y="679"/>
                    </a:lnTo>
                    <a:lnTo>
                      <a:pt x="836" y="685"/>
                    </a:lnTo>
                    <a:lnTo>
                      <a:pt x="836" y="685"/>
                    </a:lnTo>
                    <a:lnTo>
                      <a:pt x="834" y="706"/>
                    </a:lnTo>
                    <a:lnTo>
                      <a:pt x="834" y="706"/>
                    </a:lnTo>
                    <a:lnTo>
                      <a:pt x="833" y="708"/>
                    </a:lnTo>
                    <a:lnTo>
                      <a:pt x="833" y="708"/>
                    </a:lnTo>
                    <a:lnTo>
                      <a:pt x="832" y="721"/>
                    </a:lnTo>
                    <a:lnTo>
                      <a:pt x="832" y="721"/>
                    </a:lnTo>
                    <a:lnTo>
                      <a:pt x="832" y="729"/>
                    </a:lnTo>
                    <a:lnTo>
                      <a:pt x="832" y="729"/>
                    </a:lnTo>
                    <a:lnTo>
                      <a:pt x="829" y="742"/>
                    </a:lnTo>
                    <a:lnTo>
                      <a:pt x="829" y="742"/>
                    </a:lnTo>
                    <a:lnTo>
                      <a:pt x="828" y="751"/>
                    </a:lnTo>
                    <a:lnTo>
                      <a:pt x="828" y="751"/>
                    </a:lnTo>
                    <a:lnTo>
                      <a:pt x="826" y="761"/>
                    </a:lnTo>
                    <a:lnTo>
                      <a:pt x="826" y="761"/>
                    </a:lnTo>
                    <a:lnTo>
                      <a:pt x="825" y="773"/>
                    </a:lnTo>
                    <a:lnTo>
                      <a:pt x="825" y="773"/>
                    </a:lnTo>
                    <a:lnTo>
                      <a:pt x="823" y="782"/>
                    </a:lnTo>
                    <a:lnTo>
                      <a:pt x="823" y="782"/>
                    </a:lnTo>
                    <a:lnTo>
                      <a:pt x="819" y="801"/>
                    </a:lnTo>
                    <a:lnTo>
                      <a:pt x="819" y="801"/>
                    </a:lnTo>
                    <a:lnTo>
                      <a:pt x="818" y="808"/>
                    </a:lnTo>
                    <a:lnTo>
                      <a:pt x="818" y="808"/>
                    </a:lnTo>
                    <a:lnTo>
                      <a:pt x="815" y="822"/>
                    </a:lnTo>
                    <a:lnTo>
                      <a:pt x="815" y="822"/>
                    </a:lnTo>
                    <a:lnTo>
                      <a:pt x="814" y="829"/>
                    </a:lnTo>
                    <a:lnTo>
                      <a:pt x="814" y="829"/>
                    </a:lnTo>
                    <a:lnTo>
                      <a:pt x="810" y="847"/>
                    </a:lnTo>
                    <a:lnTo>
                      <a:pt x="810" y="847"/>
                    </a:lnTo>
                    <a:lnTo>
                      <a:pt x="808" y="848"/>
                    </a:lnTo>
                    <a:lnTo>
                      <a:pt x="808" y="848"/>
                    </a:lnTo>
                    <a:lnTo>
                      <a:pt x="804" y="869"/>
                    </a:lnTo>
                    <a:lnTo>
                      <a:pt x="804" y="869"/>
                    </a:lnTo>
                    <a:lnTo>
                      <a:pt x="803" y="872"/>
                    </a:lnTo>
                    <a:lnTo>
                      <a:pt x="803" y="872"/>
                    </a:lnTo>
                    <a:lnTo>
                      <a:pt x="790" y="915"/>
                    </a:lnTo>
                    <a:lnTo>
                      <a:pt x="790" y="915"/>
                    </a:lnTo>
                    <a:lnTo>
                      <a:pt x="790" y="916"/>
                    </a:lnTo>
                    <a:lnTo>
                      <a:pt x="790" y="916"/>
                    </a:lnTo>
                    <a:lnTo>
                      <a:pt x="776" y="959"/>
                    </a:lnTo>
                    <a:lnTo>
                      <a:pt x="776" y="959"/>
                    </a:lnTo>
                    <a:lnTo>
                      <a:pt x="775" y="960"/>
                    </a:lnTo>
                    <a:lnTo>
                      <a:pt x="775" y="960"/>
                    </a:lnTo>
                    <a:lnTo>
                      <a:pt x="760" y="1002"/>
                    </a:lnTo>
                    <a:lnTo>
                      <a:pt x="760" y="1002"/>
                    </a:lnTo>
                    <a:lnTo>
                      <a:pt x="760" y="1003"/>
                    </a:lnTo>
                    <a:lnTo>
                      <a:pt x="760" y="1003"/>
                    </a:lnTo>
                    <a:lnTo>
                      <a:pt x="758" y="1003"/>
                    </a:lnTo>
                    <a:lnTo>
                      <a:pt x="758" y="1003"/>
                    </a:lnTo>
                    <a:lnTo>
                      <a:pt x="742" y="1045"/>
                    </a:lnTo>
                    <a:lnTo>
                      <a:pt x="742" y="1045"/>
                    </a:lnTo>
                    <a:lnTo>
                      <a:pt x="740" y="1048"/>
                    </a:lnTo>
                    <a:lnTo>
                      <a:pt x="740" y="1048"/>
                    </a:lnTo>
                    <a:lnTo>
                      <a:pt x="722" y="1086"/>
                    </a:lnTo>
                    <a:lnTo>
                      <a:pt x="722" y="1086"/>
                    </a:lnTo>
                    <a:lnTo>
                      <a:pt x="721" y="1088"/>
                    </a:lnTo>
                    <a:lnTo>
                      <a:pt x="721" y="1088"/>
                    </a:lnTo>
                    <a:lnTo>
                      <a:pt x="702" y="1126"/>
                    </a:lnTo>
                    <a:lnTo>
                      <a:pt x="702" y="1126"/>
                    </a:lnTo>
                    <a:lnTo>
                      <a:pt x="700" y="1129"/>
                    </a:lnTo>
                    <a:lnTo>
                      <a:pt x="700" y="1129"/>
                    </a:lnTo>
                    <a:lnTo>
                      <a:pt x="678" y="1167"/>
                    </a:lnTo>
                    <a:lnTo>
                      <a:pt x="678" y="1167"/>
                    </a:lnTo>
                    <a:lnTo>
                      <a:pt x="678" y="1168"/>
                    </a:lnTo>
                    <a:lnTo>
                      <a:pt x="678" y="1168"/>
                    </a:lnTo>
                    <a:lnTo>
                      <a:pt x="655" y="1205"/>
                    </a:lnTo>
                    <a:lnTo>
                      <a:pt x="655" y="1205"/>
                    </a:lnTo>
                    <a:lnTo>
                      <a:pt x="653" y="1205"/>
                    </a:lnTo>
                    <a:lnTo>
                      <a:pt x="653" y="1205"/>
                    </a:lnTo>
                    <a:lnTo>
                      <a:pt x="653" y="1205"/>
                    </a:lnTo>
                    <a:lnTo>
                      <a:pt x="642" y="1222"/>
                    </a:lnTo>
                    <a:lnTo>
                      <a:pt x="642" y="1222"/>
                    </a:lnTo>
                    <a:lnTo>
                      <a:pt x="641" y="1225"/>
                    </a:lnTo>
                    <a:lnTo>
                      <a:pt x="641" y="1225"/>
                    </a:lnTo>
                    <a:lnTo>
                      <a:pt x="630" y="1241"/>
                    </a:lnTo>
                    <a:lnTo>
                      <a:pt x="630" y="1241"/>
                    </a:lnTo>
                    <a:lnTo>
                      <a:pt x="627" y="1244"/>
                    </a:lnTo>
                    <a:lnTo>
                      <a:pt x="627" y="1244"/>
                    </a:lnTo>
                    <a:lnTo>
                      <a:pt x="617" y="1257"/>
                    </a:lnTo>
                    <a:lnTo>
                      <a:pt x="617" y="1257"/>
                    </a:lnTo>
                    <a:lnTo>
                      <a:pt x="614" y="1261"/>
                    </a:lnTo>
                    <a:lnTo>
                      <a:pt x="614" y="1261"/>
                    </a:lnTo>
                    <a:lnTo>
                      <a:pt x="603" y="1275"/>
                    </a:lnTo>
                    <a:lnTo>
                      <a:pt x="603" y="1275"/>
                    </a:lnTo>
                    <a:lnTo>
                      <a:pt x="601" y="1279"/>
                    </a:lnTo>
                    <a:lnTo>
                      <a:pt x="601" y="1279"/>
                    </a:lnTo>
                    <a:lnTo>
                      <a:pt x="591" y="1291"/>
                    </a:lnTo>
                    <a:lnTo>
                      <a:pt x="591" y="1291"/>
                    </a:lnTo>
                    <a:lnTo>
                      <a:pt x="588" y="1294"/>
                    </a:lnTo>
                    <a:lnTo>
                      <a:pt x="588" y="1294"/>
                    </a:lnTo>
                    <a:lnTo>
                      <a:pt x="587" y="1295"/>
                    </a:lnTo>
                    <a:lnTo>
                      <a:pt x="587" y="1295"/>
                    </a:lnTo>
                    <a:lnTo>
                      <a:pt x="577" y="1308"/>
                    </a:lnTo>
                    <a:lnTo>
                      <a:pt x="577" y="1308"/>
                    </a:lnTo>
                    <a:lnTo>
                      <a:pt x="572" y="1313"/>
                    </a:lnTo>
                    <a:lnTo>
                      <a:pt x="572" y="1313"/>
                    </a:lnTo>
                    <a:lnTo>
                      <a:pt x="563" y="1323"/>
                    </a:lnTo>
                    <a:lnTo>
                      <a:pt x="563" y="1323"/>
                    </a:lnTo>
                    <a:lnTo>
                      <a:pt x="559" y="1327"/>
                    </a:lnTo>
                    <a:lnTo>
                      <a:pt x="559" y="1327"/>
                    </a:lnTo>
                    <a:lnTo>
                      <a:pt x="559" y="1329"/>
                    </a:lnTo>
                    <a:lnTo>
                      <a:pt x="559" y="1329"/>
                    </a:lnTo>
                    <a:lnTo>
                      <a:pt x="548" y="1340"/>
                    </a:lnTo>
                    <a:lnTo>
                      <a:pt x="548" y="1340"/>
                    </a:lnTo>
                    <a:lnTo>
                      <a:pt x="543" y="1347"/>
                    </a:lnTo>
                    <a:lnTo>
                      <a:pt x="543" y="1347"/>
                    </a:lnTo>
                    <a:lnTo>
                      <a:pt x="536" y="1353"/>
                    </a:lnTo>
                    <a:lnTo>
                      <a:pt x="536" y="1353"/>
                    </a:lnTo>
                    <a:lnTo>
                      <a:pt x="530" y="1359"/>
                    </a:lnTo>
                    <a:lnTo>
                      <a:pt x="530" y="1359"/>
                    </a:lnTo>
                    <a:lnTo>
                      <a:pt x="518" y="1371"/>
                    </a:lnTo>
                    <a:lnTo>
                      <a:pt x="518" y="1371"/>
                    </a:lnTo>
                    <a:lnTo>
                      <a:pt x="518" y="1371"/>
                    </a:lnTo>
                    <a:lnTo>
                      <a:pt x="518" y="1371"/>
                    </a:lnTo>
                    <a:lnTo>
                      <a:pt x="512" y="1377"/>
                    </a:lnTo>
                    <a:lnTo>
                      <a:pt x="512" y="1377"/>
                    </a:lnTo>
                    <a:lnTo>
                      <a:pt x="504" y="1384"/>
                    </a:lnTo>
                    <a:lnTo>
                      <a:pt x="504" y="1384"/>
                    </a:lnTo>
                    <a:lnTo>
                      <a:pt x="497" y="1391"/>
                    </a:lnTo>
                    <a:lnTo>
                      <a:pt x="497" y="1391"/>
                    </a:lnTo>
                    <a:lnTo>
                      <a:pt x="490" y="1398"/>
                    </a:lnTo>
                    <a:lnTo>
                      <a:pt x="490" y="1398"/>
                    </a:lnTo>
                    <a:lnTo>
                      <a:pt x="483" y="1403"/>
                    </a:lnTo>
                    <a:lnTo>
                      <a:pt x="483" y="1403"/>
                    </a:lnTo>
                    <a:lnTo>
                      <a:pt x="475" y="1410"/>
                    </a:lnTo>
                    <a:lnTo>
                      <a:pt x="475" y="1410"/>
                    </a:lnTo>
                    <a:lnTo>
                      <a:pt x="468" y="1416"/>
                    </a:lnTo>
                    <a:lnTo>
                      <a:pt x="468" y="1416"/>
                    </a:lnTo>
                    <a:lnTo>
                      <a:pt x="460" y="1423"/>
                    </a:lnTo>
                    <a:lnTo>
                      <a:pt x="460" y="1423"/>
                    </a:lnTo>
                    <a:lnTo>
                      <a:pt x="454" y="1428"/>
                    </a:lnTo>
                    <a:lnTo>
                      <a:pt x="454" y="1428"/>
                    </a:lnTo>
                    <a:lnTo>
                      <a:pt x="437" y="1441"/>
                    </a:lnTo>
                    <a:lnTo>
                      <a:pt x="437" y="1441"/>
                    </a:lnTo>
                    <a:lnTo>
                      <a:pt x="421" y="1453"/>
                    </a:lnTo>
                    <a:lnTo>
                      <a:pt x="421" y="1453"/>
                    </a:lnTo>
                    <a:lnTo>
                      <a:pt x="418" y="1455"/>
                    </a:lnTo>
                    <a:lnTo>
                      <a:pt x="418" y="1455"/>
                    </a:lnTo>
                    <a:lnTo>
                      <a:pt x="404" y="1464"/>
                    </a:lnTo>
                    <a:lnTo>
                      <a:pt x="404" y="1464"/>
                    </a:lnTo>
                    <a:lnTo>
                      <a:pt x="399" y="1468"/>
                    </a:lnTo>
                    <a:lnTo>
                      <a:pt x="399" y="1468"/>
                    </a:lnTo>
                    <a:lnTo>
                      <a:pt x="386" y="1477"/>
                    </a:lnTo>
                    <a:lnTo>
                      <a:pt x="386" y="1477"/>
                    </a:lnTo>
                    <a:lnTo>
                      <a:pt x="383" y="1478"/>
                    </a:lnTo>
                    <a:lnTo>
                      <a:pt x="383" y="1478"/>
                    </a:lnTo>
                    <a:lnTo>
                      <a:pt x="356" y="1495"/>
                    </a:lnTo>
                    <a:lnTo>
                      <a:pt x="328" y="1510"/>
                    </a:lnTo>
                    <a:lnTo>
                      <a:pt x="328" y="1510"/>
                    </a:lnTo>
                    <a:lnTo>
                      <a:pt x="325" y="1511"/>
                    </a:lnTo>
                    <a:lnTo>
                      <a:pt x="325" y="1511"/>
                    </a:lnTo>
                    <a:lnTo>
                      <a:pt x="317" y="1515"/>
                    </a:lnTo>
                    <a:lnTo>
                      <a:pt x="317" y="1515"/>
                    </a:lnTo>
                    <a:lnTo>
                      <a:pt x="309" y="1520"/>
                    </a:lnTo>
                    <a:lnTo>
                      <a:pt x="309" y="1520"/>
                    </a:lnTo>
                    <a:lnTo>
                      <a:pt x="300" y="1524"/>
                    </a:lnTo>
                    <a:lnTo>
                      <a:pt x="300" y="1524"/>
                    </a:lnTo>
                    <a:lnTo>
                      <a:pt x="292" y="1527"/>
                    </a:lnTo>
                    <a:lnTo>
                      <a:pt x="292" y="1527"/>
                    </a:lnTo>
                    <a:lnTo>
                      <a:pt x="285" y="1531"/>
                    </a:lnTo>
                    <a:lnTo>
                      <a:pt x="285" y="1531"/>
                    </a:lnTo>
                    <a:lnTo>
                      <a:pt x="277" y="1533"/>
                    </a:lnTo>
                    <a:lnTo>
                      <a:pt x="277" y="1533"/>
                    </a:lnTo>
                    <a:lnTo>
                      <a:pt x="269" y="1538"/>
                    </a:lnTo>
                    <a:lnTo>
                      <a:pt x="269" y="1538"/>
                    </a:lnTo>
                    <a:lnTo>
                      <a:pt x="260" y="1540"/>
                    </a:lnTo>
                    <a:lnTo>
                      <a:pt x="260" y="1540"/>
                    </a:lnTo>
                    <a:lnTo>
                      <a:pt x="246" y="1546"/>
                    </a:lnTo>
                    <a:lnTo>
                      <a:pt x="246" y="1546"/>
                    </a:lnTo>
                    <a:lnTo>
                      <a:pt x="237" y="1549"/>
                    </a:lnTo>
                    <a:lnTo>
                      <a:pt x="237" y="1549"/>
                    </a:lnTo>
                    <a:lnTo>
                      <a:pt x="228" y="1551"/>
                    </a:lnTo>
                    <a:lnTo>
                      <a:pt x="228" y="1551"/>
                    </a:lnTo>
                    <a:lnTo>
                      <a:pt x="220" y="1554"/>
                    </a:lnTo>
                    <a:lnTo>
                      <a:pt x="220" y="1554"/>
                    </a:lnTo>
                    <a:lnTo>
                      <a:pt x="212" y="1557"/>
                    </a:lnTo>
                    <a:lnTo>
                      <a:pt x="212" y="1557"/>
                    </a:lnTo>
                    <a:lnTo>
                      <a:pt x="204" y="1560"/>
                    </a:lnTo>
                    <a:lnTo>
                      <a:pt x="204" y="1560"/>
                    </a:lnTo>
                    <a:lnTo>
                      <a:pt x="195" y="1561"/>
                    </a:lnTo>
                    <a:lnTo>
                      <a:pt x="195" y="1561"/>
                    </a:lnTo>
                    <a:lnTo>
                      <a:pt x="186" y="1564"/>
                    </a:lnTo>
                    <a:lnTo>
                      <a:pt x="186" y="1564"/>
                    </a:lnTo>
                    <a:lnTo>
                      <a:pt x="179" y="1565"/>
                    </a:lnTo>
                    <a:lnTo>
                      <a:pt x="179" y="1565"/>
                    </a:lnTo>
                    <a:lnTo>
                      <a:pt x="169" y="1568"/>
                    </a:lnTo>
                    <a:lnTo>
                      <a:pt x="169" y="1568"/>
                    </a:lnTo>
                    <a:lnTo>
                      <a:pt x="162" y="1569"/>
                    </a:lnTo>
                    <a:lnTo>
                      <a:pt x="162" y="1569"/>
                    </a:lnTo>
                    <a:lnTo>
                      <a:pt x="145" y="1572"/>
                    </a:lnTo>
                    <a:lnTo>
                      <a:pt x="145" y="1572"/>
                    </a:lnTo>
                    <a:lnTo>
                      <a:pt x="108" y="1576"/>
                    </a:lnTo>
                    <a:lnTo>
                      <a:pt x="108" y="1576"/>
                    </a:lnTo>
                    <a:lnTo>
                      <a:pt x="71" y="1579"/>
                    </a:lnTo>
                    <a:lnTo>
                      <a:pt x="71" y="1579"/>
                    </a:lnTo>
                    <a:lnTo>
                      <a:pt x="35" y="1578"/>
                    </a:lnTo>
                    <a:lnTo>
                      <a:pt x="35" y="1578"/>
                    </a:lnTo>
                    <a:lnTo>
                      <a:pt x="0" y="1575"/>
                    </a:lnTo>
                    <a:lnTo>
                      <a:pt x="0" y="1575"/>
                    </a:lnTo>
                    <a:lnTo>
                      <a:pt x="285" y="1612"/>
                    </a:lnTo>
                    <a:lnTo>
                      <a:pt x="285" y="1612"/>
                    </a:lnTo>
                    <a:lnTo>
                      <a:pt x="285" y="1612"/>
                    </a:lnTo>
                    <a:lnTo>
                      <a:pt x="320" y="1615"/>
                    </a:lnTo>
                    <a:lnTo>
                      <a:pt x="320" y="1615"/>
                    </a:lnTo>
                    <a:lnTo>
                      <a:pt x="356" y="1617"/>
                    </a:lnTo>
                    <a:lnTo>
                      <a:pt x="356" y="1617"/>
                    </a:lnTo>
                    <a:lnTo>
                      <a:pt x="392" y="1614"/>
                    </a:lnTo>
                    <a:lnTo>
                      <a:pt x="392" y="1614"/>
                    </a:lnTo>
                    <a:lnTo>
                      <a:pt x="428" y="1610"/>
                    </a:lnTo>
                    <a:lnTo>
                      <a:pt x="428" y="1610"/>
                    </a:lnTo>
                    <a:lnTo>
                      <a:pt x="454" y="1605"/>
                    </a:lnTo>
                    <a:lnTo>
                      <a:pt x="454" y="1605"/>
                    </a:lnTo>
                    <a:lnTo>
                      <a:pt x="460" y="1604"/>
                    </a:lnTo>
                    <a:lnTo>
                      <a:pt x="460" y="1604"/>
                    </a:lnTo>
                    <a:lnTo>
                      <a:pt x="484" y="1599"/>
                    </a:lnTo>
                    <a:lnTo>
                      <a:pt x="484" y="1599"/>
                    </a:lnTo>
                    <a:lnTo>
                      <a:pt x="487" y="1599"/>
                    </a:lnTo>
                    <a:lnTo>
                      <a:pt x="487" y="1599"/>
                    </a:lnTo>
                    <a:lnTo>
                      <a:pt x="490" y="1597"/>
                    </a:lnTo>
                    <a:lnTo>
                      <a:pt x="490" y="1597"/>
                    </a:lnTo>
                    <a:lnTo>
                      <a:pt x="516" y="1590"/>
                    </a:lnTo>
                    <a:lnTo>
                      <a:pt x="516" y="1590"/>
                    </a:lnTo>
                    <a:lnTo>
                      <a:pt x="518" y="1589"/>
                    </a:lnTo>
                    <a:lnTo>
                      <a:pt x="518" y="1589"/>
                    </a:lnTo>
                    <a:lnTo>
                      <a:pt x="544" y="1579"/>
                    </a:lnTo>
                    <a:lnTo>
                      <a:pt x="544" y="1579"/>
                    </a:lnTo>
                    <a:lnTo>
                      <a:pt x="545" y="1579"/>
                    </a:lnTo>
                    <a:lnTo>
                      <a:pt x="545" y="1579"/>
                    </a:lnTo>
                    <a:lnTo>
                      <a:pt x="547" y="1579"/>
                    </a:lnTo>
                    <a:lnTo>
                      <a:pt x="547" y="1579"/>
                    </a:lnTo>
                    <a:lnTo>
                      <a:pt x="573" y="1568"/>
                    </a:lnTo>
                    <a:lnTo>
                      <a:pt x="573" y="1568"/>
                    </a:lnTo>
                    <a:lnTo>
                      <a:pt x="576" y="1567"/>
                    </a:lnTo>
                    <a:lnTo>
                      <a:pt x="576" y="1567"/>
                    </a:lnTo>
                    <a:lnTo>
                      <a:pt x="602" y="1556"/>
                    </a:lnTo>
                    <a:lnTo>
                      <a:pt x="602" y="1556"/>
                    </a:lnTo>
                    <a:lnTo>
                      <a:pt x="603" y="1554"/>
                    </a:lnTo>
                    <a:lnTo>
                      <a:pt x="603" y="1554"/>
                    </a:lnTo>
                    <a:lnTo>
                      <a:pt x="605" y="1553"/>
                    </a:lnTo>
                    <a:lnTo>
                      <a:pt x="605" y="1553"/>
                    </a:lnTo>
                    <a:lnTo>
                      <a:pt x="631" y="1540"/>
                    </a:lnTo>
                    <a:lnTo>
                      <a:pt x="631" y="1540"/>
                    </a:lnTo>
                    <a:lnTo>
                      <a:pt x="632" y="1539"/>
                    </a:lnTo>
                    <a:lnTo>
                      <a:pt x="632" y="1539"/>
                    </a:lnTo>
                    <a:lnTo>
                      <a:pt x="656" y="1525"/>
                    </a:lnTo>
                    <a:lnTo>
                      <a:pt x="656" y="1525"/>
                    </a:lnTo>
                    <a:lnTo>
                      <a:pt x="659" y="1524"/>
                    </a:lnTo>
                    <a:lnTo>
                      <a:pt x="659" y="1524"/>
                    </a:lnTo>
                    <a:lnTo>
                      <a:pt x="660" y="1522"/>
                    </a:lnTo>
                    <a:lnTo>
                      <a:pt x="660" y="1522"/>
                    </a:lnTo>
                    <a:lnTo>
                      <a:pt x="671" y="1515"/>
                    </a:lnTo>
                    <a:lnTo>
                      <a:pt x="671" y="1515"/>
                    </a:lnTo>
                    <a:lnTo>
                      <a:pt x="675" y="1514"/>
                    </a:lnTo>
                    <a:lnTo>
                      <a:pt x="675" y="1514"/>
                    </a:lnTo>
                    <a:lnTo>
                      <a:pt x="677" y="1513"/>
                    </a:lnTo>
                    <a:lnTo>
                      <a:pt x="677" y="1513"/>
                    </a:lnTo>
                    <a:lnTo>
                      <a:pt x="688" y="1504"/>
                    </a:lnTo>
                    <a:lnTo>
                      <a:pt x="688" y="1504"/>
                    </a:lnTo>
                    <a:lnTo>
                      <a:pt x="692" y="1503"/>
                    </a:lnTo>
                    <a:lnTo>
                      <a:pt x="692" y="1503"/>
                    </a:lnTo>
                    <a:lnTo>
                      <a:pt x="692" y="1502"/>
                    </a:lnTo>
                    <a:lnTo>
                      <a:pt x="692" y="1502"/>
                    </a:lnTo>
                    <a:lnTo>
                      <a:pt x="693" y="1502"/>
                    </a:lnTo>
                    <a:lnTo>
                      <a:pt x="693" y="1502"/>
                    </a:lnTo>
                    <a:lnTo>
                      <a:pt x="702" y="1495"/>
                    </a:lnTo>
                    <a:lnTo>
                      <a:pt x="702" y="1495"/>
                    </a:lnTo>
                    <a:lnTo>
                      <a:pt x="709" y="1491"/>
                    </a:lnTo>
                    <a:lnTo>
                      <a:pt x="709" y="1491"/>
                    </a:lnTo>
                    <a:lnTo>
                      <a:pt x="709" y="1491"/>
                    </a:lnTo>
                    <a:lnTo>
                      <a:pt x="709" y="1491"/>
                    </a:lnTo>
                    <a:lnTo>
                      <a:pt x="715" y="1486"/>
                    </a:lnTo>
                    <a:lnTo>
                      <a:pt x="715" y="1486"/>
                    </a:lnTo>
                    <a:lnTo>
                      <a:pt x="724" y="1479"/>
                    </a:lnTo>
                    <a:lnTo>
                      <a:pt x="724" y="1479"/>
                    </a:lnTo>
                    <a:lnTo>
                      <a:pt x="736" y="1468"/>
                    </a:lnTo>
                    <a:lnTo>
                      <a:pt x="736" y="1468"/>
                    </a:lnTo>
                    <a:lnTo>
                      <a:pt x="739" y="1467"/>
                    </a:lnTo>
                    <a:lnTo>
                      <a:pt x="739" y="1467"/>
                    </a:lnTo>
                    <a:lnTo>
                      <a:pt x="742" y="1466"/>
                    </a:lnTo>
                    <a:lnTo>
                      <a:pt x="742" y="1466"/>
                    </a:lnTo>
                    <a:lnTo>
                      <a:pt x="750" y="1459"/>
                    </a:lnTo>
                    <a:lnTo>
                      <a:pt x="750" y="1459"/>
                    </a:lnTo>
                    <a:lnTo>
                      <a:pt x="751" y="1456"/>
                    </a:lnTo>
                    <a:lnTo>
                      <a:pt x="751" y="1456"/>
                    </a:lnTo>
                    <a:lnTo>
                      <a:pt x="757" y="1452"/>
                    </a:lnTo>
                    <a:lnTo>
                      <a:pt x="757" y="1452"/>
                    </a:lnTo>
                    <a:lnTo>
                      <a:pt x="761" y="1448"/>
                    </a:lnTo>
                    <a:lnTo>
                      <a:pt x="761" y="1448"/>
                    </a:lnTo>
                    <a:lnTo>
                      <a:pt x="767" y="1443"/>
                    </a:lnTo>
                    <a:lnTo>
                      <a:pt x="767" y="1443"/>
                    </a:lnTo>
                    <a:lnTo>
                      <a:pt x="771" y="1441"/>
                    </a:lnTo>
                    <a:lnTo>
                      <a:pt x="771" y="1441"/>
                    </a:lnTo>
                    <a:lnTo>
                      <a:pt x="774" y="1438"/>
                    </a:lnTo>
                    <a:lnTo>
                      <a:pt x="774" y="1438"/>
                    </a:lnTo>
                    <a:lnTo>
                      <a:pt x="781" y="1431"/>
                    </a:lnTo>
                    <a:lnTo>
                      <a:pt x="781" y="1431"/>
                    </a:lnTo>
                    <a:lnTo>
                      <a:pt x="785" y="1428"/>
                    </a:lnTo>
                    <a:lnTo>
                      <a:pt x="785" y="1428"/>
                    </a:lnTo>
                    <a:lnTo>
                      <a:pt x="785" y="1427"/>
                    </a:lnTo>
                    <a:lnTo>
                      <a:pt x="785" y="1427"/>
                    </a:lnTo>
                    <a:lnTo>
                      <a:pt x="794" y="1417"/>
                    </a:lnTo>
                    <a:lnTo>
                      <a:pt x="794" y="1417"/>
                    </a:lnTo>
                    <a:lnTo>
                      <a:pt x="797" y="1416"/>
                    </a:lnTo>
                    <a:lnTo>
                      <a:pt x="797" y="1416"/>
                    </a:lnTo>
                    <a:lnTo>
                      <a:pt x="801" y="1412"/>
                    </a:lnTo>
                    <a:lnTo>
                      <a:pt x="801" y="1412"/>
                    </a:lnTo>
                    <a:lnTo>
                      <a:pt x="805" y="1407"/>
                    </a:lnTo>
                    <a:lnTo>
                      <a:pt x="805" y="1407"/>
                    </a:lnTo>
                    <a:lnTo>
                      <a:pt x="808" y="1403"/>
                    </a:lnTo>
                    <a:lnTo>
                      <a:pt x="808" y="1403"/>
                    </a:lnTo>
                    <a:lnTo>
                      <a:pt x="814" y="1399"/>
                    </a:lnTo>
                    <a:lnTo>
                      <a:pt x="814" y="1399"/>
                    </a:lnTo>
                    <a:lnTo>
                      <a:pt x="815" y="1396"/>
                    </a:lnTo>
                    <a:lnTo>
                      <a:pt x="815" y="1396"/>
                    </a:lnTo>
                    <a:lnTo>
                      <a:pt x="825" y="1387"/>
                    </a:lnTo>
                    <a:lnTo>
                      <a:pt x="825" y="1387"/>
                    </a:lnTo>
                    <a:lnTo>
                      <a:pt x="825" y="1387"/>
                    </a:lnTo>
                    <a:lnTo>
                      <a:pt x="828" y="1384"/>
                    </a:lnTo>
                    <a:lnTo>
                      <a:pt x="828" y="1384"/>
                    </a:lnTo>
                    <a:lnTo>
                      <a:pt x="834" y="1377"/>
                    </a:lnTo>
                    <a:lnTo>
                      <a:pt x="834" y="1377"/>
                    </a:lnTo>
                    <a:lnTo>
                      <a:pt x="836" y="1374"/>
                    </a:lnTo>
                    <a:lnTo>
                      <a:pt x="836" y="1374"/>
                    </a:lnTo>
                    <a:lnTo>
                      <a:pt x="840" y="1370"/>
                    </a:lnTo>
                    <a:lnTo>
                      <a:pt x="840" y="1370"/>
                    </a:lnTo>
                    <a:lnTo>
                      <a:pt x="843" y="1367"/>
                    </a:lnTo>
                    <a:lnTo>
                      <a:pt x="843" y="1367"/>
                    </a:lnTo>
                    <a:lnTo>
                      <a:pt x="851" y="1358"/>
                    </a:lnTo>
                    <a:lnTo>
                      <a:pt x="851" y="1358"/>
                    </a:lnTo>
                    <a:lnTo>
                      <a:pt x="854" y="1353"/>
                    </a:lnTo>
                    <a:lnTo>
                      <a:pt x="854" y="1353"/>
                    </a:lnTo>
                    <a:lnTo>
                      <a:pt x="859" y="1347"/>
                    </a:lnTo>
                    <a:lnTo>
                      <a:pt x="859" y="1347"/>
                    </a:lnTo>
                    <a:lnTo>
                      <a:pt x="862" y="1344"/>
                    </a:lnTo>
                    <a:lnTo>
                      <a:pt x="862" y="1344"/>
                    </a:lnTo>
                    <a:lnTo>
                      <a:pt x="866" y="1340"/>
                    </a:lnTo>
                    <a:lnTo>
                      <a:pt x="866" y="1340"/>
                    </a:lnTo>
                    <a:lnTo>
                      <a:pt x="868" y="1337"/>
                    </a:lnTo>
                    <a:lnTo>
                      <a:pt x="868" y="1337"/>
                    </a:lnTo>
                    <a:lnTo>
                      <a:pt x="876" y="1327"/>
                    </a:lnTo>
                    <a:lnTo>
                      <a:pt x="876" y="1327"/>
                    </a:lnTo>
                    <a:lnTo>
                      <a:pt x="876" y="1326"/>
                    </a:lnTo>
                    <a:lnTo>
                      <a:pt x="876" y="1326"/>
                    </a:lnTo>
                    <a:lnTo>
                      <a:pt x="880" y="1322"/>
                    </a:lnTo>
                    <a:lnTo>
                      <a:pt x="880" y="1322"/>
                    </a:lnTo>
                    <a:lnTo>
                      <a:pt x="884" y="1316"/>
                    </a:lnTo>
                    <a:lnTo>
                      <a:pt x="884" y="1316"/>
                    </a:lnTo>
                    <a:lnTo>
                      <a:pt x="888" y="1311"/>
                    </a:lnTo>
                    <a:lnTo>
                      <a:pt x="888" y="1311"/>
                    </a:lnTo>
                    <a:lnTo>
                      <a:pt x="891" y="1308"/>
                    </a:lnTo>
                    <a:lnTo>
                      <a:pt x="891" y="1308"/>
                    </a:lnTo>
                    <a:lnTo>
                      <a:pt x="891" y="1306"/>
                    </a:lnTo>
                    <a:lnTo>
                      <a:pt x="891" y="1306"/>
                    </a:lnTo>
                    <a:lnTo>
                      <a:pt x="900" y="1297"/>
                    </a:lnTo>
                    <a:lnTo>
                      <a:pt x="900" y="1297"/>
                    </a:lnTo>
                    <a:lnTo>
                      <a:pt x="901" y="1294"/>
                    </a:lnTo>
                    <a:lnTo>
                      <a:pt x="901" y="1294"/>
                    </a:lnTo>
                    <a:lnTo>
                      <a:pt x="904" y="1290"/>
                    </a:lnTo>
                    <a:lnTo>
                      <a:pt x="904" y="1290"/>
                    </a:lnTo>
                    <a:lnTo>
                      <a:pt x="906" y="1286"/>
                    </a:lnTo>
                    <a:lnTo>
                      <a:pt x="906" y="1286"/>
                    </a:lnTo>
                    <a:lnTo>
                      <a:pt x="913" y="1276"/>
                    </a:lnTo>
                    <a:lnTo>
                      <a:pt x="913" y="1276"/>
                    </a:lnTo>
                    <a:lnTo>
                      <a:pt x="913" y="1276"/>
                    </a:lnTo>
                    <a:lnTo>
                      <a:pt x="913" y="1276"/>
                    </a:lnTo>
                    <a:lnTo>
                      <a:pt x="913" y="1275"/>
                    </a:lnTo>
                    <a:lnTo>
                      <a:pt x="913" y="1275"/>
                    </a:lnTo>
                    <a:lnTo>
                      <a:pt x="920" y="1265"/>
                    </a:lnTo>
                    <a:lnTo>
                      <a:pt x="920" y="1265"/>
                    </a:lnTo>
                    <a:lnTo>
                      <a:pt x="927" y="1255"/>
                    </a:lnTo>
                    <a:lnTo>
                      <a:pt x="927" y="1255"/>
                    </a:lnTo>
                    <a:lnTo>
                      <a:pt x="933" y="1244"/>
                    </a:lnTo>
                    <a:lnTo>
                      <a:pt x="933" y="1244"/>
                    </a:lnTo>
                    <a:lnTo>
                      <a:pt x="936" y="1241"/>
                    </a:lnTo>
                    <a:lnTo>
                      <a:pt x="936" y="1241"/>
                    </a:lnTo>
                    <a:lnTo>
                      <a:pt x="937" y="1239"/>
                    </a:lnTo>
                    <a:lnTo>
                      <a:pt x="937" y="1239"/>
                    </a:lnTo>
                    <a:lnTo>
                      <a:pt x="940" y="1234"/>
                    </a:lnTo>
                    <a:lnTo>
                      <a:pt x="940" y="1234"/>
                    </a:lnTo>
                    <a:lnTo>
                      <a:pt x="947" y="1223"/>
                    </a:lnTo>
                    <a:lnTo>
                      <a:pt x="947" y="1223"/>
                    </a:lnTo>
                    <a:lnTo>
                      <a:pt x="952" y="1212"/>
                    </a:lnTo>
                    <a:lnTo>
                      <a:pt x="952" y="1212"/>
                    </a:lnTo>
                    <a:lnTo>
                      <a:pt x="956" y="1205"/>
                    </a:lnTo>
                    <a:lnTo>
                      <a:pt x="956" y="1205"/>
                    </a:lnTo>
                    <a:lnTo>
                      <a:pt x="958" y="1204"/>
                    </a:lnTo>
                    <a:lnTo>
                      <a:pt x="958" y="1204"/>
                    </a:lnTo>
                    <a:lnTo>
                      <a:pt x="958" y="1203"/>
                    </a:lnTo>
                    <a:lnTo>
                      <a:pt x="958" y="1203"/>
                    </a:lnTo>
                    <a:lnTo>
                      <a:pt x="965" y="1192"/>
                    </a:lnTo>
                    <a:lnTo>
                      <a:pt x="965" y="1192"/>
                    </a:lnTo>
                    <a:lnTo>
                      <a:pt x="970" y="1180"/>
                    </a:lnTo>
                    <a:lnTo>
                      <a:pt x="970" y="1180"/>
                    </a:lnTo>
                    <a:lnTo>
                      <a:pt x="976" y="1169"/>
                    </a:lnTo>
                    <a:lnTo>
                      <a:pt x="976" y="1169"/>
                    </a:lnTo>
                    <a:lnTo>
                      <a:pt x="977" y="1168"/>
                    </a:lnTo>
                    <a:lnTo>
                      <a:pt x="977" y="1168"/>
                    </a:lnTo>
                    <a:lnTo>
                      <a:pt x="978" y="1165"/>
                    </a:lnTo>
                    <a:lnTo>
                      <a:pt x="978" y="1165"/>
                    </a:lnTo>
                    <a:lnTo>
                      <a:pt x="981" y="1158"/>
                    </a:lnTo>
                    <a:lnTo>
                      <a:pt x="981" y="1158"/>
                    </a:lnTo>
                    <a:lnTo>
                      <a:pt x="987" y="1147"/>
                    </a:lnTo>
                    <a:lnTo>
                      <a:pt x="987" y="1147"/>
                    </a:lnTo>
                    <a:lnTo>
                      <a:pt x="992" y="1136"/>
                    </a:lnTo>
                    <a:lnTo>
                      <a:pt x="992" y="1136"/>
                    </a:lnTo>
                    <a:lnTo>
                      <a:pt x="995" y="1131"/>
                    </a:lnTo>
                    <a:lnTo>
                      <a:pt x="995" y="1131"/>
                    </a:lnTo>
                    <a:lnTo>
                      <a:pt x="996" y="1128"/>
                    </a:lnTo>
                    <a:lnTo>
                      <a:pt x="996" y="1128"/>
                    </a:lnTo>
                    <a:lnTo>
                      <a:pt x="996" y="1125"/>
                    </a:lnTo>
                    <a:lnTo>
                      <a:pt x="996" y="1125"/>
                    </a:lnTo>
                    <a:lnTo>
                      <a:pt x="1002" y="1114"/>
                    </a:lnTo>
                    <a:lnTo>
                      <a:pt x="1002" y="1114"/>
                    </a:lnTo>
                    <a:lnTo>
                      <a:pt x="1007" y="1102"/>
                    </a:lnTo>
                    <a:lnTo>
                      <a:pt x="1007" y="1102"/>
                    </a:lnTo>
                    <a:lnTo>
                      <a:pt x="1012" y="1090"/>
                    </a:lnTo>
                    <a:lnTo>
                      <a:pt x="1012" y="1090"/>
                    </a:lnTo>
                    <a:lnTo>
                      <a:pt x="1013" y="1089"/>
                    </a:lnTo>
                    <a:lnTo>
                      <a:pt x="1013" y="1089"/>
                    </a:lnTo>
                    <a:lnTo>
                      <a:pt x="1017" y="1078"/>
                    </a:lnTo>
                    <a:lnTo>
                      <a:pt x="1017" y="1078"/>
                    </a:lnTo>
                    <a:lnTo>
                      <a:pt x="1021" y="1066"/>
                    </a:lnTo>
                    <a:lnTo>
                      <a:pt x="1021" y="1066"/>
                    </a:lnTo>
                    <a:lnTo>
                      <a:pt x="1025" y="1054"/>
                    </a:lnTo>
                    <a:lnTo>
                      <a:pt x="1025" y="1054"/>
                    </a:lnTo>
                    <a:lnTo>
                      <a:pt x="1027" y="1050"/>
                    </a:lnTo>
                    <a:lnTo>
                      <a:pt x="1027" y="1050"/>
                    </a:lnTo>
                    <a:lnTo>
                      <a:pt x="1027" y="1049"/>
                    </a:lnTo>
                    <a:lnTo>
                      <a:pt x="1027" y="1049"/>
                    </a:lnTo>
                    <a:lnTo>
                      <a:pt x="1030" y="1041"/>
                    </a:lnTo>
                    <a:lnTo>
                      <a:pt x="1030" y="1041"/>
                    </a:lnTo>
                    <a:lnTo>
                      <a:pt x="1034" y="1028"/>
                    </a:lnTo>
                    <a:lnTo>
                      <a:pt x="1034" y="1028"/>
                    </a:lnTo>
                    <a:lnTo>
                      <a:pt x="1038" y="1016"/>
                    </a:lnTo>
                    <a:lnTo>
                      <a:pt x="1038" y="1016"/>
                    </a:lnTo>
                    <a:lnTo>
                      <a:pt x="1041" y="1010"/>
                    </a:lnTo>
                    <a:lnTo>
                      <a:pt x="1041" y="1010"/>
                    </a:lnTo>
                    <a:lnTo>
                      <a:pt x="1041" y="1007"/>
                    </a:lnTo>
                    <a:lnTo>
                      <a:pt x="1041" y="1007"/>
                    </a:lnTo>
                    <a:lnTo>
                      <a:pt x="1042" y="1003"/>
                    </a:lnTo>
                    <a:lnTo>
                      <a:pt x="1042" y="1003"/>
                    </a:lnTo>
                    <a:lnTo>
                      <a:pt x="1046" y="989"/>
                    </a:lnTo>
                    <a:lnTo>
                      <a:pt x="1046" y="989"/>
                    </a:lnTo>
                    <a:lnTo>
                      <a:pt x="1050" y="976"/>
                    </a:lnTo>
                    <a:lnTo>
                      <a:pt x="1050" y="976"/>
                    </a:lnTo>
                    <a:lnTo>
                      <a:pt x="1052" y="969"/>
                    </a:lnTo>
                    <a:lnTo>
                      <a:pt x="1052" y="969"/>
                    </a:lnTo>
                    <a:lnTo>
                      <a:pt x="1052" y="967"/>
                    </a:lnTo>
                    <a:lnTo>
                      <a:pt x="1052" y="967"/>
                    </a:lnTo>
                    <a:lnTo>
                      <a:pt x="1053" y="966"/>
                    </a:lnTo>
                    <a:lnTo>
                      <a:pt x="1053" y="966"/>
                    </a:lnTo>
                    <a:lnTo>
                      <a:pt x="1053" y="962"/>
                    </a:lnTo>
                    <a:lnTo>
                      <a:pt x="1053" y="962"/>
                    </a:lnTo>
                    <a:lnTo>
                      <a:pt x="1057" y="948"/>
                    </a:lnTo>
                    <a:lnTo>
                      <a:pt x="1057" y="948"/>
                    </a:lnTo>
                    <a:lnTo>
                      <a:pt x="1057" y="948"/>
                    </a:lnTo>
                    <a:lnTo>
                      <a:pt x="1057" y="948"/>
                    </a:lnTo>
                    <a:lnTo>
                      <a:pt x="1059" y="944"/>
                    </a:lnTo>
                    <a:lnTo>
                      <a:pt x="1059" y="944"/>
                    </a:lnTo>
                    <a:lnTo>
                      <a:pt x="1060" y="933"/>
                    </a:lnTo>
                    <a:lnTo>
                      <a:pt x="1060" y="933"/>
                    </a:lnTo>
                    <a:lnTo>
                      <a:pt x="1061" y="928"/>
                    </a:lnTo>
                    <a:lnTo>
                      <a:pt x="1061" y="928"/>
                    </a:lnTo>
                    <a:lnTo>
                      <a:pt x="1063" y="923"/>
                    </a:lnTo>
                    <a:lnTo>
                      <a:pt x="1063" y="923"/>
                    </a:lnTo>
                    <a:lnTo>
                      <a:pt x="1064" y="919"/>
                    </a:lnTo>
                    <a:lnTo>
                      <a:pt x="1064" y="919"/>
                    </a:lnTo>
                    <a:lnTo>
                      <a:pt x="1066" y="908"/>
                    </a:lnTo>
                    <a:lnTo>
                      <a:pt x="1066" y="908"/>
                    </a:lnTo>
                    <a:lnTo>
                      <a:pt x="1067" y="905"/>
                    </a:lnTo>
                    <a:lnTo>
                      <a:pt x="1067" y="905"/>
                    </a:lnTo>
                    <a:lnTo>
                      <a:pt x="1067" y="904"/>
                    </a:lnTo>
                    <a:lnTo>
                      <a:pt x="1067" y="904"/>
                    </a:lnTo>
                    <a:lnTo>
                      <a:pt x="1070" y="888"/>
                    </a:lnTo>
                    <a:lnTo>
                      <a:pt x="1070" y="888"/>
                    </a:lnTo>
                    <a:lnTo>
                      <a:pt x="1070" y="886"/>
                    </a:lnTo>
                    <a:lnTo>
                      <a:pt x="1070" y="886"/>
                    </a:lnTo>
                    <a:lnTo>
                      <a:pt x="1071" y="879"/>
                    </a:lnTo>
                    <a:lnTo>
                      <a:pt x="1071" y="879"/>
                    </a:lnTo>
                    <a:lnTo>
                      <a:pt x="1073" y="870"/>
                    </a:lnTo>
                    <a:lnTo>
                      <a:pt x="1073" y="870"/>
                    </a:lnTo>
                    <a:lnTo>
                      <a:pt x="1073" y="866"/>
                    </a:lnTo>
                    <a:lnTo>
                      <a:pt x="1073" y="866"/>
                    </a:lnTo>
                    <a:lnTo>
                      <a:pt x="1074" y="859"/>
                    </a:lnTo>
                    <a:lnTo>
                      <a:pt x="1074" y="859"/>
                    </a:lnTo>
                    <a:lnTo>
                      <a:pt x="1075" y="854"/>
                    </a:lnTo>
                    <a:lnTo>
                      <a:pt x="1075" y="854"/>
                    </a:lnTo>
                    <a:lnTo>
                      <a:pt x="1075" y="845"/>
                    </a:lnTo>
                    <a:lnTo>
                      <a:pt x="1075" y="845"/>
                    </a:lnTo>
                    <a:lnTo>
                      <a:pt x="1077" y="840"/>
                    </a:lnTo>
                    <a:lnTo>
                      <a:pt x="1077" y="840"/>
                    </a:lnTo>
                    <a:lnTo>
                      <a:pt x="1077" y="836"/>
                    </a:lnTo>
                    <a:lnTo>
                      <a:pt x="1077" y="836"/>
                    </a:lnTo>
                    <a:lnTo>
                      <a:pt x="1078" y="826"/>
                    </a:lnTo>
                    <a:lnTo>
                      <a:pt x="1078" y="826"/>
                    </a:lnTo>
                    <a:lnTo>
                      <a:pt x="1079" y="819"/>
                    </a:lnTo>
                    <a:lnTo>
                      <a:pt x="1079" y="819"/>
                    </a:lnTo>
                    <a:lnTo>
                      <a:pt x="1079" y="818"/>
                    </a:lnTo>
                    <a:lnTo>
                      <a:pt x="1079" y="818"/>
                    </a:lnTo>
                    <a:lnTo>
                      <a:pt x="1079" y="815"/>
                    </a:lnTo>
                    <a:lnTo>
                      <a:pt x="1079" y="815"/>
                    </a:lnTo>
                    <a:lnTo>
                      <a:pt x="1081" y="797"/>
                    </a:lnTo>
                    <a:lnTo>
                      <a:pt x="1081" y="797"/>
                    </a:lnTo>
                    <a:lnTo>
                      <a:pt x="1081" y="796"/>
                    </a:lnTo>
                    <a:lnTo>
                      <a:pt x="1081" y="796"/>
                    </a:lnTo>
                    <a:lnTo>
                      <a:pt x="1081" y="790"/>
                    </a:lnTo>
                    <a:lnTo>
                      <a:pt x="1081" y="790"/>
                    </a:lnTo>
                    <a:lnTo>
                      <a:pt x="1082" y="775"/>
                    </a:lnTo>
                    <a:lnTo>
                      <a:pt x="1082" y="775"/>
                    </a:lnTo>
                    <a:lnTo>
                      <a:pt x="1082" y="773"/>
                    </a:lnTo>
                    <a:lnTo>
                      <a:pt x="1082" y="773"/>
                    </a:lnTo>
                    <a:lnTo>
                      <a:pt x="1082" y="768"/>
                    </a:lnTo>
                    <a:lnTo>
                      <a:pt x="1082" y="768"/>
                    </a:lnTo>
                    <a:lnTo>
                      <a:pt x="1084" y="753"/>
                    </a:lnTo>
                    <a:lnTo>
                      <a:pt x="1084" y="753"/>
                    </a:lnTo>
                    <a:lnTo>
                      <a:pt x="1084" y="751"/>
                    </a:lnTo>
                    <a:lnTo>
                      <a:pt x="1084" y="751"/>
                    </a:lnTo>
                    <a:lnTo>
                      <a:pt x="1084" y="746"/>
                    </a:lnTo>
                    <a:lnTo>
                      <a:pt x="1084" y="746"/>
                    </a:lnTo>
                    <a:lnTo>
                      <a:pt x="1084" y="732"/>
                    </a:lnTo>
                    <a:lnTo>
                      <a:pt x="1084" y="732"/>
                    </a:lnTo>
                    <a:lnTo>
                      <a:pt x="1084" y="729"/>
                    </a:lnTo>
                    <a:lnTo>
                      <a:pt x="1084" y="729"/>
                    </a:lnTo>
                    <a:lnTo>
                      <a:pt x="1084" y="724"/>
                    </a:lnTo>
                    <a:lnTo>
                      <a:pt x="1084" y="724"/>
                    </a:lnTo>
                    <a:lnTo>
                      <a:pt x="1084" y="707"/>
                    </a:lnTo>
                    <a:lnTo>
                      <a:pt x="1084" y="707"/>
                    </a:lnTo>
                    <a:lnTo>
                      <a:pt x="1084" y="703"/>
                    </a:lnTo>
                    <a:lnTo>
                      <a:pt x="1084" y="703"/>
                    </a:lnTo>
                    <a:lnTo>
                      <a:pt x="1084" y="699"/>
                    </a:lnTo>
                    <a:lnTo>
                      <a:pt x="1084" y="699"/>
                    </a:lnTo>
                    <a:lnTo>
                      <a:pt x="1082" y="683"/>
                    </a:lnTo>
                    <a:lnTo>
                      <a:pt x="1082" y="683"/>
                    </a:lnTo>
                    <a:lnTo>
                      <a:pt x="1082" y="678"/>
                    </a:lnTo>
                    <a:lnTo>
                      <a:pt x="1082" y="678"/>
                    </a:lnTo>
                    <a:lnTo>
                      <a:pt x="1082" y="675"/>
                    </a:lnTo>
                    <a:lnTo>
                      <a:pt x="1082" y="675"/>
                    </a:lnTo>
                    <a:lnTo>
                      <a:pt x="1081" y="659"/>
                    </a:lnTo>
                    <a:lnTo>
                      <a:pt x="1081" y="659"/>
                    </a:lnTo>
                    <a:lnTo>
                      <a:pt x="1081" y="653"/>
                    </a:lnTo>
                    <a:lnTo>
                      <a:pt x="1081" y="653"/>
                    </a:lnTo>
                    <a:lnTo>
                      <a:pt x="1081" y="652"/>
                    </a:lnTo>
                    <a:lnTo>
                      <a:pt x="1081" y="652"/>
                    </a:lnTo>
                    <a:lnTo>
                      <a:pt x="1078" y="628"/>
                    </a:lnTo>
                    <a:lnTo>
                      <a:pt x="1078" y="628"/>
                    </a:lnTo>
                    <a:lnTo>
                      <a:pt x="1074" y="596"/>
                    </a:lnTo>
                    <a:lnTo>
                      <a:pt x="1074" y="596"/>
                    </a:lnTo>
                    <a:close/>
                  </a:path>
                </a:pathLst>
              </a:custGeom>
              <a:solidFill>
                <a:srgbClr val="A4A6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  <p:sp>
            <p:nvSpPr>
              <p:cNvPr id="34" name="íşlíḓè" descr="51bfeec8-f14f-4c35-8642-9d7aba30e5b6"/>
              <p:cNvSpPr/>
              <p:nvPr/>
            </p:nvSpPr>
            <p:spPr bwMode="auto">
              <a:xfrm>
                <a:off x="4383523" y="3420963"/>
                <a:ext cx="765515" cy="1105071"/>
              </a:xfrm>
              <a:custGeom>
                <a:avLst/>
                <a:gdLst>
                  <a:gd name="T0" fmla="*/ 1028 w 1143"/>
                  <a:gd name="T1" fmla="*/ 234 h 1650"/>
                  <a:gd name="T2" fmla="*/ 966 w 1143"/>
                  <a:gd name="T3" fmla="*/ 154 h 1650"/>
                  <a:gd name="T4" fmla="*/ 893 w 1143"/>
                  <a:gd name="T5" fmla="*/ 89 h 1650"/>
                  <a:gd name="T6" fmla="*/ 841 w 1143"/>
                  <a:gd name="T7" fmla="*/ 55 h 1650"/>
                  <a:gd name="T8" fmla="*/ 757 w 1143"/>
                  <a:gd name="T9" fmla="*/ 21 h 1650"/>
                  <a:gd name="T10" fmla="*/ 668 w 1143"/>
                  <a:gd name="T11" fmla="*/ 3 h 1650"/>
                  <a:gd name="T12" fmla="*/ 610 w 1143"/>
                  <a:gd name="T13" fmla="*/ 0 h 1650"/>
                  <a:gd name="T14" fmla="*/ 525 w 1143"/>
                  <a:gd name="T15" fmla="*/ 10 h 1650"/>
                  <a:gd name="T16" fmla="*/ 599 w 1143"/>
                  <a:gd name="T17" fmla="*/ 22 h 1650"/>
                  <a:gd name="T18" fmla="*/ 675 w 1143"/>
                  <a:gd name="T19" fmla="*/ 46 h 1650"/>
                  <a:gd name="T20" fmla="*/ 776 w 1143"/>
                  <a:gd name="T21" fmla="*/ 87 h 1650"/>
                  <a:gd name="T22" fmla="*/ 836 w 1143"/>
                  <a:gd name="T23" fmla="*/ 120 h 1650"/>
                  <a:gd name="T24" fmla="*/ 883 w 1143"/>
                  <a:gd name="T25" fmla="*/ 156 h 1650"/>
                  <a:gd name="T26" fmla="*/ 927 w 1143"/>
                  <a:gd name="T27" fmla="*/ 198 h 1650"/>
                  <a:gd name="T28" fmla="*/ 985 w 1143"/>
                  <a:gd name="T29" fmla="*/ 274 h 1650"/>
                  <a:gd name="T30" fmla="*/ 1017 w 1143"/>
                  <a:gd name="T31" fmla="*/ 334 h 1650"/>
                  <a:gd name="T32" fmla="*/ 1056 w 1143"/>
                  <a:gd name="T33" fmla="*/ 435 h 1650"/>
                  <a:gd name="T34" fmla="*/ 1074 w 1143"/>
                  <a:gd name="T35" fmla="*/ 509 h 1650"/>
                  <a:gd name="T36" fmla="*/ 1085 w 1143"/>
                  <a:gd name="T37" fmla="*/ 591 h 1650"/>
                  <a:gd name="T38" fmla="*/ 1088 w 1143"/>
                  <a:gd name="T39" fmla="*/ 718 h 1650"/>
                  <a:gd name="T40" fmla="*/ 1081 w 1143"/>
                  <a:gd name="T41" fmla="*/ 804 h 1650"/>
                  <a:gd name="T42" fmla="*/ 1054 w 1143"/>
                  <a:gd name="T43" fmla="*/ 930 h 1650"/>
                  <a:gd name="T44" fmla="*/ 1030 w 1143"/>
                  <a:gd name="T45" fmla="*/ 1013 h 1650"/>
                  <a:gd name="T46" fmla="*/ 998 w 1143"/>
                  <a:gd name="T47" fmla="*/ 1092 h 1650"/>
                  <a:gd name="T48" fmla="*/ 938 w 1143"/>
                  <a:gd name="T49" fmla="*/ 1206 h 1650"/>
                  <a:gd name="T50" fmla="*/ 894 w 1143"/>
                  <a:gd name="T51" fmla="*/ 1275 h 1650"/>
                  <a:gd name="T52" fmla="*/ 816 w 1143"/>
                  <a:gd name="T53" fmla="*/ 1368 h 1650"/>
                  <a:gd name="T54" fmla="*/ 761 w 1143"/>
                  <a:gd name="T55" fmla="*/ 1423 h 1650"/>
                  <a:gd name="T56" fmla="*/ 702 w 1143"/>
                  <a:gd name="T57" fmla="*/ 1470 h 1650"/>
                  <a:gd name="T58" fmla="*/ 609 w 1143"/>
                  <a:gd name="T59" fmla="*/ 1528 h 1650"/>
                  <a:gd name="T60" fmla="*/ 545 w 1143"/>
                  <a:gd name="T61" fmla="*/ 1556 h 1650"/>
                  <a:gd name="T62" fmla="*/ 447 w 1143"/>
                  <a:gd name="T63" fmla="*/ 1584 h 1650"/>
                  <a:gd name="T64" fmla="*/ 382 w 1143"/>
                  <a:gd name="T65" fmla="*/ 1591 h 1650"/>
                  <a:gd name="T66" fmla="*/ 321 w 1143"/>
                  <a:gd name="T67" fmla="*/ 1589 h 1650"/>
                  <a:gd name="T68" fmla="*/ 251 w 1143"/>
                  <a:gd name="T69" fmla="*/ 1577 h 1650"/>
                  <a:gd name="T70" fmla="*/ 165 w 1143"/>
                  <a:gd name="T71" fmla="*/ 1553 h 1650"/>
                  <a:gd name="T72" fmla="*/ 97 w 1143"/>
                  <a:gd name="T73" fmla="*/ 1527 h 1650"/>
                  <a:gd name="T74" fmla="*/ 0 w 1143"/>
                  <a:gd name="T75" fmla="*/ 1477 h 1650"/>
                  <a:gd name="T76" fmla="*/ 43 w 1143"/>
                  <a:gd name="T77" fmla="*/ 1521 h 1650"/>
                  <a:gd name="T78" fmla="*/ 114 w 1143"/>
                  <a:gd name="T79" fmla="*/ 1577 h 1650"/>
                  <a:gd name="T80" fmla="*/ 192 w 1143"/>
                  <a:gd name="T81" fmla="*/ 1617 h 1650"/>
                  <a:gd name="T82" fmla="*/ 252 w 1143"/>
                  <a:gd name="T83" fmla="*/ 1636 h 1650"/>
                  <a:gd name="T84" fmla="*/ 347 w 1143"/>
                  <a:gd name="T85" fmla="*/ 1650 h 1650"/>
                  <a:gd name="T86" fmla="*/ 448 w 1143"/>
                  <a:gd name="T87" fmla="*/ 1643 h 1650"/>
                  <a:gd name="T88" fmla="*/ 520 w 1143"/>
                  <a:gd name="T89" fmla="*/ 1627 h 1650"/>
                  <a:gd name="T90" fmla="*/ 624 w 1143"/>
                  <a:gd name="T91" fmla="*/ 1585 h 1650"/>
                  <a:gd name="T92" fmla="*/ 724 w 1143"/>
                  <a:gd name="T93" fmla="*/ 1524 h 1650"/>
                  <a:gd name="T94" fmla="*/ 789 w 1143"/>
                  <a:gd name="T95" fmla="*/ 1472 h 1650"/>
                  <a:gd name="T96" fmla="*/ 877 w 1143"/>
                  <a:gd name="T97" fmla="*/ 1382 h 1650"/>
                  <a:gd name="T98" fmla="*/ 956 w 1143"/>
                  <a:gd name="T99" fmla="*/ 1276 h 1650"/>
                  <a:gd name="T100" fmla="*/ 1003 w 1143"/>
                  <a:gd name="T101" fmla="*/ 1199 h 1650"/>
                  <a:gd name="T102" fmla="*/ 1063 w 1143"/>
                  <a:gd name="T103" fmla="*/ 1074 h 1650"/>
                  <a:gd name="T104" fmla="*/ 1106 w 1143"/>
                  <a:gd name="T105" fmla="*/ 941 h 1650"/>
                  <a:gd name="T106" fmla="*/ 1126 w 1143"/>
                  <a:gd name="T107" fmla="*/ 851 h 1650"/>
                  <a:gd name="T108" fmla="*/ 1142 w 1143"/>
                  <a:gd name="T109" fmla="*/ 713 h 1650"/>
                  <a:gd name="T110" fmla="*/ 1139 w 1143"/>
                  <a:gd name="T111" fmla="*/ 574 h 1650"/>
                  <a:gd name="T112" fmla="*/ 1126 w 1143"/>
                  <a:gd name="T113" fmla="*/ 487 h 1650"/>
                  <a:gd name="T114" fmla="*/ 1095 w 1143"/>
                  <a:gd name="T115" fmla="*/ 368 h 1650"/>
                  <a:gd name="T116" fmla="*/ 1046 w 1143"/>
                  <a:gd name="T117" fmla="*/ 264 h 16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143" h="1650">
                    <a:moveTo>
                      <a:pt x="1046" y="264"/>
                    </a:moveTo>
                    <a:lnTo>
                      <a:pt x="1046" y="264"/>
                    </a:lnTo>
                    <a:lnTo>
                      <a:pt x="1028" y="234"/>
                    </a:lnTo>
                    <a:lnTo>
                      <a:pt x="1009" y="205"/>
                    </a:lnTo>
                    <a:lnTo>
                      <a:pt x="988" y="179"/>
                    </a:lnTo>
                    <a:lnTo>
                      <a:pt x="966" y="154"/>
                    </a:lnTo>
                    <a:lnTo>
                      <a:pt x="942" y="130"/>
                    </a:lnTo>
                    <a:lnTo>
                      <a:pt x="919" y="108"/>
                    </a:lnTo>
                    <a:lnTo>
                      <a:pt x="893" y="89"/>
                    </a:lnTo>
                    <a:lnTo>
                      <a:pt x="868" y="71"/>
                    </a:lnTo>
                    <a:lnTo>
                      <a:pt x="868" y="71"/>
                    </a:lnTo>
                    <a:lnTo>
                      <a:pt x="841" y="55"/>
                    </a:lnTo>
                    <a:lnTo>
                      <a:pt x="814" y="43"/>
                    </a:lnTo>
                    <a:lnTo>
                      <a:pt x="786" y="30"/>
                    </a:lnTo>
                    <a:lnTo>
                      <a:pt x="757" y="21"/>
                    </a:lnTo>
                    <a:lnTo>
                      <a:pt x="729" y="12"/>
                    </a:lnTo>
                    <a:lnTo>
                      <a:pt x="699" y="7"/>
                    </a:lnTo>
                    <a:lnTo>
                      <a:pt x="668" y="3"/>
                    </a:lnTo>
                    <a:lnTo>
                      <a:pt x="638" y="0"/>
                    </a:lnTo>
                    <a:lnTo>
                      <a:pt x="638" y="0"/>
                    </a:lnTo>
                    <a:lnTo>
                      <a:pt x="610" y="0"/>
                    </a:lnTo>
                    <a:lnTo>
                      <a:pt x="581" y="1"/>
                    </a:lnTo>
                    <a:lnTo>
                      <a:pt x="554" y="4"/>
                    </a:lnTo>
                    <a:lnTo>
                      <a:pt x="525" y="10"/>
                    </a:lnTo>
                    <a:lnTo>
                      <a:pt x="525" y="10"/>
                    </a:lnTo>
                    <a:lnTo>
                      <a:pt x="570" y="17"/>
                    </a:lnTo>
                    <a:lnTo>
                      <a:pt x="599" y="22"/>
                    </a:lnTo>
                    <a:lnTo>
                      <a:pt x="599" y="22"/>
                    </a:lnTo>
                    <a:lnTo>
                      <a:pt x="626" y="30"/>
                    </a:lnTo>
                    <a:lnTo>
                      <a:pt x="675" y="46"/>
                    </a:lnTo>
                    <a:lnTo>
                      <a:pt x="707" y="58"/>
                    </a:lnTo>
                    <a:lnTo>
                      <a:pt x="740" y="72"/>
                    </a:lnTo>
                    <a:lnTo>
                      <a:pt x="776" y="87"/>
                    </a:lnTo>
                    <a:lnTo>
                      <a:pt x="811" y="105"/>
                    </a:lnTo>
                    <a:lnTo>
                      <a:pt x="811" y="105"/>
                    </a:lnTo>
                    <a:lnTo>
                      <a:pt x="836" y="120"/>
                    </a:lnTo>
                    <a:lnTo>
                      <a:pt x="836" y="120"/>
                    </a:lnTo>
                    <a:lnTo>
                      <a:pt x="861" y="137"/>
                    </a:lnTo>
                    <a:lnTo>
                      <a:pt x="883" y="156"/>
                    </a:lnTo>
                    <a:lnTo>
                      <a:pt x="906" y="176"/>
                    </a:lnTo>
                    <a:lnTo>
                      <a:pt x="927" y="198"/>
                    </a:lnTo>
                    <a:lnTo>
                      <a:pt x="927" y="198"/>
                    </a:lnTo>
                    <a:lnTo>
                      <a:pt x="948" y="221"/>
                    </a:lnTo>
                    <a:lnTo>
                      <a:pt x="967" y="246"/>
                    </a:lnTo>
                    <a:lnTo>
                      <a:pt x="985" y="274"/>
                    </a:lnTo>
                    <a:lnTo>
                      <a:pt x="1002" y="303"/>
                    </a:lnTo>
                    <a:lnTo>
                      <a:pt x="1002" y="303"/>
                    </a:lnTo>
                    <a:lnTo>
                      <a:pt x="1017" y="334"/>
                    </a:lnTo>
                    <a:lnTo>
                      <a:pt x="1032" y="365"/>
                    </a:lnTo>
                    <a:lnTo>
                      <a:pt x="1045" y="399"/>
                    </a:lnTo>
                    <a:lnTo>
                      <a:pt x="1056" y="435"/>
                    </a:lnTo>
                    <a:lnTo>
                      <a:pt x="1056" y="435"/>
                    </a:lnTo>
                    <a:lnTo>
                      <a:pt x="1067" y="472"/>
                    </a:lnTo>
                    <a:lnTo>
                      <a:pt x="1074" y="509"/>
                    </a:lnTo>
                    <a:lnTo>
                      <a:pt x="1081" y="550"/>
                    </a:lnTo>
                    <a:lnTo>
                      <a:pt x="1085" y="591"/>
                    </a:lnTo>
                    <a:lnTo>
                      <a:pt x="1085" y="591"/>
                    </a:lnTo>
                    <a:lnTo>
                      <a:pt x="1088" y="634"/>
                    </a:lnTo>
                    <a:lnTo>
                      <a:pt x="1089" y="676"/>
                    </a:lnTo>
                    <a:lnTo>
                      <a:pt x="1088" y="718"/>
                    </a:lnTo>
                    <a:lnTo>
                      <a:pt x="1085" y="761"/>
                    </a:lnTo>
                    <a:lnTo>
                      <a:pt x="1085" y="761"/>
                    </a:lnTo>
                    <a:lnTo>
                      <a:pt x="1081" y="804"/>
                    </a:lnTo>
                    <a:lnTo>
                      <a:pt x="1074" y="847"/>
                    </a:lnTo>
                    <a:lnTo>
                      <a:pt x="1066" y="889"/>
                    </a:lnTo>
                    <a:lnTo>
                      <a:pt x="1054" y="930"/>
                    </a:lnTo>
                    <a:lnTo>
                      <a:pt x="1054" y="930"/>
                    </a:lnTo>
                    <a:lnTo>
                      <a:pt x="1043" y="972"/>
                    </a:lnTo>
                    <a:lnTo>
                      <a:pt x="1030" y="1013"/>
                    </a:lnTo>
                    <a:lnTo>
                      <a:pt x="1014" y="1053"/>
                    </a:lnTo>
                    <a:lnTo>
                      <a:pt x="998" y="1092"/>
                    </a:lnTo>
                    <a:lnTo>
                      <a:pt x="998" y="1092"/>
                    </a:lnTo>
                    <a:lnTo>
                      <a:pt x="980" y="1131"/>
                    </a:lnTo>
                    <a:lnTo>
                      <a:pt x="960" y="1168"/>
                    </a:lnTo>
                    <a:lnTo>
                      <a:pt x="938" y="1206"/>
                    </a:lnTo>
                    <a:lnTo>
                      <a:pt x="916" y="1240"/>
                    </a:lnTo>
                    <a:lnTo>
                      <a:pt x="916" y="1240"/>
                    </a:lnTo>
                    <a:lnTo>
                      <a:pt x="894" y="1275"/>
                    </a:lnTo>
                    <a:lnTo>
                      <a:pt x="869" y="1307"/>
                    </a:lnTo>
                    <a:lnTo>
                      <a:pt x="843" y="1339"/>
                    </a:lnTo>
                    <a:lnTo>
                      <a:pt x="816" y="1368"/>
                    </a:lnTo>
                    <a:lnTo>
                      <a:pt x="816" y="1368"/>
                    </a:lnTo>
                    <a:lnTo>
                      <a:pt x="789" y="1397"/>
                    </a:lnTo>
                    <a:lnTo>
                      <a:pt x="761" y="1423"/>
                    </a:lnTo>
                    <a:lnTo>
                      <a:pt x="732" y="1448"/>
                    </a:lnTo>
                    <a:lnTo>
                      <a:pt x="702" y="1470"/>
                    </a:lnTo>
                    <a:lnTo>
                      <a:pt x="702" y="1470"/>
                    </a:lnTo>
                    <a:lnTo>
                      <a:pt x="671" y="1491"/>
                    </a:lnTo>
                    <a:lnTo>
                      <a:pt x="641" y="1510"/>
                    </a:lnTo>
                    <a:lnTo>
                      <a:pt x="609" y="1528"/>
                    </a:lnTo>
                    <a:lnTo>
                      <a:pt x="577" y="1544"/>
                    </a:lnTo>
                    <a:lnTo>
                      <a:pt x="577" y="1544"/>
                    </a:lnTo>
                    <a:lnTo>
                      <a:pt x="545" y="1556"/>
                    </a:lnTo>
                    <a:lnTo>
                      <a:pt x="512" y="1567"/>
                    </a:lnTo>
                    <a:lnTo>
                      <a:pt x="480" y="1577"/>
                    </a:lnTo>
                    <a:lnTo>
                      <a:pt x="447" y="1584"/>
                    </a:lnTo>
                    <a:lnTo>
                      <a:pt x="447" y="1584"/>
                    </a:lnTo>
                    <a:lnTo>
                      <a:pt x="414" y="1588"/>
                    </a:lnTo>
                    <a:lnTo>
                      <a:pt x="382" y="1591"/>
                    </a:lnTo>
                    <a:lnTo>
                      <a:pt x="352" y="1591"/>
                    </a:lnTo>
                    <a:lnTo>
                      <a:pt x="321" y="1589"/>
                    </a:lnTo>
                    <a:lnTo>
                      <a:pt x="321" y="1589"/>
                    </a:lnTo>
                    <a:lnTo>
                      <a:pt x="285" y="1584"/>
                    </a:lnTo>
                    <a:lnTo>
                      <a:pt x="251" y="1577"/>
                    </a:lnTo>
                    <a:lnTo>
                      <a:pt x="251" y="1577"/>
                    </a:lnTo>
                    <a:lnTo>
                      <a:pt x="224" y="1570"/>
                    </a:lnTo>
                    <a:lnTo>
                      <a:pt x="197" y="1563"/>
                    </a:lnTo>
                    <a:lnTo>
                      <a:pt x="165" y="1553"/>
                    </a:lnTo>
                    <a:lnTo>
                      <a:pt x="133" y="1542"/>
                    </a:lnTo>
                    <a:lnTo>
                      <a:pt x="133" y="1542"/>
                    </a:lnTo>
                    <a:lnTo>
                      <a:pt x="97" y="1527"/>
                    </a:lnTo>
                    <a:lnTo>
                      <a:pt x="62" y="1510"/>
                    </a:lnTo>
                    <a:lnTo>
                      <a:pt x="29" y="1494"/>
                    </a:lnTo>
                    <a:lnTo>
                      <a:pt x="0" y="1477"/>
                    </a:lnTo>
                    <a:lnTo>
                      <a:pt x="0" y="1477"/>
                    </a:lnTo>
                    <a:lnTo>
                      <a:pt x="21" y="1499"/>
                    </a:lnTo>
                    <a:lnTo>
                      <a:pt x="43" y="1521"/>
                    </a:lnTo>
                    <a:lnTo>
                      <a:pt x="65" y="1541"/>
                    </a:lnTo>
                    <a:lnTo>
                      <a:pt x="89" y="1560"/>
                    </a:lnTo>
                    <a:lnTo>
                      <a:pt x="114" y="1577"/>
                    </a:lnTo>
                    <a:lnTo>
                      <a:pt x="138" y="1592"/>
                    </a:lnTo>
                    <a:lnTo>
                      <a:pt x="165" y="1606"/>
                    </a:lnTo>
                    <a:lnTo>
                      <a:pt x="192" y="1617"/>
                    </a:lnTo>
                    <a:lnTo>
                      <a:pt x="192" y="1617"/>
                    </a:lnTo>
                    <a:lnTo>
                      <a:pt x="221" y="1628"/>
                    </a:lnTo>
                    <a:lnTo>
                      <a:pt x="252" y="1636"/>
                    </a:lnTo>
                    <a:lnTo>
                      <a:pt x="282" y="1643"/>
                    </a:lnTo>
                    <a:lnTo>
                      <a:pt x="314" y="1647"/>
                    </a:lnTo>
                    <a:lnTo>
                      <a:pt x="347" y="1650"/>
                    </a:lnTo>
                    <a:lnTo>
                      <a:pt x="381" y="1650"/>
                    </a:lnTo>
                    <a:lnTo>
                      <a:pt x="414" y="1647"/>
                    </a:lnTo>
                    <a:lnTo>
                      <a:pt x="448" y="1643"/>
                    </a:lnTo>
                    <a:lnTo>
                      <a:pt x="448" y="1643"/>
                    </a:lnTo>
                    <a:lnTo>
                      <a:pt x="484" y="1636"/>
                    </a:lnTo>
                    <a:lnTo>
                      <a:pt x="520" y="1627"/>
                    </a:lnTo>
                    <a:lnTo>
                      <a:pt x="555" y="1614"/>
                    </a:lnTo>
                    <a:lnTo>
                      <a:pt x="591" y="1600"/>
                    </a:lnTo>
                    <a:lnTo>
                      <a:pt x="624" y="1585"/>
                    </a:lnTo>
                    <a:lnTo>
                      <a:pt x="659" y="1566"/>
                    </a:lnTo>
                    <a:lnTo>
                      <a:pt x="692" y="1546"/>
                    </a:lnTo>
                    <a:lnTo>
                      <a:pt x="724" y="1524"/>
                    </a:lnTo>
                    <a:lnTo>
                      <a:pt x="724" y="1524"/>
                    </a:lnTo>
                    <a:lnTo>
                      <a:pt x="757" y="1499"/>
                    </a:lnTo>
                    <a:lnTo>
                      <a:pt x="789" y="1472"/>
                    </a:lnTo>
                    <a:lnTo>
                      <a:pt x="819" y="1444"/>
                    </a:lnTo>
                    <a:lnTo>
                      <a:pt x="850" y="1413"/>
                    </a:lnTo>
                    <a:lnTo>
                      <a:pt x="877" y="1382"/>
                    </a:lnTo>
                    <a:lnTo>
                      <a:pt x="905" y="1348"/>
                    </a:lnTo>
                    <a:lnTo>
                      <a:pt x="931" y="1312"/>
                    </a:lnTo>
                    <a:lnTo>
                      <a:pt x="956" y="1276"/>
                    </a:lnTo>
                    <a:lnTo>
                      <a:pt x="956" y="1276"/>
                    </a:lnTo>
                    <a:lnTo>
                      <a:pt x="981" y="1238"/>
                    </a:lnTo>
                    <a:lnTo>
                      <a:pt x="1003" y="1199"/>
                    </a:lnTo>
                    <a:lnTo>
                      <a:pt x="1025" y="1159"/>
                    </a:lnTo>
                    <a:lnTo>
                      <a:pt x="1045" y="1117"/>
                    </a:lnTo>
                    <a:lnTo>
                      <a:pt x="1063" y="1074"/>
                    </a:lnTo>
                    <a:lnTo>
                      <a:pt x="1079" y="1031"/>
                    </a:lnTo>
                    <a:lnTo>
                      <a:pt x="1093" y="987"/>
                    </a:lnTo>
                    <a:lnTo>
                      <a:pt x="1106" y="941"/>
                    </a:lnTo>
                    <a:lnTo>
                      <a:pt x="1106" y="941"/>
                    </a:lnTo>
                    <a:lnTo>
                      <a:pt x="1117" y="897"/>
                    </a:lnTo>
                    <a:lnTo>
                      <a:pt x="1126" y="851"/>
                    </a:lnTo>
                    <a:lnTo>
                      <a:pt x="1133" y="804"/>
                    </a:lnTo>
                    <a:lnTo>
                      <a:pt x="1139" y="759"/>
                    </a:lnTo>
                    <a:lnTo>
                      <a:pt x="1142" y="713"/>
                    </a:lnTo>
                    <a:lnTo>
                      <a:pt x="1143" y="667"/>
                    </a:lnTo>
                    <a:lnTo>
                      <a:pt x="1142" y="620"/>
                    </a:lnTo>
                    <a:lnTo>
                      <a:pt x="1139" y="574"/>
                    </a:lnTo>
                    <a:lnTo>
                      <a:pt x="1139" y="574"/>
                    </a:lnTo>
                    <a:lnTo>
                      <a:pt x="1133" y="530"/>
                    </a:lnTo>
                    <a:lnTo>
                      <a:pt x="1126" y="487"/>
                    </a:lnTo>
                    <a:lnTo>
                      <a:pt x="1118" y="446"/>
                    </a:lnTo>
                    <a:lnTo>
                      <a:pt x="1107" y="407"/>
                    </a:lnTo>
                    <a:lnTo>
                      <a:pt x="1095" y="368"/>
                    </a:lnTo>
                    <a:lnTo>
                      <a:pt x="1079" y="332"/>
                    </a:lnTo>
                    <a:lnTo>
                      <a:pt x="1064" y="298"/>
                    </a:lnTo>
                    <a:lnTo>
                      <a:pt x="1046" y="264"/>
                    </a:lnTo>
                    <a:lnTo>
                      <a:pt x="1046" y="264"/>
                    </a:lnTo>
                    <a:close/>
                  </a:path>
                </a:pathLst>
              </a:custGeom>
              <a:solidFill>
                <a:srgbClr val="B9BB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  <p:sp>
            <p:nvSpPr>
              <p:cNvPr id="35" name="íşlîḋé" descr="7c087c27-dec8-4f2e-a29c-23595c861127"/>
              <p:cNvSpPr/>
              <p:nvPr/>
            </p:nvSpPr>
            <p:spPr bwMode="auto">
              <a:xfrm>
                <a:off x="5840210" y="4208577"/>
                <a:ext cx="395818" cy="582674"/>
              </a:xfrm>
              <a:custGeom>
                <a:avLst/>
                <a:gdLst>
                  <a:gd name="T0" fmla="*/ 579 w 590"/>
                  <a:gd name="T1" fmla="*/ 285 h 869"/>
                  <a:gd name="T2" fmla="*/ 568 w 590"/>
                  <a:gd name="T3" fmla="*/ 250 h 869"/>
                  <a:gd name="T4" fmla="*/ 550 w 590"/>
                  <a:gd name="T5" fmla="*/ 205 h 869"/>
                  <a:gd name="T6" fmla="*/ 540 w 590"/>
                  <a:gd name="T7" fmla="*/ 187 h 869"/>
                  <a:gd name="T8" fmla="*/ 529 w 590"/>
                  <a:gd name="T9" fmla="*/ 167 h 869"/>
                  <a:gd name="T10" fmla="*/ 512 w 590"/>
                  <a:gd name="T11" fmla="*/ 145 h 869"/>
                  <a:gd name="T12" fmla="*/ 496 w 590"/>
                  <a:gd name="T13" fmla="*/ 126 h 869"/>
                  <a:gd name="T14" fmla="*/ 483 w 590"/>
                  <a:gd name="T15" fmla="*/ 115 h 869"/>
                  <a:gd name="T16" fmla="*/ 467 w 590"/>
                  <a:gd name="T17" fmla="*/ 99 h 869"/>
                  <a:gd name="T18" fmla="*/ 450 w 590"/>
                  <a:gd name="T19" fmla="*/ 87 h 869"/>
                  <a:gd name="T20" fmla="*/ 313 w 590"/>
                  <a:gd name="T21" fmla="*/ 0 h 869"/>
                  <a:gd name="T22" fmla="*/ 341 w 590"/>
                  <a:gd name="T23" fmla="*/ 19 h 869"/>
                  <a:gd name="T24" fmla="*/ 359 w 590"/>
                  <a:gd name="T25" fmla="*/ 37 h 869"/>
                  <a:gd name="T26" fmla="*/ 378 w 590"/>
                  <a:gd name="T27" fmla="*/ 58 h 869"/>
                  <a:gd name="T28" fmla="*/ 396 w 590"/>
                  <a:gd name="T29" fmla="*/ 81 h 869"/>
                  <a:gd name="T30" fmla="*/ 413 w 590"/>
                  <a:gd name="T31" fmla="*/ 110 h 869"/>
                  <a:gd name="T32" fmla="*/ 428 w 590"/>
                  <a:gd name="T33" fmla="*/ 144 h 869"/>
                  <a:gd name="T34" fmla="*/ 449 w 590"/>
                  <a:gd name="T35" fmla="*/ 213 h 869"/>
                  <a:gd name="T36" fmla="*/ 457 w 590"/>
                  <a:gd name="T37" fmla="*/ 272 h 869"/>
                  <a:gd name="T38" fmla="*/ 460 w 590"/>
                  <a:gd name="T39" fmla="*/ 329 h 869"/>
                  <a:gd name="T40" fmla="*/ 457 w 590"/>
                  <a:gd name="T41" fmla="*/ 368 h 869"/>
                  <a:gd name="T42" fmla="*/ 451 w 590"/>
                  <a:gd name="T43" fmla="*/ 407 h 869"/>
                  <a:gd name="T44" fmla="*/ 444 w 590"/>
                  <a:gd name="T45" fmla="*/ 444 h 869"/>
                  <a:gd name="T46" fmla="*/ 431 w 590"/>
                  <a:gd name="T47" fmla="*/ 495 h 869"/>
                  <a:gd name="T48" fmla="*/ 403 w 590"/>
                  <a:gd name="T49" fmla="*/ 563 h 869"/>
                  <a:gd name="T50" fmla="*/ 368 w 590"/>
                  <a:gd name="T51" fmla="*/ 630 h 869"/>
                  <a:gd name="T52" fmla="*/ 341 w 590"/>
                  <a:gd name="T53" fmla="*/ 671 h 869"/>
                  <a:gd name="T54" fmla="*/ 319 w 590"/>
                  <a:gd name="T55" fmla="*/ 697 h 869"/>
                  <a:gd name="T56" fmla="*/ 298 w 590"/>
                  <a:gd name="T57" fmla="*/ 721 h 869"/>
                  <a:gd name="T58" fmla="*/ 277 w 590"/>
                  <a:gd name="T59" fmla="*/ 742 h 869"/>
                  <a:gd name="T60" fmla="*/ 249 w 590"/>
                  <a:gd name="T61" fmla="*/ 765 h 869"/>
                  <a:gd name="T62" fmla="*/ 216 w 590"/>
                  <a:gd name="T63" fmla="*/ 790 h 869"/>
                  <a:gd name="T64" fmla="*/ 162 w 590"/>
                  <a:gd name="T65" fmla="*/ 819 h 869"/>
                  <a:gd name="T66" fmla="*/ 133 w 590"/>
                  <a:gd name="T67" fmla="*/ 830 h 869"/>
                  <a:gd name="T68" fmla="*/ 101 w 590"/>
                  <a:gd name="T69" fmla="*/ 840 h 869"/>
                  <a:gd name="T70" fmla="*/ 39 w 590"/>
                  <a:gd name="T71" fmla="*/ 847 h 869"/>
                  <a:gd name="T72" fmla="*/ 211 w 590"/>
                  <a:gd name="T73" fmla="*/ 869 h 869"/>
                  <a:gd name="T74" fmla="*/ 278 w 590"/>
                  <a:gd name="T75" fmla="*/ 857 h 869"/>
                  <a:gd name="T76" fmla="*/ 310 w 590"/>
                  <a:gd name="T77" fmla="*/ 844 h 869"/>
                  <a:gd name="T78" fmla="*/ 356 w 590"/>
                  <a:gd name="T79" fmla="*/ 822 h 869"/>
                  <a:gd name="T80" fmla="*/ 374 w 590"/>
                  <a:gd name="T81" fmla="*/ 810 h 869"/>
                  <a:gd name="T82" fmla="*/ 391 w 590"/>
                  <a:gd name="T83" fmla="*/ 797 h 869"/>
                  <a:gd name="T84" fmla="*/ 408 w 590"/>
                  <a:gd name="T85" fmla="*/ 783 h 869"/>
                  <a:gd name="T86" fmla="*/ 424 w 590"/>
                  <a:gd name="T87" fmla="*/ 771 h 869"/>
                  <a:gd name="T88" fmla="*/ 440 w 590"/>
                  <a:gd name="T89" fmla="*/ 756 h 869"/>
                  <a:gd name="T90" fmla="*/ 454 w 590"/>
                  <a:gd name="T91" fmla="*/ 739 h 869"/>
                  <a:gd name="T92" fmla="*/ 469 w 590"/>
                  <a:gd name="T93" fmla="*/ 722 h 869"/>
                  <a:gd name="T94" fmla="*/ 482 w 590"/>
                  <a:gd name="T95" fmla="*/ 707 h 869"/>
                  <a:gd name="T96" fmla="*/ 494 w 590"/>
                  <a:gd name="T97" fmla="*/ 689 h 869"/>
                  <a:gd name="T98" fmla="*/ 507 w 590"/>
                  <a:gd name="T99" fmla="*/ 670 h 869"/>
                  <a:gd name="T100" fmla="*/ 522 w 590"/>
                  <a:gd name="T101" fmla="*/ 645 h 869"/>
                  <a:gd name="T102" fmla="*/ 534 w 590"/>
                  <a:gd name="T103" fmla="*/ 621 h 869"/>
                  <a:gd name="T104" fmla="*/ 548 w 590"/>
                  <a:gd name="T105" fmla="*/ 591 h 869"/>
                  <a:gd name="T106" fmla="*/ 558 w 590"/>
                  <a:gd name="T107" fmla="*/ 567 h 869"/>
                  <a:gd name="T108" fmla="*/ 568 w 590"/>
                  <a:gd name="T109" fmla="*/ 535 h 869"/>
                  <a:gd name="T110" fmla="*/ 573 w 590"/>
                  <a:gd name="T111" fmla="*/ 513 h 869"/>
                  <a:gd name="T112" fmla="*/ 579 w 590"/>
                  <a:gd name="T113" fmla="*/ 493 h 869"/>
                  <a:gd name="T114" fmla="*/ 583 w 590"/>
                  <a:gd name="T115" fmla="*/ 470 h 869"/>
                  <a:gd name="T116" fmla="*/ 586 w 590"/>
                  <a:gd name="T117" fmla="*/ 448 h 869"/>
                  <a:gd name="T118" fmla="*/ 588 w 590"/>
                  <a:gd name="T119" fmla="*/ 421 h 869"/>
                  <a:gd name="T120" fmla="*/ 590 w 590"/>
                  <a:gd name="T121" fmla="*/ 397 h 869"/>
                  <a:gd name="T122" fmla="*/ 590 w 590"/>
                  <a:gd name="T123" fmla="*/ 368 h 869"/>
                  <a:gd name="T124" fmla="*/ 586 w 590"/>
                  <a:gd name="T125" fmla="*/ 324 h 8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590" h="869">
                    <a:moveTo>
                      <a:pt x="586" y="324"/>
                    </a:moveTo>
                    <a:lnTo>
                      <a:pt x="586" y="324"/>
                    </a:lnTo>
                    <a:lnTo>
                      <a:pt x="584" y="322"/>
                    </a:lnTo>
                    <a:lnTo>
                      <a:pt x="584" y="322"/>
                    </a:lnTo>
                    <a:lnTo>
                      <a:pt x="583" y="306"/>
                    </a:lnTo>
                    <a:lnTo>
                      <a:pt x="583" y="306"/>
                    </a:lnTo>
                    <a:lnTo>
                      <a:pt x="581" y="304"/>
                    </a:lnTo>
                    <a:lnTo>
                      <a:pt x="581" y="304"/>
                    </a:lnTo>
                    <a:lnTo>
                      <a:pt x="581" y="303"/>
                    </a:lnTo>
                    <a:lnTo>
                      <a:pt x="581" y="303"/>
                    </a:lnTo>
                    <a:lnTo>
                      <a:pt x="579" y="286"/>
                    </a:lnTo>
                    <a:lnTo>
                      <a:pt x="579" y="286"/>
                    </a:lnTo>
                    <a:lnTo>
                      <a:pt x="579" y="285"/>
                    </a:lnTo>
                    <a:lnTo>
                      <a:pt x="579" y="285"/>
                    </a:lnTo>
                    <a:lnTo>
                      <a:pt x="575" y="270"/>
                    </a:lnTo>
                    <a:lnTo>
                      <a:pt x="575" y="270"/>
                    </a:lnTo>
                    <a:lnTo>
                      <a:pt x="573" y="268"/>
                    </a:lnTo>
                    <a:lnTo>
                      <a:pt x="573" y="268"/>
                    </a:lnTo>
                    <a:lnTo>
                      <a:pt x="573" y="268"/>
                    </a:lnTo>
                    <a:lnTo>
                      <a:pt x="573" y="268"/>
                    </a:lnTo>
                    <a:lnTo>
                      <a:pt x="570" y="256"/>
                    </a:lnTo>
                    <a:lnTo>
                      <a:pt x="570" y="256"/>
                    </a:lnTo>
                    <a:lnTo>
                      <a:pt x="569" y="253"/>
                    </a:lnTo>
                    <a:lnTo>
                      <a:pt x="569" y="253"/>
                    </a:lnTo>
                    <a:lnTo>
                      <a:pt x="568" y="250"/>
                    </a:lnTo>
                    <a:lnTo>
                      <a:pt x="568" y="250"/>
                    </a:lnTo>
                    <a:lnTo>
                      <a:pt x="563" y="236"/>
                    </a:lnTo>
                    <a:lnTo>
                      <a:pt x="563" y="236"/>
                    </a:lnTo>
                    <a:lnTo>
                      <a:pt x="563" y="235"/>
                    </a:lnTo>
                    <a:lnTo>
                      <a:pt x="563" y="235"/>
                    </a:lnTo>
                    <a:lnTo>
                      <a:pt x="562" y="235"/>
                    </a:lnTo>
                    <a:lnTo>
                      <a:pt x="562" y="235"/>
                    </a:lnTo>
                    <a:lnTo>
                      <a:pt x="557" y="221"/>
                    </a:lnTo>
                    <a:lnTo>
                      <a:pt x="557" y="221"/>
                    </a:lnTo>
                    <a:lnTo>
                      <a:pt x="557" y="220"/>
                    </a:lnTo>
                    <a:lnTo>
                      <a:pt x="557" y="220"/>
                    </a:lnTo>
                    <a:lnTo>
                      <a:pt x="551" y="206"/>
                    </a:lnTo>
                    <a:lnTo>
                      <a:pt x="551" y="206"/>
                    </a:lnTo>
                    <a:lnTo>
                      <a:pt x="550" y="205"/>
                    </a:lnTo>
                    <a:lnTo>
                      <a:pt x="550" y="205"/>
                    </a:lnTo>
                    <a:lnTo>
                      <a:pt x="548" y="203"/>
                    </a:lnTo>
                    <a:lnTo>
                      <a:pt x="548" y="203"/>
                    </a:lnTo>
                    <a:lnTo>
                      <a:pt x="547" y="198"/>
                    </a:lnTo>
                    <a:lnTo>
                      <a:pt x="547" y="198"/>
                    </a:lnTo>
                    <a:lnTo>
                      <a:pt x="545" y="196"/>
                    </a:lnTo>
                    <a:lnTo>
                      <a:pt x="545" y="196"/>
                    </a:lnTo>
                    <a:lnTo>
                      <a:pt x="544" y="193"/>
                    </a:lnTo>
                    <a:lnTo>
                      <a:pt x="544" y="193"/>
                    </a:lnTo>
                    <a:lnTo>
                      <a:pt x="541" y="189"/>
                    </a:lnTo>
                    <a:lnTo>
                      <a:pt x="541" y="189"/>
                    </a:lnTo>
                    <a:lnTo>
                      <a:pt x="540" y="187"/>
                    </a:lnTo>
                    <a:lnTo>
                      <a:pt x="540" y="187"/>
                    </a:lnTo>
                    <a:lnTo>
                      <a:pt x="540" y="185"/>
                    </a:lnTo>
                    <a:lnTo>
                      <a:pt x="540" y="185"/>
                    </a:lnTo>
                    <a:lnTo>
                      <a:pt x="539" y="184"/>
                    </a:lnTo>
                    <a:lnTo>
                      <a:pt x="539" y="184"/>
                    </a:lnTo>
                    <a:lnTo>
                      <a:pt x="539" y="182"/>
                    </a:lnTo>
                    <a:lnTo>
                      <a:pt x="539" y="182"/>
                    </a:lnTo>
                    <a:lnTo>
                      <a:pt x="536" y="178"/>
                    </a:lnTo>
                    <a:lnTo>
                      <a:pt x="536" y="178"/>
                    </a:lnTo>
                    <a:lnTo>
                      <a:pt x="530" y="170"/>
                    </a:lnTo>
                    <a:lnTo>
                      <a:pt x="530" y="170"/>
                    </a:lnTo>
                    <a:lnTo>
                      <a:pt x="529" y="169"/>
                    </a:lnTo>
                    <a:lnTo>
                      <a:pt x="529" y="169"/>
                    </a:lnTo>
                    <a:lnTo>
                      <a:pt x="529" y="167"/>
                    </a:lnTo>
                    <a:lnTo>
                      <a:pt x="529" y="167"/>
                    </a:lnTo>
                    <a:lnTo>
                      <a:pt x="526" y="163"/>
                    </a:lnTo>
                    <a:lnTo>
                      <a:pt x="526" y="163"/>
                    </a:lnTo>
                    <a:lnTo>
                      <a:pt x="522" y="158"/>
                    </a:lnTo>
                    <a:lnTo>
                      <a:pt x="522" y="158"/>
                    </a:lnTo>
                    <a:lnTo>
                      <a:pt x="519" y="153"/>
                    </a:lnTo>
                    <a:lnTo>
                      <a:pt x="519" y="153"/>
                    </a:lnTo>
                    <a:lnTo>
                      <a:pt x="518" y="153"/>
                    </a:lnTo>
                    <a:lnTo>
                      <a:pt x="518" y="153"/>
                    </a:lnTo>
                    <a:lnTo>
                      <a:pt x="516" y="151"/>
                    </a:lnTo>
                    <a:lnTo>
                      <a:pt x="516" y="151"/>
                    </a:lnTo>
                    <a:lnTo>
                      <a:pt x="512" y="145"/>
                    </a:lnTo>
                    <a:lnTo>
                      <a:pt x="512" y="145"/>
                    </a:lnTo>
                    <a:lnTo>
                      <a:pt x="508" y="140"/>
                    </a:lnTo>
                    <a:lnTo>
                      <a:pt x="508" y="140"/>
                    </a:lnTo>
                    <a:lnTo>
                      <a:pt x="508" y="140"/>
                    </a:lnTo>
                    <a:lnTo>
                      <a:pt x="508" y="140"/>
                    </a:lnTo>
                    <a:lnTo>
                      <a:pt x="507" y="140"/>
                    </a:lnTo>
                    <a:lnTo>
                      <a:pt x="507" y="140"/>
                    </a:lnTo>
                    <a:lnTo>
                      <a:pt x="504" y="135"/>
                    </a:lnTo>
                    <a:lnTo>
                      <a:pt x="504" y="135"/>
                    </a:lnTo>
                    <a:lnTo>
                      <a:pt x="500" y="130"/>
                    </a:lnTo>
                    <a:lnTo>
                      <a:pt x="500" y="130"/>
                    </a:lnTo>
                    <a:lnTo>
                      <a:pt x="496" y="127"/>
                    </a:lnTo>
                    <a:lnTo>
                      <a:pt x="496" y="127"/>
                    </a:lnTo>
                    <a:lnTo>
                      <a:pt x="496" y="126"/>
                    </a:lnTo>
                    <a:lnTo>
                      <a:pt x="496" y="126"/>
                    </a:lnTo>
                    <a:lnTo>
                      <a:pt x="496" y="126"/>
                    </a:lnTo>
                    <a:lnTo>
                      <a:pt x="496" y="126"/>
                    </a:lnTo>
                    <a:lnTo>
                      <a:pt x="496" y="126"/>
                    </a:lnTo>
                    <a:lnTo>
                      <a:pt x="496" y="126"/>
                    </a:lnTo>
                    <a:lnTo>
                      <a:pt x="492" y="122"/>
                    </a:lnTo>
                    <a:lnTo>
                      <a:pt x="492" y="122"/>
                    </a:lnTo>
                    <a:lnTo>
                      <a:pt x="487" y="117"/>
                    </a:lnTo>
                    <a:lnTo>
                      <a:pt x="487" y="117"/>
                    </a:lnTo>
                    <a:lnTo>
                      <a:pt x="485" y="115"/>
                    </a:lnTo>
                    <a:lnTo>
                      <a:pt x="485" y="115"/>
                    </a:lnTo>
                    <a:lnTo>
                      <a:pt x="483" y="115"/>
                    </a:lnTo>
                    <a:lnTo>
                      <a:pt x="483" y="115"/>
                    </a:lnTo>
                    <a:lnTo>
                      <a:pt x="483" y="113"/>
                    </a:lnTo>
                    <a:lnTo>
                      <a:pt x="483" y="113"/>
                    </a:lnTo>
                    <a:lnTo>
                      <a:pt x="479" y="109"/>
                    </a:lnTo>
                    <a:lnTo>
                      <a:pt x="479" y="109"/>
                    </a:lnTo>
                    <a:lnTo>
                      <a:pt x="475" y="106"/>
                    </a:lnTo>
                    <a:lnTo>
                      <a:pt x="475" y="106"/>
                    </a:lnTo>
                    <a:lnTo>
                      <a:pt x="471" y="104"/>
                    </a:lnTo>
                    <a:lnTo>
                      <a:pt x="471" y="104"/>
                    </a:lnTo>
                    <a:lnTo>
                      <a:pt x="471" y="102"/>
                    </a:lnTo>
                    <a:lnTo>
                      <a:pt x="471" y="102"/>
                    </a:lnTo>
                    <a:lnTo>
                      <a:pt x="471" y="102"/>
                    </a:lnTo>
                    <a:lnTo>
                      <a:pt x="471" y="102"/>
                    </a:lnTo>
                    <a:lnTo>
                      <a:pt x="467" y="99"/>
                    </a:lnTo>
                    <a:lnTo>
                      <a:pt x="467" y="99"/>
                    </a:lnTo>
                    <a:lnTo>
                      <a:pt x="462" y="97"/>
                    </a:lnTo>
                    <a:lnTo>
                      <a:pt x="462" y="97"/>
                    </a:lnTo>
                    <a:lnTo>
                      <a:pt x="458" y="92"/>
                    </a:lnTo>
                    <a:lnTo>
                      <a:pt x="458" y="92"/>
                    </a:lnTo>
                    <a:lnTo>
                      <a:pt x="458" y="92"/>
                    </a:lnTo>
                    <a:lnTo>
                      <a:pt x="458" y="92"/>
                    </a:lnTo>
                    <a:lnTo>
                      <a:pt x="458" y="92"/>
                    </a:lnTo>
                    <a:lnTo>
                      <a:pt x="458" y="92"/>
                    </a:lnTo>
                    <a:lnTo>
                      <a:pt x="454" y="90"/>
                    </a:lnTo>
                    <a:lnTo>
                      <a:pt x="454" y="90"/>
                    </a:lnTo>
                    <a:lnTo>
                      <a:pt x="450" y="87"/>
                    </a:lnTo>
                    <a:lnTo>
                      <a:pt x="450" y="87"/>
                    </a:lnTo>
                    <a:lnTo>
                      <a:pt x="446" y="84"/>
                    </a:lnTo>
                    <a:lnTo>
                      <a:pt x="446" y="84"/>
                    </a:lnTo>
                    <a:lnTo>
                      <a:pt x="446" y="84"/>
                    </a:lnTo>
                    <a:lnTo>
                      <a:pt x="446" y="84"/>
                    </a:lnTo>
                    <a:lnTo>
                      <a:pt x="444" y="84"/>
                    </a:lnTo>
                    <a:lnTo>
                      <a:pt x="444" y="84"/>
                    </a:lnTo>
                    <a:lnTo>
                      <a:pt x="444" y="84"/>
                    </a:lnTo>
                    <a:lnTo>
                      <a:pt x="444" y="84"/>
                    </a:lnTo>
                    <a:lnTo>
                      <a:pt x="444" y="84"/>
                    </a:lnTo>
                    <a:lnTo>
                      <a:pt x="444" y="83"/>
                    </a:lnTo>
                    <a:lnTo>
                      <a:pt x="444" y="83"/>
                    </a:lnTo>
                    <a:lnTo>
                      <a:pt x="313" y="0"/>
                    </a:lnTo>
                    <a:lnTo>
                      <a:pt x="313" y="0"/>
                    </a:lnTo>
                    <a:lnTo>
                      <a:pt x="320" y="4"/>
                    </a:lnTo>
                    <a:lnTo>
                      <a:pt x="320" y="4"/>
                    </a:lnTo>
                    <a:lnTo>
                      <a:pt x="321" y="5"/>
                    </a:lnTo>
                    <a:lnTo>
                      <a:pt x="321" y="5"/>
                    </a:lnTo>
                    <a:lnTo>
                      <a:pt x="327" y="9"/>
                    </a:lnTo>
                    <a:lnTo>
                      <a:pt x="327" y="9"/>
                    </a:lnTo>
                    <a:lnTo>
                      <a:pt x="327" y="9"/>
                    </a:lnTo>
                    <a:lnTo>
                      <a:pt x="327" y="9"/>
                    </a:lnTo>
                    <a:lnTo>
                      <a:pt x="334" y="14"/>
                    </a:lnTo>
                    <a:lnTo>
                      <a:pt x="334" y="14"/>
                    </a:lnTo>
                    <a:lnTo>
                      <a:pt x="335" y="15"/>
                    </a:lnTo>
                    <a:lnTo>
                      <a:pt x="335" y="15"/>
                    </a:lnTo>
                    <a:lnTo>
                      <a:pt x="341" y="19"/>
                    </a:lnTo>
                    <a:lnTo>
                      <a:pt x="341" y="19"/>
                    </a:lnTo>
                    <a:lnTo>
                      <a:pt x="341" y="20"/>
                    </a:lnTo>
                    <a:lnTo>
                      <a:pt x="341" y="20"/>
                    </a:lnTo>
                    <a:lnTo>
                      <a:pt x="346" y="25"/>
                    </a:lnTo>
                    <a:lnTo>
                      <a:pt x="346" y="25"/>
                    </a:lnTo>
                    <a:lnTo>
                      <a:pt x="348" y="26"/>
                    </a:lnTo>
                    <a:lnTo>
                      <a:pt x="348" y="26"/>
                    </a:lnTo>
                    <a:lnTo>
                      <a:pt x="353" y="32"/>
                    </a:lnTo>
                    <a:lnTo>
                      <a:pt x="353" y="32"/>
                    </a:lnTo>
                    <a:lnTo>
                      <a:pt x="355" y="32"/>
                    </a:lnTo>
                    <a:lnTo>
                      <a:pt x="355" y="32"/>
                    </a:lnTo>
                    <a:lnTo>
                      <a:pt x="359" y="37"/>
                    </a:lnTo>
                    <a:lnTo>
                      <a:pt x="359" y="37"/>
                    </a:lnTo>
                    <a:lnTo>
                      <a:pt x="360" y="38"/>
                    </a:lnTo>
                    <a:lnTo>
                      <a:pt x="360" y="38"/>
                    </a:lnTo>
                    <a:lnTo>
                      <a:pt x="366" y="44"/>
                    </a:lnTo>
                    <a:lnTo>
                      <a:pt x="366" y="44"/>
                    </a:lnTo>
                    <a:lnTo>
                      <a:pt x="367" y="45"/>
                    </a:lnTo>
                    <a:lnTo>
                      <a:pt x="367" y="45"/>
                    </a:lnTo>
                    <a:lnTo>
                      <a:pt x="371" y="50"/>
                    </a:lnTo>
                    <a:lnTo>
                      <a:pt x="371" y="50"/>
                    </a:lnTo>
                    <a:lnTo>
                      <a:pt x="373" y="51"/>
                    </a:lnTo>
                    <a:lnTo>
                      <a:pt x="373" y="51"/>
                    </a:lnTo>
                    <a:lnTo>
                      <a:pt x="377" y="56"/>
                    </a:lnTo>
                    <a:lnTo>
                      <a:pt x="377" y="56"/>
                    </a:lnTo>
                    <a:lnTo>
                      <a:pt x="378" y="58"/>
                    </a:lnTo>
                    <a:lnTo>
                      <a:pt x="378" y="58"/>
                    </a:lnTo>
                    <a:lnTo>
                      <a:pt x="384" y="65"/>
                    </a:lnTo>
                    <a:lnTo>
                      <a:pt x="384" y="65"/>
                    </a:lnTo>
                    <a:lnTo>
                      <a:pt x="385" y="68"/>
                    </a:lnTo>
                    <a:lnTo>
                      <a:pt x="385" y="68"/>
                    </a:lnTo>
                    <a:lnTo>
                      <a:pt x="389" y="72"/>
                    </a:lnTo>
                    <a:lnTo>
                      <a:pt x="389" y="72"/>
                    </a:lnTo>
                    <a:lnTo>
                      <a:pt x="391" y="74"/>
                    </a:lnTo>
                    <a:lnTo>
                      <a:pt x="391" y="74"/>
                    </a:lnTo>
                    <a:lnTo>
                      <a:pt x="393" y="79"/>
                    </a:lnTo>
                    <a:lnTo>
                      <a:pt x="393" y="79"/>
                    </a:lnTo>
                    <a:lnTo>
                      <a:pt x="396" y="81"/>
                    </a:lnTo>
                    <a:lnTo>
                      <a:pt x="396" y="81"/>
                    </a:lnTo>
                    <a:lnTo>
                      <a:pt x="399" y="86"/>
                    </a:lnTo>
                    <a:lnTo>
                      <a:pt x="399" y="86"/>
                    </a:lnTo>
                    <a:lnTo>
                      <a:pt x="400" y="90"/>
                    </a:lnTo>
                    <a:lnTo>
                      <a:pt x="400" y="90"/>
                    </a:lnTo>
                    <a:lnTo>
                      <a:pt x="402" y="92"/>
                    </a:lnTo>
                    <a:lnTo>
                      <a:pt x="402" y="92"/>
                    </a:lnTo>
                    <a:lnTo>
                      <a:pt x="406" y="98"/>
                    </a:lnTo>
                    <a:lnTo>
                      <a:pt x="406" y="98"/>
                    </a:lnTo>
                    <a:lnTo>
                      <a:pt x="407" y="101"/>
                    </a:lnTo>
                    <a:lnTo>
                      <a:pt x="407" y="101"/>
                    </a:lnTo>
                    <a:lnTo>
                      <a:pt x="410" y="106"/>
                    </a:lnTo>
                    <a:lnTo>
                      <a:pt x="410" y="106"/>
                    </a:lnTo>
                    <a:lnTo>
                      <a:pt x="413" y="110"/>
                    </a:lnTo>
                    <a:lnTo>
                      <a:pt x="413" y="110"/>
                    </a:lnTo>
                    <a:lnTo>
                      <a:pt x="415" y="116"/>
                    </a:lnTo>
                    <a:lnTo>
                      <a:pt x="415" y="116"/>
                    </a:lnTo>
                    <a:lnTo>
                      <a:pt x="417" y="119"/>
                    </a:lnTo>
                    <a:lnTo>
                      <a:pt x="417" y="119"/>
                    </a:lnTo>
                    <a:lnTo>
                      <a:pt x="420" y="124"/>
                    </a:lnTo>
                    <a:lnTo>
                      <a:pt x="420" y="124"/>
                    </a:lnTo>
                    <a:lnTo>
                      <a:pt x="421" y="128"/>
                    </a:lnTo>
                    <a:lnTo>
                      <a:pt x="421" y="128"/>
                    </a:lnTo>
                    <a:lnTo>
                      <a:pt x="428" y="142"/>
                    </a:lnTo>
                    <a:lnTo>
                      <a:pt x="428" y="142"/>
                    </a:lnTo>
                    <a:lnTo>
                      <a:pt x="428" y="144"/>
                    </a:lnTo>
                    <a:lnTo>
                      <a:pt x="428" y="144"/>
                    </a:lnTo>
                    <a:lnTo>
                      <a:pt x="433" y="158"/>
                    </a:lnTo>
                    <a:lnTo>
                      <a:pt x="433" y="158"/>
                    </a:lnTo>
                    <a:lnTo>
                      <a:pt x="435" y="160"/>
                    </a:lnTo>
                    <a:lnTo>
                      <a:pt x="435" y="160"/>
                    </a:lnTo>
                    <a:lnTo>
                      <a:pt x="439" y="175"/>
                    </a:lnTo>
                    <a:lnTo>
                      <a:pt x="439" y="175"/>
                    </a:lnTo>
                    <a:lnTo>
                      <a:pt x="440" y="178"/>
                    </a:lnTo>
                    <a:lnTo>
                      <a:pt x="440" y="178"/>
                    </a:lnTo>
                    <a:lnTo>
                      <a:pt x="444" y="193"/>
                    </a:lnTo>
                    <a:lnTo>
                      <a:pt x="444" y="193"/>
                    </a:lnTo>
                    <a:lnTo>
                      <a:pt x="444" y="196"/>
                    </a:lnTo>
                    <a:lnTo>
                      <a:pt x="444" y="196"/>
                    </a:lnTo>
                    <a:lnTo>
                      <a:pt x="449" y="213"/>
                    </a:lnTo>
                    <a:lnTo>
                      <a:pt x="449" y="213"/>
                    </a:lnTo>
                    <a:lnTo>
                      <a:pt x="449" y="214"/>
                    </a:lnTo>
                    <a:lnTo>
                      <a:pt x="449" y="214"/>
                    </a:lnTo>
                    <a:lnTo>
                      <a:pt x="453" y="231"/>
                    </a:lnTo>
                    <a:lnTo>
                      <a:pt x="453" y="231"/>
                    </a:lnTo>
                    <a:lnTo>
                      <a:pt x="453" y="234"/>
                    </a:lnTo>
                    <a:lnTo>
                      <a:pt x="453" y="234"/>
                    </a:lnTo>
                    <a:lnTo>
                      <a:pt x="456" y="252"/>
                    </a:lnTo>
                    <a:lnTo>
                      <a:pt x="456" y="252"/>
                    </a:lnTo>
                    <a:lnTo>
                      <a:pt x="456" y="254"/>
                    </a:lnTo>
                    <a:lnTo>
                      <a:pt x="456" y="254"/>
                    </a:lnTo>
                    <a:lnTo>
                      <a:pt x="457" y="272"/>
                    </a:lnTo>
                    <a:lnTo>
                      <a:pt x="457" y="272"/>
                    </a:lnTo>
                    <a:lnTo>
                      <a:pt x="458" y="286"/>
                    </a:lnTo>
                    <a:lnTo>
                      <a:pt x="458" y="286"/>
                    </a:lnTo>
                    <a:lnTo>
                      <a:pt x="458" y="290"/>
                    </a:lnTo>
                    <a:lnTo>
                      <a:pt x="458" y="290"/>
                    </a:lnTo>
                    <a:lnTo>
                      <a:pt x="458" y="300"/>
                    </a:lnTo>
                    <a:lnTo>
                      <a:pt x="458" y="300"/>
                    </a:lnTo>
                    <a:lnTo>
                      <a:pt x="460" y="304"/>
                    </a:lnTo>
                    <a:lnTo>
                      <a:pt x="460" y="304"/>
                    </a:lnTo>
                    <a:lnTo>
                      <a:pt x="460" y="315"/>
                    </a:lnTo>
                    <a:lnTo>
                      <a:pt x="460" y="315"/>
                    </a:lnTo>
                    <a:lnTo>
                      <a:pt x="460" y="318"/>
                    </a:lnTo>
                    <a:lnTo>
                      <a:pt x="460" y="318"/>
                    </a:lnTo>
                    <a:lnTo>
                      <a:pt x="460" y="329"/>
                    </a:lnTo>
                    <a:lnTo>
                      <a:pt x="460" y="329"/>
                    </a:lnTo>
                    <a:lnTo>
                      <a:pt x="458" y="332"/>
                    </a:lnTo>
                    <a:lnTo>
                      <a:pt x="458" y="332"/>
                    </a:lnTo>
                    <a:lnTo>
                      <a:pt x="458" y="342"/>
                    </a:lnTo>
                    <a:lnTo>
                      <a:pt x="458" y="342"/>
                    </a:lnTo>
                    <a:lnTo>
                      <a:pt x="458" y="344"/>
                    </a:lnTo>
                    <a:lnTo>
                      <a:pt x="458" y="344"/>
                    </a:lnTo>
                    <a:lnTo>
                      <a:pt x="458" y="355"/>
                    </a:lnTo>
                    <a:lnTo>
                      <a:pt x="458" y="355"/>
                    </a:lnTo>
                    <a:lnTo>
                      <a:pt x="457" y="358"/>
                    </a:lnTo>
                    <a:lnTo>
                      <a:pt x="457" y="358"/>
                    </a:lnTo>
                    <a:lnTo>
                      <a:pt x="457" y="368"/>
                    </a:lnTo>
                    <a:lnTo>
                      <a:pt x="457" y="368"/>
                    </a:lnTo>
                    <a:lnTo>
                      <a:pt x="457" y="371"/>
                    </a:lnTo>
                    <a:lnTo>
                      <a:pt x="457" y="371"/>
                    </a:lnTo>
                    <a:lnTo>
                      <a:pt x="456" y="382"/>
                    </a:lnTo>
                    <a:lnTo>
                      <a:pt x="456" y="382"/>
                    </a:lnTo>
                    <a:lnTo>
                      <a:pt x="456" y="383"/>
                    </a:lnTo>
                    <a:lnTo>
                      <a:pt x="456" y="383"/>
                    </a:lnTo>
                    <a:lnTo>
                      <a:pt x="454" y="390"/>
                    </a:lnTo>
                    <a:lnTo>
                      <a:pt x="454" y="390"/>
                    </a:lnTo>
                    <a:lnTo>
                      <a:pt x="454" y="394"/>
                    </a:lnTo>
                    <a:lnTo>
                      <a:pt x="454" y="394"/>
                    </a:lnTo>
                    <a:lnTo>
                      <a:pt x="453" y="401"/>
                    </a:lnTo>
                    <a:lnTo>
                      <a:pt x="453" y="401"/>
                    </a:lnTo>
                    <a:lnTo>
                      <a:pt x="451" y="407"/>
                    </a:lnTo>
                    <a:lnTo>
                      <a:pt x="451" y="407"/>
                    </a:lnTo>
                    <a:lnTo>
                      <a:pt x="451" y="412"/>
                    </a:lnTo>
                    <a:lnTo>
                      <a:pt x="451" y="412"/>
                    </a:lnTo>
                    <a:lnTo>
                      <a:pt x="450" y="418"/>
                    </a:lnTo>
                    <a:lnTo>
                      <a:pt x="450" y="418"/>
                    </a:lnTo>
                    <a:lnTo>
                      <a:pt x="449" y="423"/>
                    </a:lnTo>
                    <a:lnTo>
                      <a:pt x="449" y="423"/>
                    </a:lnTo>
                    <a:lnTo>
                      <a:pt x="447" y="433"/>
                    </a:lnTo>
                    <a:lnTo>
                      <a:pt x="447" y="433"/>
                    </a:lnTo>
                    <a:lnTo>
                      <a:pt x="446" y="437"/>
                    </a:lnTo>
                    <a:lnTo>
                      <a:pt x="446" y="437"/>
                    </a:lnTo>
                    <a:lnTo>
                      <a:pt x="444" y="444"/>
                    </a:lnTo>
                    <a:lnTo>
                      <a:pt x="444" y="444"/>
                    </a:lnTo>
                    <a:lnTo>
                      <a:pt x="443" y="448"/>
                    </a:lnTo>
                    <a:lnTo>
                      <a:pt x="443" y="448"/>
                    </a:lnTo>
                    <a:lnTo>
                      <a:pt x="442" y="458"/>
                    </a:lnTo>
                    <a:lnTo>
                      <a:pt x="442" y="458"/>
                    </a:lnTo>
                    <a:lnTo>
                      <a:pt x="440" y="458"/>
                    </a:lnTo>
                    <a:lnTo>
                      <a:pt x="440" y="458"/>
                    </a:lnTo>
                    <a:lnTo>
                      <a:pt x="438" y="469"/>
                    </a:lnTo>
                    <a:lnTo>
                      <a:pt x="438" y="469"/>
                    </a:lnTo>
                    <a:lnTo>
                      <a:pt x="438" y="472"/>
                    </a:lnTo>
                    <a:lnTo>
                      <a:pt x="438" y="472"/>
                    </a:lnTo>
                    <a:lnTo>
                      <a:pt x="431" y="494"/>
                    </a:lnTo>
                    <a:lnTo>
                      <a:pt x="431" y="494"/>
                    </a:lnTo>
                    <a:lnTo>
                      <a:pt x="431" y="495"/>
                    </a:lnTo>
                    <a:lnTo>
                      <a:pt x="431" y="495"/>
                    </a:lnTo>
                    <a:lnTo>
                      <a:pt x="422" y="517"/>
                    </a:lnTo>
                    <a:lnTo>
                      <a:pt x="422" y="517"/>
                    </a:lnTo>
                    <a:lnTo>
                      <a:pt x="422" y="519"/>
                    </a:lnTo>
                    <a:lnTo>
                      <a:pt x="422" y="519"/>
                    </a:lnTo>
                    <a:lnTo>
                      <a:pt x="413" y="541"/>
                    </a:lnTo>
                    <a:lnTo>
                      <a:pt x="413" y="541"/>
                    </a:lnTo>
                    <a:lnTo>
                      <a:pt x="413" y="542"/>
                    </a:lnTo>
                    <a:lnTo>
                      <a:pt x="413" y="542"/>
                    </a:lnTo>
                    <a:lnTo>
                      <a:pt x="413" y="542"/>
                    </a:lnTo>
                    <a:lnTo>
                      <a:pt x="413" y="542"/>
                    </a:lnTo>
                    <a:lnTo>
                      <a:pt x="403" y="563"/>
                    </a:lnTo>
                    <a:lnTo>
                      <a:pt x="403" y="563"/>
                    </a:lnTo>
                    <a:lnTo>
                      <a:pt x="403" y="566"/>
                    </a:lnTo>
                    <a:lnTo>
                      <a:pt x="403" y="566"/>
                    </a:lnTo>
                    <a:lnTo>
                      <a:pt x="393" y="585"/>
                    </a:lnTo>
                    <a:lnTo>
                      <a:pt x="393" y="585"/>
                    </a:lnTo>
                    <a:lnTo>
                      <a:pt x="392" y="587"/>
                    </a:lnTo>
                    <a:lnTo>
                      <a:pt x="392" y="587"/>
                    </a:lnTo>
                    <a:lnTo>
                      <a:pt x="381" y="607"/>
                    </a:lnTo>
                    <a:lnTo>
                      <a:pt x="381" y="607"/>
                    </a:lnTo>
                    <a:lnTo>
                      <a:pt x="381" y="609"/>
                    </a:lnTo>
                    <a:lnTo>
                      <a:pt x="381" y="609"/>
                    </a:lnTo>
                    <a:lnTo>
                      <a:pt x="368" y="630"/>
                    </a:lnTo>
                    <a:lnTo>
                      <a:pt x="368" y="630"/>
                    </a:lnTo>
                    <a:lnTo>
                      <a:pt x="368" y="630"/>
                    </a:lnTo>
                    <a:lnTo>
                      <a:pt x="368" y="630"/>
                    </a:lnTo>
                    <a:lnTo>
                      <a:pt x="355" y="650"/>
                    </a:lnTo>
                    <a:lnTo>
                      <a:pt x="355" y="650"/>
                    </a:lnTo>
                    <a:lnTo>
                      <a:pt x="355" y="650"/>
                    </a:lnTo>
                    <a:lnTo>
                      <a:pt x="355" y="650"/>
                    </a:lnTo>
                    <a:lnTo>
                      <a:pt x="355" y="650"/>
                    </a:lnTo>
                    <a:lnTo>
                      <a:pt x="349" y="659"/>
                    </a:lnTo>
                    <a:lnTo>
                      <a:pt x="349" y="659"/>
                    </a:lnTo>
                    <a:lnTo>
                      <a:pt x="348" y="660"/>
                    </a:lnTo>
                    <a:lnTo>
                      <a:pt x="348" y="660"/>
                    </a:lnTo>
                    <a:lnTo>
                      <a:pt x="342" y="668"/>
                    </a:lnTo>
                    <a:lnTo>
                      <a:pt x="342" y="668"/>
                    </a:lnTo>
                    <a:lnTo>
                      <a:pt x="341" y="671"/>
                    </a:lnTo>
                    <a:lnTo>
                      <a:pt x="341" y="671"/>
                    </a:lnTo>
                    <a:lnTo>
                      <a:pt x="335" y="677"/>
                    </a:lnTo>
                    <a:lnTo>
                      <a:pt x="335" y="677"/>
                    </a:lnTo>
                    <a:lnTo>
                      <a:pt x="334" y="679"/>
                    </a:lnTo>
                    <a:lnTo>
                      <a:pt x="334" y="679"/>
                    </a:lnTo>
                    <a:lnTo>
                      <a:pt x="327" y="688"/>
                    </a:lnTo>
                    <a:lnTo>
                      <a:pt x="327" y="688"/>
                    </a:lnTo>
                    <a:lnTo>
                      <a:pt x="325" y="689"/>
                    </a:lnTo>
                    <a:lnTo>
                      <a:pt x="325" y="689"/>
                    </a:lnTo>
                    <a:lnTo>
                      <a:pt x="320" y="696"/>
                    </a:lnTo>
                    <a:lnTo>
                      <a:pt x="320" y="696"/>
                    </a:lnTo>
                    <a:lnTo>
                      <a:pt x="319" y="697"/>
                    </a:lnTo>
                    <a:lnTo>
                      <a:pt x="319" y="697"/>
                    </a:lnTo>
                    <a:lnTo>
                      <a:pt x="319" y="699"/>
                    </a:lnTo>
                    <a:lnTo>
                      <a:pt x="319" y="699"/>
                    </a:lnTo>
                    <a:lnTo>
                      <a:pt x="313" y="704"/>
                    </a:lnTo>
                    <a:lnTo>
                      <a:pt x="313" y="704"/>
                    </a:lnTo>
                    <a:lnTo>
                      <a:pt x="310" y="707"/>
                    </a:lnTo>
                    <a:lnTo>
                      <a:pt x="310" y="707"/>
                    </a:lnTo>
                    <a:lnTo>
                      <a:pt x="306" y="713"/>
                    </a:lnTo>
                    <a:lnTo>
                      <a:pt x="306" y="713"/>
                    </a:lnTo>
                    <a:lnTo>
                      <a:pt x="303" y="715"/>
                    </a:lnTo>
                    <a:lnTo>
                      <a:pt x="303" y="715"/>
                    </a:lnTo>
                    <a:lnTo>
                      <a:pt x="303" y="715"/>
                    </a:lnTo>
                    <a:lnTo>
                      <a:pt x="303" y="715"/>
                    </a:lnTo>
                    <a:lnTo>
                      <a:pt x="298" y="721"/>
                    </a:lnTo>
                    <a:lnTo>
                      <a:pt x="298" y="721"/>
                    </a:lnTo>
                    <a:lnTo>
                      <a:pt x="294" y="725"/>
                    </a:lnTo>
                    <a:lnTo>
                      <a:pt x="294" y="725"/>
                    </a:lnTo>
                    <a:lnTo>
                      <a:pt x="289" y="729"/>
                    </a:lnTo>
                    <a:lnTo>
                      <a:pt x="289" y="729"/>
                    </a:lnTo>
                    <a:lnTo>
                      <a:pt x="287" y="732"/>
                    </a:lnTo>
                    <a:lnTo>
                      <a:pt x="287" y="732"/>
                    </a:lnTo>
                    <a:lnTo>
                      <a:pt x="281" y="739"/>
                    </a:lnTo>
                    <a:lnTo>
                      <a:pt x="281" y="739"/>
                    </a:lnTo>
                    <a:lnTo>
                      <a:pt x="280" y="739"/>
                    </a:lnTo>
                    <a:lnTo>
                      <a:pt x="280" y="739"/>
                    </a:lnTo>
                    <a:lnTo>
                      <a:pt x="277" y="742"/>
                    </a:lnTo>
                    <a:lnTo>
                      <a:pt x="277" y="742"/>
                    </a:lnTo>
                    <a:lnTo>
                      <a:pt x="273" y="744"/>
                    </a:lnTo>
                    <a:lnTo>
                      <a:pt x="273" y="744"/>
                    </a:lnTo>
                    <a:lnTo>
                      <a:pt x="269" y="749"/>
                    </a:lnTo>
                    <a:lnTo>
                      <a:pt x="269" y="749"/>
                    </a:lnTo>
                    <a:lnTo>
                      <a:pt x="266" y="751"/>
                    </a:lnTo>
                    <a:lnTo>
                      <a:pt x="266" y="751"/>
                    </a:lnTo>
                    <a:lnTo>
                      <a:pt x="262" y="756"/>
                    </a:lnTo>
                    <a:lnTo>
                      <a:pt x="262" y="756"/>
                    </a:lnTo>
                    <a:lnTo>
                      <a:pt x="258" y="760"/>
                    </a:lnTo>
                    <a:lnTo>
                      <a:pt x="258" y="760"/>
                    </a:lnTo>
                    <a:lnTo>
                      <a:pt x="254" y="762"/>
                    </a:lnTo>
                    <a:lnTo>
                      <a:pt x="254" y="762"/>
                    </a:lnTo>
                    <a:lnTo>
                      <a:pt x="249" y="765"/>
                    </a:lnTo>
                    <a:lnTo>
                      <a:pt x="249" y="765"/>
                    </a:lnTo>
                    <a:lnTo>
                      <a:pt x="245" y="768"/>
                    </a:lnTo>
                    <a:lnTo>
                      <a:pt x="245" y="768"/>
                    </a:lnTo>
                    <a:lnTo>
                      <a:pt x="237" y="775"/>
                    </a:lnTo>
                    <a:lnTo>
                      <a:pt x="237" y="775"/>
                    </a:lnTo>
                    <a:lnTo>
                      <a:pt x="227" y="782"/>
                    </a:lnTo>
                    <a:lnTo>
                      <a:pt x="227" y="782"/>
                    </a:lnTo>
                    <a:lnTo>
                      <a:pt x="226" y="783"/>
                    </a:lnTo>
                    <a:lnTo>
                      <a:pt x="226" y="783"/>
                    </a:lnTo>
                    <a:lnTo>
                      <a:pt x="219" y="787"/>
                    </a:lnTo>
                    <a:lnTo>
                      <a:pt x="219" y="787"/>
                    </a:lnTo>
                    <a:lnTo>
                      <a:pt x="216" y="790"/>
                    </a:lnTo>
                    <a:lnTo>
                      <a:pt x="216" y="790"/>
                    </a:lnTo>
                    <a:lnTo>
                      <a:pt x="209" y="794"/>
                    </a:lnTo>
                    <a:lnTo>
                      <a:pt x="209" y="794"/>
                    </a:lnTo>
                    <a:lnTo>
                      <a:pt x="208" y="796"/>
                    </a:lnTo>
                    <a:lnTo>
                      <a:pt x="208" y="796"/>
                    </a:lnTo>
                    <a:lnTo>
                      <a:pt x="177" y="812"/>
                    </a:lnTo>
                    <a:lnTo>
                      <a:pt x="177" y="812"/>
                    </a:lnTo>
                    <a:lnTo>
                      <a:pt x="176" y="812"/>
                    </a:lnTo>
                    <a:lnTo>
                      <a:pt x="176" y="812"/>
                    </a:lnTo>
                    <a:lnTo>
                      <a:pt x="172" y="815"/>
                    </a:lnTo>
                    <a:lnTo>
                      <a:pt x="172" y="815"/>
                    </a:lnTo>
                    <a:lnTo>
                      <a:pt x="168" y="816"/>
                    </a:lnTo>
                    <a:lnTo>
                      <a:pt x="168" y="816"/>
                    </a:lnTo>
                    <a:lnTo>
                      <a:pt x="162" y="819"/>
                    </a:lnTo>
                    <a:lnTo>
                      <a:pt x="162" y="819"/>
                    </a:lnTo>
                    <a:lnTo>
                      <a:pt x="158" y="821"/>
                    </a:lnTo>
                    <a:lnTo>
                      <a:pt x="158" y="821"/>
                    </a:lnTo>
                    <a:lnTo>
                      <a:pt x="154" y="823"/>
                    </a:lnTo>
                    <a:lnTo>
                      <a:pt x="154" y="823"/>
                    </a:lnTo>
                    <a:lnTo>
                      <a:pt x="150" y="825"/>
                    </a:lnTo>
                    <a:lnTo>
                      <a:pt x="150" y="825"/>
                    </a:lnTo>
                    <a:lnTo>
                      <a:pt x="146" y="826"/>
                    </a:lnTo>
                    <a:lnTo>
                      <a:pt x="146" y="826"/>
                    </a:lnTo>
                    <a:lnTo>
                      <a:pt x="141" y="828"/>
                    </a:lnTo>
                    <a:lnTo>
                      <a:pt x="141" y="828"/>
                    </a:lnTo>
                    <a:lnTo>
                      <a:pt x="133" y="830"/>
                    </a:lnTo>
                    <a:lnTo>
                      <a:pt x="133" y="830"/>
                    </a:lnTo>
                    <a:lnTo>
                      <a:pt x="128" y="832"/>
                    </a:lnTo>
                    <a:lnTo>
                      <a:pt x="128" y="832"/>
                    </a:lnTo>
                    <a:lnTo>
                      <a:pt x="123" y="833"/>
                    </a:lnTo>
                    <a:lnTo>
                      <a:pt x="123" y="833"/>
                    </a:lnTo>
                    <a:lnTo>
                      <a:pt x="119" y="834"/>
                    </a:lnTo>
                    <a:lnTo>
                      <a:pt x="119" y="834"/>
                    </a:lnTo>
                    <a:lnTo>
                      <a:pt x="115" y="836"/>
                    </a:lnTo>
                    <a:lnTo>
                      <a:pt x="115" y="836"/>
                    </a:lnTo>
                    <a:lnTo>
                      <a:pt x="110" y="837"/>
                    </a:lnTo>
                    <a:lnTo>
                      <a:pt x="110" y="837"/>
                    </a:lnTo>
                    <a:lnTo>
                      <a:pt x="105" y="839"/>
                    </a:lnTo>
                    <a:lnTo>
                      <a:pt x="105" y="839"/>
                    </a:lnTo>
                    <a:lnTo>
                      <a:pt x="101" y="840"/>
                    </a:lnTo>
                    <a:lnTo>
                      <a:pt x="101" y="840"/>
                    </a:lnTo>
                    <a:lnTo>
                      <a:pt x="97" y="840"/>
                    </a:lnTo>
                    <a:lnTo>
                      <a:pt x="97" y="840"/>
                    </a:lnTo>
                    <a:lnTo>
                      <a:pt x="92" y="841"/>
                    </a:lnTo>
                    <a:lnTo>
                      <a:pt x="92" y="841"/>
                    </a:lnTo>
                    <a:lnTo>
                      <a:pt x="87" y="843"/>
                    </a:lnTo>
                    <a:lnTo>
                      <a:pt x="87" y="843"/>
                    </a:lnTo>
                    <a:lnTo>
                      <a:pt x="79" y="844"/>
                    </a:lnTo>
                    <a:lnTo>
                      <a:pt x="79" y="844"/>
                    </a:lnTo>
                    <a:lnTo>
                      <a:pt x="58" y="847"/>
                    </a:lnTo>
                    <a:lnTo>
                      <a:pt x="58" y="847"/>
                    </a:lnTo>
                    <a:lnTo>
                      <a:pt x="39" y="847"/>
                    </a:lnTo>
                    <a:lnTo>
                      <a:pt x="39" y="847"/>
                    </a:lnTo>
                    <a:lnTo>
                      <a:pt x="20" y="847"/>
                    </a:lnTo>
                    <a:lnTo>
                      <a:pt x="20" y="847"/>
                    </a:lnTo>
                    <a:lnTo>
                      <a:pt x="0" y="844"/>
                    </a:lnTo>
                    <a:lnTo>
                      <a:pt x="0" y="844"/>
                    </a:lnTo>
                    <a:lnTo>
                      <a:pt x="154" y="866"/>
                    </a:lnTo>
                    <a:lnTo>
                      <a:pt x="154" y="866"/>
                    </a:lnTo>
                    <a:lnTo>
                      <a:pt x="154" y="866"/>
                    </a:lnTo>
                    <a:lnTo>
                      <a:pt x="172" y="869"/>
                    </a:lnTo>
                    <a:lnTo>
                      <a:pt x="172" y="869"/>
                    </a:lnTo>
                    <a:lnTo>
                      <a:pt x="191" y="869"/>
                    </a:lnTo>
                    <a:lnTo>
                      <a:pt x="191" y="869"/>
                    </a:lnTo>
                    <a:lnTo>
                      <a:pt x="211" y="869"/>
                    </a:lnTo>
                    <a:lnTo>
                      <a:pt x="211" y="869"/>
                    </a:lnTo>
                    <a:lnTo>
                      <a:pt x="231" y="866"/>
                    </a:lnTo>
                    <a:lnTo>
                      <a:pt x="231" y="866"/>
                    </a:lnTo>
                    <a:lnTo>
                      <a:pt x="245" y="864"/>
                    </a:lnTo>
                    <a:lnTo>
                      <a:pt x="245" y="864"/>
                    </a:lnTo>
                    <a:lnTo>
                      <a:pt x="248" y="864"/>
                    </a:lnTo>
                    <a:lnTo>
                      <a:pt x="248" y="864"/>
                    </a:lnTo>
                    <a:lnTo>
                      <a:pt x="262" y="861"/>
                    </a:lnTo>
                    <a:lnTo>
                      <a:pt x="262" y="861"/>
                    </a:lnTo>
                    <a:lnTo>
                      <a:pt x="263" y="861"/>
                    </a:lnTo>
                    <a:lnTo>
                      <a:pt x="263" y="861"/>
                    </a:lnTo>
                    <a:lnTo>
                      <a:pt x="265" y="859"/>
                    </a:lnTo>
                    <a:lnTo>
                      <a:pt x="265" y="859"/>
                    </a:lnTo>
                    <a:lnTo>
                      <a:pt x="278" y="857"/>
                    </a:lnTo>
                    <a:lnTo>
                      <a:pt x="278" y="857"/>
                    </a:lnTo>
                    <a:lnTo>
                      <a:pt x="280" y="855"/>
                    </a:lnTo>
                    <a:lnTo>
                      <a:pt x="280" y="855"/>
                    </a:lnTo>
                    <a:lnTo>
                      <a:pt x="294" y="851"/>
                    </a:lnTo>
                    <a:lnTo>
                      <a:pt x="294" y="851"/>
                    </a:lnTo>
                    <a:lnTo>
                      <a:pt x="294" y="851"/>
                    </a:lnTo>
                    <a:lnTo>
                      <a:pt x="294" y="851"/>
                    </a:lnTo>
                    <a:lnTo>
                      <a:pt x="295" y="851"/>
                    </a:lnTo>
                    <a:lnTo>
                      <a:pt x="295" y="851"/>
                    </a:lnTo>
                    <a:lnTo>
                      <a:pt x="309" y="846"/>
                    </a:lnTo>
                    <a:lnTo>
                      <a:pt x="309" y="846"/>
                    </a:lnTo>
                    <a:lnTo>
                      <a:pt x="310" y="844"/>
                    </a:lnTo>
                    <a:lnTo>
                      <a:pt x="310" y="844"/>
                    </a:lnTo>
                    <a:lnTo>
                      <a:pt x="324" y="839"/>
                    </a:lnTo>
                    <a:lnTo>
                      <a:pt x="324" y="839"/>
                    </a:lnTo>
                    <a:lnTo>
                      <a:pt x="325" y="837"/>
                    </a:lnTo>
                    <a:lnTo>
                      <a:pt x="325" y="837"/>
                    </a:lnTo>
                    <a:lnTo>
                      <a:pt x="327" y="837"/>
                    </a:lnTo>
                    <a:lnTo>
                      <a:pt x="327" y="837"/>
                    </a:lnTo>
                    <a:lnTo>
                      <a:pt x="341" y="830"/>
                    </a:lnTo>
                    <a:lnTo>
                      <a:pt x="341" y="830"/>
                    </a:lnTo>
                    <a:lnTo>
                      <a:pt x="341" y="830"/>
                    </a:lnTo>
                    <a:lnTo>
                      <a:pt x="341" y="830"/>
                    </a:lnTo>
                    <a:lnTo>
                      <a:pt x="355" y="822"/>
                    </a:lnTo>
                    <a:lnTo>
                      <a:pt x="355" y="822"/>
                    </a:lnTo>
                    <a:lnTo>
                      <a:pt x="356" y="822"/>
                    </a:lnTo>
                    <a:lnTo>
                      <a:pt x="356" y="822"/>
                    </a:lnTo>
                    <a:lnTo>
                      <a:pt x="356" y="821"/>
                    </a:lnTo>
                    <a:lnTo>
                      <a:pt x="356" y="821"/>
                    </a:lnTo>
                    <a:lnTo>
                      <a:pt x="363" y="818"/>
                    </a:lnTo>
                    <a:lnTo>
                      <a:pt x="363" y="818"/>
                    </a:lnTo>
                    <a:lnTo>
                      <a:pt x="364" y="816"/>
                    </a:lnTo>
                    <a:lnTo>
                      <a:pt x="364" y="816"/>
                    </a:lnTo>
                    <a:lnTo>
                      <a:pt x="366" y="815"/>
                    </a:lnTo>
                    <a:lnTo>
                      <a:pt x="366" y="815"/>
                    </a:lnTo>
                    <a:lnTo>
                      <a:pt x="371" y="811"/>
                    </a:lnTo>
                    <a:lnTo>
                      <a:pt x="371" y="811"/>
                    </a:lnTo>
                    <a:lnTo>
                      <a:pt x="374" y="810"/>
                    </a:lnTo>
                    <a:lnTo>
                      <a:pt x="374" y="810"/>
                    </a:lnTo>
                    <a:lnTo>
                      <a:pt x="374" y="810"/>
                    </a:lnTo>
                    <a:lnTo>
                      <a:pt x="374" y="810"/>
                    </a:lnTo>
                    <a:lnTo>
                      <a:pt x="374" y="810"/>
                    </a:lnTo>
                    <a:lnTo>
                      <a:pt x="374" y="810"/>
                    </a:lnTo>
                    <a:lnTo>
                      <a:pt x="379" y="807"/>
                    </a:lnTo>
                    <a:lnTo>
                      <a:pt x="379" y="807"/>
                    </a:lnTo>
                    <a:lnTo>
                      <a:pt x="382" y="804"/>
                    </a:lnTo>
                    <a:lnTo>
                      <a:pt x="382" y="804"/>
                    </a:lnTo>
                    <a:lnTo>
                      <a:pt x="382" y="804"/>
                    </a:lnTo>
                    <a:lnTo>
                      <a:pt x="382" y="804"/>
                    </a:lnTo>
                    <a:lnTo>
                      <a:pt x="386" y="801"/>
                    </a:lnTo>
                    <a:lnTo>
                      <a:pt x="386" y="801"/>
                    </a:lnTo>
                    <a:lnTo>
                      <a:pt x="391" y="797"/>
                    </a:lnTo>
                    <a:lnTo>
                      <a:pt x="391" y="797"/>
                    </a:lnTo>
                    <a:lnTo>
                      <a:pt x="397" y="793"/>
                    </a:lnTo>
                    <a:lnTo>
                      <a:pt x="397" y="793"/>
                    </a:lnTo>
                    <a:lnTo>
                      <a:pt x="399" y="792"/>
                    </a:lnTo>
                    <a:lnTo>
                      <a:pt x="399" y="792"/>
                    </a:lnTo>
                    <a:lnTo>
                      <a:pt x="400" y="790"/>
                    </a:lnTo>
                    <a:lnTo>
                      <a:pt x="400" y="790"/>
                    </a:lnTo>
                    <a:lnTo>
                      <a:pt x="404" y="787"/>
                    </a:lnTo>
                    <a:lnTo>
                      <a:pt x="404" y="787"/>
                    </a:lnTo>
                    <a:lnTo>
                      <a:pt x="406" y="786"/>
                    </a:lnTo>
                    <a:lnTo>
                      <a:pt x="406" y="786"/>
                    </a:lnTo>
                    <a:lnTo>
                      <a:pt x="408" y="783"/>
                    </a:lnTo>
                    <a:lnTo>
                      <a:pt x="408" y="783"/>
                    </a:lnTo>
                    <a:lnTo>
                      <a:pt x="411" y="782"/>
                    </a:lnTo>
                    <a:lnTo>
                      <a:pt x="411" y="782"/>
                    </a:lnTo>
                    <a:lnTo>
                      <a:pt x="414" y="779"/>
                    </a:lnTo>
                    <a:lnTo>
                      <a:pt x="414" y="779"/>
                    </a:lnTo>
                    <a:lnTo>
                      <a:pt x="417" y="776"/>
                    </a:lnTo>
                    <a:lnTo>
                      <a:pt x="417" y="776"/>
                    </a:lnTo>
                    <a:lnTo>
                      <a:pt x="418" y="775"/>
                    </a:lnTo>
                    <a:lnTo>
                      <a:pt x="418" y="775"/>
                    </a:lnTo>
                    <a:lnTo>
                      <a:pt x="422" y="772"/>
                    </a:lnTo>
                    <a:lnTo>
                      <a:pt x="422" y="772"/>
                    </a:lnTo>
                    <a:lnTo>
                      <a:pt x="424" y="771"/>
                    </a:lnTo>
                    <a:lnTo>
                      <a:pt x="424" y="771"/>
                    </a:lnTo>
                    <a:lnTo>
                      <a:pt x="424" y="771"/>
                    </a:lnTo>
                    <a:lnTo>
                      <a:pt x="424" y="771"/>
                    </a:lnTo>
                    <a:lnTo>
                      <a:pt x="429" y="765"/>
                    </a:lnTo>
                    <a:lnTo>
                      <a:pt x="429" y="765"/>
                    </a:lnTo>
                    <a:lnTo>
                      <a:pt x="431" y="764"/>
                    </a:lnTo>
                    <a:lnTo>
                      <a:pt x="431" y="764"/>
                    </a:lnTo>
                    <a:lnTo>
                      <a:pt x="433" y="762"/>
                    </a:lnTo>
                    <a:lnTo>
                      <a:pt x="433" y="762"/>
                    </a:lnTo>
                    <a:lnTo>
                      <a:pt x="435" y="760"/>
                    </a:lnTo>
                    <a:lnTo>
                      <a:pt x="435" y="760"/>
                    </a:lnTo>
                    <a:lnTo>
                      <a:pt x="438" y="758"/>
                    </a:lnTo>
                    <a:lnTo>
                      <a:pt x="438" y="758"/>
                    </a:lnTo>
                    <a:lnTo>
                      <a:pt x="440" y="756"/>
                    </a:lnTo>
                    <a:lnTo>
                      <a:pt x="440" y="756"/>
                    </a:lnTo>
                    <a:lnTo>
                      <a:pt x="440" y="754"/>
                    </a:lnTo>
                    <a:lnTo>
                      <a:pt x="440" y="754"/>
                    </a:lnTo>
                    <a:lnTo>
                      <a:pt x="446" y="749"/>
                    </a:lnTo>
                    <a:lnTo>
                      <a:pt x="446" y="749"/>
                    </a:lnTo>
                    <a:lnTo>
                      <a:pt x="446" y="749"/>
                    </a:lnTo>
                    <a:lnTo>
                      <a:pt x="447" y="747"/>
                    </a:lnTo>
                    <a:lnTo>
                      <a:pt x="447" y="747"/>
                    </a:lnTo>
                    <a:lnTo>
                      <a:pt x="451" y="743"/>
                    </a:lnTo>
                    <a:lnTo>
                      <a:pt x="451" y="743"/>
                    </a:lnTo>
                    <a:lnTo>
                      <a:pt x="453" y="742"/>
                    </a:lnTo>
                    <a:lnTo>
                      <a:pt x="453" y="742"/>
                    </a:lnTo>
                    <a:lnTo>
                      <a:pt x="454" y="739"/>
                    </a:lnTo>
                    <a:lnTo>
                      <a:pt x="454" y="739"/>
                    </a:lnTo>
                    <a:lnTo>
                      <a:pt x="456" y="738"/>
                    </a:lnTo>
                    <a:lnTo>
                      <a:pt x="456" y="738"/>
                    </a:lnTo>
                    <a:lnTo>
                      <a:pt x="460" y="733"/>
                    </a:lnTo>
                    <a:lnTo>
                      <a:pt x="460" y="733"/>
                    </a:lnTo>
                    <a:lnTo>
                      <a:pt x="462" y="731"/>
                    </a:lnTo>
                    <a:lnTo>
                      <a:pt x="462" y="731"/>
                    </a:lnTo>
                    <a:lnTo>
                      <a:pt x="465" y="728"/>
                    </a:lnTo>
                    <a:lnTo>
                      <a:pt x="465" y="728"/>
                    </a:lnTo>
                    <a:lnTo>
                      <a:pt x="467" y="725"/>
                    </a:lnTo>
                    <a:lnTo>
                      <a:pt x="467" y="725"/>
                    </a:lnTo>
                    <a:lnTo>
                      <a:pt x="468" y="724"/>
                    </a:lnTo>
                    <a:lnTo>
                      <a:pt x="468" y="724"/>
                    </a:lnTo>
                    <a:lnTo>
                      <a:pt x="469" y="722"/>
                    </a:lnTo>
                    <a:lnTo>
                      <a:pt x="469" y="722"/>
                    </a:lnTo>
                    <a:lnTo>
                      <a:pt x="474" y="717"/>
                    </a:lnTo>
                    <a:lnTo>
                      <a:pt x="474" y="717"/>
                    </a:lnTo>
                    <a:lnTo>
                      <a:pt x="474" y="717"/>
                    </a:lnTo>
                    <a:lnTo>
                      <a:pt x="474" y="717"/>
                    </a:lnTo>
                    <a:lnTo>
                      <a:pt x="476" y="714"/>
                    </a:lnTo>
                    <a:lnTo>
                      <a:pt x="476" y="714"/>
                    </a:lnTo>
                    <a:lnTo>
                      <a:pt x="478" y="711"/>
                    </a:lnTo>
                    <a:lnTo>
                      <a:pt x="478" y="711"/>
                    </a:lnTo>
                    <a:lnTo>
                      <a:pt x="480" y="708"/>
                    </a:lnTo>
                    <a:lnTo>
                      <a:pt x="480" y="708"/>
                    </a:lnTo>
                    <a:lnTo>
                      <a:pt x="482" y="707"/>
                    </a:lnTo>
                    <a:lnTo>
                      <a:pt x="482" y="707"/>
                    </a:lnTo>
                    <a:lnTo>
                      <a:pt x="482" y="706"/>
                    </a:lnTo>
                    <a:lnTo>
                      <a:pt x="482" y="706"/>
                    </a:lnTo>
                    <a:lnTo>
                      <a:pt x="486" y="700"/>
                    </a:lnTo>
                    <a:lnTo>
                      <a:pt x="486" y="700"/>
                    </a:lnTo>
                    <a:lnTo>
                      <a:pt x="487" y="699"/>
                    </a:lnTo>
                    <a:lnTo>
                      <a:pt x="487" y="699"/>
                    </a:lnTo>
                    <a:lnTo>
                      <a:pt x="489" y="697"/>
                    </a:lnTo>
                    <a:lnTo>
                      <a:pt x="489" y="697"/>
                    </a:lnTo>
                    <a:lnTo>
                      <a:pt x="490" y="695"/>
                    </a:lnTo>
                    <a:lnTo>
                      <a:pt x="490" y="695"/>
                    </a:lnTo>
                    <a:lnTo>
                      <a:pt x="494" y="689"/>
                    </a:lnTo>
                    <a:lnTo>
                      <a:pt x="494" y="689"/>
                    </a:lnTo>
                    <a:lnTo>
                      <a:pt x="494" y="689"/>
                    </a:lnTo>
                    <a:lnTo>
                      <a:pt x="494" y="689"/>
                    </a:lnTo>
                    <a:lnTo>
                      <a:pt x="494" y="689"/>
                    </a:lnTo>
                    <a:lnTo>
                      <a:pt x="494" y="689"/>
                    </a:lnTo>
                    <a:lnTo>
                      <a:pt x="498" y="684"/>
                    </a:lnTo>
                    <a:lnTo>
                      <a:pt x="498" y="684"/>
                    </a:lnTo>
                    <a:lnTo>
                      <a:pt x="501" y="678"/>
                    </a:lnTo>
                    <a:lnTo>
                      <a:pt x="501" y="678"/>
                    </a:lnTo>
                    <a:lnTo>
                      <a:pt x="505" y="672"/>
                    </a:lnTo>
                    <a:lnTo>
                      <a:pt x="505" y="672"/>
                    </a:lnTo>
                    <a:lnTo>
                      <a:pt x="507" y="671"/>
                    </a:lnTo>
                    <a:lnTo>
                      <a:pt x="507" y="671"/>
                    </a:lnTo>
                    <a:lnTo>
                      <a:pt x="507" y="670"/>
                    </a:lnTo>
                    <a:lnTo>
                      <a:pt x="507" y="670"/>
                    </a:lnTo>
                    <a:lnTo>
                      <a:pt x="510" y="667"/>
                    </a:lnTo>
                    <a:lnTo>
                      <a:pt x="510" y="667"/>
                    </a:lnTo>
                    <a:lnTo>
                      <a:pt x="512" y="661"/>
                    </a:lnTo>
                    <a:lnTo>
                      <a:pt x="512" y="661"/>
                    </a:lnTo>
                    <a:lnTo>
                      <a:pt x="515" y="656"/>
                    </a:lnTo>
                    <a:lnTo>
                      <a:pt x="515" y="656"/>
                    </a:lnTo>
                    <a:lnTo>
                      <a:pt x="518" y="652"/>
                    </a:lnTo>
                    <a:lnTo>
                      <a:pt x="518" y="652"/>
                    </a:lnTo>
                    <a:lnTo>
                      <a:pt x="519" y="650"/>
                    </a:lnTo>
                    <a:lnTo>
                      <a:pt x="519" y="650"/>
                    </a:lnTo>
                    <a:lnTo>
                      <a:pt x="519" y="650"/>
                    </a:lnTo>
                    <a:lnTo>
                      <a:pt x="519" y="650"/>
                    </a:lnTo>
                    <a:lnTo>
                      <a:pt x="522" y="645"/>
                    </a:lnTo>
                    <a:lnTo>
                      <a:pt x="522" y="645"/>
                    </a:lnTo>
                    <a:lnTo>
                      <a:pt x="526" y="638"/>
                    </a:lnTo>
                    <a:lnTo>
                      <a:pt x="526" y="638"/>
                    </a:lnTo>
                    <a:lnTo>
                      <a:pt x="529" y="632"/>
                    </a:lnTo>
                    <a:lnTo>
                      <a:pt x="529" y="632"/>
                    </a:lnTo>
                    <a:lnTo>
                      <a:pt x="529" y="632"/>
                    </a:lnTo>
                    <a:lnTo>
                      <a:pt x="529" y="632"/>
                    </a:lnTo>
                    <a:lnTo>
                      <a:pt x="530" y="631"/>
                    </a:lnTo>
                    <a:lnTo>
                      <a:pt x="530" y="631"/>
                    </a:lnTo>
                    <a:lnTo>
                      <a:pt x="532" y="627"/>
                    </a:lnTo>
                    <a:lnTo>
                      <a:pt x="532" y="627"/>
                    </a:lnTo>
                    <a:lnTo>
                      <a:pt x="534" y="621"/>
                    </a:lnTo>
                    <a:lnTo>
                      <a:pt x="534" y="621"/>
                    </a:lnTo>
                    <a:lnTo>
                      <a:pt x="537" y="614"/>
                    </a:lnTo>
                    <a:lnTo>
                      <a:pt x="537" y="614"/>
                    </a:lnTo>
                    <a:lnTo>
                      <a:pt x="539" y="612"/>
                    </a:lnTo>
                    <a:lnTo>
                      <a:pt x="539" y="612"/>
                    </a:lnTo>
                    <a:lnTo>
                      <a:pt x="540" y="610"/>
                    </a:lnTo>
                    <a:lnTo>
                      <a:pt x="540" y="610"/>
                    </a:lnTo>
                    <a:lnTo>
                      <a:pt x="540" y="609"/>
                    </a:lnTo>
                    <a:lnTo>
                      <a:pt x="540" y="609"/>
                    </a:lnTo>
                    <a:lnTo>
                      <a:pt x="543" y="602"/>
                    </a:lnTo>
                    <a:lnTo>
                      <a:pt x="543" y="602"/>
                    </a:lnTo>
                    <a:lnTo>
                      <a:pt x="545" y="596"/>
                    </a:lnTo>
                    <a:lnTo>
                      <a:pt x="545" y="596"/>
                    </a:lnTo>
                    <a:lnTo>
                      <a:pt x="548" y="591"/>
                    </a:lnTo>
                    <a:lnTo>
                      <a:pt x="548" y="591"/>
                    </a:lnTo>
                    <a:lnTo>
                      <a:pt x="548" y="589"/>
                    </a:lnTo>
                    <a:lnTo>
                      <a:pt x="548" y="589"/>
                    </a:lnTo>
                    <a:lnTo>
                      <a:pt x="551" y="584"/>
                    </a:lnTo>
                    <a:lnTo>
                      <a:pt x="551" y="584"/>
                    </a:lnTo>
                    <a:lnTo>
                      <a:pt x="554" y="577"/>
                    </a:lnTo>
                    <a:lnTo>
                      <a:pt x="554" y="577"/>
                    </a:lnTo>
                    <a:lnTo>
                      <a:pt x="557" y="570"/>
                    </a:lnTo>
                    <a:lnTo>
                      <a:pt x="557" y="570"/>
                    </a:lnTo>
                    <a:lnTo>
                      <a:pt x="557" y="569"/>
                    </a:lnTo>
                    <a:lnTo>
                      <a:pt x="557" y="569"/>
                    </a:lnTo>
                    <a:lnTo>
                      <a:pt x="558" y="567"/>
                    </a:lnTo>
                    <a:lnTo>
                      <a:pt x="558" y="567"/>
                    </a:lnTo>
                    <a:lnTo>
                      <a:pt x="559" y="563"/>
                    </a:lnTo>
                    <a:lnTo>
                      <a:pt x="559" y="563"/>
                    </a:lnTo>
                    <a:lnTo>
                      <a:pt x="561" y="558"/>
                    </a:lnTo>
                    <a:lnTo>
                      <a:pt x="561" y="558"/>
                    </a:lnTo>
                    <a:lnTo>
                      <a:pt x="563" y="551"/>
                    </a:lnTo>
                    <a:lnTo>
                      <a:pt x="563" y="551"/>
                    </a:lnTo>
                    <a:lnTo>
                      <a:pt x="565" y="548"/>
                    </a:lnTo>
                    <a:lnTo>
                      <a:pt x="565" y="548"/>
                    </a:lnTo>
                    <a:lnTo>
                      <a:pt x="565" y="546"/>
                    </a:lnTo>
                    <a:lnTo>
                      <a:pt x="565" y="546"/>
                    </a:lnTo>
                    <a:lnTo>
                      <a:pt x="565" y="544"/>
                    </a:lnTo>
                    <a:lnTo>
                      <a:pt x="565" y="544"/>
                    </a:lnTo>
                    <a:lnTo>
                      <a:pt x="568" y="535"/>
                    </a:lnTo>
                    <a:lnTo>
                      <a:pt x="568" y="535"/>
                    </a:lnTo>
                    <a:lnTo>
                      <a:pt x="570" y="529"/>
                    </a:lnTo>
                    <a:lnTo>
                      <a:pt x="570" y="529"/>
                    </a:lnTo>
                    <a:lnTo>
                      <a:pt x="570" y="526"/>
                    </a:lnTo>
                    <a:lnTo>
                      <a:pt x="570" y="526"/>
                    </a:lnTo>
                    <a:lnTo>
                      <a:pt x="570" y="524"/>
                    </a:lnTo>
                    <a:lnTo>
                      <a:pt x="570" y="524"/>
                    </a:lnTo>
                    <a:lnTo>
                      <a:pt x="572" y="523"/>
                    </a:lnTo>
                    <a:lnTo>
                      <a:pt x="572" y="523"/>
                    </a:lnTo>
                    <a:lnTo>
                      <a:pt x="572" y="522"/>
                    </a:lnTo>
                    <a:lnTo>
                      <a:pt x="572" y="522"/>
                    </a:lnTo>
                    <a:lnTo>
                      <a:pt x="573" y="513"/>
                    </a:lnTo>
                    <a:lnTo>
                      <a:pt x="573" y="513"/>
                    </a:lnTo>
                    <a:lnTo>
                      <a:pt x="573" y="513"/>
                    </a:lnTo>
                    <a:lnTo>
                      <a:pt x="575" y="512"/>
                    </a:lnTo>
                    <a:lnTo>
                      <a:pt x="575" y="512"/>
                    </a:lnTo>
                    <a:lnTo>
                      <a:pt x="576" y="506"/>
                    </a:lnTo>
                    <a:lnTo>
                      <a:pt x="576" y="506"/>
                    </a:lnTo>
                    <a:lnTo>
                      <a:pt x="576" y="504"/>
                    </a:lnTo>
                    <a:lnTo>
                      <a:pt x="576" y="504"/>
                    </a:lnTo>
                    <a:lnTo>
                      <a:pt x="577" y="501"/>
                    </a:lnTo>
                    <a:lnTo>
                      <a:pt x="577" y="501"/>
                    </a:lnTo>
                    <a:lnTo>
                      <a:pt x="577" y="498"/>
                    </a:lnTo>
                    <a:lnTo>
                      <a:pt x="577" y="498"/>
                    </a:lnTo>
                    <a:lnTo>
                      <a:pt x="579" y="493"/>
                    </a:lnTo>
                    <a:lnTo>
                      <a:pt x="579" y="493"/>
                    </a:lnTo>
                    <a:lnTo>
                      <a:pt x="579" y="490"/>
                    </a:lnTo>
                    <a:lnTo>
                      <a:pt x="579" y="490"/>
                    </a:lnTo>
                    <a:lnTo>
                      <a:pt x="579" y="490"/>
                    </a:lnTo>
                    <a:lnTo>
                      <a:pt x="579" y="490"/>
                    </a:lnTo>
                    <a:lnTo>
                      <a:pt x="581" y="481"/>
                    </a:lnTo>
                    <a:lnTo>
                      <a:pt x="581" y="481"/>
                    </a:lnTo>
                    <a:lnTo>
                      <a:pt x="581" y="480"/>
                    </a:lnTo>
                    <a:lnTo>
                      <a:pt x="581" y="480"/>
                    </a:lnTo>
                    <a:lnTo>
                      <a:pt x="581" y="477"/>
                    </a:lnTo>
                    <a:lnTo>
                      <a:pt x="581" y="477"/>
                    </a:lnTo>
                    <a:lnTo>
                      <a:pt x="583" y="472"/>
                    </a:lnTo>
                    <a:lnTo>
                      <a:pt x="583" y="472"/>
                    </a:lnTo>
                    <a:lnTo>
                      <a:pt x="583" y="470"/>
                    </a:lnTo>
                    <a:lnTo>
                      <a:pt x="583" y="470"/>
                    </a:lnTo>
                    <a:lnTo>
                      <a:pt x="584" y="466"/>
                    </a:lnTo>
                    <a:lnTo>
                      <a:pt x="584" y="466"/>
                    </a:lnTo>
                    <a:lnTo>
                      <a:pt x="584" y="462"/>
                    </a:lnTo>
                    <a:lnTo>
                      <a:pt x="584" y="462"/>
                    </a:lnTo>
                    <a:lnTo>
                      <a:pt x="584" y="459"/>
                    </a:lnTo>
                    <a:lnTo>
                      <a:pt x="584" y="459"/>
                    </a:lnTo>
                    <a:lnTo>
                      <a:pt x="586" y="455"/>
                    </a:lnTo>
                    <a:lnTo>
                      <a:pt x="586" y="455"/>
                    </a:lnTo>
                    <a:lnTo>
                      <a:pt x="586" y="454"/>
                    </a:lnTo>
                    <a:lnTo>
                      <a:pt x="586" y="454"/>
                    </a:lnTo>
                    <a:lnTo>
                      <a:pt x="586" y="448"/>
                    </a:lnTo>
                    <a:lnTo>
                      <a:pt x="586" y="448"/>
                    </a:lnTo>
                    <a:lnTo>
                      <a:pt x="587" y="444"/>
                    </a:lnTo>
                    <a:lnTo>
                      <a:pt x="587" y="444"/>
                    </a:lnTo>
                    <a:lnTo>
                      <a:pt x="587" y="444"/>
                    </a:lnTo>
                    <a:lnTo>
                      <a:pt x="587" y="444"/>
                    </a:lnTo>
                    <a:lnTo>
                      <a:pt x="587" y="441"/>
                    </a:lnTo>
                    <a:lnTo>
                      <a:pt x="587" y="441"/>
                    </a:lnTo>
                    <a:lnTo>
                      <a:pt x="587" y="433"/>
                    </a:lnTo>
                    <a:lnTo>
                      <a:pt x="587" y="433"/>
                    </a:lnTo>
                    <a:lnTo>
                      <a:pt x="588" y="432"/>
                    </a:lnTo>
                    <a:lnTo>
                      <a:pt x="588" y="432"/>
                    </a:lnTo>
                    <a:lnTo>
                      <a:pt x="588" y="429"/>
                    </a:lnTo>
                    <a:lnTo>
                      <a:pt x="588" y="429"/>
                    </a:lnTo>
                    <a:lnTo>
                      <a:pt x="588" y="421"/>
                    </a:lnTo>
                    <a:lnTo>
                      <a:pt x="588" y="421"/>
                    </a:lnTo>
                    <a:lnTo>
                      <a:pt x="588" y="419"/>
                    </a:lnTo>
                    <a:lnTo>
                      <a:pt x="588" y="419"/>
                    </a:lnTo>
                    <a:lnTo>
                      <a:pt x="588" y="416"/>
                    </a:lnTo>
                    <a:lnTo>
                      <a:pt x="588" y="416"/>
                    </a:lnTo>
                    <a:lnTo>
                      <a:pt x="590" y="408"/>
                    </a:lnTo>
                    <a:lnTo>
                      <a:pt x="590" y="408"/>
                    </a:lnTo>
                    <a:lnTo>
                      <a:pt x="590" y="408"/>
                    </a:lnTo>
                    <a:lnTo>
                      <a:pt x="590" y="408"/>
                    </a:lnTo>
                    <a:lnTo>
                      <a:pt x="590" y="405"/>
                    </a:lnTo>
                    <a:lnTo>
                      <a:pt x="590" y="405"/>
                    </a:lnTo>
                    <a:lnTo>
                      <a:pt x="590" y="397"/>
                    </a:lnTo>
                    <a:lnTo>
                      <a:pt x="590" y="397"/>
                    </a:lnTo>
                    <a:lnTo>
                      <a:pt x="590" y="396"/>
                    </a:lnTo>
                    <a:lnTo>
                      <a:pt x="590" y="396"/>
                    </a:lnTo>
                    <a:lnTo>
                      <a:pt x="590" y="393"/>
                    </a:lnTo>
                    <a:lnTo>
                      <a:pt x="590" y="393"/>
                    </a:lnTo>
                    <a:lnTo>
                      <a:pt x="590" y="385"/>
                    </a:lnTo>
                    <a:lnTo>
                      <a:pt x="590" y="385"/>
                    </a:lnTo>
                    <a:lnTo>
                      <a:pt x="590" y="382"/>
                    </a:lnTo>
                    <a:lnTo>
                      <a:pt x="590" y="382"/>
                    </a:lnTo>
                    <a:lnTo>
                      <a:pt x="590" y="380"/>
                    </a:lnTo>
                    <a:lnTo>
                      <a:pt x="590" y="380"/>
                    </a:lnTo>
                    <a:lnTo>
                      <a:pt x="590" y="371"/>
                    </a:lnTo>
                    <a:lnTo>
                      <a:pt x="590" y="371"/>
                    </a:lnTo>
                    <a:lnTo>
                      <a:pt x="590" y="368"/>
                    </a:lnTo>
                    <a:lnTo>
                      <a:pt x="590" y="368"/>
                    </a:lnTo>
                    <a:lnTo>
                      <a:pt x="588" y="367"/>
                    </a:lnTo>
                    <a:lnTo>
                      <a:pt x="588" y="367"/>
                    </a:lnTo>
                    <a:lnTo>
                      <a:pt x="588" y="358"/>
                    </a:lnTo>
                    <a:lnTo>
                      <a:pt x="588" y="358"/>
                    </a:lnTo>
                    <a:lnTo>
                      <a:pt x="588" y="355"/>
                    </a:lnTo>
                    <a:lnTo>
                      <a:pt x="588" y="355"/>
                    </a:lnTo>
                    <a:lnTo>
                      <a:pt x="588" y="354"/>
                    </a:lnTo>
                    <a:lnTo>
                      <a:pt x="588" y="354"/>
                    </a:lnTo>
                    <a:lnTo>
                      <a:pt x="587" y="342"/>
                    </a:lnTo>
                    <a:lnTo>
                      <a:pt x="587" y="342"/>
                    </a:lnTo>
                    <a:lnTo>
                      <a:pt x="586" y="324"/>
                    </a:lnTo>
                    <a:lnTo>
                      <a:pt x="586" y="324"/>
                    </a:lnTo>
                    <a:close/>
                  </a:path>
                </a:pathLst>
              </a:custGeom>
              <a:solidFill>
                <a:srgbClr val="9092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  <p:sp>
            <p:nvSpPr>
              <p:cNvPr id="36" name="ïṣḷídé" descr="33776682-75e3-4be0-886b-e0b17e1a1550"/>
              <p:cNvSpPr/>
              <p:nvPr/>
            </p:nvSpPr>
            <p:spPr bwMode="auto">
              <a:xfrm>
                <a:off x="5741758" y="4182458"/>
                <a:ext cx="407873" cy="594729"/>
              </a:xfrm>
              <a:custGeom>
                <a:avLst/>
                <a:gdLst>
                  <a:gd name="T0" fmla="*/ 549 w 609"/>
                  <a:gd name="T1" fmla="*/ 127 h 886"/>
                  <a:gd name="T2" fmla="*/ 516 w 609"/>
                  <a:gd name="T3" fmla="*/ 84 h 886"/>
                  <a:gd name="T4" fmla="*/ 477 w 609"/>
                  <a:gd name="T5" fmla="*/ 48 h 886"/>
                  <a:gd name="T6" fmla="*/ 450 w 609"/>
                  <a:gd name="T7" fmla="*/ 30 h 886"/>
                  <a:gd name="T8" fmla="*/ 405 w 609"/>
                  <a:gd name="T9" fmla="*/ 11 h 886"/>
                  <a:gd name="T10" fmla="*/ 357 w 609"/>
                  <a:gd name="T11" fmla="*/ 1 h 886"/>
                  <a:gd name="T12" fmla="*/ 324 w 609"/>
                  <a:gd name="T13" fmla="*/ 0 h 886"/>
                  <a:gd name="T14" fmla="*/ 418 w 609"/>
                  <a:gd name="T15" fmla="*/ 50 h 886"/>
                  <a:gd name="T16" fmla="*/ 433 w 609"/>
                  <a:gd name="T17" fmla="*/ 57 h 886"/>
                  <a:gd name="T18" fmla="*/ 459 w 609"/>
                  <a:gd name="T19" fmla="*/ 75 h 886"/>
                  <a:gd name="T20" fmla="*/ 495 w 609"/>
                  <a:gd name="T21" fmla="*/ 108 h 886"/>
                  <a:gd name="T22" fmla="*/ 516 w 609"/>
                  <a:gd name="T23" fmla="*/ 134 h 886"/>
                  <a:gd name="T24" fmla="*/ 534 w 609"/>
                  <a:gd name="T25" fmla="*/ 165 h 886"/>
                  <a:gd name="T26" fmla="*/ 557 w 609"/>
                  <a:gd name="T27" fmla="*/ 217 h 886"/>
                  <a:gd name="T28" fmla="*/ 569 w 609"/>
                  <a:gd name="T29" fmla="*/ 256 h 886"/>
                  <a:gd name="T30" fmla="*/ 578 w 609"/>
                  <a:gd name="T31" fmla="*/ 321 h 886"/>
                  <a:gd name="T32" fmla="*/ 580 w 609"/>
                  <a:gd name="T33" fmla="*/ 367 h 886"/>
                  <a:gd name="T34" fmla="*/ 577 w 609"/>
                  <a:gd name="T35" fmla="*/ 412 h 886"/>
                  <a:gd name="T36" fmla="*/ 564 w 609"/>
                  <a:gd name="T37" fmla="*/ 480 h 886"/>
                  <a:gd name="T38" fmla="*/ 552 w 609"/>
                  <a:gd name="T39" fmla="*/ 526 h 886"/>
                  <a:gd name="T40" fmla="*/ 527 w 609"/>
                  <a:gd name="T41" fmla="*/ 590 h 886"/>
                  <a:gd name="T42" fmla="*/ 506 w 609"/>
                  <a:gd name="T43" fmla="*/ 631 h 886"/>
                  <a:gd name="T44" fmla="*/ 483 w 609"/>
                  <a:gd name="T45" fmla="*/ 670 h 886"/>
                  <a:gd name="T46" fmla="*/ 443 w 609"/>
                  <a:gd name="T47" fmla="*/ 721 h 886"/>
                  <a:gd name="T48" fmla="*/ 414 w 609"/>
                  <a:gd name="T49" fmla="*/ 753 h 886"/>
                  <a:gd name="T50" fmla="*/ 365 w 609"/>
                  <a:gd name="T51" fmla="*/ 792 h 886"/>
                  <a:gd name="T52" fmla="*/ 332 w 609"/>
                  <a:gd name="T53" fmla="*/ 813 h 886"/>
                  <a:gd name="T54" fmla="*/ 297 w 609"/>
                  <a:gd name="T55" fmla="*/ 831 h 886"/>
                  <a:gd name="T56" fmla="*/ 245 w 609"/>
                  <a:gd name="T57" fmla="*/ 847 h 886"/>
                  <a:gd name="T58" fmla="*/ 210 w 609"/>
                  <a:gd name="T59" fmla="*/ 853 h 886"/>
                  <a:gd name="T60" fmla="*/ 159 w 609"/>
                  <a:gd name="T61" fmla="*/ 853 h 886"/>
                  <a:gd name="T62" fmla="*/ 122 w 609"/>
                  <a:gd name="T63" fmla="*/ 846 h 886"/>
                  <a:gd name="T64" fmla="*/ 76 w 609"/>
                  <a:gd name="T65" fmla="*/ 833 h 886"/>
                  <a:gd name="T66" fmla="*/ 46 w 609"/>
                  <a:gd name="T67" fmla="*/ 821 h 886"/>
                  <a:gd name="T68" fmla="*/ 21 w 609"/>
                  <a:gd name="T69" fmla="*/ 824 h 886"/>
                  <a:gd name="T70" fmla="*/ 90 w 609"/>
                  <a:gd name="T71" fmla="*/ 868 h 886"/>
                  <a:gd name="T72" fmla="*/ 122 w 609"/>
                  <a:gd name="T73" fmla="*/ 878 h 886"/>
                  <a:gd name="T74" fmla="*/ 173 w 609"/>
                  <a:gd name="T75" fmla="*/ 886 h 886"/>
                  <a:gd name="T76" fmla="*/ 228 w 609"/>
                  <a:gd name="T77" fmla="*/ 883 h 886"/>
                  <a:gd name="T78" fmla="*/ 267 w 609"/>
                  <a:gd name="T79" fmla="*/ 875 h 886"/>
                  <a:gd name="T80" fmla="*/ 324 w 609"/>
                  <a:gd name="T81" fmla="*/ 853 h 886"/>
                  <a:gd name="T82" fmla="*/ 378 w 609"/>
                  <a:gd name="T83" fmla="*/ 821 h 886"/>
                  <a:gd name="T84" fmla="*/ 412 w 609"/>
                  <a:gd name="T85" fmla="*/ 793 h 886"/>
                  <a:gd name="T86" fmla="*/ 461 w 609"/>
                  <a:gd name="T87" fmla="*/ 745 h 886"/>
                  <a:gd name="T88" fmla="*/ 504 w 609"/>
                  <a:gd name="T89" fmla="*/ 689 h 886"/>
                  <a:gd name="T90" fmla="*/ 530 w 609"/>
                  <a:gd name="T91" fmla="*/ 648 h 886"/>
                  <a:gd name="T92" fmla="*/ 562 w 609"/>
                  <a:gd name="T93" fmla="*/ 580 h 886"/>
                  <a:gd name="T94" fmla="*/ 587 w 609"/>
                  <a:gd name="T95" fmla="*/ 509 h 886"/>
                  <a:gd name="T96" fmla="*/ 598 w 609"/>
                  <a:gd name="T97" fmla="*/ 461 h 886"/>
                  <a:gd name="T98" fmla="*/ 607 w 609"/>
                  <a:gd name="T99" fmla="*/ 386 h 886"/>
                  <a:gd name="T100" fmla="*/ 606 w 609"/>
                  <a:gd name="T101" fmla="*/ 311 h 886"/>
                  <a:gd name="T102" fmla="*/ 600 w 609"/>
                  <a:gd name="T103" fmla="*/ 264 h 886"/>
                  <a:gd name="T104" fmla="*/ 584 w 609"/>
                  <a:gd name="T105" fmla="*/ 201 h 886"/>
                  <a:gd name="T106" fmla="*/ 559 w 609"/>
                  <a:gd name="T107" fmla="*/ 144 h 8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609" h="886">
                    <a:moveTo>
                      <a:pt x="559" y="144"/>
                    </a:moveTo>
                    <a:lnTo>
                      <a:pt x="559" y="144"/>
                    </a:lnTo>
                    <a:lnTo>
                      <a:pt x="549" y="127"/>
                    </a:lnTo>
                    <a:lnTo>
                      <a:pt x="540" y="112"/>
                    </a:lnTo>
                    <a:lnTo>
                      <a:pt x="528" y="98"/>
                    </a:lnTo>
                    <a:lnTo>
                      <a:pt x="516" y="84"/>
                    </a:lnTo>
                    <a:lnTo>
                      <a:pt x="504" y="71"/>
                    </a:lnTo>
                    <a:lnTo>
                      <a:pt x="491" y="59"/>
                    </a:lnTo>
                    <a:lnTo>
                      <a:pt x="477" y="48"/>
                    </a:lnTo>
                    <a:lnTo>
                      <a:pt x="463" y="39"/>
                    </a:lnTo>
                    <a:lnTo>
                      <a:pt x="463" y="39"/>
                    </a:lnTo>
                    <a:lnTo>
                      <a:pt x="450" y="30"/>
                    </a:lnTo>
                    <a:lnTo>
                      <a:pt x="434" y="23"/>
                    </a:lnTo>
                    <a:lnTo>
                      <a:pt x="421" y="17"/>
                    </a:lnTo>
                    <a:lnTo>
                      <a:pt x="405" y="11"/>
                    </a:lnTo>
                    <a:lnTo>
                      <a:pt x="389" y="7"/>
                    </a:lnTo>
                    <a:lnTo>
                      <a:pt x="373" y="3"/>
                    </a:lnTo>
                    <a:lnTo>
                      <a:pt x="357" y="1"/>
                    </a:lnTo>
                    <a:lnTo>
                      <a:pt x="340" y="0"/>
                    </a:lnTo>
                    <a:lnTo>
                      <a:pt x="340" y="0"/>
                    </a:lnTo>
                    <a:lnTo>
                      <a:pt x="324" y="0"/>
                    </a:lnTo>
                    <a:lnTo>
                      <a:pt x="407" y="43"/>
                    </a:lnTo>
                    <a:lnTo>
                      <a:pt x="407" y="43"/>
                    </a:lnTo>
                    <a:lnTo>
                      <a:pt x="418" y="50"/>
                    </a:lnTo>
                    <a:lnTo>
                      <a:pt x="418" y="50"/>
                    </a:lnTo>
                    <a:lnTo>
                      <a:pt x="433" y="57"/>
                    </a:lnTo>
                    <a:lnTo>
                      <a:pt x="433" y="57"/>
                    </a:lnTo>
                    <a:lnTo>
                      <a:pt x="447" y="66"/>
                    </a:lnTo>
                    <a:lnTo>
                      <a:pt x="447" y="66"/>
                    </a:lnTo>
                    <a:lnTo>
                      <a:pt x="459" y="75"/>
                    </a:lnTo>
                    <a:lnTo>
                      <a:pt x="472" y="84"/>
                    </a:lnTo>
                    <a:lnTo>
                      <a:pt x="484" y="95"/>
                    </a:lnTo>
                    <a:lnTo>
                      <a:pt x="495" y="108"/>
                    </a:lnTo>
                    <a:lnTo>
                      <a:pt x="495" y="108"/>
                    </a:lnTo>
                    <a:lnTo>
                      <a:pt x="506" y="120"/>
                    </a:lnTo>
                    <a:lnTo>
                      <a:pt x="516" y="134"/>
                    </a:lnTo>
                    <a:lnTo>
                      <a:pt x="526" y="149"/>
                    </a:lnTo>
                    <a:lnTo>
                      <a:pt x="534" y="165"/>
                    </a:lnTo>
                    <a:lnTo>
                      <a:pt x="534" y="165"/>
                    </a:lnTo>
                    <a:lnTo>
                      <a:pt x="542" y="181"/>
                    </a:lnTo>
                    <a:lnTo>
                      <a:pt x="551" y="199"/>
                    </a:lnTo>
                    <a:lnTo>
                      <a:pt x="557" y="217"/>
                    </a:lnTo>
                    <a:lnTo>
                      <a:pt x="563" y="235"/>
                    </a:lnTo>
                    <a:lnTo>
                      <a:pt x="563" y="235"/>
                    </a:lnTo>
                    <a:lnTo>
                      <a:pt x="569" y="256"/>
                    </a:lnTo>
                    <a:lnTo>
                      <a:pt x="573" y="277"/>
                    </a:lnTo>
                    <a:lnTo>
                      <a:pt x="575" y="299"/>
                    </a:lnTo>
                    <a:lnTo>
                      <a:pt x="578" y="321"/>
                    </a:lnTo>
                    <a:lnTo>
                      <a:pt x="578" y="321"/>
                    </a:lnTo>
                    <a:lnTo>
                      <a:pt x="578" y="343"/>
                    </a:lnTo>
                    <a:lnTo>
                      <a:pt x="580" y="367"/>
                    </a:lnTo>
                    <a:lnTo>
                      <a:pt x="578" y="389"/>
                    </a:lnTo>
                    <a:lnTo>
                      <a:pt x="577" y="412"/>
                    </a:lnTo>
                    <a:lnTo>
                      <a:pt x="577" y="412"/>
                    </a:lnTo>
                    <a:lnTo>
                      <a:pt x="573" y="435"/>
                    </a:lnTo>
                    <a:lnTo>
                      <a:pt x="570" y="458"/>
                    </a:lnTo>
                    <a:lnTo>
                      <a:pt x="564" y="480"/>
                    </a:lnTo>
                    <a:lnTo>
                      <a:pt x="559" y="504"/>
                    </a:lnTo>
                    <a:lnTo>
                      <a:pt x="559" y="504"/>
                    </a:lnTo>
                    <a:lnTo>
                      <a:pt x="552" y="526"/>
                    </a:lnTo>
                    <a:lnTo>
                      <a:pt x="545" y="548"/>
                    </a:lnTo>
                    <a:lnTo>
                      <a:pt x="537" y="569"/>
                    </a:lnTo>
                    <a:lnTo>
                      <a:pt x="527" y="590"/>
                    </a:lnTo>
                    <a:lnTo>
                      <a:pt x="527" y="590"/>
                    </a:lnTo>
                    <a:lnTo>
                      <a:pt x="517" y="610"/>
                    </a:lnTo>
                    <a:lnTo>
                      <a:pt x="506" y="631"/>
                    </a:lnTo>
                    <a:lnTo>
                      <a:pt x="495" y="651"/>
                    </a:lnTo>
                    <a:lnTo>
                      <a:pt x="483" y="670"/>
                    </a:lnTo>
                    <a:lnTo>
                      <a:pt x="483" y="670"/>
                    </a:lnTo>
                    <a:lnTo>
                      <a:pt x="470" y="688"/>
                    </a:lnTo>
                    <a:lnTo>
                      <a:pt x="456" y="705"/>
                    </a:lnTo>
                    <a:lnTo>
                      <a:pt x="443" y="721"/>
                    </a:lnTo>
                    <a:lnTo>
                      <a:pt x="427" y="738"/>
                    </a:lnTo>
                    <a:lnTo>
                      <a:pt x="427" y="738"/>
                    </a:lnTo>
                    <a:lnTo>
                      <a:pt x="414" y="753"/>
                    </a:lnTo>
                    <a:lnTo>
                      <a:pt x="397" y="767"/>
                    </a:lnTo>
                    <a:lnTo>
                      <a:pt x="382" y="779"/>
                    </a:lnTo>
                    <a:lnTo>
                      <a:pt x="365" y="792"/>
                    </a:lnTo>
                    <a:lnTo>
                      <a:pt x="365" y="792"/>
                    </a:lnTo>
                    <a:lnTo>
                      <a:pt x="349" y="803"/>
                    </a:lnTo>
                    <a:lnTo>
                      <a:pt x="332" y="813"/>
                    </a:lnTo>
                    <a:lnTo>
                      <a:pt x="315" y="822"/>
                    </a:lnTo>
                    <a:lnTo>
                      <a:pt x="297" y="831"/>
                    </a:lnTo>
                    <a:lnTo>
                      <a:pt x="297" y="831"/>
                    </a:lnTo>
                    <a:lnTo>
                      <a:pt x="281" y="837"/>
                    </a:lnTo>
                    <a:lnTo>
                      <a:pt x="263" y="843"/>
                    </a:lnTo>
                    <a:lnTo>
                      <a:pt x="245" y="847"/>
                    </a:lnTo>
                    <a:lnTo>
                      <a:pt x="227" y="851"/>
                    </a:lnTo>
                    <a:lnTo>
                      <a:pt x="227" y="851"/>
                    </a:lnTo>
                    <a:lnTo>
                      <a:pt x="210" y="853"/>
                    </a:lnTo>
                    <a:lnTo>
                      <a:pt x="192" y="854"/>
                    </a:lnTo>
                    <a:lnTo>
                      <a:pt x="176" y="854"/>
                    </a:lnTo>
                    <a:lnTo>
                      <a:pt x="159" y="853"/>
                    </a:lnTo>
                    <a:lnTo>
                      <a:pt x="159" y="853"/>
                    </a:lnTo>
                    <a:lnTo>
                      <a:pt x="140" y="850"/>
                    </a:lnTo>
                    <a:lnTo>
                      <a:pt x="122" y="846"/>
                    </a:lnTo>
                    <a:lnTo>
                      <a:pt x="122" y="846"/>
                    </a:lnTo>
                    <a:lnTo>
                      <a:pt x="93" y="839"/>
                    </a:lnTo>
                    <a:lnTo>
                      <a:pt x="76" y="833"/>
                    </a:lnTo>
                    <a:lnTo>
                      <a:pt x="58" y="826"/>
                    </a:lnTo>
                    <a:lnTo>
                      <a:pt x="58" y="826"/>
                    </a:lnTo>
                    <a:lnTo>
                      <a:pt x="46" y="821"/>
                    </a:lnTo>
                    <a:lnTo>
                      <a:pt x="0" y="806"/>
                    </a:lnTo>
                    <a:lnTo>
                      <a:pt x="0" y="806"/>
                    </a:lnTo>
                    <a:lnTo>
                      <a:pt x="21" y="824"/>
                    </a:lnTo>
                    <a:lnTo>
                      <a:pt x="41" y="842"/>
                    </a:lnTo>
                    <a:lnTo>
                      <a:pt x="65" y="855"/>
                    </a:lnTo>
                    <a:lnTo>
                      <a:pt x="90" y="868"/>
                    </a:lnTo>
                    <a:lnTo>
                      <a:pt x="90" y="868"/>
                    </a:lnTo>
                    <a:lnTo>
                      <a:pt x="105" y="873"/>
                    </a:lnTo>
                    <a:lnTo>
                      <a:pt x="122" y="878"/>
                    </a:lnTo>
                    <a:lnTo>
                      <a:pt x="138" y="882"/>
                    </a:lnTo>
                    <a:lnTo>
                      <a:pt x="155" y="885"/>
                    </a:lnTo>
                    <a:lnTo>
                      <a:pt x="173" y="886"/>
                    </a:lnTo>
                    <a:lnTo>
                      <a:pt x="191" y="886"/>
                    </a:lnTo>
                    <a:lnTo>
                      <a:pt x="209" y="886"/>
                    </a:lnTo>
                    <a:lnTo>
                      <a:pt x="228" y="883"/>
                    </a:lnTo>
                    <a:lnTo>
                      <a:pt x="228" y="883"/>
                    </a:lnTo>
                    <a:lnTo>
                      <a:pt x="248" y="879"/>
                    </a:lnTo>
                    <a:lnTo>
                      <a:pt x="267" y="875"/>
                    </a:lnTo>
                    <a:lnTo>
                      <a:pt x="286" y="868"/>
                    </a:lnTo>
                    <a:lnTo>
                      <a:pt x="304" y="861"/>
                    </a:lnTo>
                    <a:lnTo>
                      <a:pt x="324" y="853"/>
                    </a:lnTo>
                    <a:lnTo>
                      <a:pt x="342" y="843"/>
                    </a:lnTo>
                    <a:lnTo>
                      <a:pt x="360" y="832"/>
                    </a:lnTo>
                    <a:lnTo>
                      <a:pt x="378" y="821"/>
                    </a:lnTo>
                    <a:lnTo>
                      <a:pt x="378" y="821"/>
                    </a:lnTo>
                    <a:lnTo>
                      <a:pt x="394" y="807"/>
                    </a:lnTo>
                    <a:lnTo>
                      <a:pt x="412" y="793"/>
                    </a:lnTo>
                    <a:lnTo>
                      <a:pt x="429" y="778"/>
                    </a:lnTo>
                    <a:lnTo>
                      <a:pt x="445" y="761"/>
                    </a:lnTo>
                    <a:lnTo>
                      <a:pt x="461" y="745"/>
                    </a:lnTo>
                    <a:lnTo>
                      <a:pt x="476" y="727"/>
                    </a:lnTo>
                    <a:lnTo>
                      <a:pt x="490" y="709"/>
                    </a:lnTo>
                    <a:lnTo>
                      <a:pt x="504" y="689"/>
                    </a:lnTo>
                    <a:lnTo>
                      <a:pt x="504" y="689"/>
                    </a:lnTo>
                    <a:lnTo>
                      <a:pt x="517" y="669"/>
                    </a:lnTo>
                    <a:lnTo>
                      <a:pt x="530" y="648"/>
                    </a:lnTo>
                    <a:lnTo>
                      <a:pt x="541" y="626"/>
                    </a:lnTo>
                    <a:lnTo>
                      <a:pt x="552" y="603"/>
                    </a:lnTo>
                    <a:lnTo>
                      <a:pt x="562" y="580"/>
                    </a:lnTo>
                    <a:lnTo>
                      <a:pt x="571" y="558"/>
                    </a:lnTo>
                    <a:lnTo>
                      <a:pt x="580" y="534"/>
                    </a:lnTo>
                    <a:lnTo>
                      <a:pt x="587" y="509"/>
                    </a:lnTo>
                    <a:lnTo>
                      <a:pt x="587" y="509"/>
                    </a:lnTo>
                    <a:lnTo>
                      <a:pt x="593" y="486"/>
                    </a:lnTo>
                    <a:lnTo>
                      <a:pt x="598" y="461"/>
                    </a:lnTo>
                    <a:lnTo>
                      <a:pt x="602" y="436"/>
                    </a:lnTo>
                    <a:lnTo>
                      <a:pt x="605" y="411"/>
                    </a:lnTo>
                    <a:lnTo>
                      <a:pt x="607" y="386"/>
                    </a:lnTo>
                    <a:lnTo>
                      <a:pt x="609" y="361"/>
                    </a:lnTo>
                    <a:lnTo>
                      <a:pt x="607" y="336"/>
                    </a:lnTo>
                    <a:lnTo>
                      <a:pt x="606" y="311"/>
                    </a:lnTo>
                    <a:lnTo>
                      <a:pt x="606" y="311"/>
                    </a:lnTo>
                    <a:lnTo>
                      <a:pt x="605" y="288"/>
                    </a:lnTo>
                    <a:lnTo>
                      <a:pt x="600" y="264"/>
                    </a:lnTo>
                    <a:lnTo>
                      <a:pt x="596" y="242"/>
                    </a:lnTo>
                    <a:lnTo>
                      <a:pt x="591" y="221"/>
                    </a:lnTo>
                    <a:lnTo>
                      <a:pt x="584" y="201"/>
                    </a:lnTo>
                    <a:lnTo>
                      <a:pt x="577" y="181"/>
                    </a:lnTo>
                    <a:lnTo>
                      <a:pt x="569" y="162"/>
                    </a:lnTo>
                    <a:lnTo>
                      <a:pt x="559" y="144"/>
                    </a:lnTo>
                    <a:lnTo>
                      <a:pt x="559" y="144"/>
                    </a:lnTo>
                    <a:close/>
                  </a:path>
                </a:pathLst>
              </a:custGeom>
              <a:solidFill>
                <a:srgbClr val="9092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  <p:sp>
            <p:nvSpPr>
              <p:cNvPr id="37" name="ïS1îḋè" descr="810a6658-7c56-4cf0-9d8f-e1c8fb7c30f3"/>
              <p:cNvSpPr/>
              <p:nvPr/>
            </p:nvSpPr>
            <p:spPr bwMode="auto">
              <a:xfrm>
                <a:off x="5733721" y="4166384"/>
                <a:ext cx="391799" cy="584684"/>
              </a:xfrm>
              <a:custGeom>
                <a:avLst/>
                <a:gdLst>
                  <a:gd name="T0" fmla="*/ 573 w 586"/>
                  <a:gd name="T1" fmla="*/ 282 h 873"/>
                  <a:gd name="T2" fmla="*/ 563 w 586"/>
                  <a:gd name="T3" fmla="*/ 247 h 873"/>
                  <a:gd name="T4" fmla="*/ 544 w 586"/>
                  <a:gd name="T5" fmla="*/ 202 h 873"/>
                  <a:gd name="T6" fmla="*/ 534 w 586"/>
                  <a:gd name="T7" fmla="*/ 184 h 873"/>
                  <a:gd name="T8" fmla="*/ 523 w 586"/>
                  <a:gd name="T9" fmla="*/ 166 h 873"/>
                  <a:gd name="T10" fmla="*/ 506 w 586"/>
                  <a:gd name="T11" fmla="*/ 142 h 873"/>
                  <a:gd name="T12" fmla="*/ 490 w 586"/>
                  <a:gd name="T13" fmla="*/ 124 h 873"/>
                  <a:gd name="T14" fmla="*/ 477 w 586"/>
                  <a:gd name="T15" fmla="*/ 112 h 873"/>
                  <a:gd name="T16" fmla="*/ 459 w 586"/>
                  <a:gd name="T17" fmla="*/ 97 h 873"/>
                  <a:gd name="T18" fmla="*/ 443 w 586"/>
                  <a:gd name="T19" fmla="*/ 85 h 873"/>
                  <a:gd name="T20" fmla="*/ 304 w 586"/>
                  <a:gd name="T21" fmla="*/ 0 h 873"/>
                  <a:gd name="T22" fmla="*/ 332 w 586"/>
                  <a:gd name="T23" fmla="*/ 19 h 873"/>
                  <a:gd name="T24" fmla="*/ 351 w 586"/>
                  <a:gd name="T25" fmla="*/ 36 h 873"/>
                  <a:gd name="T26" fmla="*/ 371 w 586"/>
                  <a:gd name="T27" fmla="*/ 56 h 873"/>
                  <a:gd name="T28" fmla="*/ 387 w 586"/>
                  <a:gd name="T29" fmla="*/ 80 h 873"/>
                  <a:gd name="T30" fmla="*/ 405 w 586"/>
                  <a:gd name="T31" fmla="*/ 109 h 873"/>
                  <a:gd name="T32" fmla="*/ 422 w 586"/>
                  <a:gd name="T33" fmla="*/ 142 h 873"/>
                  <a:gd name="T34" fmla="*/ 443 w 586"/>
                  <a:gd name="T35" fmla="*/ 211 h 873"/>
                  <a:gd name="T36" fmla="*/ 452 w 586"/>
                  <a:gd name="T37" fmla="*/ 271 h 873"/>
                  <a:gd name="T38" fmla="*/ 454 w 586"/>
                  <a:gd name="T39" fmla="*/ 328 h 873"/>
                  <a:gd name="T40" fmla="*/ 452 w 586"/>
                  <a:gd name="T41" fmla="*/ 366 h 873"/>
                  <a:gd name="T42" fmla="*/ 448 w 586"/>
                  <a:gd name="T43" fmla="*/ 405 h 873"/>
                  <a:gd name="T44" fmla="*/ 441 w 586"/>
                  <a:gd name="T45" fmla="*/ 443 h 873"/>
                  <a:gd name="T46" fmla="*/ 427 w 586"/>
                  <a:gd name="T47" fmla="*/ 495 h 873"/>
                  <a:gd name="T48" fmla="*/ 401 w 586"/>
                  <a:gd name="T49" fmla="*/ 563 h 873"/>
                  <a:gd name="T50" fmla="*/ 366 w 586"/>
                  <a:gd name="T51" fmla="*/ 631 h 873"/>
                  <a:gd name="T52" fmla="*/ 339 w 586"/>
                  <a:gd name="T53" fmla="*/ 671 h 873"/>
                  <a:gd name="T54" fmla="*/ 318 w 586"/>
                  <a:gd name="T55" fmla="*/ 699 h 873"/>
                  <a:gd name="T56" fmla="*/ 297 w 586"/>
                  <a:gd name="T57" fmla="*/ 724 h 873"/>
                  <a:gd name="T58" fmla="*/ 277 w 586"/>
                  <a:gd name="T59" fmla="*/ 743 h 873"/>
                  <a:gd name="T60" fmla="*/ 249 w 586"/>
                  <a:gd name="T61" fmla="*/ 768 h 873"/>
                  <a:gd name="T62" fmla="*/ 216 w 586"/>
                  <a:gd name="T63" fmla="*/ 793 h 873"/>
                  <a:gd name="T64" fmla="*/ 163 w 586"/>
                  <a:gd name="T65" fmla="*/ 822 h 873"/>
                  <a:gd name="T66" fmla="*/ 134 w 586"/>
                  <a:gd name="T67" fmla="*/ 834 h 873"/>
                  <a:gd name="T68" fmla="*/ 101 w 586"/>
                  <a:gd name="T69" fmla="*/ 844 h 873"/>
                  <a:gd name="T70" fmla="*/ 39 w 586"/>
                  <a:gd name="T71" fmla="*/ 852 h 873"/>
                  <a:gd name="T72" fmla="*/ 211 w 586"/>
                  <a:gd name="T73" fmla="*/ 872 h 873"/>
                  <a:gd name="T74" fmla="*/ 279 w 586"/>
                  <a:gd name="T75" fmla="*/ 858 h 873"/>
                  <a:gd name="T76" fmla="*/ 313 w 586"/>
                  <a:gd name="T77" fmla="*/ 845 h 873"/>
                  <a:gd name="T78" fmla="*/ 357 w 586"/>
                  <a:gd name="T79" fmla="*/ 823 h 873"/>
                  <a:gd name="T80" fmla="*/ 375 w 586"/>
                  <a:gd name="T81" fmla="*/ 811 h 873"/>
                  <a:gd name="T82" fmla="*/ 391 w 586"/>
                  <a:gd name="T83" fmla="*/ 798 h 873"/>
                  <a:gd name="T84" fmla="*/ 409 w 586"/>
                  <a:gd name="T85" fmla="*/ 785 h 873"/>
                  <a:gd name="T86" fmla="*/ 425 w 586"/>
                  <a:gd name="T87" fmla="*/ 771 h 873"/>
                  <a:gd name="T88" fmla="*/ 441 w 586"/>
                  <a:gd name="T89" fmla="*/ 754 h 873"/>
                  <a:gd name="T90" fmla="*/ 456 w 586"/>
                  <a:gd name="T91" fmla="*/ 737 h 873"/>
                  <a:gd name="T92" fmla="*/ 470 w 586"/>
                  <a:gd name="T93" fmla="*/ 722 h 873"/>
                  <a:gd name="T94" fmla="*/ 483 w 586"/>
                  <a:gd name="T95" fmla="*/ 706 h 873"/>
                  <a:gd name="T96" fmla="*/ 494 w 586"/>
                  <a:gd name="T97" fmla="*/ 689 h 873"/>
                  <a:gd name="T98" fmla="*/ 509 w 586"/>
                  <a:gd name="T99" fmla="*/ 665 h 873"/>
                  <a:gd name="T100" fmla="*/ 521 w 586"/>
                  <a:gd name="T101" fmla="*/ 643 h 873"/>
                  <a:gd name="T102" fmla="*/ 537 w 586"/>
                  <a:gd name="T103" fmla="*/ 613 h 873"/>
                  <a:gd name="T104" fmla="*/ 546 w 586"/>
                  <a:gd name="T105" fmla="*/ 589 h 873"/>
                  <a:gd name="T106" fmla="*/ 557 w 586"/>
                  <a:gd name="T107" fmla="*/ 562 h 873"/>
                  <a:gd name="T108" fmla="*/ 566 w 586"/>
                  <a:gd name="T109" fmla="*/ 534 h 873"/>
                  <a:gd name="T110" fmla="*/ 571 w 586"/>
                  <a:gd name="T111" fmla="*/ 512 h 873"/>
                  <a:gd name="T112" fmla="*/ 577 w 586"/>
                  <a:gd name="T113" fmla="*/ 490 h 873"/>
                  <a:gd name="T114" fmla="*/ 580 w 586"/>
                  <a:gd name="T115" fmla="*/ 468 h 873"/>
                  <a:gd name="T116" fmla="*/ 584 w 586"/>
                  <a:gd name="T117" fmla="*/ 445 h 873"/>
                  <a:gd name="T118" fmla="*/ 585 w 586"/>
                  <a:gd name="T119" fmla="*/ 418 h 873"/>
                  <a:gd name="T120" fmla="*/ 586 w 586"/>
                  <a:gd name="T121" fmla="*/ 394 h 873"/>
                  <a:gd name="T122" fmla="*/ 585 w 586"/>
                  <a:gd name="T123" fmla="*/ 366 h 873"/>
                  <a:gd name="T124" fmla="*/ 581 w 586"/>
                  <a:gd name="T125" fmla="*/ 321 h 8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586" h="873">
                    <a:moveTo>
                      <a:pt x="581" y="321"/>
                    </a:moveTo>
                    <a:lnTo>
                      <a:pt x="581" y="321"/>
                    </a:lnTo>
                    <a:lnTo>
                      <a:pt x="581" y="319"/>
                    </a:lnTo>
                    <a:lnTo>
                      <a:pt x="581" y="319"/>
                    </a:lnTo>
                    <a:lnTo>
                      <a:pt x="578" y="303"/>
                    </a:lnTo>
                    <a:lnTo>
                      <a:pt x="578" y="303"/>
                    </a:lnTo>
                    <a:lnTo>
                      <a:pt x="577" y="301"/>
                    </a:lnTo>
                    <a:lnTo>
                      <a:pt x="577" y="301"/>
                    </a:lnTo>
                    <a:lnTo>
                      <a:pt x="577" y="300"/>
                    </a:lnTo>
                    <a:lnTo>
                      <a:pt x="577" y="300"/>
                    </a:lnTo>
                    <a:lnTo>
                      <a:pt x="574" y="283"/>
                    </a:lnTo>
                    <a:lnTo>
                      <a:pt x="574" y="283"/>
                    </a:lnTo>
                    <a:lnTo>
                      <a:pt x="573" y="282"/>
                    </a:lnTo>
                    <a:lnTo>
                      <a:pt x="573" y="282"/>
                    </a:lnTo>
                    <a:lnTo>
                      <a:pt x="568" y="267"/>
                    </a:lnTo>
                    <a:lnTo>
                      <a:pt x="568" y="267"/>
                    </a:lnTo>
                    <a:lnTo>
                      <a:pt x="568" y="265"/>
                    </a:lnTo>
                    <a:lnTo>
                      <a:pt x="568" y="265"/>
                    </a:lnTo>
                    <a:lnTo>
                      <a:pt x="568" y="265"/>
                    </a:lnTo>
                    <a:lnTo>
                      <a:pt x="568" y="265"/>
                    </a:lnTo>
                    <a:lnTo>
                      <a:pt x="564" y="253"/>
                    </a:lnTo>
                    <a:lnTo>
                      <a:pt x="564" y="253"/>
                    </a:lnTo>
                    <a:lnTo>
                      <a:pt x="564" y="250"/>
                    </a:lnTo>
                    <a:lnTo>
                      <a:pt x="564" y="250"/>
                    </a:lnTo>
                    <a:lnTo>
                      <a:pt x="563" y="247"/>
                    </a:lnTo>
                    <a:lnTo>
                      <a:pt x="563" y="247"/>
                    </a:lnTo>
                    <a:lnTo>
                      <a:pt x="557" y="234"/>
                    </a:lnTo>
                    <a:lnTo>
                      <a:pt x="557" y="234"/>
                    </a:lnTo>
                    <a:lnTo>
                      <a:pt x="557" y="232"/>
                    </a:lnTo>
                    <a:lnTo>
                      <a:pt x="557" y="232"/>
                    </a:lnTo>
                    <a:lnTo>
                      <a:pt x="557" y="232"/>
                    </a:lnTo>
                    <a:lnTo>
                      <a:pt x="557" y="232"/>
                    </a:lnTo>
                    <a:lnTo>
                      <a:pt x="552" y="218"/>
                    </a:lnTo>
                    <a:lnTo>
                      <a:pt x="552" y="218"/>
                    </a:lnTo>
                    <a:lnTo>
                      <a:pt x="551" y="217"/>
                    </a:lnTo>
                    <a:lnTo>
                      <a:pt x="551" y="217"/>
                    </a:lnTo>
                    <a:lnTo>
                      <a:pt x="545" y="203"/>
                    </a:lnTo>
                    <a:lnTo>
                      <a:pt x="545" y="203"/>
                    </a:lnTo>
                    <a:lnTo>
                      <a:pt x="544" y="202"/>
                    </a:lnTo>
                    <a:lnTo>
                      <a:pt x="544" y="202"/>
                    </a:lnTo>
                    <a:lnTo>
                      <a:pt x="544" y="200"/>
                    </a:lnTo>
                    <a:lnTo>
                      <a:pt x="544" y="200"/>
                    </a:lnTo>
                    <a:lnTo>
                      <a:pt x="541" y="195"/>
                    </a:lnTo>
                    <a:lnTo>
                      <a:pt x="541" y="195"/>
                    </a:lnTo>
                    <a:lnTo>
                      <a:pt x="539" y="193"/>
                    </a:lnTo>
                    <a:lnTo>
                      <a:pt x="539" y="193"/>
                    </a:lnTo>
                    <a:lnTo>
                      <a:pt x="538" y="192"/>
                    </a:lnTo>
                    <a:lnTo>
                      <a:pt x="538" y="192"/>
                    </a:lnTo>
                    <a:lnTo>
                      <a:pt x="535" y="187"/>
                    </a:lnTo>
                    <a:lnTo>
                      <a:pt x="535" y="187"/>
                    </a:lnTo>
                    <a:lnTo>
                      <a:pt x="534" y="184"/>
                    </a:lnTo>
                    <a:lnTo>
                      <a:pt x="534" y="184"/>
                    </a:lnTo>
                    <a:lnTo>
                      <a:pt x="534" y="182"/>
                    </a:lnTo>
                    <a:lnTo>
                      <a:pt x="534" y="182"/>
                    </a:lnTo>
                    <a:lnTo>
                      <a:pt x="533" y="181"/>
                    </a:lnTo>
                    <a:lnTo>
                      <a:pt x="533" y="181"/>
                    </a:lnTo>
                    <a:lnTo>
                      <a:pt x="533" y="180"/>
                    </a:lnTo>
                    <a:lnTo>
                      <a:pt x="533" y="180"/>
                    </a:lnTo>
                    <a:lnTo>
                      <a:pt x="530" y="175"/>
                    </a:lnTo>
                    <a:lnTo>
                      <a:pt x="530" y="175"/>
                    </a:lnTo>
                    <a:lnTo>
                      <a:pt x="524" y="167"/>
                    </a:lnTo>
                    <a:lnTo>
                      <a:pt x="524" y="167"/>
                    </a:lnTo>
                    <a:lnTo>
                      <a:pt x="523" y="166"/>
                    </a:lnTo>
                    <a:lnTo>
                      <a:pt x="523" y="166"/>
                    </a:lnTo>
                    <a:lnTo>
                      <a:pt x="523" y="166"/>
                    </a:lnTo>
                    <a:lnTo>
                      <a:pt x="523" y="166"/>
                    </a:lnTo>
                    <a:lnTo>
                      <a:pt x="520" y="162"/>
                    </a:lnTo>
                    <a:lnTo>
                      <a:pt x="520" y="162"/>
                    </a:lnTo>
                    <a:lnTo>
                      <a:pt x="515" y="155"/>
                    </a:lnTo>
                    <a:lnTo>
                      <a:pt x="515" y="155"/>
                    </a:lnTo>
                    <a:lnTo>
                      <a:pt x="513" y="152"/>
                    </a:lnTo>
                    <a:lnTo>
                      <a:pt x="513" y="152"/>
                    </a:lnTo>
                    <a:lnTo>
                      <a:pt x="512" y="151"/>
                    </a:lnTo>
                    <a:lnTo>
                      <a:pt x="512" y="151"/>
                    </a:lnTo>
                    <a:lnTo>
                      <a:pt x="510" y="149"/>
                    </a:lnTo>
                    <a:lnTo>
                      <a:pt x="510" y="149"/>
                    </a:lnTo>
                    <a:lnTo>
                      <a:pt x="506" y="142"/>
                    </a:lnTo>
                    <a:lnTo>
                      <a:pt x="506" y="142"/>
                    </a:lnTo>
                    <a:lnTo>
                      <a:pt x="502" y="138"/>
                    </a:lnTo>
                    <a:lnTo>
                      <a:pt x="502" y="138"/>
                    </a:lnTo>
                    <a:lnTo>
                      <a:pt x="501" y="137"/>
                    </a:lnTo>
                    <a:lnTo>
                      <a:pt x="501" y="137"/>
                    </a:lnTo>
                    <a:lnTo>
                      <a:pt x="501" y="137"/>
                    </a:lnTo>
                    <a:lnTo>
                      <a:pt x="501" y="137"/>
                    </a:lnTo>
                    <a:lnTo>
                      <a:pt x="498" y="133"/>
                    </a:lnTo>
                    <a:lnTo>
                      <a:pt x="498" y="133"/>
                    </a:lnTo>
                    <a:lnTo>
                      <a:pt x="492" y="128"/>
                    </a:lnTo>
                    <a:lnTo>
                      <a:pt x="492" y="128"/>
                    </a:lnTo>
                    <a:lnTo>
                      <a:pt x="490" y="124"/>
                    </a:lnTo>
                    <a:lnTo>
                      <a:pt x="490" y="124"/>
                    </a:lnTo>
                    <a:lnTo>
                      <a:pt x="490" y="124"/>
                    </a:lnTo>
                    <a:lnTo>
                      <a:pt x="490" y="124"/>
                    </a:lnTo>
                    <a:lnTo>
                      <a:pt x="488" y="124"/>
                    </a:lnTo>
                    <a:lnTo>
                      <a:pt x="488" y="124"/>
                    </a:lnTo>
                    <a:lnTo>
                      <a:pt x="488" y="123"/>
                    </a:lnTo>
                    <a:lnTo>
                      <a:pt x="488" y="123"/>
                    </a:lnTo>
                    <a:lnTo>
                      <a:pt x="484" y="119"/>
                    </a:lnTo>
                    <a:lnTo>
                      <a:pt x="484" y="119"/>
                    </a:lnTo>
                    <a:lnTo>
                      <a:pt x="480" y="116"/>
                    </a:lnTo>
                    <a:lnTo>
                      <a:pt x="480" y="116"/>
                    </a:lnTo>
                    <a:lnTo>
                      <a:pt x="477" y="112"/>
                    </a:lnTo>
                    <a:lnTo>
                      <a:pt x="477" y="112"/>
                    </a:lnTo>
                    <a:lnTo>
                      <a:pt x="477" y="112"/>
                    </a:lnTo>
                    <a:lnTo>
                      <a:pt x="477" y="112"/>
                    </a:lnTo>
                    <a:lnTo>
                      <a:pt x="476" y="112"/>
                    </a:lnTo>
                    <a:lnTo>
                      <a:pt x="476" y="112"/>
                    </a:lnTo>
                    <a:lnTo>
                      <a:pt x="472" y="108"/>
                    </a:lnTo>
                    <a:lnTo>
                      <a:pt x="472" y="108"/>
                    </a:lnTo>
                    <a:lnTo>
                      <a:pt x="467" y="103"/>
                    </a:lnTo>
                    <a:lnTo>
                      <a:pt x="467" y="103"/>
                    </a:lnTo>
                    <a:lnTo>
                      <a:pt x="465" y="101"/>
                    </a:lnTo>
                    <a:lnTo>
                      <a:pt x="465" y="101"/>
                    </a:lnTo>
                    <a:lnTo>
                      <a:pt x="463" y="101"/>
                    </a:lnTo>
                    <a:lnTo>
                      <a:pt x="463" y="101"/>
                    </a:lnTo>
                    <a:lnTo>
                      <a:pt x="463" y="101"/>
                    </a:lnTo>
                    <a:lnTo>
                      <a:pt x="463" y="101"/>
                    </a:lnTo>
                    <a:lnTo>
                      <a:pt x="459" y="97"/>
                    </a:lnTo>
                    <a:lnTo>
                      <a:pt x="459" y="97"/>
                    </a:lnTo>
                    <a:lnTo>
                      <a:pt x="455" y="94"/>
                    </a:lnTo>
                    <a:lnTo>
                      <a:pt x="455" y="94"/>
                    </a:lnTo>
                    <a:lnTo>
                      <a:pt x="451" y="91"/>
                    </a:lnTo>
                    <a:lnTo>
                      <a:pt x="451" y="91"/>
                    </a:lnTo>
                    <a:lnTo>
                      <a:pt x="451" y="91"/>
                    </a:lnTo>
                    <a:lnTo>
                      <a:pt x="451" y="91"/>
                    </a:lnTo>
                    <a:lnTo>
                      <a:pt x="451" y="91"/>
                    </a:lnTo>
                    <a:lnTo>
                      <a:pt x="451" y="91"/>
                    </a:lnTo>
                    <a:lnTo>
                      <a:pt x="447" y="88"/>
                    </a:lnTo>
                    <a:lnTo>
                      <a:pt x="447" y="88"/>
                    </a:lnTo>
                    <a:lnTo>
                      <a:pt x="443" y="85"/>
                    </a:lnTo>
                    <a:lnTo>
                      <a:pt x="443" y="85"/>
                    </a:lnTo>
                    <a:lnTo>
                      <a:pt x="438" y="83"/>
                    </a:lnTo>
                    <a:lnTo>
                      <a:pt x="438" y="83"/>
                    </a:lnTo>
                    <a:lnTo>
                      <a:pt x="438" y="83"/>
                    </a:lnTo>
                    <a:lnTo>
                      <a:pt x="438" y="83"/>
                    </a:lnTo>
                    <a:lnTo>
                      <a:pt x="437" y="81"/>
                    </a:lnTo>
                    <a:lnTo>
                      <a:pt x="437" y="81"/>
                    </a:lnTo>
                    <a:lnTo>
                      <a:pt x="437" y="81"/>
                    </a:lnTo>
                    <a:lnTo>
                      <a:pt x="437" y="81"/>
                    </a:lnTo>
                    <a:lnTo>
                      <a:pt x="437" y="81"/>
                    </a:lnTo>
                    <a:lnTo>
                      <a:pt x="437" y="81"/>
                    </a:lnTo>
                    <a:lnTo>
                      <a:pt x="437" y="81"/>
                    </a:lnTo>
                    <a:lnTo>
                      <a:pt x="304" y="0"/>
                    </a:lnTo>
                    <a:lnTo>
                      <a:pt x="304" y="0"/>
                    </a:lnTo>
                    <a:lnTo>
                      <a:pt x="311" y="4"/>
                    </a:lnTo>
                    <a:lnTo>
                      <a:pt x="311" y="4"/>
                    </a:lnTo>
                    <a:lnTo>
                      <a:pt x="313" y="4"/>
                    </a:lnTo>
                    <a:lnTo>
                      <a:pt x="313" y="4"/>
                    </a:lnTo>
                    <a:lnTo>
                      <a:pt x="318" y="8"/>
                    </a:lnTo>
                    <a:lnTo>
                      <a:pt x="318" y="8"/>
                    </a:lnTo>
                    <a:lnTo>
                      <a:pt x="318" y="8"/>
                    </a:lnTo>
                    <a:lnTo>
                      <a:pt x="318" y="8"/>
                    </a:lnTo>
                    <a:lnTo>
                      <a:pt x="325" y="13"/>
                    </a:lnTo>
                    <a:lnTo>
                      <a:pt x="325" y="13"/>
                    </a:lnTo>
                    <a:lnTo>
                      <a:pt x="326" y="13"/>
                    </a:lnTo>
                    <a:lnTo>
                      <a:pt x="326" y="13"/>
                    </a:lnTo>
                    <a:lnTo>
                      <a:pt x="332" y="19"/>
                    </a:lnTo>
                    <a:lnTo>
                      <a:pt x="332" y="19"/>
                    </a:lnTo>
                    <a:lnTo>
                      <a:pt x="332" y="19"/>
                    </a:lnTo>
                    <a:lnTo>
                      <a:pt x="332" y="19"/>
                    </a:lnTo>
                    <a:lnTo>
                      <a:pt x="337" y="25"/>
                    </a:lnTo>
                    <a:lnTo>
                      <a:pt x="337" y="25"/>
                    </a:lnTo>
                    <a:lnTo>
                      <a:pt x="339" y="25"/>
                    </a:lnTo>
                    <a:lnTo>
                      <a:pt x="339" y="25"/>
                    </a:lnTo>
                    <a:lnTo>
                      <a:pt x="346" y="30"/>
                    </a:lnTo>
                    <a:lnTo>
                      <a:pt x="346" y="30"/>
                    </a:lnTo>
                    <a:lnTo>
                      <a:pt x="346" y="31"/>
                    </a:lnTo>
                    <a:lnTo>
                      <a:pt x="346" y="31"/>
                    </a:lnTo>
                    <a:lnTo>
                      <a:pt x="351" y="36"/>
                    </a:lnTo>
                    <a:lnTo>
                      <a:pt x="351" y="36"/>
                    </a:lnTo>
                    <a:lnTo>
                      <a:pt x="353" y="37"/>
                    </a:lnTo>
                    <a:lnTo>
                      <a:pt x="353" y="37"/>
                    </a:lnTo>
                    <a:lnTo>
                      <a:pt x="358" y="43"/>
                    </a:lnTo>
                    <a:lnTo>
                      <a:pt x="358" y="43"/>
                    </a:lnTo>
                    <a:lnTo>
                      <a:pt x="358" y="44"/>
                    </a:lnTo>
                    <a:lnTo>
                      <a:pt x="358" y="44"/>
                    </a:lnTo>
                    <a:lnTo>
                      <a:pt x="364" y="49"/>
                    </a:lnTo>
                    <a:lnTo>
                      <a:pt x="364" y="49"/>
                    </a:lnTo>
                    <a:lnTo>
                      <a:pt x="365" y="51"/>
                    </a:lnTo>
                    <a:lnTo>
                      <a:pt x="365" y="51"/>
                    </a:lnTo>
                    <a:lnTo>
                      <a:pt x="369" y="56"/>
                    </a:lnTo>
                    <a:lnTo>
                      <a:pt x="369" y="56"/>
                    </a:lnTo>
                    <a:lnTo>
                      <a:pt x="371" y="56"/>
                    </a:lnTo>
                    <a:lnTo>
                      <a:pt x="371" y="56"/>
                    </a:lnTo>
                    <a:lnTo>
                      <a:pt x="375" y="63"/>
                    </a:lnTo>
                    <a:lnTo>
                      <a:pt x="375" y="63"/>
                    </a:lnTo>
                    <a:lnTo>
                      <a:pt x="378" y="66"/>
                    </a:lnTo>
                    <a:lnTo>
                      <a:pt x="378" y="66"/>
                    </a:lnTo>
                    <a:lnTo>
                      <a:pt x="380" y="70"/>
                    </a:lnTo>
                    <a:lnTo>
                      <a:pt x="380" y="70"/>
                    </a:lnTo>
                    <a:lnTo>
                      <a:pt x="383" y="73"/>
                    </a:lnTo>
                    <a:lnTo>
                      <a:pt x="383" y="73"/>
                    </a:lnTo>
                    <a:lnTo>
                      <a:pt x="386" y="77"/>
                    </a:lnTo>
                    <a:lnTo>
                      <a:pt x="386" y="77"/>
                    </a:lnTo>
                    <a:lnTo>
                      <a:pt x="387" y="80"/>
                    </a:lnTo>
                    <a:lnTo>
                      <a:pt x="387" y="80"/>
                    </a:lnTo>
                    <a:lnTo>
                      <a:pt x="390" y="84"/>
                    </a:lnTo>
                    <a:lnTo>
                      <a:pt x="390" y="84"/>
                    </a:lnTo>
                    <a:lnTo>
                      <a:pt x="393" y="88"/>
                    </a:lnTo>
                    <a:lnTo>
                      <a:pt x="393" y="88"/>
                    </a:lnTo>
                    <a:lnTo>
                      <a:pt x="394" y="91"/>
                    </a:lnTo>
                    <a:lnTo>
                      <a:pt x="394" y="91"/>
                    </a:lnTo>
                    <a:lnTo>
                      <a:pt x="398" y="97"/>
                    </a:lnTo>
                    <a:lnTo>
                      <a:pt x="398" y="97"/>
                    </a:lnTo>
                    <a:lnTo>
                      <a:pt x="400" y="99"/>
                    </a:lnTo>
                    <a:lnTo>
                      <a:pt x="400" y="99"/>
                    </a:lnTo>
                    <a:lnTo>
                      <a:pt x="402" y="105"/>
                    </a:lnTo>
                    <a:lnTo>
                      <a:pt x="402" y="105"/>
                    </a:lnTo>
                    <a:lnTo>
                      <a:pt x="405" y="109"/>
                    </a:lnTo>
                    <a:lnTo>
                      <a:pt x="405" y="109"/>
                    </a:lnTo>
                    <a:lnTo>
                      <a:pt x="408" y="115"/>
                    </a:lnTo>
                    <a:lnTo>
                      <a:pt x="408" y="115"/>
                    </a:lnTo>
                    <a:lnTo>
                      <a:pt x="409" y="119"/>
                    </a:lnTo>
                    <a:lnTo>
                      <a:pt x="409" y="119"/>
                    </a:lnTo>
                    <a:lnTo>
                      <a:pt x="412" y="123"/>
                    </a:lnTo>
                    <a:lnTo>
                      <a:pt x="412" y="123"/>
                    </a:lnTo>
                    <a:lnTo>
                      <a:pt x="414" y="127"/>
                    </a:lnTo>
                    <a:lnTo>
                      <a:pt x="414" y="127"/>
                    </a:lnTo>
                    <a:lnTo>
                      <a:pt x="420" y="141"/>
                    </a:lnTo>
                    <a:lnTo>
                      <a:pt x="420" y="141"/>
                    </a:lnTo>
                    <a:lnTo>
                      <a:pt x="422" y="142"/>
                    </a:lnTo>
                    <a:lnTo>
                      <a:pt x="422" y="142"/>
                    </a:lnTo>
                    <a:lnTo>
                      <a:pt x="426" y="156"/>
                    </a:lnTo>
                    <a:lnTo>
                      <a:pt x="426" y="156"/>
                    </a:lnTo>
                    <a:lnTo>
                      <a:pt x="427" y="159"/>
                    </a:lnTo>
                    <a:lnTo>
                      <a:pt x="427" y="159"/>
                    </a:lnTo>
                    <a:lnTo>
                      <a:pt x="433" y="174"/>
                    </a:lnTo>
                    <a:lnTo>
                      <a:pt x="433" y="174"/>
                    </a:lnTo>
                    <a:lnTo>
                      <a:pt x="433" y="177"/>
                    </a:lnTo>
                    <a:lnTo>
                      <a:pt x="433" y="177"/>
                    </a:lnTo>
                    <a:lnTo>
                      <a:pt x="438" y="192"/>
                    </a:lnTo>
                    <a:lnTo>
                      <a:pt x="438" y="192"/>
                    </a:lnTo>
                    <a:lnTo>
                      <a:pt x="438" y="195"/>
                    </a:lnTo>
                    <a:lnTo>
                      <a:pt x="438" y="195"/>
                    </a:lnTo>
                    <a:lnTo>
                      <a:pt x="443" y="211"/>
                    </a:lnTo>
                    <a:lnTo>
                      <a:pt x="443" y="211"/>
                    </a:lnTo>
                    <a:lnTo>
                      <a:pt x="443" y="213"/>
                    </a:lnTo>
                    <a:lnTo>
                      <a:pt x="443" y="213"/>
                    </a:lnTo>
                    <a:lnTo>
                      <a:pt x="447" y="229"/>
                    </a:lnTo>
                    <a:lnTo>
                      <a:pt x="447" y="229"/>
                    </a:lnTo>
                    <a:lnTo>
                      <a:pt x="447" y="232"/>
                    </a:lnTo>
                    <a:lnTo>
                      <a:pt x="447" y="232"/>
                    </a:lnTo>
                    <a:lnTo>
                      <a:pt x="449" y="250"/>
                    </a:lnTo>
                    <a:lnTo>
                      <a:pt x="449" y="250"/>
                    </a:lnTo>
                    <a:lnTo>
                      <a:pt x="449" y="253"/>
                    </a:lnTo>
                    <a:lnTo>
                      <a:pt x="449" y="253"/>
                    </a:lnTo>
                    <a:lnTo>
                      <a:pt x="452" y="271"/>
                    </a:lnTo>
                    <a:lnTo>
                      <a:pt x="452" y="271"/>
                    </a:lnTo>
                    <a:lnTo>
                      <a:pt x="454" y="285"/>
                    </a:lnTo>
                    <a:lnTo>
                      <a:pt x="454" y="285"/>
                    </a:lnTo>
                    <a:lnTo>
                      <a:pt x="454" y="289"/>
                    </a:lnTo>
                    <a:lnTo>
                      <a:pt x="454" y="289"/>
                    </a:lnTo>
                    <a:lnTo>
                      <a:pt x="454" y="299"/>
                    </a:lnTo>
                    <a:lnTo>
                      <a:pt x="454" y="299"/>
                    </a:lnTo>
                    <a:lnTo>
                      <a:pt x="454" y="303"/>
                    </a:lnTo>
                    <a:lnTo>
                      <a:pt x="454" y="303"/>
                    </a:lnTo>
                    <a:lnTo>
                      <a:pt x="454" y="314"/>
                    </a:lnTo>
                    <a:lnTo>
                      <a:pt x="454" y="314"/>
                    </a:lnTo>
                    <a:lnTo>
                      <a:pt x="455" y="317"/>
                    </a:lnTo>
                    <a:lnTo>
                      <a:pt x="455" y="317"/>
                    </a:lnTo>
                    <a:lnTo>
                      <a:pt x="454" y="328"/>
                    </a:lnTo>
                    <a:lnTo>
                      <a:pt x="454" y="328"/>
                    </a:lnTo>
                    <a:lnTo>
                      <a:pt x="454" y="332"/>
                    </a:lnTo>
                    <a:lnTo>
                      <a:pt x="454" y="332"/>
                    </a:lnTo>
                    <a:lnTo>
                      <a:pt x="454" y="340"/>
                    </a:lnTo>
                    <a:lnTo>
                      <a:pt x="454" y="340"/>
                    </a:lnTo>
                    <a:lnTo>
                      <a:pt x="454" y="344"/>
                    </a:lnTo>
                    <a:lnTo>
                      <a:pt x="454" y="344"/>
                    </a:lnTo>
                    <a:lnTo>
                      <a:pt x="454" y="354"/>
                    </a:lnTo>
                    <a:lnTo>
                      <a:pt x="454" y="354"/>
                    </a:lnTo>
                    <a:lnTo>
                      <a:pt x="454" y="357"/>
                    </a:lnTo>
                    <a:lnTo>
                      <a:pt x="454" y="357"/>
                    </a:lnTo>
                    <a:lnTo>
                      <a:pt x="452" y="366"/>
                    </a:lnTo>
                    <a:lnTo>
                      <a:pt x="452" y="366"/>
                    </a:lnTo>
                    <a:lnTo>
                      <a:pt x="452" y="369"/>
                    </a:lnTo>
                    <a:lnTo>
                      <a:pt x="452" y="369"/>
                    </a:lnTo>
                    <a:lnTo>
                      <a:pt x="451" y="380"/>
                    </a:lnTo>
                    <a:lnTo>
                      <a:pt x="451" y="380"/>
                    </a:lnTo>
                    <a:lnTo>
                      <a:pt x="451" y="383"/>
                    </a:lnTo>
                    <a:lnTo>
                      <a:pt x="451" y="383"/>
                    </a:lnTo>
                    <a:lnTo>
                      <a:pt x="451" y="389"/>
                    </a:lnTo>
                    <a:lnTo>
                      <a:pt x="451" y="389"/>
                    </a:lnTo>
                    <a:lnTo>
                      <a:pt x="449" y="394"/>
                    </a:lnTo>
                    <a:lnTo>
                      <a:pt x="449" y="394"/>
                    </a:lnTo>
                    <a:lnTo>
                      <a:pt x="448" y="400"/>
                    </a:lnTo>
                    <a:lnTo>
                      <a:pt x="448" y="400"/>
                    </a:lnTo>
                    <a:lnTo>
                      <a:pt x="448" y="405"/>
                    </a:lnTo>
                    <a:lnTo>
                      <a:pt x="448" y="405"/>
                    </a:lnTo>
                    <a:lnTo>
                      <a:pt x="447" y="411"/>
                    </a:lnTo>
                    <a:lnTo>
                      <a:pt x="447" y="411"/>
                    </a:lnTo>
                    <a:lnTo>
                      <a:pt x="445" y="418"/>
                    </a:lnTo>
                    <a:lnTo>
                      <a:pt x="445" y="418"/>
                    </a:lnTo>
                    <a:lnTo>
                      <a:pt x="445" y="422"/>
                    </a:lnTo>
                    <a:lnTo>
                      <a:pt x="445" y="422"/>
                    </a:lnTo>
                    <a:lnTo>
                      <a:pt x="443" y="432"/>
                    </a:lnTo>
                    <a:lnTo>
                      <a:pt x="443" y="432"/>
                    </a:lnTo>
                    <a:lnTo>
                      <a:pt x="443" y="436"/>
                    </a:lnTo>
                    <a:lnTo>
                      <a:pt x="443" y="436"/>
                    </a:lnTo>
                    <a:lnTo>
                      <a:pt x="441" y="443"/>
                    </a:lnTo>
                    <a:lnTo>
                      <a:pt x="441" y="443"/>
                    </a:lnTo>
                    <a:lnTo>
                      <a:pt x="440" y="447"/>
                    </a:lnTo>
                    <a:lnTo>
                      <a:pt x="440" y="447"/>
                    </a:lnTo>
                    <a:lnTo>
                      <a:pt x="438" y="456"/>
                    </a:lnTo>
                    <a:lnTo>
                      <a:pt x="438" y="456"/>
                    </a:lnTo>
                    <a:lnTo>
                      <a:pt x="437" y="458"/>
                    </a:lnTo>
                    <a:lnTo>
                      <a:pt x="437" y="458"/>
                    </a:lnTo>
                    <a:lnTo>
                      <a:pt x="434" y="469"/>
                    </a:lnTo>
                    <a:lnTo>
                      <a:pt x="434" y="469"/>
                    </a:lnTo>
                    <a:lnTo>
                      <a:pt x="434" y="470"/>
                    </a:lnTo>
                    <a:lnTo>
                      <a:pt x="434" y="470"/>
                    </a:lnTo>
                    <a:lnTo>
                      <a:pt x="427" y="494"/>
                    </a:lnTo>
                    <a:lnTo>
                      <a:pt x="427" y="494"/>
                    </a:lnTo>
                    <a:lnTo>
                      <a:pt x="427" y="495"/>
                    </a:lnTo>
                    <a:lnTo>
                      <a:pt x="427" y="495"/>
                    </a:lnTo>
                    <a:lnTo>
                      <a:pt x="420" y="517"/>
                    </a:lnTo>
                    <a:lnTo>
                      <a:pt x="420" y="517"/>
                    </a:lnTo>
                    <a:lnTo>
                      <a:pt x="419" y="519"/>
                    </a:lnTo>
                    <a:lnTo>
                      <a:pt x="419" y="519"/>
                    </a:lnTo>
                    <a:lnTo>
                      <a:pt x="411" y="541"/>
                    </a:lnTo>
                    <a:lnTo>
                      <a:pt x="411" y="541"/>
                    </a:lnTo>
                    <a:lnTo>
                      <a:pt x="411" y="541"/>
                    </a:lnTo>
                    <a:lnTo>
                      <a:pt x="411" y="541"/>
                    </a:lnTo>
                    <a:lnTo>
                      <a:pt x="411" y="542"/>
                    </a:lnTo>
                    <a:lnTo>
                      <a:pt x="411" y="542"/>
                    </a:lnTo>
                    <a:lnTo>
                      <a:pt x="401" y="563"/>
                    </a:lnTo>
                    <a:lnTo>
                      <a:pt x="401" y="563"/>
                    </a:lnTo>
                    <a:lnTo>
                      <a:pt x="401" y="566"/>
                    </a:lnTo>
                    <a:lnTo>
                      <a:pt x="401" y="566"/>
                    </a:lnTo>
                    <a:lnTo>
                      <a:pt x="391" y="587"/>
                    </a:lnTo>
                    <a:lnTo>
                      <a:pt x="391" y="587"/>
                    </a:lnTo>
                    <a:lnTo>
                      <a:pt x="390" y="588"/>
                    </a:lnTo>
                    <a:lnTo>
                      <a:pt x="390" y="588"/>
                    </a:lnTo>
                    <a:lnTo>
                      <a:pt x="379" y="609"/>
                    </a:lnTo>
                    <a:lnTo>
                      <a:pt x="379" y="609"/>
                    </a:lnTo>
                    <a:lnTo>
                      <a:pt x="379" y="609"/>
                    </a:lnTo>
                    <a:lnTo>
                      <a:pt x="379" y="609"/>
                    </a:lnTo>
                    <a:lnTo>
                      <a:pt x="366" y="629"/>
                    </a:lnTo>
                    <a:lnTo>
                      <a:pt x="366" y="629"/>
                    </a:lnTo>
                    <a:lnTo>
                      <a:pt x="366" y="631"/>
                    </a:lnTo>
                    <a:lnTo>
                      <a:pt x="366" y="631"/>
                    </a:lnTo>
                    <a:lnTo>
                      <a:pt x="354" y="650"/>
                    </a:lnTo>
                    <a:lnTo>
                      <a:pt x="354" y="650"/>
                    </a:lnTo>
                    <a:lnTo>
                      <a:pt x="354" y="650"/>
                    </a:lnTo>
                    <a:lnTo>
                      <a:pt x="354" y="650"/>
                    </a:lnTo>
                    <a:lnTo>
                      <a:pt x="354" y="650"/>
                    </a:lnTo>
                    <a:lnTo>
                      <a:pt x="347" y="660"/>
                    </a:lnTo>
                    <a:lnTo>
                      <a:pt x="347" y="660"/>
                    </a:lnTo>
                    <a:lnTo>
                      <a:pt x="347" y="661"/>
                    </a:lnTo>
                    <a:lnTo>
                      <a:pt x="347" y="661"/>
                    </a:lnTo>
                    <a:lnTo>
                      <a:pt x="340" y="670"/>
                    </a:lnTo>
                    <a:lnTo>
                      <a:pt x="340" y="670"/>
                    </a:lnTo>
                    <a:lnTo>
                      <a:pt x="339" y="671"/>
                    </a:lnTo>
                    <a:lnTo>
                      <a:pt x="339" y="671"/>
                    </a:lnTo>
                    <a:lnTo>
                      <a:pt x="335" y="678"/>
                    </a:lnTo>
                    <a:lnTo>
                      <a:pt x="335" y="678"/>
                    </a:lnTo>
                    <a:lnTo>
                      <a:pt x="333" y="681"/>
                    </a:lnTo>
                    <a:lnTo>
                      <a:pt x="333" y="681"/>
                    </a:lnTo>
                    <a:lnTo>
                      <a:pt x="326" y="689"/>
                    </a:lnTo>
                    <a:lnTo>
                      <a:pt x="326" y="689"/>
                    </a:lnTo>
                    <a:lnTo>
                      <a:pt x="325" y="690"/>
                    </a:lnTo>
                    <a:lnTo>
                      <a:pt x="325" y="690"/>
                    </a:lnTo>
                    <a:lnTo>
                      <a:pt x="319" y="697"/>
                    </a:lnTo>
                    <a:lnTo>
                      <a:pt x="319" y="697"/>
                    </a:lnTo>
                    <a:lnTo>
                      <a:pt x="318" y="699"/>
                    </a:lnTo>
                    <a:lnTo>
                      <a:pt x="318" y="699"/>
                    </a:lnTo>
                    <a:lnTo>
                      <a:pt x="318" y="700"/>
                    </a:lnTo>
                    <a:lnTo>
                      <a:pt x="318" y="700"/>
                    </a:lnTo>
                    <a:lnTo>
                      <a:pt x="313" y="706"/>
                    </a:lnTo>
                    <a:lnTo>
                      <a:pt x="313" y="706"/>
                    </a:lnTo>
                    <a:lnTo>
                      <a:pt x="310" y="710"/>
                    </a:lnTo>
                    <a:lnTo>
                      <a:pt x="310" y="710"/>
                    </a:lnTo>
                    <a:lnTo>
                      <a:pt x="306" y="714"/>
                    </a:lnTo>
                    <a:lnTo>
                      <a:pt x="306" y="714"/>
                    </a:lnTo>
                    <a:lnTo>
                      <a:pt x="303" y="717"/>
                    </a:lnTo>
                    <a:lnTo>
                      <a:pt x="303" y="717"/>
                    </a:lnTo>
                    <a:lnTo>
                      <a:pt x="303" y="717"/>
                    </a:lnTo>
                    <a:lnTo>
                      <a:pt x="303" y="717"/>
                    </a:lnTo>
                    <a:lnTo>
                      <a:pt x="297" y="724"/>
                    </a:lnTo>
                    <a:lnTo>
                      <a:pt x="297" y="724"/>
                    </a:lnTo>
                    <a:lnTo>
                      <a:pt x="293" y="726"/>
                    </a:lnTo>
                    <a:lnTo>
                      <a:pt x="293" y="726"/>
                    </a:lnTo>
                    <a:lnTo>
                      <a:pt x="290" y="731"/>
                    </a:lnTo>
                    <a:lnTo>
                      <a:pt x="290" y="731"/>
                    </a:lnTo>
                    <a:lnTo>
                      <a:pt x="286" y="733"/>
                    </a:lnTo>
                    <a:lnTo>
                      <a:pt x="286" y="733"/>
                    </a:lnTo>
                    <a:lnTo>
                      <a:pt x="281" y="740"/>
                    </a:lnTo>
                    <a:lnTo>
                      <a:pt x="281" y="740"/>
                    </a:lnTo>
                    <a:lnTo>
                      <a:pt x="281" y="740"/>
                    </a:lnTo>
                    <a:lnTo>
                      <a:pt x="281" y="740"/>
                    </a:lnTo>
                    <a:lnTo>
                      <a:pt x="277" y="743"/>
                    </a:lnTo>
                    <a:lnTo>
                      <a:pt x="277" y="743"/>
                    </a:lnTo>
                    <a:lnTo>
                      <a:pt x="274" y="747"/>
                    </a:lnTo>
                    <a:lnTo>
                      <a:pt x="274" y="747"/>
                    </a:lnTo>
                    <a:lnTo>
                      <a:pt x="268" y="751"/>
                    </a:lnTo>
                    <a:lnTo>
                      <a:pt x="268" y="751"/>
                    </a:lnTo>
                    <a:lnTo>
                      <a:pt x="265" y="754"/>
                    </a:lnTo>
                    <a:lnTo>
                      <a:pt x="265" y="754"/>
                    </a:lnTo>
                    <a:lnTo>
                      <a:pt x="261" y="758"/>
                    </a:lnTo>
                    <a:lnTo>
                      <a:pt x="261" y="758"/>
                    </a:lnTo>
                    <a:lnTo>
                      <a:pt x="257" y="761"/>
                    </a:lnTo>
                    <a:lnTo>
                      <a:pt x="257" y="761"/>
                    </a:lnTo>
                    <a:lnTo>
                      <a:pt x="253" y="765"/>
                    </a:lnTo>
                    <a:lnTo>
                      <a:pt x="253" y="765"/>
                    </a:lnTo>
                    <a:lnTo>
                      <a:pt x="249" y="768"/>
                    </a:lnTo>
                    <a:lnTo>
                      <a:pt x="249" y="768"/>
                    </a:lnTo>
                    <a:lnTo>
                      <a:pt x="246" y="771"/>
                    </a:lnTo>
                    <a:lnTo>
                      <a:pt x="246" y="771"/>
                    </a:lnTo>
                    <a:lnTo>
                      <a:pt x="236" y="778"/>
                    </a:lnTo>
                    <a:lnTo>
                      <a:pt x="236" y="778"/>
                    </a:lnTo>
                    <a:lnTo>
                      <a:pt x="228" y="785"/>
                    </a:lnTo>
                    <a:lnTo>
                      <a:pt x="228" y="785"/>
                    </a:lnTo>
                    <a:lnTo>
                      <a:pt x="227" y="786"/>
                    </a:lnTo>
                    <a:lnTo>
                      <a:pt x="227" y="786"/>
                    </a:lnTo>
                    <a:lnTo>
                      <a:pt x="218" y="791"/>
                    </a:lnTo>
                    <a:lnTo>
                      <a:pt x="218" y="791"/>
                    </a:lnTo>
                    <a:lnTo>
                      <a:pt x="216" y="793"/>
                    </a:lnTo>
                    <a:lnTo>
                      <a:pt x="216" y="793"/>
                    </a:lnTo>
                    <a:lnTo>
                      <a:pt x="210" y="797"/>
                    </a:lnTo>
                    <a:lnTo>
                      <a:pt x="210" y="797"/>
                    </a:lnTo>
                    <a:lnTo>
                      <a:pt x="207" y="798"/>
                    </a:lnTo>
                    <a:lnTo>
                      <a:pt x="207" y="798"/>
                    </a:lnTo>
                    <a:lnTo>
                      <a:pt x="178" y="815"/>
                    </a:lnTo>
                    <a:lnTo>
                      <a:pt x="178" y="815"/>
                    </a:lnTo>
                    <a:lnTo>
                      <a:pt x="177" y="816"/>
                    </a:lnTo>
                    <a:lnTo>
                      <a:pt x="177" y="816"/>
                    </a:lnTo>
                    <a:lnTo>
                      <a:pt x="171" y="818"/>
                    </a:lnTo>
                    <a:lnTo>
                      <a:pt x="171" y="818"/>
                    </a:lnTo>
                    <a:lnTo>
                      <a:pt x="167" y="821"/>
                    </a:lnTo>
                    <a:lnTo>
                      <a:pt x="167" y="821"/>
                    </a:lnTo>
                    <a:lnTo>
                      <a:pt x="163" y="822"/>
                    </a:lnTo>
                    <a:lnTo>
                      <a:pt x="163" y="822"/>
                    </a:lnTo>
                    <a:lnTo>
                      <a:pt x="159" y="825"/>
                    </a:lnTo>
                    <a:lnTo>
                      <a:pt x="159" y="825"/>
                    </a:lnTo>
                    <a:lnTo>
                      <a:pt x="155" y="826"/>
                    </a:lnTo>
                    <a:lnTo>
                      <a:pt x="155" y="826"/>
                    </a:lnTo>
                    <a:lnTo>
                      <a:pt x="151" y="829"/>
                    </a:lnTo>
                    <a:lnTo>
                      <a:pt x="151" y="829"/>
                    </a:lnTo>
                    <a:lnTo>
                      <a:pt x="145" y="830"/>
                    </a:lnTo>
                    <a:lnTo>
                      <a:pt x="145" y="830"/>
                    </a:lnTo>
                    <a:lnTo>
                      <a:pt x="141" y="832"/>
                    </a:lnTo>
                    <a:lnTo>
                      <a:pt x="141" y="832"/>
                    </a:lnTo>
                    <a:lnTo>
                      <a:pt x="134" y="834"/>
                    </a:lnTo>
                    <a:lnTo>
                      <a:pt x="134" y="834"/>
                    </a:lnTo>
                    <a:lnTo>
                      <a:pt x="128" y="836"/>
                    </a:lnTo>
                    <a:lnTo>
                      <a:pt x="128" y="836"/>
                    </a:lnTo>
                    <a:lnTo>
                      <a:pt x="124" y="837"/>
                    </a:lnTo>
                    <a:lnTo>
                      <a:pt x="124" y="837"/>
                    </a:lnTo>
                    <a:lnTo>
                      <a:pt x="119" y="839"/>
                    </a:lnTo>
                    <a:lnTo>
                      <a:pt x="119" y="839"/>
                    </a:lnTo>
                    <a:lnTo>
                      <a:pt x="115" y="840"/>
                    </a:lnTo>
                    <a:lnTo>
                      <a:pt x="115" y="840"/>
                    </a:lnTo>
                    <a:lnTo>
                      <a:pt x="110" y="841"/>
                    </a:lnTo>
                    <a:lnTo>
                      <a:pt x="110" y="841"/>
                    </a:lnTo>
                    <a:lnTo>
                      <a:pt x="106" y="843"/>
                    </a:lnTo>
                    <a:lnTo>
                      <a:pt x="106" y="843"/>
                    </a:lnTo>
                    <a:lnTo>
                      <a:pt x="101" y="844"/>
                    </a:lnTo>
                    <a:lnTo>
                      <a:pt x="101" y="844"/>
                    </a:lnTo>
                    <a:lnTo>
                      <a:pt x="98" y="845"/>
                    </a:lnTo>
                    <a:lnTo>
                      <a:pt x="98" y="845"/>
                    </a:lnTo>
                    <a:lnTo>
                      <a:pt x="91" y="847"/>
                    </a:lnTo>
                    <a:lnTo>
                      <a:pt x="91" y="847"/>
                    </a:lnTo>
                    <a:lnTo>
                      <a:pt x="88" y="847"/>
                    </a:lnTo>
                    <a:lnTo>
                      <a:pt x="88" y="847"/>
                    </a:lnTo>
                    <a:lnTo>
                      <a:pt x="79" y="848"/>
                    </a:lnTo>
                    <a:lnTo>
                      <a:pt x="79" y="848"/>
                    </a:lnTo>
                    <a:lnTo>
                      <a:pt x="59" y="851"/>
                    </a:lnTo>
                    <a:lnTo>
                      <a:pt x="59" y="851"/>
                    </a:lnTo>
                    <a:lnTo>
                      <a:pt x="39" y="852"/>
                    </a:lnTo>
                    <a:lnTo>
                      <a:pt x="39" y="852"/>
                    </a:lnTo>
                    <a:lnTo>
                      <a:pt x="19" y="852"/>
                    </a:lnTo>
                    <a:lnTo>
                      <a:pt x="19" y="852"/>
                    </a:lnTo>
                    <a:lnTo>
                      <a:pt x="0" y="850"/>
                    </a:lnTo>
                    <a:lnTo>
                      <a:pt x="0" y="850"/>
                    </a:lnTo>
                    <a:lnTo>
                      <a:pt x="155" y="870"/>
                    </a:lnTo>
                    <a:lnTo>
                      <a:pt x="155" y="870"/>
                    </a:lnTo>
                    <a:lnTo>
                      <a:pt x="155" y="870"/>
                    </a:lnTo>
                    <a:lnTo>
                      <a:pt x="173" y="872"/>
                    </a:lnTo>
                    <a:lnTo>
                      <a:pt x="173" y="872"/>
                    </a:lnTo>
                    <a:lnTo>
                      <a:pt x="192" y="873"/>
                    </a:lnTo>
                    <a:lnTo>
                      <a:pt x="192" y="873"/>
                    </a:lnTo>
                    <a:lnTo>
                      <a:pt x="211" y="872"/>
                    </a:lnTo>
                    <a:lnTo>
                      <a:pt x="211" y="872"/>
                    </a:lnTo>
                    <a:lnTo>
                      <a:pt x="232" y="869"/>
                    </a:lnTo>
                    <a:lnTo>
                      <a:pt x="232" y="869"/>
                    </a:lnTo>
                    <a:lnTo>
                      <a:pt x="246" y="866"/>
                    </a:lnTo>
                    <a:lnTo>
                      <a:pt x="246" y="866"/>
                    </a:lnTo>
                    <a:lnTo>
                      <a:pt x="249" y="866"/>
                    </a:lnTo>
                    <a:lnTo>
                      <a:pt x="249" y="866"/>
                    </a:lnTo>
                    <a:lnTo>
                      <a:pt x="263" y="863"/>
                    </a:lnTo>
                    <a:lnTo>
                      <a:pt x="263" y="863"/>
                    </a:lnTo>
                    <a:lnTo>
                      <a:pt x="264" y="862"/>
                    </a:lnTo>
                    <a:lnTo>
                      <a:pt x="264" y="862"/>
                    </a:lnTo>
                    <a:lnTo>
                      <a:pt x="265" y="862"/>
                    </a:lnTo>
                    <a:lnTo>
                      <a:pt x="265" y="862"/>
                    </a:lnTo>
                    <a:lnTo>
                      <a:pt x="279" y="858"/>
                    </a:lnTo>
                    <a:lnTo>
                      <a:pt x="279" y="858"/>
                    </a:lnTo>
                    <a:lnTo>
                      <a:pt x="281" y="858"/>
                    </a:lnTo>
                    <a:lnTo>
                      <a:pt x="281" y="858"/>
                    </a:lnTo>
                    <a:lnTo>
                      <a:pt x="295" y="852"/>
                    </a:lnTo>
                    <a:lnTo>
                      <a:pt x="295" y="852"/>
                    </a:lnTo>
                    <a:lnTo>
                      <a:pt x="296" y="852"/>
                    </a:lnTo>
                    <a:lnTo>
                      <a:pt x="296" y="852"/>
                    </a:lnTo>
                    <a:lnTo>
                      <a:pt x="296" y="852"/>
                    </a:lnTo>
                    <a:lnTo>
                      <a:pt x="296" y="852"/>
                    </a:lnTo>
                    <a:lnTo>
                      <a:pt x="310" y="847"/>
                    </a:lnTo>
                    <a:lnTo>
                      <a:pt x="310" y="847"/>
                    </a:lnTo>
                    <a:lnTo>
                      <a:pt x="313" y="845"/>
                    </a:lnTo>
                    <a:lnTo>
                      <a:pt x="313" y="845"/>
                    </a:lnTo>
                    <a:lnTo>
                      <a:pt x="325" y="840"/>
                    </a:lnTo>
                    <a:lnTo>
                      <a:pt x="325" y="840"/>
                    </a:lnTo>
                    <a:lnTo>
                      <a:pt x="326" y="840"/>
                    </a:lnTo>
                    <a:lnTo>
                      <a:pt x="326" y="840"/>
                    </a:lnTo>
                    <a:lnTo>
                      <a:pt x="328" y="839"/>
                    </a:lnTo>
                    <a:lnTo>
                      <a:pt x="328" y="839"/>
                    </a:lnTo>
                    <a:lnTo>
                      <a:pt x="342" y="832"/>
                    </a:lnTo>
                    <a:lnTo>
                      <a:pt x="342" y="832"/>
                    </a:lnTo>
                    <a:lnTo>
                      <a:pt x="342" y="832"/>
                    </a:lnTo>
                    <a:lnTo>
                      <a:pt x="342" y="832"/>
                    </a:lnTo>
                    <a:lnTo>
                      <a:pt x="355" y="823"/>
                    </a:lnTo>
                    <a:lnTo>
                      <a:pt x="355" y="823"/>
                    </a:lnTo>
                    <a:lnTo>
                      <a:pt x="357" y="823"/>
                    </a:lnTo>
                    <a:lnTo>
                      <a:pt x="357" y="823"/>
                    </a:lnTo>
                    <a:lnTo>
                      <a:pt x="357" y="822"/>
                    </a:lnTo>
                    <a:lnTo>
                      <a:pt x="357" y="822"/>
                    </a:lnTo>
                    <a:lnTo>
                      <a:pt x="364" y="818"/>
                    </a:lnTo>
                    <a:lnTo>
                      <a:pt x="364" y="818"/>
                    </a:lnTo>
                    <a:lnTo>
                      <a:pt x="365" y="816"/>
                    </a:lnTo>
                    <a:lnTo>
                      <a:pt x="365" y="816"/>
                    </a:lnTo>
                    <a:lnTo>
                      <a:pt x="366" y="816"/>
                    </a:lnTo>
                    <a:lnTo>
                      <a:pt x="366" y="816"/>
                    </a:lnTo>
                    <a:lnTo>
                      <a:pt x="372" y="812"/>
                    </a:lnTo>
                    <a:lnTo>
                      <a:pt x="372" y="812"/>
                    </a:lnTo>
                    <a:lnTo>
                      <a:pt x="375" y="811"/>
                    </a:lnTo>
                    <a:lnTo>
                      <a:pt x="375" y="811"/>
                    </a:lnTo>
                    <a:lnTo>
                      <a:pt x="375" y="811"/>
                    </a:lnTo>
                    <a:lnTo>
                      <a:pt x="375" y="811"/>
                    </a:lnTo>
                    <a:lnTo>
                      <a:pt x="375" y="811"/>
                    </a:lnTo>
                    <a:lnTo>
                      <a:pt x="375" y="811"/>
                    </a:lnTo>
                    <a:lnTo>
                      <a:pt x="380" y="807"/>
                    </a:lnTo>
                    <a:lnTo>
                      <a:pt x="380" y="807"/>
                    </a:lnTo>
                    <a:lnTo>
                      <a:pt x="383" y="805"/>
                    </a:lnTo>
                    <a:lnTo>
                      <a:pt x="383" y="805"/>
                    </a:lnTo>
                    <a:lnTo>
                      <a:pt x="383" y="805"/>
                    </a:lnTo>
                    <a:lnTo>
                      <a:pt x="383" y="805"/>
                    </a:lnTo>
                    <a:lnTo>
                      <a:pt x="387" y="803"/>
                    </a:lnTo>
                    <a:lnTo>
                      <a:pt x="387" y="803"/>
                    </a:lnTo>
                    <a:lnTo>
                      <a:pt x="391" y="798"/>
                    </a:lnTo>
                    <a:lnTo>
                      <a:pt x="391" y="798"/>
                    </a:lnTo>
                    <a:lnTo>
                      <a:pt x="398" y="793"/>
                    </a:lnTo>
                    <a:lnTo>
                      <a:pt x="398" y="793"/>
                    </a:lnTo>
                    <a:lnTo>
                      <a:pt x="400" y="793"/>
                    </a:lnTo>
                    <a:lnTo>
                      <a:pt x="400" y="793"/>
                    </a:lnTo>
                    <a:lnTo>
                      <a:pt x="401" y="791"/>
                    </a:lnTo>
                    <a:lnTo>
                      <a:pt x="401" y="791"/>
                    </a:lnTo>
                    <a:lnTo>
                      <a:pt x="405" y="787"/>
                    </a:lnTo>
                    <a:lnTo>
                      <a:pt x="405" y="787"/>
                    </a:lnTo>
                    <a:lnTo>
                      <a:pt x="407" y="786"/>
                    </a:lnTo>
                    <a:lnTo>
                      <a:pt x="407" y="786"/>
                    </a:lnTo>
                    <a:lnTo>
                      <a:pt x="409" y="785"/>
                    </a:lnTo>
                    <a:lnTo>
                      <a:pt x="409" y="785"/>
                    </a:lnTo>
                    <a:lnTo>
                      <a:pt x="412" y="782"/>
                    </a:lnTo>
                    <a:lnTo>
                      <a:pt x="412" y="782"/>
                    </a:lnTo>
                    <a:lnTo>
                      <a:pt x="415" y="779"/>
                    </a:lnTo>
                    <a:lnTo>
                      <a:pt x="415" y="779"/>
                    </a:lnTo>
                    <a:lnTo>
                      <a:pt x="418" y="778"/>
                    </a:lnTo>
                    <a:lnTo>
                      <a:pt x="418" y="778"/>
                    </a:lnTo>
                    <a:lnTo>
                      <a:pt x="419" y="776"/>
                    </a:lnTo>
                    <a:lnTo>
                      <a:pt x="419" y="776"/>
                    </a:lnTo>
                    <a:lnTo>
                      <a:pt x="422" y="772"/>
                    </a:lnTo>
                    <a:lnTo>
                      <a:pt x="422" y="772"/>
                    </a:lnTo>
                    <a:lnTo>
                      <a:pt x="425" y="771"/>
                    </a:lnTo>
                    <a:lnTo>
                      <a:pt x="425" y="771"/>
                    </a:lnTo>
                    <a:lnTo>
                      <a:pt x="425" y="771"/>
                    </a:lnTo>
                    <a:lnTo>
                      <a:pt x="430" y="765"/>
                    </a:lnTo>
                    <a:lnTo>
                      <a:pt x="430" y="765"/>
                    </a:lnTo>
                    <a:lnTo>
                      <a:pt x="432" y="764"/>
                    </a:lnTo>
                    <a:lnTo>
                      <a:pt x="432" y="764"/>
                    </a:lnTo>
                    <a:lnTo>
                      <a:pt x="433" y="762"/>
                    </a:lnTo>
                    <a:lnTo>
                      <a:pt x="433" y="762"/>
                    </a:lnTo>
                    <a:lnTo>
                      <a:pt x="436" y="760"/>
                    </a:lnTo>
                    <a:lnTo>
                      <a:pt x="436" y="760"/>
                    </a:lnTo>
                    <a:lnTo>
                      <a:pt x="437" y="758"/>
                    </a:lnTo>
                    <a:lnTo>
                      <a:pt x="437" y="758"/>
                    </a:lnTo>
                    <a:lnTo>
                      <a:pt x="440" y="755"/>
                    </a:lnTo>
                    <a:lnTo>
                      <a:pt x="440" y="755"/>
                    </a:lnTo>
                    <a:lnTo>
                      <a:pt x="441" y="754"/>
                    </a:lnTo>
                    <a:lnTo>
                      <a:pt x="441" y="754"/>
                    </a:lnTo>
                    <a:lnTo>
                      <a:pt x="447" y="749"/>
                    </a:lnTo>
                    <a:lnTo>
                      <a:pt x="447" y="749"/>
                    </a:lnTo>
                    <a:lnTo>
                      <a:pt x="447" y="749"/>
                    </a:lnTo>
                    <a:lnTo>
                      <a:pt x="448" y="747"/>
                    </a:lnTo>
                    <a:lnTo>
                      <a:pt x="448" y="747"/>
                    </a:lnTo>
                    <a:lnTo>
                      <a:pt x="451" y="743"/>
                    </a:lnTo>
                    <a:lnTo>
                      <a:pt x="451" y="743"/>
                    </a:lnTo>
                    <a:lnTo>
                      <a:pt x="452" y="742"/>
                    </a:lnTo>
                    <a:lnTo>
                      <a:pt x="452" y="742"/>
                    </a:lnTo>
                    <a:lnTo>
                      <a:pt x="455" y="739"/>
                    </a:lnTo>
                    <a:lnTo>
                      <a:pt x="455" y="739"/>
                    </a:lnTo>
                    <a:lnTo>
                      <a:pt x="456" y="737"/>
                    </a:lnTo>
                    <a:lnTo>
                      <a:pt x="456" y="737"/>
                    </a:lnTo>
                    <a:lnTo>
                      <a:pt x="461" y="733"/>
                    </a:lnTo>
                    <a:lnTo>
                      <a:pt x="461" y="733"/>
                    </a:lnTo>
                    <a:lnTo>
                      <a:pt x="462" y="731"/>
                    </a:lnTo>
                    <a:lnTo>
                      <a:pt x="462" y="731"/>
                    </a:lnTo>
                    <a:lnTo>
                      <a:pt x="465" y="726"/>
                    </a:lnTo>
                    <a:lnTo>
                      <a:pt x="465" y="726"/>
                    </a:lnTo>
                    <a:lnTo>
                      <a:pt x="466" y="725"/>
                    </a:lnTo>
                    <a:lnTo>
                      <a:pt x="466" y="725"/>
                    </a:lnTo>
                    <a:lnTo>
                      <a:pt x="469" y="722"/>
                    </a:lnTo>
                    <a:lnTo>
                      <a:pt x="469" y="722"/>
                    </a:lnTo>
                    <a:lnTo>
                      <a:pt x="470" y="722"/>
                    </a:lnTo>
                    <a:lnTo>
                      <a:pt x="470" y="722"/>
                    </a:lnTo>
                    <a:lnTo>
                      <a:pt x="474" y="717"/>
                    </a:lnTo>
                    <a:lnTo>
                      <a:pt x="474" y="717"/>
                    </a:lnTo>
                    <a:lnTo>
                      <a:pt x="474" y="715"/>
                    </a:lnTo>
                    <a:lnTo>
                      <a:pt x="474" y="715"/>
                    </a:lnTo>
                    <a:lnTo>
                      <a:pt x="476" y="714"/>
                    </a:lnTo>
                    <a:lnTo>
                      <a:pt x="476" y="714"/>
                    </a:lnTo>
                    <a:lnTo>
                      <a:pt x="479" y="711"/>
                    </a:lnTo>
                    <a:lnTo>
                      <a:pt x="479" y="711"/>
                    </a:lnTo>
                    <a:lnTo>
                      <a:pt x="480" y="708"/>
                    </a:lnTo>
                    <a:lnTo>
                      <a:pt x="480" y="708"/>
                    </a:lnTo>
                    <a:lnTo>
                      <a:pt x="481" y="706"/>
                    </a:lnTo>
                    <a:lnTo>
                      <a:pt x="481" y="706"/>
                    </a:lnTo>
                    <a:lnTo>
                      <a:pt x="483" y="706"/>
                    </a:lnTo>
                    <a:lnTo>
                      <a:pt x="483" y="706"/>
                    </a:lnTo>
                    <a:lnTo>
                      <a:pt x="487" y="700"/>
                    </a:lnTo>
                    <a:lnTo>
                      <a:pt x="487" y="700"/>
                    </a:lnTo>
                    <a:lnTo>
                      <a:pt x="487" y="699"/>
                    </a:lnTo>
                    <a:lnTo>
                      <a:pt x="487" y="699"/>
                    </a:lnTo>
                    <a:lnTo>
                      <a:pt x="488" y="696"/>
                    </a:lnTo>
                    <a:lnTo>
                      <a:pt x="488" y="696"/>
                    </a:lnTo>
                    <a:lnTo>
                      <a:pt x="490" y="695"/>
                    </a:lnTo>
                    <a:lnTo>
                      <a:pt x="490" y="695"/>
                    </a:lnTo>
                    <a:lnTo>
                      <a:pt x="494" y="689"/>
                    </a:lnTo>
                    <a:lnTo>
                      <a:pt x="494" y="689"/>
                    </a:lnTo>
                    <a:lnTo>
                      <a:pt x="494" y="689"/>
                    </a:lnTo>
                    <a:lnTo>
                      <a:pt x="494" y="689"/>
                    </a:lnTo>
                    <a:lnTo>
                      <a:pt x="494" y="688"/>
                    </a:lnTo>
                    <a:lnTo>
                      <a:pt x="494" y="688"/>
                    </a:lnTo>
                    <a:lnTo>
                      <a:pt x="498" y="683"/>
                    </a:lnTo>
                    <a:lnTo>
                      <a:pt x="498" y="683"/>
                    </a:lnTo>
                    <a:lnTo>
                      <a:pt x="501" y="678"/>
                    </a:lnTo>
                    <a:lnTo>
                      <a:pt x="501" y="678"/>
                    </a:lnTo>
                    <a:lnTo>
                      <a:pt x="505" y="672"/>
                    </a:lnTo>
                    <a:lnTo>
                      <a:pt x="505" y="672"/>
                    </a:lnTo>
                    <a:lnTo>
                      <a:pt x="506" y="670"/>
                    </a:lnTo>
                    <a:lnTo>
                      <a:pt x="506" y="670"/>
                    </a:lnTo>
                    <a:lnTo>
                      <a:pt x="506" y="668"/>
                    </a:lnTo>
                    <a:lnTo>
                      <a:pt x="506" y="668"/>
                    </a:lnTo>
                    <a:lnTo>
                      <a:pt x="509" y="665"/>
                    </a:lnTo>
                    <a:lnTo>
                      <a:pt x="509" y="665"/>
                    </a:lnTo>
                    <a:lnTo>
                      <a:pt x="512" y="660"/>
                    </a:lnTo>
                    <a:lnTo>
                      <a:pt x="512" y="660"/>
                    </a:lnTo>
                    <a:lnTo>
                      <a:pt x="515" y="654"/>
                    </a:lnTo>
                    <a:lnTo>
                      <a:pt x="515" y="654"/>
                    </a:lnTo>
                    <a:lnTo>
                      <a:pt x="517" y="650"/>
                    </a:lnTo>
                    <a:lnTo>
                      <a:pt x="517" y="650"/>
                    </a:lnTo>
                    <a:lnTo>
                      <a:pt x="517" y="650"/>
                    </a:lnTo>
                    <a:lnTo>
                      <a:pt x="517" y="650"/>
                    </a:lnTo>
                    <a:lnTo>
                      <a:pt x="519" y="649"/>
                    </a:lnTo>
                    <a:lnTo>
                      <a:pt x="519" y="649"/>
                    </a:lnTo>
                    <a:lnTo>
                      <a:pt x="521" y="643"/>
                    </a:lnTo>
                    <a:lnTo>
                      <a:pt x="521" y="643"/>
                    </a:lnTo>
                    <a:lnTo>
                      <a:pt x="524" y="638"/>
                    </a:lnTo>
                    <a:lnTo>
                      <a:pt x="524" y="638"/>
                    </a:lnTo>
                    <a:lnTo>
                      <a:pt x="528" y="631"/>
                    </a:lnTo>
                    <a:lnTo>
                      <a:pt x="528" y="631"/>
                    </a:lnTo>
                    <a:lnTo>
                      <a:pt x="528" y="631"/>
                    </a:lnTo>
                    <a:lnTo>
                      <a:pt x="528" y="631"/>
                    </a:lnTo>
                    <a:lnTo>
                      <a:pt x="528" y="629"/>
                    </a:lnTo>
                    <a:lnTo>
                      <a:pt x="528" y="629"/>
                    </a:lnTo>
                    <a:lnTo>
                      <a:pt x="531" y="625"/>
                    </a:lnTo>
                    <a:lnTo>
                      <a:pt x="531" y="625"/>
                    </a:lnTo>
                    <a:lnTo>
                      <a:pt x="534" y="620"/>
                    </a:lnTo>
                    <a:lnTo>
                      <a:pt x="534" y="620"/>
                    </a:lnTo>
                    <a:lnTo>
                      <a:pt x="537" y="613"/>
                    </a:lnTo>
                    <a:lnTo>
                      <a:pt x="537" y="613"/>
                    </a:lnTo>
                    <a:lnTo>
                      <a:pt x="538" y="610"/>
                    </a:lnTo>
                    <a:lnTo>
                      <a:pt x="538" y="610"/>
                    </a:lnTo>
                    <a:lnTo>
                      <a:pt x="538" y="609"/>
                    </a:lnTo>
                    <a:lnTo>
                      <a:pt x="538" y="609"/>
                    </a:lnTo>
                    <a:lnTo>
                      <a:pt x="539" y="607"/>
                    </a:lnTo>
                    <a:lnTo>
                      <a:pt x="539" y="607"/>
                    </a:lnTo>
                    <a:lnTo>
                      <a:pt x="542" y="600"/>
                    </a:lnTo>
                    <a:lnTo>
                      <a:pt x="542" y="600"/>
                    </a:lnTo>
                    <a:lnTo>
                      <a:pt x="545" y="595"/>
                    </a:lnTo>
                    <a:lnTo>
                      <a:pt x="545" y="595"/>
                    </a:lnTo>
                    <a:lnTo>
                      <a:pt x="546" y="589"/>
                    </a:lnTo>
                    <a:lnTo>
                      <a:pt x="546" y="589"/>
                    </a:lnTo>
                    <a:lnTo>
                      <a:pt x="548" y="588"/>
                    </a:lnTo>
                    <a:lnTo>
                      <a:pt x="548" y="588"/>
                    </a:lnTo>
                    <a:lnTo>
                      <a:pt x="549" y="582"/>
                    </a:lnTo>
                    <a:lnTo>
                      <a:pt x="549" y="582"/>
                    </a:lnTo>
                    <a:lnTo>
                      <a:pt x="552" y="576"/>
                    </a:lnTo>
                    <a:lnTo>
                      <a:pt x="552" y="576"/>
                    </a:lnTo>
                    <a:lnTo>
                      <a:pt x="555" y="569"/>
                    </a:lnTo>
                    <a:lnTo>
                      <a:pt x="555" y="569"/>
                    </a:lnTo>
                    <a:lnTo>
                      <a:pt x="555" y="567"/>
                    </a:lnTo>
                    <a:lnTo>
                      <a:pt x="555" y="567"/>
                    </a:lnTo>
                    <a:lnTo>
                      <a:pt x="556" y="566"/>
                    </a:lnTo>
                    <a:lnTo>
                      <a:pt x="556" y="566"/>
                    </a:lnTo>
                    <a:lnTo>
                      <a:pt x="557" y="562"/>
                    </a:lnTo>
                    <a:lnTo>
                      <a:pt x="557" y="562"/>
                    </a:lnTo>
                    <a:lnTo>
                      <a:pt x="559" y="555"/>
                    </a:lnTo>
                    <a:lnTo>
                      <a:pt x="559" y="555"/>
                    </a:lnTo>
                    <a:lnTo>
                      <a:pt x="562" y="548"/>
                    </a:lnTo>
                    <a:lnTo>
                      <a:pt x="562" y="548"/>
                    </a:lnTo>
                    <a:lnTo>
                      <a:pt x="563" y="545"/>
                    </a:lnTo>
                    <a:lnTo>
                      <a:pt x="563" y="545"/>
                    </a:lnTo>
                    <a:lnTo>
                      <a:pt x="563" y="544"/>
                    </a:lnTo>
                    <a:lnTo>
                      <a:pt x="563" y="544"/>
                    </a:lnTo>
                    <a:lnTo>
                      <a:pt x="564" y="541"/>
                    </a:lnTo>
                    <a:lnTo>
                      <a:pt x="564" y="541"/>
                    </a:lnTo>
                    <a:lnTo>
                      <a:pt x="566" y="534"/>
                    </a:lnTo>
                    <a:lnTo>
                      <a:pt x="566" y="534"/>
                    </a:lnTo>
                    <a:lnTo>
                      <a:pt x="568" y="527"/>
                    </a:lnTo>
                    <a:lnTo>
                      <a:pt x="568" y="527"/>
                    </a:lnTo>
                    <a:lnTo>
                      <a:pt x="568" y="523"/>
                    </a:lnTo>
                    <a:lnTo>
                      <a:pt x="568" y="523"/>
                    </a:lnTo>
                    <a:lnTo>
                      <a:pt x="568" y="523"/>
                    </a:lnTo>
                    <a:lnTo>
                      <a:pt x="568" y="523"/>
                    </a:lnTo>
                    <a:lnTo>
                      <a:pt x="570" y="522"/>
                    </a:lnTo>
                    <a:lnTo>
                      <a:pt x="570" y="522"/>
                    </a:lnTo>
                    <a:lnTo>
                      <a:pt x="570" y="519"/>
                    </a:lnTo>
                    <a:lnTo>
                      <a:pt x="570" y="519"/>
                    </a:lnTo>
                    <a:lnTo>
                      <a:pt x="571" y="512"/>
                    </a:lnTo>
                    <a:lnTo>
                      <a:pt x="571" y="512"/>
                    </a:lnTo>
                    <a:lnTo>
                      <a:pt x="571" y="512"/>
                    </a:lnTo>
                    <a:lnTo>
                      <a:pt x="571" y="512"/>
                    </a:lnTo>
                    <a:lnTo>
                      <a:pt x="573" y="509"/>
                    </a:lnTo>
                    <a:lnTo>
                      <a:pt x="573" y="509"/>
                    </a:lnTo>
                    <a:lnTo>
                      <a:pt x="574" y="504"/>
                    </a:lnTo>
                    <a:lnTo>
                      <a:pt x="574" y="504"/>
                    </a:lnTo>
                    <a:lnTo>
                      <a:pt x="574" y="501"/>
                    </a:lnTo>
                    <a:lnTo>
                      <a:pt x="574" y="501"/>
                    </a:lnTo>
                    <a:lnTo>
                      <a:pt x="574" y="498"/>
                    </a:lnTo>
                    <a:lnTo>
                      <a:pt x="574" y="498"/>
                    </a:lnTo>
                    <a:lnTo>
                      <a:pt x="575" y="495"/>
                    </a:lnTo>
                    <a:lnTo>
                      <a:pt x="575" y="495"/>
                    </a:lnTo>
                    <a:lnTo>
                      <a:pt x="577" y="490"/>
                    </a:lnTo>
                    <a:lnTo>
                      <a:pt x="577" y="490"/>
                    </a:lnTo>
                    <a:lnTo>
                      <a:pt x="577" y="488"/>
                    </a:lnTo>
                    <a:lnTo>
                      <a:pt x="577" y="488"/>
                    </a:lnTo>
                    <a:lnTo>
                      <a:pt x="577" y="487"/>
                    </a:lnTo>
                    <a:lnTo>
                      <a:pt x="577" y="487"/>
                    </a:lnTo>
                    <a:lnTo>
                      <a:pt x="578" y="479"/>
                    </a:lnTo>
                    <a:lnTo>
                      <a:pt x="578" y="479"/>
                    </a:lnTo>
                    <a:lnTo>
                      <a:pt x="578" y="479"/>
                    </a:lnTo>
                    <a:lnTo>
                      <a:pt x="578" y="479"/>
                    </a:lnTo>
                    <a:lnTo>
                      <a:pt x="580" y="474"/>
                    </a:lnTo>
                    <a:lnTo>
                      <a:pt x="580" y="474"/>
                    </a:lnTo>
                    <a:lnTo>
                      <a:pt x="580" y="470"/>
                    </a:lnTo>
                    <a:lnTo>
                      <a:pt x="580" y="470"/>
                    </a:lnTo>
                    <a:lnTo>
                      <a:pt x="580" y="468"/>
                    </a:lnTo>
                    <a:lnTo>
                      <a:pt x="580" y="468"/>
                    </a:lnTo>
                    <a:lnTo>
                      <a:pt x="581" y="463"/>
                    </a:lnTo>
                    <a:lnTo>
                      <a:pt x="581" y="463"/>
                    </a:lnTo>
                    <a:lnTo>
                      <a:pt x="581" y="461"/>
                    </a:lnTo>
                    <a:lnTo>
                      <a:pt x="581" y="461"/>
                    </a:lnTo>
                    <a:lnTo>
                      <a:pt x="582" y="456"/>
                    </a:lnTo>
                    <a:lnTo>
                      <a:pt x="582" y="456"/>
                    </a:lnTo>
                    <a:lnTo>
                      <a:pt x="582" y="452"/>
                    </a:lnTo>
                    <a:lnTo>
                      <a:pt x="582" y="452"/>
                    </a:lnTo>
                    <a:lnTo>
                      <a:pt x="582" y="451"/>
                    </a:lnTo>
                    <a:lnTo>
                      <a:pt x="582" y="451"/>
                    </a:lnTo>
                    <a:lnTo>
                      <a:pt x="584" y="445"/>
                    </a:lnTo>
                    <a:lnTo>
                      <a:pt x="584" y="445"/>
                    </a:lnTo>
                    <a:lnTo>
                      <a:pt x="584" y="441"/>
                    </a:lnTo>
                    <a:lnTo>
                      <a:pt x="584" y="441"/>
                    </a:lnTo>
                    <a:lnTo>
                      <a:pt x="584" y="441"/>
                    </a:lnTo>
                    <a:lnTo>
                      <a:pt x="584" y="441"/>
                    </a:lnTo>
                    <a:lnTo>
                      <a:pt x="584" y="440"/>
                    </a:lnTo>
                    <a:lnTo>
                      <a:pt x="584" y="440"/>
                    </a:lnTo>
                    <a:lnTo>
                      <a:pt x="585" y="430"/>
                    </a:lnTo>
                    <a:lnTo>
                      <a:pt x="585" y="430"/>
                    </a:lnTo>
                    <a:lnTo>
                      <a:pt x="585" y="429"/>
                    </a:lnTo>
                    <a:lnTo>
                      <a:pt x="585" y="429"/>
                    </a:lnTo>
                    <a:lnTo>
                      <a:pt x="585" y="426"/>
                    </a:lnTo>
                    <a:lnTo>
                      <a:pt x="585" y="426"/>
                    </a:lnTo>
                    <a:lnTo>
                      <a:pt x="585" y="418"/>
                    </a:lnTo>
                    <a:lnTo>
                      <a:pt x="585" y="418"/>
                    </a:lnTo>
                    <a:lnTo>
                      <a:pt x="585" y="418"/>
                    </a:lnTo>
                    <a:lnTo>
                      <a:pt x="585" y="418"/>
                    </a:lnTo>
                    <a:lnTo>
                      <a:pt x="585" y="414"/>
                    </a:lnTo>
                    <a:lnTo>
                      <a:pt x="585" y="414"/>
                    </a:lnTo>
                    <a:lnTo>
                      <a:pt x="586" y="407"/>
                    </a:lnTo>
                    <a:lnTo>
                      <a:pt x="586" y="407"/>
                    </a:lnTo>
                    <a:lnTo>
                      <a:pt x="586" y="405"/>
                    </a:lnTo>
                    <a:lnTo>
                      <a:pt x="586" y="405"/>
                    </a:lnTo>
                    <a:lnTo>
                      <a:pt x="586" y="402"/>
                    </a:lnTo>
                    <a:lnTo>
                      <a:pt x="586" y="402"/>
                    </a:lnTo>
                    <a:lnTo>
                      <a:pt x="586" y="394"/>
                    </a:lnTo>
                    <a:lnTo>
                      <a:pt x="586" y="394"/>
                    </a:lnTo>
                    <a:lnTo>
                      <a:pt x="586" y="393"/>
                    </a:lnTo>
                    <a:lnTo>
                      <a:pt x="586" y="393"/>
                    </a:lnTo>
                    <a:lnTo>
                      <a:pt x="586" y="390"/>
                    </a:lnTo>
                    <a:lnTo>
                      <a:pt x="586" y="390"/>
                    </a:lnTo>
                    <a:lnTo>
                      <a:pt x="586" y="382"/>
                    </a:lnTo>
                    <a:lnTo>
                      <a:pt x="586" y="382"/>
                    </a:lnTo>
                    <a:lnTo>
                      <a:pt x="586" y="379"/>
                    </a:lnTo>
                    <a:lnTo>
                      <a:pt x="586" y="379"/>
                    </a:lnTo>
                    <a:lnTo>
                      <a:pt x="585" y="378"/>
                    </a:lnTo>
                    <a:lnTo>
                      <a:pt x="585" y="378"/>
                    </a:lnTo>
                    <a:lnTo>
                      <a:pt x="585" y="368"/>
                    </a:lnTo>
                    <a:lnTo>
                      <a:pt x="585" y="368"/>
                    </a:lnTo>
                    <a:lnTo>
                      <a:pt x="585" y="366"/>
                    </a:lnTo>
                    <a:lnTo>
                      <a:pt x="585" y="366"/>
                    </a:lnTo>
                    <a:lnTo>
                      <a:pt x="585" y="364"/>
                    </a:lnTo>
                    <a:lnTo>
                      <a:pt x="585" y="364"/>
                    </a:lnTo>
                    <a:lnTo>
                      <a:pt x="585" y="355"/>
                    </a:lnTo>
                    <a:lnTo>
                      <a:pt x="585" y="355"/>
                    </a:lnTo>
                    <a:lnTo>
                      <a:pt x="585" y="353"/>
                    </a:lnTo>
                    <a:lnTo>
                      <a:pt x="585" y="353"/>
                    </a:lnTo>
                    <a:lnTo>
                      <a:pt x="584" y="351"/>
                    </a:lnTo>
                    <a:lnTo>
                      <a:pt x="584" y="351"/>
                    </a:lnTo>
                    <a:lnTo>
                      <a:pt x="584" y="339"/>
                    </a:lnTo>
                    <a:lnTo>
                      <a:pt x="584" y="339"/>
                    </a:lnTo>
                    <a:lnTo>
                      <a:pt x="581" y="321"/>
                    </a:lnTo>
                    <a:lnTo>
                      <a:pt x="581" y="321"/>
                    </a:lnTo>
                    <a:close/>
                  </a:path>
                </a:pathLst>
              </a:custGeom>
              <a:solidFill>
                <a:srgbClr val="4140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  <p:sp>
            <p:nvSpPr>
              <p:cNvPr id="38" name="ïş1iḓè" descr="b43c274d-2732-4f53-8cd8-5033b094e775"/>
              <p:cNvSpPr/>
              <p:nvPr/>
            </p:nvSpPr>
            <p:spPr bwMode="auto">
              <a:xfrm>
                <a:off x="5633260" y="4140264"/>
                <a:ext cx="405863" cy="596739"/>
              </a:xfrm>
              <a:custGeom>
                <a:avLst/>
                <a:gdLst>
                  <a:gd name="T0" fmla="*/ 543 w 605"/>
                  <a:gd name="T1" fmla="*/ 127 h 891"/>
                  <a:gd name="T2" fmla="*/ 508 w 605"/>
                  <a:gd name="T3" fmla="*/ 83 h 891"/>
                  <a:gd name="T4" fmla="*/ 469 w 605"/>
                  <a:gd name="T5" fmla="*/ 48 h 891"/>
                  <a:gd name="T6" fmla="*/ 442 w 605"/>
                  <a:gd name="T7" fmla="*/ 30 h 891"/>
                  <a:gd name="T8" fmla="*/ 396 w 605"/>
                  <a:gd name="T9" fmla="*/ 11 h 891"/>
                  <a:gd name="T10" fmla="*/ 348 w 605"/>
                  <a:gd name="T11" fmla="*/ 1 h 891"/>
                  <a:gd name="T12" fmla="*/ 314 w 605"/>
                  <a:gd name="T13" fmla="*/ 0 h 891"/>
                  <a:gd name="T14" fmla="*/ 410 w 605"/>
                  <a:gd name="T15" fmla="*/ 50 h 891"/>
                  <a:gd name="T16" fmla="*/ 425 w 605"/>
                  <a:gd name="T17" fmla="*/ 57 h 891"/>
                  <a:gd name="T18" fmla="*/ 451 w 605"/>
                  <a:gd name="T19" fmla="*/ 75 h 891"/>
                  <a:gd name="T20" fmla="*/ 487 w 605"/>
                  <a:gd name="T21" fmla="*/ 106 h 891"/>
                  <a:gd name="T22" fmla="*/ 510 w 605"/>
                  <a:gd name="T23" fmla="*/ 134 h 891"/>
                  <a:gd name="T24" fmla="*/ 528 w 605"/>
                  <a:gd name="T25" fmla="*/ 163 h 891"/>
                  <a:gd name="T26" fmla="*/ 551 w 605"/>
                  <a:gd name="T27" fmla="*/ 216 h 891"/>
                  <a:gd name="T28" fmla="*/ 564 w 605"/>
                  <a:gd name="T29" fmla="*/ 255 h 891"/>
                  <a:gd name="T30" fmla="*/ 573 w 605"/>
                  <a:gd name="T31" fmla="*/ 320 h 891"/>
                  <a:gd name="T32" fmla="*/ 576 w 605"/>
                  <a:gd name="T33" fmla="*/ 365 h 891"/>
                  <a:gd name="T34" fmla="*/ 573 w 605"/>
                  <a:gd name="T35" fmla="*/ 411 h 891"/>
                  <a:gd name="T36" fmla="*/ 562 w 605"/>
                  <a:gd name="T37" fmla="*/ 480 h 891"/>
                  <a:gd name="T38" fmla="*/ 550 w 605"/>
                  <a:gd name="T39" fmla="*/ 526 h 891"/>
                  <a:gd name="T40" fmla="*/ 526 w 605"/>
                  <a:gd name="T41" fmla="*/ 591 h 891"/>
                  <a:gd name="T42" fmla="*/ 505 w 605"/>
                  <a:gd name="T43" fmla="*/ 631 h 891"/>
                  <a:gd name="T44" fmla="*/ 482 w 605"/>
                  <a:gd name="T45" fmla="*/ 670 h 891"/>
                  <a:gd name="T46" fmla="*/ 443 w 605"/>
                  <a:gd name="T47" fmla="*/ 724 h 891"/>
                  <a:gd name="T48" fmla="*/ 413 w 605"/>
                  <a:gd name="T49" fmla="*/ 754 h 891"/>
                  <a:gd name="T50" fmla="*/ 366 w 605"/>
                  <a:gd name="T51" fmla="*/ 794 h 891"/>
                  <a:gd name="T52" fmla="*/ 332 w 605"/>
                  <a:gd name="T53" fmla="*/ 817 h 891"/>
                  <a:gd name="T54" fmla="*/ 299 w 605"/>
                  <a:gd name="T55" fmla="*/ 833 h 891"/>
                  <a:gd name="T56" fmla="*/ 247 w 605"/>
                  <a:gd name="T57" fmla="*/ 851 h 891"/>
                  <a:gd name="T58" fmla="*/ 211 w 605"/>
                  <a:gd name="T59" fmla="*/ 858 h 891"/>
                  <a:gd name="T60" fmla="*/ 159 w 605"/>
                  <a:gd name="T61" fmla="*/ 858 h 891"/>
                  <a:gd name="T62" fmla="*/ 122 w 605"/>
                  <a:gd name="T63" fmla="*/ 851 h 891"/>
                  <a:gd name="T64" fmla="*/ 76 w 605"/>
                  <a:gd name="T65" fmla="*/ 839 h 891"/>
                  <a:gd name="T66" fmla="*/ 45 w 605"/>
                  <a:gd name="T67" fmla="*/ 828 h 891"/>
                  <a:gd name="T68" fmla="*/ 21 w 605"/>
                  <a:gd name="T69" fmla="*/ 832 h 891"/>
                  <a:gd name="T70" fmla="*/ 90 w 605"/>
                  <a:gd name="T71" fmla="*/ 873 h 891"/>
                  <a:gd name="T72" fmla="*/ 123 w 605"/>
                  <a:gd name="T73" fmla="*/ 884 h 891"/>
                  <a:gd name="T74" fmla="*/ 175 w 605"/>
                  <a:gd name="T75" fmla="*/ 891 h 891"/>
                  <a:gd name="T76" fmla="*/ 229 w 605"/>
                  <a:gd name="T77" fmla="*/ 887 h 891"/>
                  <a:gd name="T78" fmla="*/ 267 w 605"/>
                  <a:gd name="T79" fmla="*/ 879 h 891"/>
                  <a:gd name="T80" fmla="*/ 324 w 605"/>
                  <a:gd name="T81" fmla="*/ 855 h 891"/>
                  <a:gd name="T82" fmla="*/ 378 w 605"/>
                  <a:gd name="T83" fmla="*/ 824 h 891"/>
                  <a:gd name="T84" fmla="*/ 413 w 605"/>
                  <a:gd name="T85" fmla="*/ 796 h 891"/>
                  <a:gd name="T86" fmla="*/ 461 w 605"/>
                  <a:gd name="T87" fmla="*/ 746 h 891"/>
                  <a:gd name="T88" fmla="*/ 504 w 605"/>
                  <a:gd name="T89" fmla="*/ 689 h 891"/>
                  <a:gd name="T90" fmla="*/ 529 w 605"/>
                  <a:gd name="T91" fmla="*/ 648 h 891"/>
                  <a:gd name="T92" fmla="*/ 561 w 605"/>
                  <a:gd name="T93" fmla="*/ 580 h 891"/>
                  <a:gd name="T94" fmla="*/ 584 w 605"/>
                  <a:gd name="T95" fmla="*/ 509 h 891"/>
                  <a:gd name="T96" fmla="*/ 595 w 605"/>
                  <a:gd name="T97" fmla="*/ 459 h 891"/>
                  <a:gd name="T98" fmla="*/ 604 w 605"/>
                  <a:gd name="T99" fmla="*/ 385 h 891"/>
                  <a:gd name="T100" fmla="*/ 602 w 605"/>
                  <a:gd name="T101" fmla="*/ 310 h 891"/>
                  <a:gd name="T102" fmla="*/ 595 w 605"/>
                  <a:gd name="T103" fmla="*/ 263 h 891"/>
                  <a:gd name="T104" fmla="*/ 579 w 605"/>
                  <a:gd name="T105" fmla="*/ 199 h 891"/>
                  <a:gd name="T106" fmla="*/ 552 w 605"/>
                  <a:gd name="T107" fmla="*/ 142 h 8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605" h="891">
                    <a:moveTo>
                      <a:pt x="552" y="142"/>
                    </a:moveTo>
                    <a:lnTo>
                      <a:pt x="552" y="142"/>
                    </a:lnTo>
                    <a:lnTo>
                      <a:pt x="543" y="127"/>
                    </a:lnTo>
                    <a:lnTo>
                      <a:pt x="532" y="111"/>
                    </a:lnTo>
                    <a:lnTo>
                      <a:pt x="521" y="97"/>
                    </a:lnTo>
                    <a:lnTo>
                      <a:pt x="508" y="83"/>
                    </a:lnTo>
                    <a:lnTo>
                      <a:pt x="496" y="70"/>
                    </a:lnTo>
                    <a:lnTo>
                      <a:pt x="483" y="59"/>
                    </a:lnTo>
                    <a:lnTo>
                      <a:pt x="469" y="48"/>
                    </a:lnTo>
                    <a:lnTo>
                      <a:pt x="456" y="39"/>
                    </a:lnTo>
                    <a:lnTo>
                      <a:pt x="456" y="39"/>
                    </a:lnTo>
                    <a:lnTo>
                      <a:pt x="442" y="30"/>
                    </a:lnTo>
                    <a:lnTo>
                      <a:pt x="427" y="23"/>
                    </a:lnTo>
                    <a:lnTo>
                      <a:pt x="411" y="16"/>
                    </a:lnTo>
                    <a:lnTo>
                      <a:pt x="396" y="11"/>
                    </a:lnTo>
                    <a:lnTo>
                      <a:pt x="381" y="7"/>
                    </a:lnTo>
                    <a:lnTo>
                      <a:pt x="364" y="4"/>
                    </a:lnTo>
                    <a:lnTo>
                      <a:pt x="348" y="1"/>
                    </a:lnTo>
                    <a:lnTo>
                      <a:pt x="332" y="0"/>
                    </a:lnTo>
                    <a:lnTo>
                      <a:pt x="332" y="0"/>
                    </a:lnTo>
                    <a:lnTo>
                      <a:pt x="314" y="0"/>
                    </a:lnTo>
                    <a:lnTo>
                      <a:pt x="399" y="43"/>
                    </a:lnTo>
                    <a:lnTo>
                      <a:pt x="399" y="43"/>
                    </a:lnTo>
                    <a:lnTo>
                      <a:pt x="410" y="50"/>
                    </a:lnTo>
                    <a:lnTo>
                      <a:pt x="410" y="50"/>
                    </a:lnTo>
                    <a:lnTo>
                      <a:pt x="425" y="57"/>
                    </a:lnTo>
                    <a:lnTo>
                      <a:pt x="425" y="57"/>
                    </a:lnTo>
                    <a:lnTo>
                      <a:pt x="439" y="65"/>
                    </a:lnTo>
                    <a:lnTo>
                      <a:pt x="439" y="65"/>
                    </a:lnTo>
                    <a:lnTo>
                      <a:pt x="451" y="75"/>
                    </a:lnTo>
                    <a:lnTo>
                      <a:pt x="464" y="84"/>
                    </a:lnTo>
                    <a:lnTo>
                      <a:pt x="476" y="95"/>
                    </a:lnTo>
                    <a:lnTo>
                      <a:pt x="487" y="106"/>
                    </a:lnTo>
                    <a:lnTo>
                      <a:pt x="487" y="106"/>
                    </a:lnTo>
                    <a:lnTo>
                      <a:pt x="498" y="120"/>
                    </a:lnTo>
                    <a:lnTo>
                      <a:pt x="510" y="134"/>
                    </a:lnTo>
                    <a:lnTo>
                      <a:pt x="519" y="148"/>
                    </a:lnTo>
                    <a:lnTo>
                      <a:pt x="528" y="163"/>
                    </a:lnTo>
                    <a:lnTo>
                      <a:pt x="528" y="163"/>
                    </a:lnTo>
                    <a:lnTo>
                      <a:pt x="537" y="180"/>
                    </a:lnTo>
                    <a:lnTo>
                      <a:pt x="544" y="198"/>
                    </a:lnTo>
                    <a:lnTo>
                      <a:pt x="551" y="216"/>
                    </a:lnTo>
                    <a:lnTo>
                      <a:pt x="558" y="235"/>
                    </a:lnTo>
                    <a:lnTo>
                      <a:pt x="558" y="235"/>
                    </a:lnTo>
                    <a:lnTo>
                      <a:pt x="564" y="255"/>
                    </a:lnTo>
                    <a:lnTo>
                      <a:pt x="568" y="275"/>
                    </a:lnTo>
                    <a:lnTo>
                      <a:pt x="570" y="297"/>
                    </a:lnTo>
                    <a:lnTo>
                      <a:pt x="573" y="320"/>
                    </a:lnTo>
                    <a:lnTo>
                      <a:pt x="573" y="320"/>
                    </a:lnTo>
                    <a:lnTo>
                      <a:pt x="575" y="342"/>
                    </a:lnTo>
                    <a:lnTo>
                      <a:pt x="576" y="365"/>
                    </a:lnTo>
                    <a:lnTo>
                      <a:pt x="575" y="389"/>
                    </a:lnTo>
                    <a:lnTo>
                      <a:pt x="573" y="411"/>
                    </a:lnTo>
                    <a:lnTo>
                      <a:pt x="573" y="411"/>
                    </a:lnTo>
                    <a:lnTo>
                      <a:pt x="570" y="435"/>
                    </a:lnTo>
                    <a:lnTo>
                      <a:pt x="566" y="458"/>
                    </a:lnTo>
                    <a:lnTo>
                      <a:pt x="562" y="480"/>
                    </a:lnTo>
                    <a:lnTo>
                      <a:pt x="557" y="502"/>
                    </a:lnTo>
                    <a:lnTo>
                      <a:pt x="557" y="502"/>
                    </a:lnTo>
                    <a:lnTo>
                      <a:pt x="550" y="526"/>
                    </a:lnTo>
                    <a:lnTo>
                      <a:pt x="543" y="548"/>
                    </a:lnTo>
                    <a:lnTo>
                      <a:pt x="534" y="569"/>
                    </a:lnTo>
                    <a:lnTo>
                      <a:pt x="526" y="591"/>
                    </a:lnTo>
                    <a:lnTo>
                      <a:pt x="526" y="591"/>
                    </a:lnTo>
                    <a:lnTo>
                      <a:pt x="516" y="612"/>
                    </a:lnTo>
                    <a:lnTo>
                      <a:pt x="505" y="631"/>
                    </a:lnTo>
                    <a:lnTo>
                      <a:pt x="494" y="652"/>
                    </a:lnTo>
                    <a:lnTo>
                      <a:pt x="482" y="670"/>
                    </a:lnTo>
                    <a:lnTo>
                      <a:pt x="482" y="670"/>
                    </a:lnTo>
                    <a:lnTo>
                      <a:pt x="469" y="689"/>
                    </a:lnTo>
                    <a:lnTo>
                      <a:pt x="457" y="706"/>
                    </a:lnTo>
                    <a:lnTo>
                      <a:pt x="443" y="724"/>
                    </a:lnTo>
                    <a:lnTo>
                      <a:pt x="428" y="739"/>
                    </a:lnTo>
                    <a:lnTo>
                      <a:pt x="428" y="739"/>
                    </a:lnTo>
                    <a:lnTo>
                      <a:pt x="413" y="754"/>
                    </a:lnTo>
                    <a:lnTo>
                      <a:pt x="397" y="768"/>
                    </a:lnTo>
                    <a:lnTo>
                      <a:pt x="382" y="782"/>
                    </a:lnTo>
                    <a:lnTo>
                      <a:pt x="366" y="794"/>
                    </a:lnTo>
                    <a:lnTo>
                      <a:pt x="366" y="794"/>
                    </a:lnTo>
                    <a:lnTo>
                      <a:pt x="350" y="806"/>
                    </a:lnTo>
                    <a:lnTo>
                      <a:pt x="332" y="817"/>
                    </a:lnTo>
                    <a:lnTo>
                      <a:pt x="316" y="825"/>
                    </a:lnTo>
                    <a:lnTo>
                      <a:pt x="299" y="833"/>
                    </a:lnTo>
                    <a:lnTo>
                      <a:pt x="299" y="833"/>
                    </a:lnTo>
                    <a:lnTo>
                      <a:pt x="281" y="842"/>
                    </a:lnTo>
                    <a:lnTo>
                      <a:pt x="263" y="847"/>
                    </a:lnTo>
                    <a:lnTo>
                      <a:pt x="247" y="851"/>
                    </a:lnTo>
                    <a:lnTo>
                      <a:pt x="229" y="855"/>
                    </a:lnTo>
                    <a:lnTo>
                      <a:pt x="229" y="855"/>
                    </a:lnTo>
                    <a:lnTo>
                      <a:pt x="211" y="858"/>
                    </a:lnTo>
                    <a:lnTo>
                      <a:pt x="194" y="860"/>
                    </a:lnTo>
                    <a:lnTo>
                      <a:pt x="176" y="860"/>
                    </a:lnTo>
                    <a:lnTo>
                      <a:pt x="159" y="858"/>
                    </a:lnTo>
                    <a:lnTo>
                      <a:pt x="159" y="858"/>
                    </a:lnTo>
                    <a:lnTo>
                      <a:pt x="140" y="855"/>
                    </a:lnTo>
                    <a:lnTo>
                      <a:pt x="122" y="851"/>
                    </a:lnTo>
                    <a:lnTo>
                      <a:pt x="122" y="851"/>
                    </a:lnTo>
                    <a:lnTo>
                      <a:pt x="93" y="844"/>
                    </a:lnTo>
                    <a:lnTo>
                      <a:pt x="76" y="839"/>
                    </a:lnTo>
                    <a:lnTo>
                      <a:pt x="58" y="833"/>
                    </a:lnTo>
                    <a:lnTo>
                      <a:pt x="58" y="833"/>
                    </a:lnTo>
                    <a:lnTo>
                      <a:pt x="45" y="828"/>
                    </a:lnTo>
                    <a:lnTo>
                      <a:pt x="0" y="812"/>
                    </a:lnTo>
                    <a:lnTo>
                      <a:pt x="0" y="812"/>
                    </a:lnTo>
                    <a:lnTo>
                      <a:pt x="21" y="832"/>
                    </a:lnTo>
                    <a:lnTo>
                      <a:pt x="42" y="848"/>
                    </a:lnTo>
                    <a:lnTo>
                      <a:pt x="65" y="862"/>
                    </a:lnTo>
                    <a:lnTo>
                      <a:pt x="90" y="873"/>
                    </a:lnTo>
                    <a:lnTo>
                      <a:pt x="90" y="873"/>
                    </a:lnTo>
                    <a:lnTo>
                      <a:pt x="107" y="879"/>
                    </a:lnTo>
                    <a:lnTo>
                      <a:pt x="123" y="884"/>
                    </a:lnTo>
                    <a:lnTo>
                      <a:pt x="140" y="887"/>
                    </a:lnTo>
                    <a:lnTo>
                      <a:pt x="157" y="890"/>
                    </a:lnTo>
                    <a:lnTo>
                      <a:pt x="175" y="891"/>
                    </a:lnTo>
                    <a:lnTo>
                      <a:pt x="193" y="891"/>
                    </a:lnTo>
                    <a:lnTo>
                      <a:pt x="211" y="890"/>
                    </a:lnTo>
                    <a:lnTo>
                      <a:pt x="229" y="887"/>
                    </a:lnTo>
                    <a:lnTo>
                      <a:pt x="229" y="887"/>
                    </a:lnTo>
                    <a:lnTo>
                      <a:pt x="249" y="884"/>
                    </a:lnTo>
                    <a:lnTo>
                      <a:pt x="267" y="879"/>
                    </a:lnTo>
                    <a:lnTo>
                      <a:pt x="287" y="872"/>
                    </a:lnTo>
                    <a:lnTo>
                      <a:pt x="306" y="865"/>
                    </a:lnTo>
                    <a:lnTo>
                      <a:pt x="324" y="855"/>
                    </a:lnTo>
                    <a:lnTo>
                      <a:pt x="342" y="846"/>
                    </a:lnTo>
                    <a:lnTo>
                      <a:pt x="360" y="835"/>
                    </a:lnTo>
                    <a:lnTo>
                      <a:pt x="378" y="824"/>
                    </a:lnTo>
                    <a:lnTo>
                      <a:pt x="378" y="824"/>
                    </a:lnTo>
                    <a:lnTo>
                      <a:pt x="396" y="810"/>
                    </a:lnTo>
                    <a:lnTo>
                      <a:pt x="413" y="796"/>
                    </a:lnTo>
                    <a:lnTo>
                      <a:pt x="429" y="779"/>
                    </a:lnTo>
                    <a:lnTo>
                      <a:pt x="446" y="764"/>
                    </a:lnTo>
                    <a:lnTo>
                      <a:pt x="461" y="746"/>
                    </a:lnTo>
                    <a:lnTo>
                      <a:pt x="476" y="728"/>
                    </a:lnTo>
                    <a:lnTo>
                      <a:pt x="490" y="710"/>
                    </a:lnTo>
                    <a:lnTo>
                      <a:pt x="504" y="689"/>
                    </a:lnTo>
                    <a:lnTo>
                      <a:pt x="504" y="689"/>
                    </a:lnTo>
                    <a:lnTo>
                      <a:pt x="516" y="668"/>
                    </a:lnTo>
                    <a:lnTo>
                      <a:pt x="529" y="648"/>
                    </a:lnTo>
                    <a:lnTo>
                      <a:pt x="540" y="626"/>
                    </a:lnTo>
                    <a:lnTo>
                      <a:pt x="551" y="603"/>
                    </a:lnTo>
                    <a:lnTo>
                      <a:pt x="561" y="580"/>
                    </a:lnTo>
                    <a:lnTo>
                      <a:pt x="569" y="556"/>
                    </a:lnTo>
                    <a:lnTo>
                      <a:pt x="577" y="533"/>
                    </a:lnTo>
                    <a:lnTo>
                      <a:pt x="584" y="509"/>
                    </a:lnTo>
                    <a:lnTo>
                      <a:pt x="584" y="509"/>
                    </a:lnTo>
                    <a:lnTo>
                      <a:pt x="590" y="484"/>
                    </a:lnTo>
                    <a:lnTo>
                      <a:pt x="595" y="459"/>
                    </a:lnTo>
                    <a:lnTo>
                      <a:pt x="599" y="435"/>
                    </a:lnTo>
                    <a:lnTo>
                      <a:pt x="602" y="410"/>
                    </a:lnTo>
                    <a:lnTo>
                      <a:pt x="604" y="385"/>
                    </a:lnTo>
                    <a:lnTo>
                      <a:pt x="605" y="360"/>
                    </a:lnTo>
                    <a:lnTo>
                      <a:pt x="604" y="335"/>
                    </a:lnTo>
                    <a:lnTo>
                      <a:pt x="602" y="310"/>
                    </a:lnTo>
                    <a:lnTo>
                      <a:pt x="602" y="310"/>
                    </a:lnTo>
                    <a:lnTo>
                      <a:pt x="599" y="286"/>
                    </a:lnTo>
                    <a:lnTo>
                      <a:pt x="595" y="263"/>
                    </a:lnTo>
                    <a:lnTo>
                      <a:pt x="591" y="241"/>
                    </a:lnTo>
                    <a:lnTo>
                      <a:pt x="584" y="220"/>
                    </a:lnTo>
                    <a:lnTo>
                      <a:pt x="579" y="199"/>
                    </a:lnTo>
                    <a:lnTo>
                      <a:pt x="570" y="180"/>
                    </a:lnTo>
                    <a:lnTo>
                      <a:pt x="562" y="160"/>
                    </a:lnTo>
                    <a:lnTo>
                      <a:pt x="552" y="142"/>
                    </a:lnTo>
                    <a:lnTo>
                      <a:pt x="552" y="142"/>
                    </a:lnTo>
                    <a:close/>
                  </a:path>
                </a:pathLst>
              </a:custGeom>
              <a:solidFill>
                <a:srgbClr val="8080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  <p:sp>
            <p:nvSpPr>
              <p:cNvPr id="39" name="iṥlidê" descr="d0187df4-a989-4014-987c-1db006b12c40"/>
              <p:cNvSpPr/>
              <p:nvPr/>
            </p:nvSpPr>
            <p:spPr bwMode="auto">
              <a:xfrm>
                <a:off x="5844228" y="4781206"/>
                <a:ext cx="235080" cy="253162"/>
              </a:xfrm>
              <a:custGeom>
                <a:avLst/>
                <a:gdLst>
                  <a:gd name="T0" fmla="*/ 342 w 349"/>
                  <a:gd name="T1" fmla="*/ 148 h 378"/>
                  <a:gd name="T2" fmla="*/ 340 w 349"/>
                  <a:gd name="T3" fmla="*/ 138 h 378"/>
                  <a:gd name="T4" fmla="*/ 336 w 349"/>
                  <a:gd name="T5" fmla="*/ 126 h 378"/>
                  <a:gd name="T6" fmla="*/ 332 w 349"/>
                  <a:gd name="T7" fmla="*/ 113 h 378"/>
                  <a:gd name="T8" fmla="*/ 328 w 349"/>
                  <a:gd name="T9" fmla="*/ 104 h 378"/>
                  <a:gd name="T10" fmla="*/ 321 w 349"/>
                  <a:gd name="T11" fmla="*/ 88 h 378"/>
                  <a:gd name="T12" fmla="*/ 315 w 349"/>
                  <a:gd name="T13" fmla="*/ 76 h 378"/>
                  <a:gd name="T14" fmla="*/ 307 w 349"/>
                  <a:gd name="T15" fmla="*/ 64 h 378"/>
                  <a:gd name="T16" fmla="*/ 301 w 349"/>
                  <a:gd name="T17" fmla="*/ 55 h 378"/>
                  <a:gd name="T18" fmla="*/ 292 w 349"/>
                  <a:gd name="T19" fmla="*/ 43 h 378"/>
                  <a:gd name="T20" fmla="*/ 260 w 349"/>
                  <a:gd name="T21" fmla="*/ 16 h 378"/>
                  <a:gd name="T22" fmla="*/ 185 w 349"/>
                  <a:gd name="T23" fmla="*/ 3 h 378"/>
                  <a:gd name="T24" fmla="*/ 62 w 349"/>
                  <a:gd name="T25" fmla="*/ 51 h 378"/>
                  <a:gd name="T26" fmla="*/ 101 w 349"/>
                  <a:gd name="T27" fmla="*/ 77 h 378"/>
                  <a:gd name="T28" fmla="*/ 113 w 349"/>
                  <a:gd name="T29" fmla="*/ 91 h 378"/>
                  <a:gd name="T30" fmla="*/ 122 w 349"/>
                  <a:gd name="T31" fmla="*/ 102 h 378"/>
                  <a:gd name="T32" fmla="*/ 131 w 349"/>
                  <a:gd name="T33" fmla="*/ 117 h 378"/>
                  <a:gd name="T34" fmla="*/ 137 w 349"/>
                  <a:gd name="T35" fmla="*/ 130 h 378"/>
                  <a:gd name="T36" fmla="*/ 145 w 349"/>
                  <a:gd name="T37" fmla="*/ 149 h 378"/>
                  <a:gd name="T38" fmla="*/ 151 w 349"/>
                  <a:gd name="T39" fmla="*/ 163 h 378"/>
                  <a:gd name="T40" fmla="*/ 156 w 349"/>
                  <a:gd name="T41" fmla="*/ 188 h 378"/>
                  <a:gd name="T42" fmla="*/ 159 w 349"/>
                  <a:gd name="T43" fmla="*/ 213 h 378"/>
                  <a:gd name="T44" fmla="*/ 159 w 349"/>
                  <a:gd name="T45" fmla="*/ 231 h 378"/>
                  <a:gd name="T46" fmla="*/ 158 w 349"/>
                  <a:gd name="T47" fmla="*/ 249 h 378"/>
                  <a:gd name="T48" fmla="*/ 153 w 349"/>
                  <a:gd name="T49" fmla="*/ 271 h 378"/>
                  <a:gd name="T50" fmla="*/ 149 w 349"/>
                  <a:gd name="T51" fmla="*/ 286 h 378"/>
                  <a:gd name="T52" fmla="*/ 140 w 349"/>
                  <a:gd name="T53" fmla="*/ 311 h 378"/>
                  <a:gd name="T54" fmla="*/ 134 w 349"/>
                  <a:gd name="T55" fmla="*/ 320 h 378"/>
                  <a:gd name="T56" fmla="*/ 123 w 349"/>
                  <a:gd name="T57" fmla="*/ 336 h 378"/>
                  <a:gd name="T58" fmla="*/ 113 w 349"/>
                  <a:gd name="T59" fmla="*/ 346 h 378"/>
                  <a:gd name="T60" fmla="*/ 101 w 349"/>
                  <a:gd name="T61" fmla="*/ 358 h 378"/>
                  <a:gd name="T62" fmla="*/ 87 w 349"/>
                  <a:gd name="T63" fmla="*/ 367 h 378"/>
                  <a:gd name="T64" fmla="*/ 70 w 349"/>
                  <a:gd name="T65" fmla="*/ 374 h 378"/>
                  <a:gd name="T66" fmla="*/ 62 w 349"/>
                  <a:gd name="T67" fmla="*/ 376 h 378"/>
                  <a:gd name="T68" fmla="*/ 52 w 349"/>
                  <a:gd name="T69" fmla="*/ 378 h 378"/>
                  <a:gd name="T70" fmla="*/ 236 w 349"/>
                  <a:gd name="T71" fmla="*/ 369 h 378"/>
                  <a:gd name="T72" fmla="*/ 243 w 349"/>
                  <a:gd name="T73" fmla="*/ 368 h 378"/>
                  <a:gd name="T74" fmla="*/ 248 w 349"/>
                  <a:gd name="T75" fmla="*/ 368 h 378"/>
                  <a:gd name="T76" fmla="*/ 253 w 349"/>
                  <a:gd name="T77" fmla="*/ 367 h 378"/>
                  <a:gd name="T78" fmla="*/ 259 w 349"/>
                  <a:gd name="T79" fmla="*/ 365 h 378"/>
                  <a:gd name="T80" fmla="*/ 263 w 349"/>
                  <a:gd name="T81" fmla="*/ 364 h 378"/>
                  <a:gd name="T82" fmla="*/ 270 w 349"/>
                  <a:gd name="T83" fmla="*/ 360 h 378"/>
                  <a:gd name="T84" fmla="*/ 278 w 349"/>
                  <a:gd name="T85" fmla="*/ 356 h 378"/>
                  <a:gd name="T86" fmla="*/ 289 w 349"/>
                  <a:gd name="T87" fmla="*/ 349 h 378"/>
                  <a:gd name="T88" fmla="*/ 296 w 349"/>
                  <a:gd name="T89" fmla="*/ 343 h 378"/>
                  <a:gd name="T90" fmla="*/ 304 w 349"/>
                  <a:gd name="T91" fmla="*/ 333 h 378"/>
                  <a:gd name="T92" fmla="*/ 313 w 349"/>
                  <a:gd name="T93" fmla="*/ 324 h 378"/>
                  <a:gd name="T94" fmla="*/ 319 w 349"/>
                  <a:gd name="T95" fmla="*/ 314 h 378"/>
                  <a:gd name="T96" fmla="*/ 325 w 349"/>
                  <a:gd name="T97" fmla="*/ 304 h 378"/>
                  <a:gd name="T98" fmla="*/ 329 w 349"/>
                  <a:gd name="T99" fmla="*/ 295 h 378"/>
                  <a:gd name="T100" fmla="*/ 339 w 349"/>
                  <a:gd name="T101" fmla="*/ 271 h 378"/>
                  <a:gd name="T102" fmla="*/ 343 w 349"/>
                  <a:gd name="T103" fmla="*/ 256 h 378"/>
                  <a:gd name="T104" fmla="*/ 344 w 349"/>
                  <a:gd name="T105" fmla="*/ 248 h 378"/>
                  <a:gd name="T106" fmla="*/ 346 w 349"/>
                  <a:gd name="T107" fmla="*/ 231 h 378"/>
                  <a:gd name="T108" fmla="*/ 347 w 349"/>
                  <a:gd name="T109" fmla="*/ 220 h 378"/>
                  <a:gd name="T110" fmla="*/ 347 w 349"/>
                  <a:gd name="T111" fmla="*/ 209 h 378"/>
                  <a:gd name="T112" fmla="*/ 347 w 349"/>
                  <a:gd name="T113" fmla="*/ 196 h 378"/>
                  <a:gd name="T114" fmla="*/ 347 w 349"/>
                  <a:gd name="T115" fmla="*/ 183 h 378"/>
                  <a:gd name="T116" fmla="*/ 346 w 349"/>
                  <a:gd name="T117" fmla="*/ 173 h 3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349" h="378">
                    <a:moveTo>
                      <a:pt x="344" y="156"/>
                    </a:moveTo>
                    <a:lnTo>
                      <a:pt x="344" y="156"/>
                    </a:lnTo>
                    <a:lnTo>
                      <a:pt x="343" y="156"/>
                    </a:lnTo>
                    <a:lnTo>
                      <a:pt x="343" y="156"/>
                    </a:lnTo>
                    <a:lnTo>
                      <a:pt x="343" y="152"/>
                    </a:lnTo>
                    <a:lnTo>
                      <a:pt x="343" y="152"/>
                    </a:lnTo>
                    <a:lnTo>
                      <a:pt x="342" y="149"/>
                    </a:lnTo>
                    <a:lnTo>
                      <a:pt x="342" y="148"/>
                    </a:lnTo>
                    <a:lnTo>
                      <a:pt x="342" y="148"/>
                    </a:lnTo>
                    <a:lnTo>
                      <a:pt x="342" y="148"/>
                    </a:lnTo>
                    <a:lnTo>
                      <a:pt x="342" y="148"/>
                    </a:lnTo>
                    <a:lnTo>
                      <a:pt x="342" y="147"/>
                    </a:lnTo>
                    <a:lnTo>
                      <a:pt x="342" y="147"/>
                    </a:lnTo>
                    <a:lnTo>
                      <a:pt x="342" y="147"/>
                    </a:lnTo>
                    <a:lnTo>
                      <a:pt x="342" y="147"/>
                    </a:lnTo>
                    <a:lnTo>
                      <a:pt x="340" y="138"/>
                    </a:lnTo>
                    <a:lnTo>
                      <a:pt x="340" y="138"/>
                    </a:lnTo>
                    <a:lnTo>
                      <a:pt x="340" y="138"/>
                    </a:lnTo>
                    <a:lnTo>
                      <a:pt x="340" y="138"/>
                    </a:lnTo>
                    <a:lnTo>
                      <a:pt x="339" y="135"/>
                    </a:lnTo>
                    <a:lnTo>
                      <a:pt x="339" y="135"/>
                    </a:lnTo>
                    <a:lnTo>
                      <a:pt x="337" y="130"/>
                    </a:lnTo>
                    <a:lnTo>
                      <a:pt x="337" y="130"/>
                    </a:lnTo>
                    <a:lnTo>
                      <a:pt x="337" y="130"/>
                    </a:lnTo>
                    <a:lnTo>
                      <a:pt x="337" y="130"/>
                    </a:lnTo>
                    <a:lnTo>
                      <a:pt x="336" y="126"/>
                    </a:lnTo>
                    <a:lnTo>
                      <a:pt x="336" y="126"/>
                    </a:lnTo>
                    <a:lnTo>
                      <a:pt x="335" y="123"/>
                    </a:lnTo>
                    <a:lnTo>
                      <a:pt x="335" y="123"/>
                    </a:lnTo>
                    <a:lnTo>
                      <a:pt x="335" y="122"/>
                    </a:lnTo>
                    <a:lnTo>
                      <a:pt x="335" y="122"/>
                    </a:lnTo>
                    <a:lnTo>
                      <a:pt x="333" y="117"/>
                    </a:lnTo>
                    <a:lnTo>
                      <a:pt x="333" y="117"/>
                    </a:lnTo>
                    <a:lnTo>
                      <a:pt x="333" y="115"/>
                    </a:lnTo>
                    <a:lnTo>
                      <a:pt x="333" y="115"/>
                    </a:lnTo>
                    <a:lnTo>
                      <a:pt x="332" y="113"/>
                    </a:lnTo>
                    <a:lnTo>
                      <a:pt x="332" y="113"/>
                    </a:lnTo>
                    <a:lnTo>
                      <a:pt x="332" y="112"/>
                    </a:lnTo>
                    <a:lnTo>
                      <a:pt x="332" y="112"/>
                    </a:lnTo>
                    <a:lnTo>
                      <a:pt x="332" y="111"/>
                    </a:lnTo>
                    <a:lnTo>
                      <a:pt x="332" y="111"/>
                    </a:lnTo>
                    <a:lnTo>
                      <a:pt x="329" y="106"/>
                    </a:lnTo>
                    <a:lnTo>
                      <a:pt x="329" y="106"/>
                    </a:lnTo>
                    <a:lnTo>
                      <a:pt x="328" y="104"/>
                    </a:lnTo>
                    <a:lnTo>
                      <a:pt x="328" y="104"/>
                    </a:lnTo>
                    <a:lnTo>
                      <a:pt x="325" y="97"/>
                    </a:lnTo>
                    <a:lnTo>
                      <a:pt x="325" y="97"/>
                    </a:lnTo>
                    <a:lnTo>
                      <a:pt x="325" y="97"/>
                    </a:lnTo>
                    <a:lnTo>
                      <a:pt x="325" y="97"/>
                    </a:lnTo>
                    <a:lnTo>
                      <a:pt x="322" y="91"/>
                    </a:lnTo>
                    <a:lnTo>
                      <a:pt x="322" y="91"/>
                    </a:lnTo>
                    <a:lnTo>
                      <a:pt x="322" y="90"/>
                    </a:lnTo>
                    <a:lnTo>
                      <a:pt x="322" y="90"/>
                    </a:lnTo>
                    <a:lnTo>
                      <a:pt x="321" y="88"/>
                    </a:lnTo>
                    <a:lnTo>
                      <a:pt x="321" y="88"/>
                    </a:lnTo>
                    <a:lnTo>
                      <a:pt x="319" y="83"/>
                    </a:lnTo>
                    <a:lnTo>
                      <a:pt x="319" y="83"/>
                    </a:lnTo>
                    <a:lnTo>
                      <a:pt x="318" y="81"/>
                    </a:lnTo>
                    <a:lnTo>
                      <a:pt x="318" y="81"/>
                    </a:lnTo>
                    <a:lnTo>
                      <a:pt x="318" y="81"/>
                    </a:lnTo>
                    <a:lnTo>
                      <a:pt x="318" y="81"/>
                    </a:lnTo>
                    <a:lnTo>
                      <a:pt x="315" y="76"/>
                    </a:lnTo>
                    <a:lnTo>
                      <a:pt x="315" y="76"/>
                    </a:lnTo>
                    <a:lnTo>
                      <a:pt x="314" y="75"/>
                    </a:lnTo>
                    <a:lnTo>
                      <a:pt x="314" y="75"/>
                    </a:lnTo>
                    <a:lnTo>
                      <a:pt x="311" y="69"/>
                    </a:lnTo>
                    <a:lnTo>
                      <a:pt x="311" y="69"/>
                    </a:lnTo>
                    <a:lnTo>
                      <a:pt x="311" y="69"/>
                    </a:lnTo>
                    <a:lnTo>
                      <a:pt x="311" y="69"/>
                    </a:lnTo>
                    <a:lnTo>
                      <a:pt x="310" y="68"/>
                    </a:lnTo>
                    <a:lnTo>
                      <a:pt x="310" y="68"/>
                    </a:lnTo>
                    <a:lnTo>
                      <a:pt x="307" y="64"/>
                    </a:lnTo>
                    <a:lnTo>
                      <a:pt x="307" y="64"/>
                    </a:lnTo>
                    <a:lnTo>
                      <a:pt x="306" y="61"/>
                    </a:lnTo>
                    <a:lnTo>
                      <a:pt x="306" y="61"/>
                    </a:lnTo>
                    <a:lnTo>
                      <a:pt x="303" y="57"/>
                    </a:lnTo>
                    <a:lnTo>
                      <a:pt x="303" y="57"/>
                    </a:lnTo>
                    <a:lnTo>
                      <a:pt x="301" y="57"/>
                    </a:lnTo>
                    <a:lnTo>
                      <a:pt x="301" y="57"/>
                    </a:lnTo>
                    <a:lnTo>
                      <a:pt x="301" y="55"/>
                    </a:lnTo>
                    <a:lnTo>
                      <a:pt x="301" y="55"/>
                    </a:lnTo>
                    <a:lnTo>
                      <a:pt x="297" y="51"/>
                    </a:lnTo>
                    <a:lnTo>
                      <a:pt x="297" y="51"/>
                    </a:lnTo>
                    <a:lnTo>
                      <a:pt x="297" y="50"/>
                    </a:lnTo>
                    <a:lnTo>
                      <a:pt x="297" y="50"/>
                    </a:lnTo>
                    <a:lnTo>
                      <a:pt x="296" y="50"/>
                    </a:lnTo>
                    <a:lnTo>
                      <a:pt x="296" y="50"/>
                    </a:lnTo>
                    <a:lnTo>
                      <a:pt x="293" y="46"/>
                    </a:lnTo>
                    <a:lnTo>
                      <a:pt x="293" y="46"/>
                    </a:lnTo>
                    <a:lnTo>
                      <a:pt x="292" y="43"/>
                    </a:lnTo>
                    <a:lnTo>
                      <a:pt x="292" y="43"/>
                    </a:lnTo>
                    <a:lnTo>
                      <a:pt x="288" y="40"/>
                    </a:lnTo>
                    <a:lnTo>
                      <a:pt x="288" y="40"/>
                    </a:lnTo>
                    <a:lnTo>
                      <a:pt x="286" y="39"/>
                    </a:lnTo>
                    <a:lnTo>
                      <a:pt x="286" y="39"/>
                    </a:lnTo>
                    <a:lnTo>
                      <a:pt x="282" y="34"/>
                    </a:lnTo>
                    <a:lnTo>
                      <a:pt x="282" y="34"/>
                    </a:lnTo>
                    <a:lnTo>
                      <a:pt x="271" y="25"/>
                    </a:lnTo>
                    <a:lnTo>
                      <a:pt x="260" y="16"/>
                    </a:lnTo>
                    <a:lnTo>
                      <a:pt x="260" y="16"/>
                    </a:lnTo>
                    <a:lnTo>
                      <a:pt x="249" y="11"/>
                    </a:lnTo>
                    <a:lnTo>
                      <a:pt x="236" y="5"/>
                    </a:lnTo>
                    <a:lnTo>
                      <a:pt x="236" y="5"/>
                    </a:lnTo>
                    <a:lnTo>
                      <a:pt x="224" y="3"/>
                    </a:lnTo>
                    <a:lnTo>
                      <a:pt x="212" y="0"/>
                    </a:lnTo>
                    <a:lnTo>
                      <a:pt x="212" y="0"/>
                    </a:lnTo>
                    <a:lnTo>
                      <a:pt x="198" y="0"/>
                    </a:lnTo>
                    <a:lnTo>
                      <a:pt x="185" y="3"/>
                    </a:lnTo>
                    <a:lnTo>
                      <a:pt x="0" y="46"/>
                    </a:lnTo>
                    <a:lnTo>
                      <a:pt x="0" y="46"/>
                    </a:lnTo>
                    <a:lnTo>
                      <a:pt x="12" y="43"/>
                    </a:lnTo>
                    <a:lnTo>
                      <a:pt x="25" y="43"/>
                    </a:lnTo>
                    <a:lnTo>
                      <a:pt x="25" y="43"/>
                    </a:lnTo>
                    <a:lnTo>
                      <a:pt x="37" y="44"/>
                    </a:lnTo>
                    <a:lnTo>
                      <a:pt x="50" y="47"/>
                    </a:lnTo>
                    <a:lnTo>
                      <a:pt x="50" y="47"/>
                    </a:lnTo>
                    <a:lnTo>
                      <a:pt x="62" y="51"/>
                    </a:lnTo>
                    <a:lnTo>
                      <a:pt x="73" y="57"/>
                    </a:lnTo>
                    <a:lnTo>
                      <a:pt x="73" y="57"/>
                    </a:lnTo>
                    <a:lnTo>
                      <a:pt x="84" y="64"/>
                    </a:lnTo>
                    <a:lnTo>
                      <a:pt x="95" y="72"/>
                    </a:lnTo>
                    <a:lnTo>
                      <a:pt x="95" y="72"/>
                    </a:lnTo>
                    <a:lnTo>
                      <a:pt x="99" y="76"/>
                    </a:lnTo>
                    <a:lnTo>
                      <a:pt x="99" y="76"/>
                    </a:lnTo>
                    <a:lnTo>
                      <a:pt x="101" y="77"/>
                    </a:lnTo>
                    <a:lnTo>
                      <a:pt x="101" y="77"/>
                    </a:lnTo>
                    <a:lnTo>
                      <a:pt x="104" y="81"/>
                    </a:lnTo>
                    <a:lnTo>
                      <a:pt x="104" y="81"/>
                    </a:lnTo>
                    <a:lnTo>
                      <a:pt x="105" y="83"/>
                    </a:lnTo>
                    <a:lnTo>
                      <a:pt x="105" y="83"/>
                    </a:lnTo>
                    <a:lnTo>
                      <a:pt x="109" y="86"/>
                    </a:lnTo>
                    <a:lnTo>
                      <a:pt x="109" y="86"/>
                    </a:lnTo>
                    <a:lnTo>
                      <a:pt x="109" y="87"/>
                    </a:lnTo>
                    <a:lnTo>
                      <a:pt x="109" y="87"/>
                    </a:lnTo>
                    <a:lnTo>
                      <a:pt x="113" y="91"/>
                    </a:lnTo>
                    <a:lnTo>
                      <a:pt x="113" y="91"/>
                    </a:lnTo>
                    <a:lnTo>
                      <a:pt x="115" y="93"/>
                    </a:lnTo>
                    <a:lnTo>
                      <a:pt x="115" y="93"/>
                    </a:lnTo>
                    <a:lnTo>
                      <a:pt x="117" y="97"/>
                    </a:lnTo>
                    <a:lnTo>
                      <a:pt x="117" y="97"/>
                    </a:lnTo>
                    <a:lnTo>
                      <a:pt x="119" y="98"/>
                    </a:lnTo>
                    <a:lnTo>
                      <a:pt x="119" y="98"/>
                    </a:lnTo>
                    <a:lnTo>
                      <a:pt x="122" y="102"/>
                    </a:lnTo>
                    <a:lnTo>
                      <a:pt x="122" y="102"/>
                    </a:lnTo>
                    <a:lnTo>
                      <a:pt x="123" y="104"/>
                    </a:lnTo>
                    <a:lnTo>
                      <a:pt x="123" y="104"/>
                    </a:lnTo>
                    <a:lnTo>
                      <a:pt x="127" y="109"/>
                    </a:lnTo>
                    <a:lnTo>
                      <a:pt x="127" y="109"/>
                    </a:lnTo>
                    <a:lnTo>
                      <a:pt x="127" y="111"/>
                    </a:lnTo>
                    <a:lnTo>
                      <a:pt x="127" y="111"/>
                    </a:lnTo>
                    <a:lnTo>
                      <a:pt x="130" y="115"/>
                    </a:lnTo>
                    <a:lnTo>
                      <a:pt x="130" y="115"/>
                    </a:lnTo>
                    <a:lnTo>
                      <a:pt x="131" y="117"/>
                    </a:lnTo>
                    <a:lnTo>
                      <a:pt x="131" y="117"/>
                    </a:lnTo>
                    <a:lnTo>
                      <a:pt x="134" y="122"/>
                    </a:lnTo>
                    <a:lnTo>
                      <a:pt x="134" y="122"/>
                    </a:lnTo>
                    <a:lnTo>
                      <a:pt x="134" y="123"/>
                    </a:lnTo>
                    <a:lnTo>
                      <a:pt x="134" y="123"/>
                    </a:lnTo>
                    <a:lnTo>
                      <a:pt x="137" y="129"/>
                    </a:lnTo>
                    <a:lnTo>
                      <a:pt x="137" y="129"/>
                    </a:lnTo>
                    <a:lnTo>
                      <a:pt x="137" y="130"/>
                    </a:lnTo>
                    <a:lnTo>
                      <a:pt x="137" y="130"/>
                    </a:lnTo>
                    <a:lnTo>
                      <a:pt x="141" y="135"/>
                    </a:lnTo>
                    <a:lnTo>
                      <a:pt x="141" y="135"/>
                    </a:lnTo>
                    <a:lnTo>
                      <a:pt x="141" y="137"/>
                    </a:lnTo>
                    <a:lnTo>
                      <a:pt x="141" y="137"/>
                    </a:lnTo>
                    <a:lnTo>
                      <a:pt x="142" y="142"/>
                    </a:lnTo>
                    <a:lnTo>
                      <a:pt x="142" y="142"/>
                    </a:lnTo>
                    <a:lnTo>
                      <a:pt x="144" y="144"/>
                    </a:lnTo>
                    <a:lnTo>
                      <a:pt x="144" y="144"/>
                    </a:lnTo>
                    <a:lnTo>
                      <a:pt x="145" y="149"/>
                    </a:lnTo>
                    <a:lnTo>
                      <a:pt x="145" y="149"/>
                    </a:lnTo>
                    <a:lnTo>
                      <a:pt x="147" y="152"/>
                    </a:lnTo>
                    <a:lnTo>
                      <a:pt x="147" y="152"/>
                    </a:lnTo>
                    <a:lnTo>
                      <a:pt x="148" y="156"/>
                    </a:lnTo>
                    <a:lnTo>
                      <a:pt x="148" y="156"/>
                    </a:lnTo>
                    <a:lnTo>
                      <a:pt x="149" y="159"/>
                    </a:lnTo>
                    <a:lnTo>
                      <a:pt x="149" y="159"/>
                    </a:lnTo>
                    <a:lnTo>
                      <a:pt x="151" y="163"/>
                    </a:lnTo>
                    <a:lnTo>
                      <a:pt x="151" y="163"/>
                    </a:lnTo>
                    <a:lnTo>
                      <a:pt x="151" y="166"/>
                    </a:lnTo>
                    <a:lnTo>
                      <a:pt x="151" y="166"/>
                    </a:lnTo>
                    <a:lnTo>
                      <a:pt x="153" y="174"/>
                    </a:lnTo>
                    <a:lnTo>
                      <a:pt x="153" y="174"/>
                    </a:lnTo>
                    <a:lnTo>
                      <a:pt x="155" y="180"/>
                    </a:lnTo>
                    <a:lnTo>
                      <a:pt x="155" y="180"/>
                    </a:lnTo>
                    <a:lnTo>
                      <a:pt x="155" y="183"/>
                    </a:lnTo>
                    <a:lnTo>
                      <a:pt x="155" y="183"/>
                    </a:lnTo>
                    <a:lnTo>
                      <a:pt x="156" y="188"/>
                    </a:lnTo>
                    <a:lnTo>
                      <a:pt x="156" y="188"/>
                    </a:lnTo>
                    <a:lnTo>
                      <a:pt x="156" y="191"/>
                    </a:lnTo>
                    <a:lnTo>
                      <a:pt x="156" y="191"/>
                    </a:lnTo>
                    <a:lnTo>
                      <a:pt x="158" y="206"/>
                    </a:lnTo>
                    <a:lnTo>
                      <a:pt x="158" y="206"/>
                    </a:lnTo>
                    <a:lnTo>
                      <a:pt x="158" y="209"/>
                    </a:lnTo>
                    <a:lnTo>
                      <a:pt x="158" y="209"/>
                    </a:lnTo>
                    <a:lnTo>
                      <a:pt x="159" y="213"/>
                    </a:lnTo>
                    <a:lnTo>
                      <a:pt x="159" y="213"/>
                    </a:lnTo>
                    <a:lnTo>
                      <a:pt x="159" y="216"/>
                    </a:lnTo>
                    <a:lnTo>
                      <a:pt x="159" y="216"/>
                    </a:lnTo>
                    <a:lnTo>
                      <a:pt x="159" y="220"/>
                    </a:lnTo>
                    <a:lnTo>
                      <a:pt x="159" y="220"/>
                    </a:lnTo>
                    <a:lnTo>
                      <a:pt x="159" y="224"/>
                    </a:lnTo>
                    <a:lnTo>
                      <a:pt x="159" y="224"/>
                    </a:lnTo>
                    <a:lnTo>
                      <a:pt x="159" y="228"/>
                    </a:lnTo>
                    <a:lnTo>
                      <a:pt x="159" y="228"/>
                    </a:lnTo>
                    <a:lnTo>
                      <a:pt x="159" y="231"/>
                    </a:lnTo>
                    <a:lnTo>
                      <a:pt x="159" y="231"/>
                    </a:lnTo>
                    <a:lnTo>
                      <a:pt x="158" y="235"/>
                    </a:lnTo>
                    <a:lnTo>
                      <a:pt x="158" y="235"/>
                    </a:lnTo>
                    <a:lnTo>
                      <a:pt x="158" y="241"/>
                    </a:lnTo>
                    <a:lnTo>
                      <a:pt x="158" y="241"/>
                    </a:lnTo>
                    <a:lnTo>
                      <a:pt x="158" y="243"/>
                    </a:lnTo>
                    <a:lnTo>
                      <a:pt x="158" y="243"/>
                    </a:lnTo>
                    <a:lnTo>
                      <a:pt x="158" y="249"/>
                    </a:lnTo>
                    <a:lnTo>
                      <a:pt x="158" y="249"/>
                    </a:lnTo>
                    <a:lnTo>
                      <a:pt x="156" y="252"/>
                    </a:lnTo>
                    <a:lnTo>
                      <a:pt x="156" y="252"/>
                    </a:lnTo>
                    <a:lnTo>
                      <a:pt x="156" y="259"/>
                    </a:lnTo>
                    <a:lnTo>
                      <a:pt x="156" y="259"/>
                    </a:lnTo>
                    <a:lnTo>
                      <a:pt x="156" y="260"/>
                    </a:lnTo>
                    <a:lnTo>
                      <a:pt x="156" y="260"/>
                    </a:lnTo>
                    <a:lnTo>
                      <a:pt x="153" y="267"/>
                    </a:lnTo>
                    <a:lnTo>
                      <a:pt x="153" y="267"/>
                    </a:lnTo>
                    <a:lnTo>
                      <a:pt x="153" y="271"/>
                    </a:lnTo>
                    <a:lnTo>
                      <a:pt x="153" y="271"/>
                    </a:lnTo>
                    <a:lnTo>
                      <a:pt x="152" y="274"/>
                    </a:lnTo>
                    <a:lnTo>
                      <a:pt x="152" y="274"/>
                    </a:lnTo>
                    <a:lnTo>
                      <a:pt x="151" y="278"/>
                    </a:lnTo>
                    <a:lnTo>
                      <a:pt x="151" y="278"/>
                    </a:lnTo>
                    <a:lnTo>
                      <a:pt x="151" y="281"/>
                    </a:lnTo>
                    <a:lnTo>
                      <a:pt x="151" y="281"/>
                    </a:lnTo>
                    <a:lnTo>
                      <a:pt x="149" y="286"/>
                    </a:lnTo>
                    <a:lnTo>
                      <a:pt x="149" y="286"/>
                    </a:lnTo>
                    <a:lnTo>
                      <a:pt x="148" y="288"/>
                    </a:lnTo>
                    <a:lnTo>
                      <a:pt x="148" y="288"/>
                    </a:lnTo>
                    <a:lnTo>
                      <a:pt x="147" y="295"/>
                    </a:lnTo>
                    <a:lnTo>
                      <a:pt x="147" y="295"/>
                    </a:lnTo>
                    <a:lnTo>
                      <a:pt x="142" y="303"/>
                    </a:lnTo>
                    <a:lnTo>
                      <a:pt x="142" y="303"/>
                    </a:lnTo>
                    <a:lnTo>
                      <a:pt x="141" y="304"/>
                    </a:lnTo>
                    <a:lnTo>
                      <a:pt x="141" y="304"/>
                    </a:lnTo>
                    <a:lnTo>
                      <a:pt x="140" y="311"/>
                    </a:lnTo>
                    <a:lnTo>
                      <a:pt x="140" y="311"/>
                    </a:lnTo>
                    <a:lnTo>
                      <a:pt x="138" y="313"/>
                    </a:lnTo>
                    <a:lnTo>
                      <a:pt x="138" y="313"/>
                    </a:lnTo>
                    <a:lnTo>
                      <a:pt x="137" y="314"/>
                    </a:lnTo>
                    <a:lnTo>
                      <a:pt x="137" y="314"/>
                    </a:lnTo>
                    <a:lnTo>
                      <a:pt x="134" y="320"/>
                    </a:lnTo>
                    <a:lnTo>
                      <a:pt x="134" y="320"/>
                    </a:lnTo>
                    <a:lnTo>
                      <a:pt x="134" y="320"/>
                    </a:lnTo>
                    <a:lnTo>
                      <a:pt x="134" y="320"/>
                    </a:lnTo>
                    <a:lnTo>
                      <a:pt x="131" y="325"/>
                    </a:lnTo>
                    <a:lnTo>
                      <a:pt x="131" y="325"/>
                    </a:lnTo>
                    <a:lnTo>
                      <a:pt x="130" y="327"/>
                    </a:lnTo>
                    <a:lnTo>
                      <a:pt x="130" y="327"/>
                    </a:lnTo>
                    <a:lnTo>
                      <a:pt x="127" y="331"/>
                    </a:lnTo>
                    <a:lnTo>
                      <a:pt x="127" y="331"/>
                    </a:lnTo>
                    <a:lnTo>
                      <a:pt x="126" y="332"/>
                    </a:lnTo>
                    <a:lnTo>
                      <a:pt x="126" y="332"/>
                    </a:lnTo>
                    <a:lnTo>
                      <a:pt x="123" y="336"/>
                    </a:lnTo>
                    <a:lnTo>
                      <a:pt x="123" y="336"/>
                    </a:lnTo>
                    <a:lnTo>
                      <a:pt x="122" y="338"/>
                    </a:lnTo>
                    <a:lnTo>
                      <a:pt x="122" y="338"/>
                    </a:lnTo>
                    <a:lnTo>
                      <a:pt x="119" y="342"/>
                    </a:lnTo>
                    <a:lnTo>
                      <a:pt x="119" y="342"/>
                    </a:lnTo>
                    <a:lnTo>
                      <a:pt x="117" y="342"/>
                    </a:lnTo>
                    <a:lnTo>
                      <a:pt x="117" y="342"/>
                    </a:lnTo>
                    <a:lnTo>
                      <a:pt x="113" y="346"/>
                    </a:lnTo>
                    <a:lnTo>
                      <a:pt x="113" y="346"/>
                    </a:lnTo>
                    <a:lnTo>
                      <a:pt x="113" y="347"/>
                    </a:lnTo>
                    <a:lnTo>
                      <a:pt x="113" y="347"/>
                    </a:lnTo>
                    <a:lnTo>
                      <a:pt x="109" y="350"/>
                    </a:lnTo>
                    <a:lnTo>
                      <a:pt x="109" y="350"/>
                    </a:lnTo>
                    <a:lnTo>
                      <a:pt x="109" y="351"/>
                    </a:lnTo>
                    <a:lnTo>
                      <a:pt x="109" y="351"/>
                    </a:lnTo>
                    <a:lnTo>
                      <a:pt x="105" y="354"/>
                    </a:lnTo>
                    <a:lnTo>
                      <a:pt x="105" y="354"/>
                    </a:lnTo>
                    <a:lnTo>
                      <a:pt x="101" y="358"/>
                    </a:lnTo>
                    <a:lnTo>
                      <a:pt x="101" y="358"/>
                    </a:lnTo>
                    <a:lnTo>
                      <a:pt x="99" y="360"/>
                    </a:lnTo>
                    <a:lnTo>
                      <a:pt x="99" y="360"/>
                    </a:lnTo>
                    <a:lnTo>
                      <a:pt x="94" y="363"/>
                    </a:lnTo>
                    <a:lnTo>
                      <a:pt x="94" y="363"/>
                    </a:lnTo>
                    <a:lnTo>
                      <a:pt x="94" y="363"/>
                    </a:lnTo>
                    <a:lnTo>
                      <a:pt x="94" y="363"/>
                    </a:lnTo>
                    <a:lnTo>
                      <a:pt x="87" y="367"/>
                    </a:lnTo>
                    <a:lnTo>
                      <a:pt x="87" y="367"/>
                    </a:lnTo>
                    <a:lnTo>
                      <a:pt x="86" y="368"/>
                    </a:lnTo>
                    <a:lnTo>
                      <a:pt x="86" y="368"/>
                    </a:lnTo>
                    <a:lnTo>
                      <a:pt x="81" y="369"/>
                    </a:lnTo>
                    <a:lnTo>
                      <a:pt x="81" y="369"/>
                    </a:lnTo>
                    <a:lnTo>
                      <a:pt x="76" y="372"/>
                    </a:lnTo>
                    <a:lnTo>
                      <a:pt x="76" y="372"/>
                    </a:lnTo>
                    <a:lnTo>
                      <a:pt x="72" y="374"/>
                    </a:lnTo>
                    <a:lnTo>
                      <a:pt x="72" y="374"/>
                    </a:lnTo>
                    <a:lnTo>
                      <a:pt x="70" y="374"/>
                    </a:lnTo>
                    <a:lnTo>
                      <a:pt x="70" y="374"/>
                    </a:lnTo>
                    <a:lnTo>
                      <a:pt x="68" y="375"/>
                    </a:lnTo>
                    <a:lnTo>
                      <a:pt x="68" y="375"/>
                    </a:lnTo>
                    <a:lnTo>
                      <a:pt x="66" y="375"/>
                    </a:lnTo>
                    <a:lnTo>
                      <a:pt x="66" y="375"/>
                    </a:lnTo>
                    <a:lnTo>
                      <a:pt x="63" y="375"/>
                    </a:lnTo>
                    <a:lnTo>
                      <a:pt x="63" y="375"/>
                    </a:lnTo>
                    <a:lnTo>
                      <a:pt x="62" y="376"/>
                    </a:lnTo>
                    <a:lnTo>
                      <a:pt x="62" y="376"/>
                    </a:lnTo>
                    <a:lnTo>
                      <a:pt x="59" y="376"/>
                    </a:lnTo>
                    <a:lnTo>
                      <a:pt x="59" y="376"/>
                    </a:lnTo>
                    <a:lnTo>
                      <a:pt x="58" y="376"/>
                    </a:lnTo>
                    <a:lnTo>
                      <a:pt x="58" y="376"/>
                    </a:lnTo>
                    <a:lnTo>
                      <a:pt x="57" y="378"/>
                    </a:lnTo>
                    <a:lnTo>
                      <a:pt x="57" y="378"/>
                    </a:lnTo>
                    <a:lnTo>
                      <a:pt x="54" y="378"/>
                    </a:lnTo>
                    <a:lnTo>
                      <a:pt x="54" y="378"/>
                    </a:lnTo>
                    <a:lnTo>
                      <a:pt x="52" y="378"/>
                    </a:lnTo>
                    <a:lnTo>
                      <a:pt x="52" y="378"/>
                    </a:lnTo>
                    <a:lnTo>
                      <a:pt x="50" y="378"/>
                    </a:lnTo>
                    <a:lnTo>
                      <a:pt x="50" y="378"/>
                    </a:lnTo>
                    <a:lnTo>
                      <a:pt x="50" y="378"/>
                    </a:lnTo>
                    <a:lnTo>
                      <a:pt x="50" y="378"/>
                    </a:lnTo>
                    <a:lnTo>
                      <a:pt x="45" y="378"/>
                    </a:lnTo>
                    <a:lnTo>
                      <a:pt x="45" y="378"/>
                    </a:lnTo>
                    <a:lnTo>
                      <a:pt x="236" y="369"/>
                    </a:lnTo>
                    <a:lnTo>
                      <a:pt x="236" y="369"/>
                    </a:lnTo>
                    <a:lnTo>
                      <a:pt x="239" y="368"/>
                    </a:lnTo>
                    <a:lnTo>
                      <a:pt x="239" y="368"/>
                    </a:lnTo>
                    <a:lnTo>
                      <a:pt x="239" y="368"/>
                    </a:lnTo>
                    <a:lnTo>
                      <a:pt x="239" y="368"/>
                    </a:lnTo>
                    <a:lnTo>
                      <a:pt x="241" y="368"/>
                    </a:lnTo>
                    <a:lnTo>
                      <a:pt x="241" y="368"/>
                    </a:lnTo>
                    <a:lnTo>
                      <a:pt x="243" y="368"/>
                    </a:lnTo>
                    <a:lnTo>
                      <a:pt x="243" y="368"/>
                    </a:lnTo>
                    <a:lnTo>
                      <a:pt x="243" y="368"/>
                    </a:lnTo>
                    <a:lnTo>
                      <a:pt x="243" y="368"/>
                    </a:lnTo>
                    <a:lnTo>
                      <a:pt x="243" y="368"/>
                    </a:lnTo>
                    <a:lnTo>
                      <a:pt x="243" y="368"/>
                    </a:lnTo>
                    <a:lnTo>
                      <a:pt x="245" y="368"/>
                    </a:lnTo>
                    <a:lnTo>
                      <a:pt x="245" y="368"/>
                    </a:lnTo>
                    <a:lnTo>
                      <a:pt x="246" y="368"/>
                    </a:lnTo>
                    <a:lnTo>
                      <a:pt x="246" y="368"/>
                    </a:lnTo>
                    <a:lnTo>
                      <a:pt x="248" y="368"/>
                    </a:lnTo>
                    <a:lnTo>
                      <a:pt x="248" y="368"/>
                    </a:lnTo>
                    <a:lnTo>
                      <a:pt x="249" y="367"/>
                    </a:lnTo>
                    <a:lnTo>
                      <a:pt x="249" y="367"/>
                    </a:lnTo>
                    <a:lnTo>
                      <a:pt x="249" y="367"/>
                    </a:lnTo>
                    <a:lnTo>
                      <a:pt x="249" y="367"/>
                    </a:lnTo>
                    <a:lnTo>
                      <a:pt x="250" y="367"/>
                    </a:lnTo>
                    <a:lnTo>
                      <a:pt x="250" y="367"/>
                    </a:lnTo>
                    <a:lnTo>
                      <a:pt x="252" y="367"/>
                    </a:lnTo>
                    <a:lnTo>
                      <a:pt x="252" y="367"/>
                    </a:lnTo>
                    <a:lnTo>
                      <a:pt x="253" y="367"/>
                    </a:lnTo>
                    <a:lnTo>
                      <a:pt x="253" y="367"/>
                    </a:lnTo>
                    <a:lnTo>
                      <a:pt x="253" y="367"/>
                    </a:lnTo>
                    <a:lnTo>
                      <a:pt x="253" y="367"/>
                    </a:lnTo>
                    <a:lnTo>
                      <a:pt x="254" y="365"/>
                    </a:lnTo>
                    <a:lnTo>
                      <a:pt x="254" y="365"/>
                    </a:lnTo>
                    <a:lnTo>
                      <a:pt x="257" y="365"/>
                    </a:lnTo>
                    <a:lnTo>
                      <a:pt x="257" y="365"/>
                    </a:lnTo>
                    <a:lnTo>
                      <a:pt x="259" y="365"/>
                    </a:lnTo>
                    <a:lnTo>
                      <a:pt x="259" y="365"/>
                    </a:lnTo>
                    <a:lnTo>
                      <a:pt x="259" y="365"/>
                    </a:lnTo>
                    <a:lnTo>
                      <a:pt x="259" y="365"/>
                    </a:lnTo>
                    <a:lnTo>
                      <a:pt x="259" y="364"/>
                    </a:lnTo>
                    <a:lnTo>
                      <a:pt x="259" y="364"/>
                    </a:lnTo>
                    <a:lnTo>
                      <a:pt x="261" y="364"/>
                    </a:lnTo>
                    <a:lnTo>
                      <a:pt x="261" y="364"/>
                    </a:lnTo>
                    <a:lnTo>
                      <a:pt x="263" y="364"/>
                    </a:lnTo>
                    <a:lnTo>
                      <a:pt x="263" y="364"/>
                    </a:lnTo>
                    <a:lnTo>
                      <a:pt x="263" y="364"/>
                    </a:lnTo>
                    <a:lnTo>
                      <a:pt x="263" y="364"/>
                    </a:lnTo>
                    <a:lnTo>
                      <a:pt x="267" y="361"/>
                    </a:lnTo>
                    <a:lnTo>
                      <a:pt x="267" y="361"/>
                    </a:lnTo>
                    <a:lnTo>
                      <a:pt x="268" y="361"/>
                    </a:lnTo>
                    <a:lnTo>
                      <a:pt x="268" y="361"/>
                    </a:lnTo>
                    <a:lnTo>
                      <a:pt x="270" y="361"/>
                    </a:lnTo>
                    <a:lnTo>
                      <a:pt x="270" y="361"/>
                    </a:lnTo>
                    <a:lnTo>
                      <a:pt x="270" y="360"/>
                    </a:lnTo>
                    <a:lnTo>
                      <a:pt x="270" y="360"/>
                    </a:lnTo>
                    <a:lnTo>
                      <a:pt x="271" y="360"/>
                    </a:lnTo>
                    <a:lnTo>
                      <a:pt x="271" y="360"/>
                    </a:lnTo>
                    <a:lnTo>
                      <a:pt x="272" y="360"/>
                    </a:lnTo>
                    <a:lnTo>
                      <a:pt x="272" y="360"/>
                    </a:lnTo>
                    <a:lnTo>
                      <a:pt x="274" y="358"/>
                    </a:lnTo>
                    <a:lnTo>
                      <a:pt x="274" y="358"/>
                    </a:lnTo>
                    <a:lnTo>
                      <a:pt x="278" y="356"/>
                    </a:lnTo>
                    <a:lnTo>
                      <a:pt x="278" y="356"/>
                    </a:lnTo>
                    <a:lnTo>
                      <a:pt x="278" y="356"/>
                    </a:lnTo>
                    <a:lnTo>
                      <a:pt x="278" y="356"/>
                    </a:lnTo>
                    <a:lnTo>
                      <a:pt x="279" y="356"/>
                    </a:lnTo>
                    <a:lnTo>
                      <a:pt x="279" y="356"/>
                    </a:lnTo>
                    <a:lnTo>
                      <a:pt x="285" y="353"/>
                    </a:lnTo>
                    <a:lnTo>
                      <a:pt x="285" y="353"/>
                    </a:lnTo>
                    <a:lnTo>
                      <a:pt x="289" y="349"/>
                    </a:lnTo>
                    <a:lnTo>
                      <a:pt x="289" y="349"/>
                    </a:lnTo>
                    <a:lnTo>
                      <a:pt x="289" y="349"/>
                    </a:lnTo>
                    <a:lnTo>
                      <a:pt x="289" y="349"/>
                    </a:lnTo>
                    <a:lnTo>
                      <a:pt x="290" y="349"/>
                    </a:lnTo>
                    <a:lnTo>
                      <a:pt x="290" y="349"/>
                    </a:lnTo>
                    <a:lnTo>
                      <a:pt x="290" y="347"/>
                    </a:lnTo>
                    <a:lnTo>
                      <a:pt x="290" y="347"/>
                    </a:lnTo>
                    <a:lnTo>
                      <a:pt x="292" y="346"/>
                    </a:lnTo>
                    <a:lnTo>
                      <a:pt x="292" y="346"/>
                    </a:lnTo>
                    <a:lnTo>
                      <a:pt x="295" y="343"/>
                    </a:lnTo>
                    <a:lnTo>
                      <a:pt x="295" y="343"/>
                    </a:lnTo>
                    <a:lnTo>
                      <a:pt x="296" y="343"/>
                    </a:lnTo>
                    <a:lnTo>
                      <a:pt x="296" y="343"/>
                    </a:lnTo>
                    <a:lnTo>
                      <a:pt x="300" y="339"/>
                    </a:lnTo>
                    <a:lnTo>
                      <a:pt x="300" y="339"/>
                    </a:lnTo>
                    <a:lnTo>
                      <a:pt x="300" y="339"/>
                    </a:lnTo>
                    <a:lnTo>
                      <a:pt x="300" y="339"/>
                    </a:lnTo>
                    <a:lnTo>
                      <a:pt x="304" y="335"/>
                    </a:lnTo>
                    <a:lnTo>
                      <a:pt x="304" y="335"/>
                    </a:lnTo>
                    <a:lnTo>
                      <a:pt x="304" y="333"/>
                    </a:lnTo>
                    <a:lnTo>
                      <a:pt x="304" y="333"/>
                    </a:lnTo>
                    <a:lnTo>
                      <a:pt x="308" y="329"/>
                    </a:lnTo>
                    <a:lnTo>
                      <a:pt x="308" y="329"/>
                    </a:lnTo>
                    <a:lnTo>
                      <a:pt x="308" y="329"/>
                    </a:lnTo>
                    <a:lnTo>
                      <a:pt x="308" y="329"/>
                    </a:lnTo>
                    <a:lnTo>
                      <a:pt x="308" y="329"/>
                    </a:lnTo>
                    <a:lnTo>
                      <a:pt x="308" y="329"/>
                    </a:lnTo>
                    <a:lnTo>
                      <a:pt x="310" y="328"/>
                    </a:lnTo>
                    <a:lnTo>
                      <a:pt x="310" y="328"/>
                    </a:lnTo>
                    <a:lnTo>
                      <a:pt x="313" y="324"/>
                    </a:lnTo>
                    <a:lnTo>
                      <a:pt x="313" y="324"/>
                    </a:lnTo>
                    <a:lnTo>
                      <a:pt x="314" y="322"/>
                    </a:lnTo>
                    <a:lnTo>
                      <a:pt x="314" y="322"/>
                    </a:lnTo>
                    <a:lnTo>
                      <a:pt x="317" y="318"/>
                    </a:lnTo>
                    <a:lnTo>
                      <a:pt x="317" y="318"/>
                    </a:lnTo>
                    <a:lnTo>
                      <a:pt x="318" y="317"/>
                    </a:lnTo>
                    <a:lnTo>
                      <a:pt x="318" y="317"/>
                    </a:lnTo>
                    <a:lnTo>
                      <a:pt x="319" y="314"/>
                    </a:lnTo>
                    <a:lnTo>
                      <a:pt x="319" y="314"/>
                    </a:lnTo>
                    <a:lnTo>
                      <a:pt x="321" y="313"/>
                    </a:lnTo>
                    <a:lnTo>
                      <a:pt x="321" y="313"/>
                    </a:lnTo>
                    <a:lnTo>
                      <a:pt x="321" y="311"/>
                    </a:lnTo>
                    <a:lnTo>
                      <a:pt x="321" y="311"/>
                    </a:lnTo>
                    <a:lnTo>
                      <a:pt x="325" y="306"/>
                    </a:lnTo>
                    <a:lnTo>
                      <a:pt x="325" y="306"/>
                    </a:lnTo>
                    <a:lnTo>
                      <a:pt x="325" y="306"/>
                    </a:lnTo>
                    <a:lnTo>
                      <a:pt x="325" y="306"/>
                    </a:lnTo>
                    <a:lnTo>
                      <a:pt x="325" y="304"/>
                    </a:lnTo>
                    <a:lnTo>
                      <a:pt x="325" y="304"/>
                    </a:lnTo>
                    <a:lnTo>
                      <a:pt x="328" y="299"/>
                    </a:lnTo>
                    <a:lnTo>
                      <a:pt x="328" y="299"/>
                    </a:lnTo>
                    <a:lnTo>
                      <a:pt x="328" y="297"/>
                    </a:lnTo>
                    <a:lnTo>
                      <a:pt x="328" y="297"/>
                    </a:lnTo>
                    <a:lnTo>
                      <a:pt x="329" y="296"/>
                    </a:lnTo>
                    <a:lnTo>
                      <a:pt x="329" y="296"/>
                    </a:lnTo>
                    <a:lnTo>
                      <a:pt x="329" y="295"/>
                    </a:lnTo>
                    <a:lnTo>
                      <a:pt x="329" y="295"/>
                    </a:lnTo>
                    <a:lnTo>
                      <a:pt x="332" y="289"/>
                    </a:lnTo>
                    <a:lnTo>
                      <a:pt x="332" y="289"/>
                    </a:lnTo>
                    <a:lnTo>
                      <a:pt x="333" y="286"/>
                    </a:lnTo>
                    <a:lnTo>
                      <a:pt x="333" y="286"/>
                    </a:lnTo>
                    <a:lnTo>
                      <a:pt x="336" y="278"/>
                    </a:lnTo>
                    <a:lnTo>
                      <a:pt x="336" y="278"/>
                    </a:lnTo>
                    <a:lnTo>
                      <a:pt x="339" y="271"/>
                    </a:lnTo>
                    <a:lnTo>
                      <a:pt x="339" y="271"/>
                    </a:lnTo>
                    <a:lnTo>
                      <a:pt x="339" y="271"/>
                    </a:lnTo>
                    <a:lnTo>
                      <a:pt x="339" y="268"/>
                    </a:lnTo>
                    <a:lnTo>
                      <a:pt x="339" y="268"/>
                    </a:lnTo>
                    <a:lnTo>
                      <a:pt x="340" y="263"/>
                    </a:lnTo>
                    <a:lnTo>
                      <a:pt x="340" y="263"/>
                    </a:lnTo>
                    <a:lnTo>
                      <a:pt x="340" y="263"/>
                    </a:lnTo>
                    <a:lnTo>
                      <a:pt x="340" y="263"/>
                    </a:lnTo>
                    <a:lnTo>
                      <a:pt x="342" y="260"/>
                    </a:lnTo>
                    <a:lnTo>
                      <a:pt x="342" y="260"/>
                    </a:lnTo>
                    <a:lnTo>
                      <a:pt x="343" y="256"/>
                    </a:lnTo>
                    <a:lnTo>
                      <a:pt x="343" y="256"/>
                    </a:lnTo>
                    <a:lnTo>
                      <a:pt x="343" y="256"/>
                    </a:lnTo>
                    <a:lnTo>
                      <a:pt x="343" y="256"/>
                    </a:lnTo>
                    <a:lnTo>
                      <a:pt x="343" y="252"/>
                    </a:lnTo>
                    <a:lnTo>
                      <a:pt x="343" y="252"/>
                    </a:lnTo>
                    <a:lnTo>
                      <a:pt x="344" y="248"/>
                    </a:lnTo>
                    <a:lnTo>
                      <a:pt x="344" y="248"/>
                    </a:lnTo>
                    <a:lnTo>
                      <a:pt x="344" y="248"/>
                    </a:lnTo>
                    <a:lnTo>
                      <a:pt x="344" y="248"/>
                    </a:lnTo>
                    <a:lnTo>
                      <a:pt x="344" y="248"/>
                    </a:lnTo>
                    <a:lnTo>
                      <a:pt x="344" y="248"/>
                    </a:lnTo>
                    <a:lnTo>
                      <a:pt x="346" y="239"/>
                    </a:lnTo>
                    <a:lnTo>
                      <a:pt x="346" y="239"/>
                    </a:lnTo>
                    <a:lnTo>
                      <a:pt x="346" y="239"/>
                    </a:lnTo>
                    <a:lnTo>
                      <a:pt x="346" y="239"/>
                    </a:lnTo>
                    <a:lnTo>
                      <a:pt x="346" y="238"/>
                    </a:lnTo>
                    <a:lnTo>
                      <a:pt x="346" y="238"/>
                    </a:lnTo>
                    <a:lnTo>
                      <a:pt x="346" y="231"/>
                    </a:lnTo>
                    <a:lnTo>
                      <a:pt x="346" y="231"/>
                    </a:lnTo>
                    <a:lnTo>
                      <a:pt x="347" y="230"/>
                    </a:lnTo>
                    <a:lnTo>
                      <a:pt x="347" y="230"/>
                    </a:lnTo>
                    <a:lnTo>
                      <a:pt x="347" y="227"/>
                    </a:lnTo>
                    <a:lnTo>
                      <a:pt x="347" y="227"/>
                    </a:lnTo>
                    <a:lnTo>
                      <a:pt x="347" y="221"/>
                    </a:lnTo>
                    <a:lnTo>
                      <a:pt x="347" y="221"/>
                    </a:lnTo>
                    <a:lnTo>
                      <a:pt x="347" y="220"/>
                    </a:lnTo>
                    <a:lnTo>
                      <a:pt x="347" y="220"/>
                    </a:lnTo>
                    <a:lnTo>
                      <a:pt x="347" y="219"/>
                    </a:lnTo>
                    <a:lnTo>
                      <a:pt x="347" y="219"/>
                    </a:lnTo>
                    <a:lnTo>
                      <a:pt x="347" y="214"/>
                    </a:lnTo>
                    <a:lnTo>
                      <a:pt x="347" y="214"/>
                    </a:lnTo>
                    <a:lnTo>
                      <a:pt x="347" y="213"/>
                    </a:lnTo>
                    <a:lnTo>
                      <a:pt x="347" y="213"/>
                    </a:lnTo>
                    <a:lnTo>
                      <a:pt x="347" y="212"/>
                    </a:lnTo>
                    <a:lnTo>
                      <a:pt x="347" y="212"/>
                    </a:lnTo>
                    <a:lnTo>
                      <a:pt x="347" y="209"/>
                    </a:lnTo>
                    <a:lnTo>
                      <a:pt x="347" y="209"/>
                    </a:lnTo>
                    <a:lnTo>
                      <a:pt x="349" y="205"/>
                    </a:lnTo>
                    <a:lnTo>
                      <a:pt x="349" y="205"/>
                    </a:lnTo>
                    <a:lnTo>
                      <a:pt x="349" y="203"/>
                    </a:lnTo>
                    <a:lnTo>
                      <a:pt x="349" y="203"/>
                    </a:lnTo>
                    <a:lnTo>
                      <a:pt x="347" y="201"/>
                    </a:lnTo>
                    <a:lnTo>
                      <a:pt x="347" y="201"/>
                    </a:lnTo>
                    <a:lnTo>
                      <a:pt x="347" y="196"/>
                    </a:lnTo>
                    <a:lnTo>
                      <a:pt x="347" y="196"/>
                    </a:lnTo>
                    <a:lnTo>
                      <a:pt x="347" y="195"/>
                    </a:lnTo>
                    <a:lnTo>
                      <a:pt x="347" y="195"/>
                    </a:lnTo>
                    <a:lnTo>
                      <a:pt x="347" y="192"/>
                    </a:lnTo>
                    <a:lnTo>
                      <a:pt x="347" y="192"/>
                    </a:lnTo>
                    <a:lnTo>
                      <a:pt x="347" y="188"/>
                    </a:lnTo>
                    <a:lnTo>
                      <a:pt x="347" y="188"/>
                    </a:lnTo>
                    <a:lnTo>
                      <a:pt x="347" y="188"/>
                    </a:lnTo>
                    <a:lnTo>
                      <a:pt x="347" y="188"/>
                    </a:lnTo>
                    <a:lnTo>
                      <a:pt x="347" y="183"/>
                    </a:lnTo>
                    <a:lnTo>
                      <a:pt x="347" y="183"/>
                    </a:lnTo>
                    <a:lnTo>
                      <a:pt x="347" y="181"/>
                    </a:lnTo>
                    <a:lnTo>
                      <a:pt x="347" y="181"/>
                    </a:lnTo>
                    <a:lnTo>
                      <a:pt x="347" y="180"/>
                    </a:lnTo>
                    <a:lnTo>
                      <a:pt x="347" y="180"/>
                    </a:lnTo>
                    <a:lnTo>
                      <a:pt x="347" y="180"/>
                    </a:lnTo>
                    <a:lnTo>
                      <a:pt x="347" y="180"/>
                    </a:lnTo>
                    <a:lnTo>
                      <a:pt x="346" y="173"/>
                    </a:lnTo>
                    <a:lnTo>
                      <a:pt x="346" y="173"/>
                    </a:lnTo>
                    <a:lnTo>
                      <a:pt x="344" y="165"/>
                    </a:lnTo>
                    <a:lnTo>
                      <a:pt x="344" y="165"/>
                    </a:lnTo>
                    <a:lnTo>
                      <a:pt x="344" y="165"/>
                    </a:lnTo>
                    <a:lnTo>
                      <a:pt x="344" y="165"/>
                    </a:lnTo>
                    <a:lnTo>
                      <a:pt x="344" y="162"/>
                    </a:lnTo>
                    <a:lnTo>
                      <a:pt x="344" y="162"/>
                    </a:lnTo>
                    <a:lnTo>
                      <a:pt x="344" y="156"/>
                    </a:lnTo>
                    <a:lnTo>
                      <a:pt x="344" y="156"/>
                    </a:lnTo>
                    <a:close/>
                  </a:path>
                </a:pathLst>
              </a:custGeom>
              <a:solidFill>
                <a:srgbClr val="8080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  <p:sp>
            <p:nvSpPr>
              <p:cNvPr id="40" name="i$ľîḍè" descr="6c8c8af8-2abf-48c4-b47c-eaa6f56c0e48"/>
              <p:cNvSpPr/>
              <p:nvPr/>
            </p:nvSpPr>
            <p:spPr bwMode="auto">
              <a:xfrm>
                <a:off x="5948708" y="4837464"/>
                <a:ext cx="92424" cy="132609"/>
              </a:xfrm>
              <a:custGeom>
                <a:avLst/>
                <a:gdLst>
                  <a:gd name="T0" fmla="*/ 50 w 138"/>
                  <a:gd name="T1" fmla="*/ 3 h 198"/>
                  <a:gd name="T2" fmla="*/ 50 w 138"/>
                  <a:gd name="T3" fmla="*/ 3 h 198"/>
                  <a:gd name="T4" fmla="*/ 57 w 138"/>
                  <a:gd name="T5" fmla="*/ 2 h 198"/>
                  <a:gd name="T6" fmla="*/ 63 w 138"/>
                  <a:gd name="T7" fmla="*/ 0 h 198"/>
                  <a:gd name="T8" fmla="*/ 70 w 138"/>
                  <a:gd name="T9" fmla="*/ 2 h 198"/>
                  <a:gd name="T10" fmla="*/ 77 w 138"/>
                  <a:gd name="T11" fmla="*/ 3 h 198"/>
                  <a:gd name="T12" fmla="*/ 77 w 138"/>
                  <a:gd name="T13" fmla="*/ 3 h 198"/>
                  <a:gd name="T14" fmla="*/ 83 w 138"/>
                  <a:gd name="T15" fmla="*/ 6 h 198"/>
                  <a:gd name="T16" fmla="*/ 90 w 138"/>
                  <a:gd name="T17" fmla="*/ 9 h 198"/>
                  <a:gd name="T18" fmla="*/ 102 w 138"/>
                  <a:gd name="T19" fmla="*/ 18 h 198"/>
                  <a:gd name="T20" fmla="*/ 102 w 138"/>
                  <a:gd name="T21" fmla="*/ 18 h 198"/>
                  <a:gd name="T22" fmla="*/ 112 w 138"/>
                  <a:gd name="T23" fmla="*/ 29 h 198"/>
                  <a:gd name="T24" fmla="*/ 122 w 138"/>
                  <a:gd name="T25" fmla="*/ 43 h 198"/>
                  <a:gd name="T26" fmla="*/ 122 w 138"/>
                  <a:gd name="T27" fmla="*/ 43 h 198"/>
                  <a:gd name="T28" fmla="*/ 130 w 138"/>
                  <a:gd name="T29" fmla="*/ 60 h 198"/>
                  <a:gd name="T30" fmla="*/ 135 w 138"/>
                  <a:gd name="T31" fmla="*/ 79 h 198"/>
                  <a:gd name="T32" fmla="*/ 135 w 138"/>
                  <a:gd name="T33" fmla="*/ 79 h 198"/>
                  <a:gd name="T34" fmla="*/ 138 w 138"/>
                  <a:gd name="T35" fmla="*/ 99 h 198"/>
                  <a:gd name="T36" fmla="*/ 138 w 138"/>
                  <a:gd name="T37" fmla="*/ 117 h 198"/>
                  <a:gd name="T38" fmla="*/ 138 w 138"/>
                  <a:gd name="T39" fmla="*/ 117 h 198"/>
                  <a:gd name="T40" fmla="*/ 137 w 138"/>
                  <a:gd name="T41" fmla="*/ 135 h 198"/>
                  <a:gd name="T42" fmla="*/ 131 w 138"/>
                  <a:gd name="T43" fmla="*/ 151 h 198"/>
                  <a:gd name="T44" fmla="*/ 131 w 138"/>
                  <a:gd name="T45" fmla="*/ 151 h 198"/>
                  <a:gd name="T46" fmla="*/ 124 w 138"/>
                  <a:gd name="T47" fmla="*/ 166 h 198"/>
                  <a:gd name="T48" fmla="*/ 116 w 138"/>
                  <a:gd name="T49" fmla="*/ 179 h 198"/>
                  <a:gd name="T50" fmla="*/ 116 w 138"/>
                  <a:gd name="T51" fmla="*/ 179 h 198"/>
                  <a:gd name="T52" fmla="*/ 112 w 138"/>
                  <a:gd name="T53" fmla="*/ 184 h 198"/>
                  <a:gd name="T54" fmla="*/ 105 w 138"/>
                  <a:gd name="T55" fmla="*/ 189 h 198"/>
                  <a:gd name="T56" fmla="*/ 99 w 138"/>
                  <a:gd name="T57" fmla="*/ 193 h 198"/>
                  <a:gd name="T58" fmla="*/ 93 w 138"/>
                  <a:gd name="T59" fmla="*/ 195 h 198"/>
                  <a:gd name="T60" fmla="*/ 93 w 138"/>
                  <a:gd name="T61" fmla="*/ 195 h 198"/>
                  <a:gd name="T62" fmla="*/ 87 w 138"/>
                  <a:gd name="T63" fmla="*/ 198 h 198"/>
                  <a:gd name="T64" fmla="*/ 80 w 138"/>
                  <a:gd name="T65" fmla="*/ 198 h 198"/>
                  <a:gd name="T66" fmla="*/ 73 w 138"/>
                  <a:gd name="T67" fmla="*/ 198 h 198"/>
                  <a:gd name="T68" fmla="*/ 66 w 138"/>
                  <a:gd name="T69" fmla="*/ 198 h 198"/>
                  <a:gd name="T70" fmla="*/ 66 w 138"/>
                  <a:gd name="T71" fmla="*/ 198 h 198"/>
                  <a:gd name="T72" fmla="*/ 59 w 138"/>
                  <a:gd name="T73" fmla="*/ 195 h 198"/>
                  <a:gd name="T74" fmla="*/ 52 w 138"/>
                  <a:gd name="T75" fmla="*/ 193 h 198"/>
                  <a:gd name="T76" fmla="*/ 45 w 138"/>
                  <a:gd name="T77" fmla="*/ 189 h 198"/>
                  <a:gd name="T78" fmla="*/ 40 w 138"/>
                  <a:gd name="T79" fmla="*/ 184 h 198"/>
                  <a:gd name="T80" fmla="*/ 40 w 138"/>
                  <a:gd name="T81" fmla="*/ 184 h 198"/>
                  <a:gd name="T82" fmla="*/ 27 w 138"/>
                  <a:gd name="T83" fmla="*/ 173 h 198"/>
                  <a:gd name="T84" fmla="*/ 18 w 138"/>
                  <a:gd name="T85" fmla="*/ 158 h 198"/>
                  <a:gd name="T86" fmla="*/ 18 w 138"/>
                  <a:gd name="T87" fmla="*/ 158 h 198"/>
                  <a:gd name="T88" fmla="*/ 9 w 138"/>
                  <a:gd name="T89" fmla="*/ 141 h 198"/>
                  <a:gd name="T90" fmla="*/ 4 w 138"/>
                  <a:gd name="T91" fmla="*/ 122 h 198"/>
                  <a:gd name="T92" fmla="*/ 4 w 138"/>
                  <a:gd name="T93" fmla="*/ 122 h 198"/>
                  <a:gd name="T94" fmla="*/ 0 w 138"/>
                  <a:gd name="T95" fmla="*/ 101 h 198"/>
                  <a:gd name="T96" fmla="*/ 0 w 138"/>
                  <a:gd name="T97" fmla="*/ 81 h 198"/>
                  <a:gd name="T98" fmla="*/ 0 w 138"/>
                  <a:gd name="T99" fmla="*/ 81 h 198"/>
                  <a:gd name="T100" fmla="*/ 3 w 138"/>
                  <a:gd name="T101" fmla="*/ 63 h 198"/>
                  <a:gd name="T102" fmla="*/ 8 w 138"/>
                  <a:gd name="T103" fmla="*/ 45 h 198"/>
                  <a:gd name="T104" fmla="*/ 8 w 138"/>
                  <a:gd name="T105" fmla="*/ 45 h 198"/>
                  <a:gd name="T106" fmla="*/ 15 w 138"/>
                  <a:gd name="T107" fmla="*/ 29 h 198"/>
                  <a:gd name="T108" fmla="*/ 19 w 138"/>
                  <a:gd name="T109" fmla="*/ 24 h 198"/>
                  <a:gd name="T110" fmla="*/ 25 w 138"/>
                  <a:gd name="T111" fmla="*/ 17 h 198"/>
                  <a:gd name="T112" fmla="*/ 25 w 138"/>
                  <a:gd name="T113" fmla="*/ 17 h 198"/>
                  <a:gd name="T114" fmla="*/ 30 w 138"/>
                  <a:gd name="T115" fmla="*/ 13 h 198"/>
                  <a:gd name="T116" fmla="*/ 36 w 138"/>
                  <a:gd name="T117" fmla="*/ 9 h 198"/>
                  <a:gd name="T118" fmla="*/ 43 w 138"/>
                  <a:gd name="T119" fmla="*/ 4 h 198"/>
                  <a:gd name="T120" fmla="*/ 50 w 138"/>
                  <a:gd name="T121" fmla="*/ 3 h 198"/>
                  <a:gd name="T122" fmla="*/ 50 w 138"/>
                  <a:gd name="T123" fmla="*/ 3 h 1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38" h="198">
                    <a:moveTo>
                      <a:pt x="50" y="3"/>
                    </a:moveTo>
                    <a:lnTo>
                      <a:pt x="50" y="3"/>
                    </a:lnTo>
                    <a:lnTo>
                      <a:pt x="57" y="2"/>
                    </a:lnTo>
                    <a:lnTo>
                      <a:pt x="63" y="0"/>
                    </a:lnTo>
                    <a:lnTo>
                      <a:pt x="70" y="2"/>
                    </a:lnTo>
                    <a:lnTo>
                      <a:pt x="77" y="3"/>
                    </a:lnTo>
                    <a:lnTo>
                      <a:pt x="77" y="3"/>
                    </a:lnTo>
                    <a:lnTo>
                      <a:pt x="83" y="6"/>
                    </a:lnTo>
                    <a:lnTo>
                      <a:pt x="90" y="9"/>
                    </a:lnTo>
                    <a:lnTo>
                      <a:pt x="102" y="18"/>
                    </a:lnTo>
                    <a:lnTo>
                      <a:pt x="102" y="18"/>
                    </a:lnTo>
                    <a:lnTo>
                      <a:pt x="112" y="29"/>
                    </a:lnTo>
                    <a:lnTo>
                      <a:pt x="122" y="43"/>
                    </a:lnTo>
                    <a:lnTo>
                      <a:pt x="122" y="43"/>
                    </a:lnTo>
                    <a:lnTo>
                      <a:pt x="130" y="60"/>
                    </a:lnTo>
                    <a:lnTo>
                      <a:pt x="135" y="79"/>
                    </a:lnTo>
                    <a:lnTo>
                      <a:pt x="135" y="79"/>
                    </a:lnTo>
                    <a:lnTo>
                      <a:pt x="138" y="99"/>
                    </a:lnTo>
                    <a:lnTo>
                      <a:pt x="138" y="117"/>
                    </a:lnTo>
                    <a:lnTo>
                      <a:pt x="138" y="117"/>
                    </a:lnTo>
                    <a:lnTo>
                      <a:pt x="137" y="135"/>
                    </a:lnTo>
                    <a:lnTo>
                      <a:pt x="131" y="151"/>
                    </a:lnTo>
                    <a:lnTo>
                      <a:pt x="131" y="151"/>
                    </a:lnTo>
                    <a:lnTo>
                      <a:pt x="124" y="166"/>
                    </a:lnTo>
                    <a:lnTo>
                      <a:pt x="116" y="179"/>
                    </a:lnTo>
                    <a:lnTo>
                      <a:pt x="116" y="179"/>
                    </a:lnTo>
                    <a:lnTo>
                      <a:pt x="112" y="184"/>
                    </a:lnTo>
                    <a:lnTo>
                      <a:pt x="105" y="189"/>
                    </a:lnTo>
                    <a:lnTo>
                      <a:pt x="99" y="193"/>
                    </a:lnTo>
                    <a:lnTo>
                      <a:pt x="93" y="195"/>
                    </a:lnTo>
                    <a:lnTo>
                      <a:pt x="93" y="195"/>
                    </a:lnTo>
                    <a:lnTo>
                      <a:pt x="87" y="198"/>
                    </a:lnTo>
                    <a:lnTo>
                      <a:pt x="80" y="198"/>
                    </a:lnTo>
                    <a:lnTo>
                      <a:pt x="73" y="198"/>
                    </a:lnTo>
                    <a:lnTo>
                      <a:pt x="66" y="198"/>
                    </a:lnTo>
                    <a:lnTo>
                      <a:pt x="66" y="198"/>
                    </a:lnTo>
                    <a:lnTo>
                      <a:pt x="59" y="195"/>
                    </a:lnTo>
                    <a:lnTo>
                      <a:pt x="52" y="193"/>
                    </a:lnTo>
                    <a:lnTo>
                      <a:pt x="45" y="189"/>
                    </a:lnTo>
                    <a:lnTo>
                      <a:pt x="40" y="184"/>
                    </a:lnTo>
                    <a:lnTo>
                      <a:pt x="40" y="184"/>
                    </a:lnTo>
                    <a:lnTo>
                      <a:pt x="27" y="173"/>
                    </a:lnTo>
                    <a:lnTo>
                      <a:pt x="18" y="158"/>
                    </a:lnTo>
                    <a:lnTo>
                      <a:pt x="18" y="158"/>
                    </a:lnTo>
                    <a:lnTo>
                      <a:pt x="9" y="141"/>
                    </a:lnTo>
                    <a:lnTo>
                      <a:pt x="4" y="122"/>
                    </a:lnTo>
                    <a:lnTo>
                      <a:pt x="4" y="122"/>
                    </a:lnTo>
                    <a:lnTo>
                      <a:pt x="0" y="101"/>
                    </a:lnTo>
                    <a:lnTo>
                      <a:pt x="0" y="81"/>
                    </a:lnTo>
                    <a:lnTo>
                      <a:pt x="0" y="81"/>
                    </a:lnTo>
                    <a:lnTo>
                      <a:pt x="3" y="63"/>
                    </a:lnTo>
                    <a:lnTo>
                      <a:pt x="8" y="45"/>
                    </a:lnTo>
                    <a:lnTo>
                      <a:pt x="8" y="45"/>
                    </a:lnTo>
                    <a:lnTo>
                      <a:pt x="15" y="29"/>
                    </a:lnTo>
                    <a:lnTo>
                      <a:pt x="19" y="24"/>
                    </a:lnTo>
                    <a:lnTo>
                      <a:pt x="25" y="17"/>
                    </a:lnTo>
                    <a:lnTo>
                      <a:pt x="25" y="17"/>
                    </a:lnTo>
                    <a:lnTo>
                      <a:pt x="30" y="13"/>
                    </a:lnTo>
                    <a:lnTo>
                      <a:pt x="36" y="9"/>
                    </a:lnTo>
                    <a:lnTo>
                      <a:pt x="43" y="4"/>
                    </a:lnTo>
                    <a:lnTo>
                      <a:pt x="50" y="3"/>
                    </a:lnTo>
                    <a:lnTo>
                      <a:pt x="50" y="3"/>
                    </a:lnTo>
                    <a:close/>
                  </a:path>
                </a:pathLst>
              </a:custGeom>
              <a:solidFill>
                <a:srgbClr val="6D6E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  <p:sp>
            <p:nvSpPr>
              <p:cNvPr id="41" name="íSľîḑe" descr="495c7358-f650-4097-8e06-05d15d4265ec"/>
              <p:cNvSpPr/>
              <p:nvPr/>
            </p:nvSpPr>
            <p:spPr bwMode="auto">
              <a:xfrm>
                <a:off x="5822127" y="4839473"/>
                <a:ext cx="180830" cy="142655"/>
              </a:xfrm>
              <a:custGeom>
                <a:avLst/>
                <a:gdLst>
                  <a:gd name="T0" fmla="*/ 260 w 268"/>
                  <a:gd name="T1" fmla="*/ 195 h 213"/>
                  <a:gd name="T2" fmla="*/ 254 w 268"/>
                  <a:gd name="T3" fmla="*/ 195 h 213"/>
                  <a:gd name="T4" fmla="*/ 247 w 268"/>
                  <a:gd name="T5" fmla="*/ 192 h 213"/>
                  <a:gd name="T6" fmla="*/ 242 w 268"/>
                  <a:gd name="T7" fmla="*/ 191 h 213"/>
                  <a:gd name="T8" fmla="*/ 236 w 268"/>
                  <a:gd name="T9" fmla="*/ 188 h 213"/>
                  <a:gd name="T10" fmla="*/ 231 w 268"/>
                  <a:gd name="T11" fmla="*/ 184 h 213"/>
                  <a:gd name="T12" fmla="*/ 222 w 268"/>
                  <a:gd name="T13" fmla="*/ 177 h 213"/>
                  <a:gd name="T14" fmla="*/ 214 w 268"/>
                  <a:gd name="T15" fmla="*/ 168 h 213"/>
                  <a:gd name="T16" fmla="*/ 206 w 268"/>
                  <a:gd name="T17" fmla="*/ 156 h 213"/>
                  <a:gd name="T18" fmla="*/ 199 w 268"/>
                  <a:gd name="T19" fmla="*/ 143 h 213"/>
                  <a:gd name="T20" fmla="*/ 195 w 268"/>
                  <a:gd name="T21" fmla="*/ 132 h 213"/>
                  <a:gd name="T22" fmla="*/ 192 w 268"/>
                  <a:gd name="T23" fmla="*/ 123 h 213"/>
                  <a:gd name="T24" fmla="*/ 189 w 268"/>
                  <a:gd name="T25" fmla="*/ 109 h 213"/>
                  <a:gd name="T26" fmla="*/ 189 w 268"/>
                  <a:gd name="T27" fmla="*/ 102 h 213"/>
                  <a:gd name="T28" fmla="*/ 188 w 268"/>
                  <a:gd name="T29" fmla="*/ 91 h 213"/>
                  <a:gd name="T30" fmla="*/ 188 w 268"/>
                  <a:gd name="T31" fmla="*/ 82 h 213"/>
                  <a:gd name="T32" fmla="*/ 189 w 268"/>
                  <a:gd name="T33" fmla="*/ 71 h 213"/>
                  <a:gd name="T34" fmla="*/ 191 w 268"/>
                  <a:gd name="T35" fmla="*/ 58 h 213"/>
                  <a:gd name="T36" fmla="*/ 193 w 268"/>
                  <a:gd name="T37" fmla="*/ 50 h 213"/>
                  <a:gd name="T38" fmla="*/ 196 w 268"/>
                  <a:gd name="T39" fmla="*/ 40 h 213"/>
                  <a:gd name="T40" fmla="*/ 200 w 268"/>
                  <a:gd name="T41" fmla="*/ 33 h 213"/>
                  <a:gd name="T42" fmla="*/ 203 w 268"/>
                  <a:gd name="T43" fmla="*/ 26 h 213"/>
                  <a:gd name="T44" fmla="*/ 209 w 268"/>
                  <a:gd name="T45" fmla="*/ 19 h 213"/>
                  <a:gd name="T46" fmla="*/ 213 w 268"/>
                  <a:gd name="T47" fmla="*/ 14 h 213"/>
                  <a:gd name="T48" fmla="*/ 220 w 268"/>
                  <a:gd name="T49" fmla="*/ 8 h 213"/>
                  <a:gd name="T50" fmla="*/ 227 w 268"/>
                  <a:gd name="T51" fmla="*/ 4 h 213"/>
                  <a:gd name="T52" fmla="*/ 235 w 268"/>
                  <a:gd name="T53" fmla="*/ 0 h 213"/>
                  <a:gd name="T54" fmla="*/ 48 w 268"/>
                  <a:gd name="T55" fmla="*/ 35 h 213"/>
                  <a:gd name="T56" fmla="*/ 44 w 268"/>
                  <a:gd name="T57" fmla="*/ 37 h 213"/>
                  <a:gd name="T58" fmla="*/ 40 w 268"/>
                  <a:gd name="T59" fmla="*/ 39 h 213"/>
                  <a:gd name="T60" fmla="*/ 34 w 268"/>
                  <a:gd name="T61" fmla="*/ 42 h 213"/>
                  <a:gd name="T62" fmla="*/ 29 w 268"/>
                  <a:gd name="T63" fmla="*/ 46 h 213"/>
                  <a:gd name="T64" fmla="*/ 26 w 268"/>
                  <a:gd name="T65" fmla="*/ 48 h 213"/>
                  <a:gd name="T66" fmla="*/ 20 w 268"/>
                  <a:gd name="T67" fmla="*/ 54 h 213"/>
                  <a:gd name="T68" fmla="*/ 16 w 268"/>
                  <a:gd name="T69" fmla="*/ 60 h 213"/>
                  <a:gd name="T70" fmla="*/ 13 w 268"/>
                  <a:gd name="T71" fmla="*/ 64 h 213"/>
                  <a:gd name="T72" fmla="*/ 11 w 268"/>
                  <a:gd name="T73" fmla="*/ 71 h 213"/>
                  <a:gd name="T74" fmla="*/ 8 w 268"/>
                  <a:gd name="T75" fmla="*/ 75 h 213"/>
                  <a:gd name="T76" fmla="*/ 4 w 268"/>
                  <a:gd name="T77" fmla="*/ 89 h 213"/>
                  <a:gd name="T78" fmla="*/ 1 w 268"/>
                  <a:gd name="T79" fmla="*/ 98 h 213"/>
                  <a:gd name="T80" fmla="*/ 1 w 268"/>
                  <a:gd name="T81" fmla="*/ 105 h 213"/>
                  <a:gd name="T82" fmla="*/ 1 w 268"/>
                  <a:gd name="T83" fmla="*/ 111 h 213"/>
                  <a:gd name="T84" fmla="*/ 0 w 268"/>
                  <a:gd name="T85" fmla="*/ 116 h 213"/>
                  <a:gd name="T86" fmla="*/ 0 w 268"/>
                  <a:gd name="T87" fmla="*/ 120 h 213"/>
                  <a:gd name="T88" fmla="*/ 1 w 268"/>
                  <a:gd name="T89" fmla="*/ 129 h 213"/>
                  <a:gd name="T90" fmla="*/ 2 w 268"/>
                  <a:gd name="T91" fmla="*/ 137 h 213"/>
                  <a:gd name="T92" fmla="*/ 4 w 268"/>
                  <a:gd name="T93" fmla="*/ 143 h 213"/>
                  <a:gd name="T94" fmla="*/ 5 w 268"/>
                  <a:gd name="T95" fmla="*/ 148 h 213"/>
                  <a:gd name="T96" fmla="*/ 7 w 268"/>
                  <a:gd name="T97" fmla="*/ 155 h 213"/>
                  <a:gd name="T98" fmla="*/ 8 w 268"/>
                  <a:gd name="T99" fmla="*/ 159 h 213"/>
                  <a:gd name="T100" fmla="*/ 15 w 268"/>
                  <a:gd name="T101" fmla="*/ 172 h 213"/>
                  <a:gd name="T102" fmla="*/ 18 w 268"/>
                  <a:gd name="T103" fmla="*/ 179 h 213"/>
                  <a:gd name="T104" fmla="*/ 25 w 268"/>
                  <a:gd name="T105" fmla="*/ 188 h 213"/>
                  <a:gd name="T106" fmla="*/ 33 w 268"/>
                  <a:gd name="T107" fmla="*/ 197 h 213"/>
                  <a:gd name="T108" fmla="*/ 38 w 268"/>
                  <a:gd name="T109" fmla="*/ 201 h 213"/>
                  <a:gd name="T110" fmla="*/ 48 w 268"/>
                  <a:gd name="T111" fmla="*/ 206 h 213"/>
                  <a:gd name="T112" fmla="*/ 58 w 268"/>
                  <a:gd name="T113" fmla="*/ 210 h 213"/>
                  <a:gd name="T114" fmla="*/ 63 w 268"/>
                  <a:gd name="T115" fmla="*/ 212 h 213"/>
                  <a:gd name="T116" fmla="*/ 69 w 268"/>
                  <a:gd name="T117" fmla="*/ 213 h 213"/>
                  <a:gd name="T118" fmla="*/ 74 w 268"/>
                  <a:gd name="T119" fmla="*/ 213 h 213"/>
                  <a:gd name="T120" fmla="*/ 268 w 268"/>
                  <a:gd name="T121" fmla="*/ 195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68" h="213">
                    <a:moveTo>
                      <a:pt x="265" y="195"/>
                    </a:moveTo>
                    <a:lnTo>
                      <a:pt x="265" y="195"/>
                    </a:lnTo>
                    <a:lnTo>
                      <a:pt x="263" y="195"/>
                    </a:lnTo>
                    <a:lnTo>
                      <a:pt x="263" y="195"/>
                    </a:lnTo>
                    <a:lnTo>
                      <a:pt x="261" y="195"/>
                    </a:lnTo>
                    <a:lnTo>
                      <a:pt x="261" y="195"/>
                    </a:lnTo>
                    <a:lnTo>
                      <a:pt x="260" y="195"/>
                    </a:lnTo>
                    <a:lnTo>
                      <a:pt x="260" y="195"/>
                    </a:lnTo>
                    <a:lnTo>
                      <a:pt x="258" y="195"/>
                    </a:lnTo>
                    <a:lnTo>
                      <a:pt x="258" y="195"/>
                    </a:lnTo>
                    <a:lnTo>
                      <a:pt x="257" y="195"/>
                    </a:lnTo>
                    <a:lnTo>
                      <a:pt x="257" y="195"/>
                    </a:lnTo>
                    <a:lnTo>
                      <a:pt x="256" y="195"/>
                    </a:lnTo>
                    <a:lnTo>
                      <a:pt x="256" y="195"/>
                    </a:lnTo>
                    <a:lnTo>
                      <a:pt x="254" y="195"/>
                    </a:lnTo>
                    <a:lnTo>
                      <a:pt x="254" y="195"/>
                    </a:lnTo>
                    <a:lnTo>
                      <a:pt x="253" y="194"/>
                    </a:lnTo>
                    <a:lnTo>
                      <a:pt x="253" y="194"/>
                    </a:lnTo>
                    <a:lnTo>
                      <a:pt x="251" y="194"/>
                    </a:lnTo>
                    <a:lnTo>
                      <a:pt x="251" y="194"/>
                    </a:lnTo>
                    <a:lnTo>
                      <a:pt x="250" y="194"/>
                    </a:lnTo>
                    <a:lnTo>
                      <a:pt x="250" y="194"/>
                    </a:lnTo>
                    <a:lnTo>
                      <a:pt x="247" y="192"/>
                    </a:lnTo>
                    <a:lnTo>
                      <a:pt x="247" y="192"/>
                    </a:lnTo>
                    <a:lnTo>
                      <a:pt x="247" y="192"/>
                    </a:lnTo>
                    <a:lnTo>
                      <a:pt x="247" y="192"/>
                    </a:lnTo>
                    <a:lnTo>
                      <a:pt x="245" y="191"/>
                    </a:lnTo>
                    <a:lnTo>
                      <a:pt x="245" y="191"/>
                    </a:lnTo>
                    <a:lnTo>
                      <a:pt x="243" y="191"/>
                    </a:lnTo>
                    <a:lnTo>
                      <a:pt x="243" y="191"/>
                    </a:lnTo>
                    <a:lnTo>
                      <a:pt x="242" y="191"/>
                    </a:lnTo>
                    <a:lnTo>
                      <a:pt x="242" y="191"/>
                    </a:lnTo>
                    <a:lnTo>
                      <a:pt x="240" y="190"/>
                    </a:lnTo>
                    <a:lnTo>
                      <a:pt x="240" y="190"/>
                    </a:lnTo>
                    <a:lnTo>
                      <a:pt x="239" y="190"/>
                    </a:lnTo>
                    <a:lnTo>
                      <a:pt x="239" y="190"/>
                    </a:lnTo>
                    <a:lnTo>
                      <a:pt x="238" y="188"/>
                    </a:lnTo>
                    <a:lnTo>
                      <a:pt x="238" y="188"/>
                    </a:lnTo>
                    <a:lnTo>
                      <a:pt x="236" y="188"/>
                    </a:lnTo>
                    <a:lnTo>
                      <a:pt x="236" y="188"/>
                    </a:lnTo>
                    <a:lnTo>
                      <a:pt x="235" y="187"/>
                    </a:lnTo>
                    <a:lnTo>
                      <a:pt x="235" y="187"/>
                    </a:lnTo>
                    <a:lnTo>
                      <a:pt x="233" y="186"/>
                    </a:lnTo>
                    <a:lnTo>
                      <a:pt x="233" y="186"/>
                    </a:lnTo>
                    <a:lnTo>
                      <a:pt x="232" y="186"/>
                    </a:lnTo>
                    <a:lnTo>
                      <a:pt x="232" y="186"/>
                    </a:lnTo>
                    <a:lnTo>
                      <a:pt x="231" y="184"/>
                    </a:lnTo>
                    <a:lnTo>
                      <a:pt x="231" y="184"/>
                    </a:lnTo>
                    <a:lnTo>
                      <a:pt x="231" y="183"/>
                    </a:lnTo>
                    <a:lnTo>
                      <a:pt x="231" y="183"/>
                    </a:lnTo>
                    <a:lnTo>
                      <a:pt x="228" y="181"/>
                    </a:lnTo>
                    <a:lnTo>
                      <a:pt x="228" y="181"/>
                    </a:lnTo>
                    <a:lnTo>
                      <a:pt x="224" y="177"/>
                    </a:lnTo>
                    <a:lnTo>
                      <a:pt x="224" y="177"/>
                    </a:lnTo>
                    <a:lnTo>
                      <a:pt x="222" y="177"/>
                    </a:lnTo>
                    <a:lnTo>
                      <a:pt x="222" y="177"/>
                    </a:lnTo>
                    <a:lnTo>
                      <a:pt x="218" y="173"/>
                    </a:lnTo>
                    <a:lnTo>
                      <a:pt x="218" y="173"/>
                    </a:lnTo>
                    <a:lnTo>
                      <a:pt x="218" y="173"/>
                    </a:lnTo>
                    <a:lnTo>
                      <a:pt x="218" y="173"/>
                    </a:lnTo>
                    <a:lnTo>
                      <a:pt x="214" y="168"/>
                    </a:lnTo>
                    <a:lnTo>
                      <a:pt x="214" y="168"/>
                    </a:lnTo>
                    <a:lnTo>
                      <a:pt x="214" y="168"/>
                    </a:lnTo>
                    <a:lnTo>
                      <a:pt x="214" y="168"/>
                    </a:lnTo>
                    <a:lnTo>
                      <a:pt x="210" y="163"/>
                    </a:lnTo>
                    <a:lnTo>
                      <a:pt x="210" y="163"/>
                    </a:lnTo>
                    <a:lnTo>
                      <a:pt x="210" y="162"/>
                    </a:lnTo>
                    <a:lnTo>
                      <a:pt x="210" y="162"/>
                    </a:lnTo>
                    <a:lnTo>
                      <a:pt x="207" y="156"/>
                    </a:lnTo>
                    <a:lnTo>
                      <a:pt x="207" y="156"/>
                    </a:lnTo>
                    <a:lnTo>
                      <a:pt x="206" y="156"/>
                    </a:lnTo>
                    <a:lnTo>
                      <a:pt x="206" y="156"/>
                    </a:lnTo>
                    <a:lnTo>
                      <a:pt x="203" y="151"/>
                    </a:lnTo>
                    <a:lnTo>
                      <a:pt x="203" y="151"/>
                    </a:lnTo>
                    <a:lnTo>
                      <a:pt x="203" y="150"/>
                    </a:lnTo>
                    <a:lnTo>
                      <a:pt x="203" y="150"/>
                    </a:lnTo>
                    <a:lnTo>
                      <a:pt x="200" y="144"/>
                    </a:lnTo>
                    <a:lnTo>
                      <a:pt x="200" y="144"/>
                    </a:lnTo>
                    <a:lnTo>
                      <a:pt x="199" y="143"/>
                    </a:lnTo>
                    <a:lnTo>
                      <a:pt x="199" y="143"/>
                    </a:lnTo>
                    <a:lnTo>
                      <a:pt x="197" y="137"/>
                    </a:lnTo>
                    <a:lnTo>
                      <a:pt x="197" y="137"/>
                    </a:lnTo>
                    <a:lnTo>
                      <a:pt x="196" y="136"/>
                    </a:lnTo>
                    <a:lnTo>
                      <a:pt x="196" y="136"/>
                    </a:lnTo>
                    <a:lnTo>
                      <a:pt x="196" y="134"/>
                    </a:lnTo>
                    <a:lnTo>
                      <a:pt x="196" y="134"/>
                    </a:lnTo>
                    <a:lnTo>
                      <a:pt x="195" y="132"/>
                    </a:lnTo>
                    <a:lnTo>
                      <a:pt x="195" y="132"/>
                    </a:lnTo>
                    <a:lnTo>
                      <a:pt x="195" y="129"/>
                    </a:lnTo>
                    <a:lnTo>
                      <a:pt x="195" y="129"/>
                    </a:lnTo>
                    <a:lnTo>
                      <a:pt x="193" y="127"/>
                    </a:lnTo>
                    <a:lnTo>
                      <a:pt x="193" y="127"/>
                    </a:lnTo>
                    <a:lnTo>
                      <a:pt x="193" y="125"/>
                    </a:lnTo>
                    <a:lnTo>
                      <a:pt x="193" y="125"/>
                    </a:lnTo>
                    <a:lnTo>
                      <a:pt x="192" y="123"/>
                    </a:lnTo>
                    <a:lnTo>
                      <a:pt x="192" y="123"/>
                    </a:lnTo>
                    <a:lnTo>
                      <a:pt x="192" y="119"/>
                    </a:lnTo>
                    <a:lnTo>
                      <a:pt x="192" y="119"/>
                    </a:lnTo>
                    <a:lnTo>
                      <a:pt x="191" y="115"/>
                    </a:lnTo>
                    <a:lnTo>
                      <a:pt x="191" y="115"/>
                    </a:lnTo>
                    <a:lnTo>
                      <a:pt x="191" y="112"/>
                    </a:lnTo>
                    <a:lnTo>
                      <a:pt x="191" y="112"/>
                    </a:lnTo>
                    <a:lnTo>
                      <a:pt x="189" y="109"/>
                    </a:lnTo>
                    <a:lnTo>
                      <a:pt x="189" y="109"/>
                    </a:lnTo>
                    <a:lnTo>
                      <a:pt x="189" y="108"/>
                    </a:lnTo>
                    <a:lnTo>
                      <a:pt x="189" y="108"/>
                    </a:lnTo>
                    <a:lnTo>
                      <a:pt x="189" y="104"/>
                    </a:lnTo>
                    <a:lnTo>
                      <a:pt x="189" y="104"/>
                    </a:lnTo>
                    <a:lnTo>
                      <a:pt x="189" y="102"/>
                    </a:lnTo>
                    <a:lnTo>
                      <a:pt x="189" y="102"/>
                    </a:lnTo>
                    <a:lnTo>
                      <a:pt x="189" y="102"/>
                    </a:lnTo>
                    <a:lnTo>
                      <a:pt x="189" y="102"/>
                    </a:lnTo>
                    <a:lnTo>
                      <a:pt x="188" y="98"/>
                    </a:lnTo>
                    <a:lnTo>
                      <a:pt x="188" y="98"/>
                    </a:lnTo>
                    <a:lnTo>
                      <a:pt x="188" y="96"/>
                    </a:lnTo>
                    <a:lnTo>
                      <a:pt x="188" y="96"/>
                    </a:lnTo>
                    <a:lnTo>
                      <a:pt x="188" y="93"/>
                    </a:lnTo>
                    <a:lnTo>
                      <a:pt x="188" y="93"/>
                    </a:lnTo>
                    <a:lnTo>
                      <a:pt x="188" y="91"/>
                    </a:lnTo>
                    <a:lnTo>
                      <a:pt x="188" y="91"/>
                    </a:lnTo>
                    <a:lnTo>
                      <a:pt x="188" y="89"/>
                    </a:lnTo>
                    <a:lnTo>
                      <a:pt x="188" y="89"/>
                    </a:lnTo>
                    <a:lnTo>
                      <a:pt x="188" y="86"/>
                    </a:lnTo>
                    <a:lnTo>
                      <a:pt x="188" y="86"/>
                    </a:lnTo>
                    <a:lnTo>
                      <a:pt x="188" y="83"/>
                    </a:lnTo>
                    <a:lnTo>
                      <a:pt x="188" y="83"/>
                    </a:lnTo>
                    <a:lnTo>
                      <a:pt x="188" y="82"/>
                    </a:lnTo>
                    <a:lnTo>
                      <a:pt x="188" y="82"/>
                    </a:lnTo>
                    <a:lnTo>
                      <a:pt x="188" y="79"/>
                    </a:lnTo>
                    <a:lnTo>
                      <a:pt x="188" y="79"/>
                    </a:lnTo>
                    <a:lnTo>
                      <a:pt x="188" y="76"/>
                    </a:lnTo>
                    <a:lnTo>
                      <a:pt x="188" y="76"/>
                    </a:lnTo>
                    <a:lnTo>
                      <a:pt x="188" y="73"/>
                    </a:lnTo>
                    <a:lnTo>
                      <a:pt x="188" y="73"/>
                    </a:lnTo>
                    <a:lnTo>
                      <a:pt x="189" y="71"/>
                    </a:lnTo>
                    <a:lnTo>
                      <a:pt x="189" y="71"/>
                    </a:lnTo>
                    <a:lnTo>
                      <a:pt x="189" y="69"/>
                    </a:lnTo>
                    <a:lnTo>
                      <a:pt x="189" y="69"/>
                    </a:lnTo>
                    <a:lnTo>
                      <a:pt x="189" y="64"/>
                    </a:lnTo>
                    <a:lnTo>
                      <a:pt x="189" y="64"/>
                    </a:lnTo>
                    <a:lnTo>
                      <a:pt x="189" y="64"/>
                    </a:lnTo>
                    <a:lnTo>
                      <a:pt x="189" y="64"/>
                    </a:lnTo>
                    <a:lnTo>
                      <a:pt x="191" y="58"/>
                    </a:lnTo>
                    <a:lnTo>
                      <a:pt x="191" y="58"/>
                    </a:lnTo>
                    <a:lnTo>
                      <a:pt x="192" y="55"/>
                    </a:lnTo>
                    <a:lnTo>
                      <a:pt x="192" y="55"/>
                    </a:lnTo>
                    <a:lnTo>
                      <a:pt x="192" y="54"/>
                    </a:lnTo>
                    <a:lnTo>
                      <a:pt x="192" y="54"/>
                    </a:lnTo>
                    <a:lnTo>
                      <a:pt x="193" y="50"/>
                    </a:lnTo>
                    <a:lnTo>
                      <a:pt x="193" y="50"/>
                    </a:lnTo>
                    <a:lnTo>
                      <a:pt x="193" y="50"/>
                    </a:lnTo>
                    <a:lnTo>
                      <a:pt x="193" y="50"/>
                    </a:lnTo>
                    <a:lnTo>
                      <a:pt x="195" y="46"/>
                    </a:lnTo>
                    <a:lnTo>
                      <a:pt x="195" y="46"/>
                    </a:lnTo>
                    <a:lnTo>
                      <a:pt x="195" y="44"/>
                    </a:lnTo>
                    <a:lnTo>
                      <a:pt x="195" y="44"/>
                    </a:lnTo>
                    <a:lnTo>
                      <a:pt x="196" y="42"/>
                    </a:lnTo>
                    <a:lnTo>
                      <a:pt x="196" y="42"/>
                    </a:lnTo>
                    <a:lnTo>
                      <a:pt x="196" y="40"/>
                    </a:lnTo>
                    <a:lnTo>
                      <a:pt x="196" y="40"/>
                    </a:lnTo>
                    <a:lnTo>
                      <a:pt x="197" y="39"/>
                    </a:lnTo>
                    <a:lnTo>
                      <a:pt x="197" y="39"/>
                    </a:lnTo>
                    <a:lnTo>
                      <a:pt x="197" y="37"/>
                    </a:lnTo>
                    <a:lnTo>
                      <a:pt x="197" y="37"/>
                    </a:lnTo>
                    <a:lnTo>
                      <a:pt x="199" y="35"/>
                    </a:lnTo>
                    <a:lnTo>
                      <a:pt x="199" y="35"/>
                    </a:lnTo>
                    <a:lnTo>
                      <a:pt x="200" y="33"/>
                    </a:lnTo>
                    <a:lnTo>
                      <a:pt x="200" y="33"/>
                    </a:lnTo>
                    <a:lnTo>
                      <a:pt x="200" y="30"/>
                    </a:lnTo>
                    <a:lnTo>
                      <a:pt x="200" y="30"/>
                    </a:lnTo>
                    <a:lnTo>
                      <a:pt x="202" y="29"/>
                    </a:lnTo>
                    <a:lnTo>
                      <a:pt x="202" y="29"/>
                    </a:lnTo>
                    <a:lnTo>
                      <a:pt x="203" y="28"/>
                    </a:lnTo>
                    <a:lnTo>
                      <a:pt x="203" y="28"/>
                    </a:lnTo>
                    <a:lnTo>
                      <a:pt x="203" y="26"/>
                    </a:lnTo>
                    <a:lnTo>
                      <a:pt x="203" y="26"/>
                    </a:lnTo>
                    <a:lnTo>
                      <a:pt x="204" y="25"/>
                    </a:lnTo>
                    <a:lnTo>
                      <a:pt x="204" y="25"/>
                    </a:lnTo>
                    <a:lnTo>
                      <a:pt x="206" y="24"/>
                    </a:lnTo>
                    <a:lnTo>
                      <a:pt x="206" y="24"/>
                    </a:lnTo>
                    <a:lnTo>
                      <a:pt x="207" y="21"/>
                    </a:lnTo>
                    <a:lnTo>
                      <a:pt x="207" y="21"/>
                    </a:lnTo>
                    <a:lnTo>
                      <a:pt x="209" y="19"/>
                    </a:lnTo>
                    <a:lnTo>
                      <a:pt x="209" y="19"/>
                    </a:lnTo>
                    <a:lnTo>
                      <a:pt x="210" y="18"/>
                    </a:lnTo>
                    <a:lnTo>
                      <a:pt x="210" y="18"/>
                    </a:lnTo>
                    <a:lnTo>
                      <a:pt x="210" y="17"/>
                    </a:lnTo>
                    <a:lnTo>
                      <a:pt x="210" y="17"/>
                    </a:lnTo>
                    <a:lnTo>
                      <a:pt x="213" y="15"/>
                    </a:lnTo>
                    <a:lnTo>
                      <a:pt x="213" y="15"/>
                    </a:lnTo>
                    <a:lnTo>
                      <a:pt x="213" y="14"/>
                    </a:lnTo>
                    <a:lnTo>
                      <a:pt x="213" y="14"/>
                    </a:lnTo>
                    <a:lnTo>
                      <a:pt x="215" y="12"/>
                    </a:lnTo>
                    <a:lnTo>
                      <a:pt x="215" y="12"/>
                    </a:lnTo>
                    <a:lnTo>
                      <a:pt x="217" y="11"/>
                    </a:lnTo>
                    <a:lnTo>
                      <a:pt x="217" y="11"/>
                    </a:lnTo>
                    <a:lnTo>
                      <a:pt x="218" y="10"/>
                    </a:lnTo>
                    <a:lnTo>
                      <a:pt x="218" y="10"/>
                    </a:lnTo>
                    <a:lnTo>
                      <a:pt x="220" y="8"/>
                    </a:lnTo>
                    <a:lnTo>
                      <a:pt x="220" y="8"/>
                    </a:lnTo>
                    <a:lnTo>
                      <a:pt x="221" y="7"/>
                    </a:lnTo>
                    <a:lnTo>
                      <a:pt x="221" y="7"/>
                    </a:lnTo>
                    <a:lnTo>
                      <a:pt x="222" y="6"/>
                    </a:lnTo>
                    <a:lnTo>
                      <a:pt x="222" y="6"/>
                    </a:lnTo>
                    <a:lnTo>
                      <a:pt x="224" y="6"/>
                    </a:lnTo>
                    <a:lnTo>
                      <a:pt x="224" y="6"/>
                    </a:lnTo>
                    <a:lnTo>
                      <a:pt x="227" y="4"/>
                    </a:lnTo>
                    <a:lnTo>
                      <a:pt x="227" y="4"/>
                    </a:lnTo>
                    <a:lnTo>
                      <a:pt x="228" y="3"/>
                    </a:lnTo>
                    <a:lnTo>
                      <a:pt x="228" y="3"/>
                    </a:lnTo>
                    <a:lnTo>
                      <a:pt x="231" y="1"/>
                    </a:lnTo>
                    <a:lnTo>
                      <a:pt x="231" y="1"/>
                    </a:lnTo>
                    <a:lnTo>
                      <a:pt x="232" y="1"/>
                    </a:lnTo>
                    <a:lnTo>
                      <a:pt x="232" y="1"/>
                    </a:lnTo>
                    <a:lnTo>
                      <a:pt x="235" y="0"/>
                    </a:lnTo>
                    <a:lnTo>
                      <a:pt x="235" y="0"/>
                    </a:lnTo>
                    <a:lnTo>
                      <a:pt x="238" y="0"/>
                    </a:lnTo>
                    <a:lnTo>
                      <a:pt x="51" y="35"/>
                    </a:lnTo>
                    <a:lnTo>
                      <a:pt x="51" y="35"/>
                    </a:lnTo>
                    <a:lnTo>
                      <a:pt x="49" y="35"/>
                    </a:lnTo>
                    <a:lnTo>
                      <a:pt x="49" y="35"/>
                    </a:lnTo>
                    <a:lnTo>
                      <a:pt x="48" y="35"/>
                    </a:lnTo>
                    <a:lnTo>
                      <a:pt x="48" y="35"/>
                    </a:lnTo>
                    <a:lnTo>
                      <a:pt x="48" y="35"/>
                    </a:lnTo>
                    <a:lnTo>
                      <a:pt x="48" y="35"/>
                    </a:lnTo>
                    <a:lnTo>
                      <a:pt x="47" y="36"/>
                    </a:lnTo>
                    <a:lnTo>
                      <a:pt x="47" y="36"/>
                    </a:lnTo>
                    <a:lnTo>
                      <a:pt x="47" y="36"/>
                    </a:lnTo>
                    <a:lnTo>
                      <a:pt x="47" y="36"/>
                    </a:lnTo>
                    <a:lnTo>
                      <a:pt x="45" y="36"/>
                    </a:lnTo>
                    <a:lnTo>
                      <a:pt x="45" y="36"/>
                    </a:lnTo>
                    <a:lnTo>
                      <a:pt x="44" y="37"/>
                    </a:lnTo>
                    <a:lnTo>
                      <a:pt x="44" y="37"/>
                    </a:lnTo>
                    <a:lnTo>
                      <a:pt x="44" y="37"/>
                    </a:lnTo>
                    <a:lnTo>
                      <a:pt x="44" y="37"/>
                    </a:lnTo>
                    <a:lnTo>
                      <a:pt x="40" y="39"/>
                    </a:lnTo>
                    <a:lnTo>
                      <a:pt x="40" y="39"/>
                    </a:lnTo>
                    <a:lnTo>
                      <a:pt x="40" y="39"/>
                    </a:lnTo>
                    <a:lnTo>
                      <a:pt x="40" y="39"/>
                    </a:lnTo>
                    <a:lnTo>
                      <a:pt x="40" y="39"/>
                    </a:lnTo>
                    <a:lnTo>
                      <a:pt x="37" y="40"/>
                    </a:lnTo>
                    <a:lnTo>
                      <a:pt x="37" y="40"/>
                    </a:lnTo>
                    <a:lnTo>
                      <a:pt x="37" y="40"/>
                    </a:lnTo>
                    <a:lnTo>
                      <a:pt x="37" y="40"/>
                    </a:lnTo>
                    <a:lnTo>
                      <a:pt x="36" y="40"/>
                    </a:lnTo>
                    <a:lnTo>
                      <a:pt x="36" y="40"/>
                    </a:lnTo>
                    <a:lnTo>
                      <a:pt x="34" y="42"/>
                    </a:lnTo>
                    <a:lnTo>
                      <a:pt x="34" y="42"/>
                    </a:lnTo>
                    <a:lnTo>
                      <a:pt x="33" y="43"/>
                    </a:lnTo>
                    <a:lnTo>
                      <a:pt x="33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4"/>
                    </a:lnTo>
                    <a:lnTo>
                      <a:pt x="31" y="44"/>
                    </a:lnTo>
                    <a:lnTo>
                      <a:pt x="29" y="46"/>
                    </a:lnTo>
                    <a:lnTo>
                      <a:pt x="29" y="46"/>
                    </a:lnTo>
                    <a:lnTo>
                      <a:pt x="29" y="46"/>
                    </a:lnTo>
                    <a:lnTo>
                      <a:pt x="29" y="46"/>
                    </a:lnTo>
                    <a:lnTo>
                      <a:pt x="26" y="48"/>
                    </a:lnTo>
                    <a:lnTo>
                      <a:pt x="26" y="48"/>
                    </a:lnTo>
                    <a:lnTo>
                      <a:pt x="26" y="48"/>
                    </a:lnTo>
                    <a:lnTo>
                      <a:pt x="26" y="48"/>
                    </a:lnTo>
                    <a:lnTo>
                      <a:pt x="26" y="48"/>
                    </a:lnTo>
                    <a:lnTo>
                      <a:pt x="26" y="48"/>
                    </a:lnTo>
                    <a:lnTo>
                      <a:pt x="23" y="51"/>
                    </a:lnTo>
                    <a:lnTo>
                      <a:pt x="23" y="51"/>
                    </a:lnTo>
                    <a:lnTo>
                      <a:pt x="23" y="51"/>
                    </a:lnTo>
                    <a:lnTo>
                      <a:pt x="23" y="51"/>
                    </a:lnTo>
                    <a:lnTo>
                      <a:pt x="22" y="53"/>
                    </a:lnTo>
                    <a:lnTo>
                      <a:pt x="22" y="53"/>
                    </a:lnTo>
                    <a:lnTo>
                      <a:pt x="20" y="54"/>
                    </a:lnTo>
                    <a:lnTo>
                      <a:pt x="20" y="54"/>
                    </a:lnTo>
                    <a:lnTo>
                      <a:pt x="20" y="55"/>
                    </a:lnTo>
                    <a:lnTo>
                      <a:pt x="20" y="55"/>
                    </a:lnTo>
                    <a:lnTo>
                      <a:pt x="19" y="57"/>
                    </a:lnTo>
                    <a:lnTo>
                      <a:pt x="19" y="57"/>
                    </a:lnTo>
                    <a:lnTo>
                      <a:pt x="18" y="58"/>
                    </a:lnTo>
                    <a:lnTo>
                      <a:pt x="18" y="58"/>
                    </a:lnTo>
                    <a:lnTo>
                      <a:pt x="16" y="60"/>
                    </a:lnTo>
                    <a:lnTo>
                      <a:pt x="16" y="60"/>
                    </a:lnTo>
                    <a:lnTo>
                      <a:pt x="16" y="61"/>
                    </a:lnTo>
                    <a:lnTo>
                      <a:pt x="16" y="61"/>
                    </a:lnTo>
                    <a:lnTo>
                      <a:pt x="15" y="62"/>
                    </a:lnTo>
                    <a:lnTo>
                      <a:pt x="15" y="62"/>
                    </a:lnTo>
                    <a:lnTo>
                      <a:pt x="15" y="62"/>
                    </a:lnTo>
                    <a:lnTo>
                      <a:pt x="15" y="62"/>
                    </a:lnTo>
                    <a:lnTo>
                      <a:pt x="13" y="64"/>
                    </a:lnTo>
                    <a:lnTo>
                      <a:pt x="13" y="64"/>
                    </a:lnTo>
                    <a:lnTo>
                      <a:pt x="12" y="65"/>
                    </a:lnTo>
                    <a:lnTo>
                      <a:pt x="12" y="65"/>
                    </a:lnTo>
                    <a:lnTo>
                      <a:pt x="12" y="68"/>
                    </a:lnTo>
                    <a:lnTo>
                      <a:pt x="12" y="68"/>
                    </a:lnTo>
                    <a:lnTo>
                      <a:pt x="11" y="69"/>
                    </a:lnTo>
                    <a:lnTo>
                      <a:pt x="11" y="69"/>
                    </a:lnTo>
                    <a:lnTo>
                      <a:pt x="11" y="71"/>
                    </a:lnTo>
                    <a:lnTo>
                      <a:pt x="11" y="71"/>
                    </a:lnTo>
                    <a:lnTo>
                      <a:pt x="9" y="72"/>
                    </a:lnTo>
                    <a:lnTo>
                      <a:pt x="9" y="72"/>
                    </a:lnTo>
                    <a:lnTo>
                      <a:pt x="8" y="73"/>
                    </a:lnTo>
                    <a:lnTo>
                      <a:pt x="8" y="73"/>
                    </a:lnTo>
                    <a:lnTo>
                      <a:pt x="8" y="75"/>
                    </a:lnTo>
                    <a:lnTo>
                      <a:pt x="8" y="75"/>
                    </a:lnTo>
                    <a:lnTo>
                      <a:pt x="8" y="75"/>
                    </a:lnTo>
                    <a:lnTo>
                      <a:pt x="8" y="75"/>
                    </a:lnTo>
                    <a:lnTo>
                      <a:pt x="8" y="75"/>
                    </a:lnTo>
                    <a:lnTo>
                      <a:pt x="8" y="75"/>
                    </a:lnTo>
                    <a:lnTo>
                      <a:pt x="5" y="82"/>
                    </a:lnTo>
                    <a:lnTo>
                      <a:pt x="5" y="82"/>
                    </a:lnTo>
                    <a:lnTo>
                      <a:pt x="5" y="82"/>
                    </a:lnTo>
                    <a:lnTo>
                      <a:pt x="5" y="82"/>
                    </a:lnTo>
                    <a:lnTo>
                      <a:pt x="4" y="89"/>
                    </a:lnTo>
                    <a:lnTo>
                      <a:pt x="4" y="89"/>
                    </a:lnTo>
                    <a:lnTo>
                      <a:pt x="4" y="89"/>
                    </a:lnTo>
                    <a:lnTo>
                      <a:pt x="4" y="89"/>
                    </a:lnTo>
                    <a:lnTo>
                      <a:pt x="4" y="89"/>
                    </a:lnTo>
                    <a:lnTo>
                      <a:pt x="4" y="89"/>
                    </a:lnTo>
                    <a:lnTo>
                      <a:pt x="1" y="98"/>
                    </a:lnTo>
                    <a:lnTo>
                      <a:pt x="1" y="98"/>
                    </a:lnTo>
                    <a:lnTo>
                      <a:pt x="1" y="98"/>
                    </a:lnTo>
                    <a:lnTo>
                      <a:pt x="1" y="98"/>
                    </a:lnTo>
                    <a:lnTo>
                      <a:pt x="1" y="100"/>
                    </a:lnTo>
                    <a:lnTo>
                      <a:pt x="1" y="100"/>
                    </a:lnTo>
                    <a:lnTo>
                      <a:pt x="1" y="102"/>
                    </a:lnTo>
                    <a:lnTo>
                      <a:pt x="1" y="102"/>
                    </a:lnTo>
                    <a:lnTo>
                      <a:pt x="1" y="104"/>
                    </a:lnTo>
                    <a:lnTo>
                      <a:pt x="1" y="104"/>
                    </a:lnTo>
                    <a:lnTo>
                      <a:pt x="1" y="105"/>
                    </a:lnTo>
                    <a:lnTo>
                      <a:pt x="1" y="105"/>
                    </a:lnTo>
                    <a:lnTo>
                      <a:pt x="1" y="107"/>
                    </a:lnTo>
                    <a:lnTo>
                      <a:pt x="1" y="107"/>
                    </a:lnTo>
                    <a:lnTo>
                      <a:pt x="1" y="108"/>
                    </a:lnTo>
                    <a:lnTo>
                      <a:pt x="1" y="108"/>
                    </a:lnTo>
                    <a:lnTo>
                      <a:pt x="1" y="108"/>
                    </a:lnTo>
                    <a:lnTo>
                      <a:pt x="1" y="108"/>
                    </a:lnTo>
                    <a:lnTo>
                      <a:pt x="1" y="111"/>
                    </a:lnTo>
                    <a:lnTo>
                      <a:pt x="1" y="111"/>
                    </a:lnTo>
                    <a:lnTo>
                      <a:pt x="0" y="112"/>
                    </a:lnTo>
                    <a:lnTo>
                      <a:pt x="0" y="112"/>
                    </a:lnTo>
                    <a:lnTo>
                      <a:pt x="0" y="112"/>
                    </a:lnTo>
                    <a:lnTo>
                      <a:pt x="0" y="112"/>
                    </a:lnTo>
                    <a:lnTo>
                      <a:pt x="0" y="115"/>
                    </a:lnTo>
                    <a:lnTo>
                      <a:pt x="0" y="115"/>
                    </a:lnTo>
                    <a:lnTo>
                      <a:pt x="0" y="116"/>
                    </a:lnTo>
                    <a:lnTo>
                      <a:pt x="0" y="116"/>
                    </a:lnTo>
                    <a:lnTo>
                      <a:pt x="0" y="116"/>
                    </a:lnTo>
                    <a:lnTo>
                      <a:pt x="0" y="116"/>
                    </a:lnTo>
                    <a:lnTo>
                      <a:pt x="0" y="119"/>
                    </a:lnTo>
                    <a:lnTo>
                      <a:pt x="0" y="119"/>
                    </a:lnTo>
                    <a:lnTo>
                      <a:pt x="0" y="120"/>
                    </a:lnTo>
                    <a:lnTo>
                      <a:pt x="0" y="120"/>
                    </a:lnTo>
                    <a:lnTo>
                      <a:pt x="0" y="120"/>
                    </a:lnTo>
                    <a:lnTo>
                      <a:pt x="0" y="120"/>
                    </a:lnTo>
                    <a:lnTo>
                      <a:pt x="1" y="123"/>
                    </a:lnTo>
                    <a:lnTo>
                      <a:pt x="1" y="123"/>
                    </a:lnTo>
                    <a:lnTo>
                      <a:pt x="1" y="125"/>
                    </a:lnTo>
                    <a:lnTo>
                      <a:pt x="1" y="125"/>
                    </a:lnTo>
                    <a:lnTo>
                      <a:pt x="1" y="126"/>
                    </a:lnTo>
                    <a:lnTo>
                      <a:pt x="1" y="126"/>
                    </a:lnTo>
                    <a:lnTo>
                      <a:pt x="1" y="129"/>
                    </a:lnTo>
                    <a:lnTo>
                      <a:pt x="1" y="129"/>
                    </a:lnTo>
                    <a:lnTo>
                      <a:pt x="1" y="133"/>
                    </a:lnTo>
                    <a:lnTo>
                      <a:pt x="1" y="133"/>
                    </a:lnTo>
                    <a:lnTo>
                      <a:pt x="1" y="134"/>
                    </a:lnTo>
                    <a:lnTo>
                      <a:pt x="1" y="134"/>
                    </a:lnTo>
                    <a:lnTo>
                      <a:pt x="2" y="136"/>
                    </a:lnTo>
                    <a:lnTo>
                      <a:pt x="2" y="136"/>
                    </a:lnTo>
                    <a:lnTo>
                      <a:pt x="2" y="137"/>
                    </a:lnTo>
                    <a:lnTo>
                      <a:pt x="2" y="137"/>
                    </a:lnTo>
                    <a:lnTo>
                      <a:pt x="2" y="138"/>
                    </a:lnTo>
                    <a:lnTo>
                      <a:pt x="2" y="138"/>
                    </a:lnTo>
                    <a:lnTo>
                      <a:pt x="2" y="140"/>
                    </a:lnTo>
                    <a:lnTo>
                      <a:pt x="2" y="140"/>
                    </a:lnTo>
                    <a:lnTo>
                      <a:pt x="4" y="141"/>
                    </a:lnTo>
                    <a:lnTo>
                      <a:pt x="4" y="143"/>
                    </a:lnTo>
                    <a:lnTo>
                      <a:pt x="4" y="143"/>
                    </a:lnTo>
                    <a:lnTo>
                      <a:pt x="4" y="143"/>
                    </a:lnTo>
                    <a:lnTo>
                      <a:pt x="4" y="143"/>
                    </a:lnTo>
                    <a:lnTo>
                      <a:pt x="4" y="144"/>
                    </a:lnTo>
                    <a:lnTo>
                      <a:pt x="4" y="144"/>
                    </a:lnTo>
                    <a:lnTo>
                      <a:pt x="5" y="148"/>
                    </a:lnTo>
                    <a:lnTo>
                      <a:pt x="5" y="148"/>
                    </a:lnTo>
                    <a:lnTo>
                      <a:pt x="5" y="148"/>
                    </a:lnTo>
                    <a:lnTo>
                      <a:pt x="5" y="148"/>
                    </a:lnTo>
                    <a:lnTo>
                      <a:pt x="5" y="148"/>
                    </a:lnTo>
                    <a:lnTo>
                      <a:pt x="5" y="152"/>
                    </a:lnTo>
                    <a:lnTo>
                      <a:pt x="5" y="152"/>
                    </a:lnTo>
                    <a:lnTo>
                      <a:pt x="5" y="152"/>
                    </a:lnTo>
                    <a:lnTo>
                      <a:pt x="5" y="152"/>
                    </a:lnTo>
                    <a:lnTo>
                      <a:pt x="7" y="154"/>
                    </a:lnTo>
                    <a:lnTo>
                      <a:pt x="7" y="154"/>
                    </a:lnTo>
                    <a:lnTo>
                      <a:pt x="7" y="155"/>
                    </a:lnTo>
                    <a:lnTo>
                      <a:pt x="7" y="155"/>
                    </a:lnTo>
                    <a:lnTo>
                      <a:pt x="7" y="156"/>
                    </a:lnTo>
                    <a:lnTo>
                      <a:pt x="7" y="156"/>
                    </a:lnTo>
                    <a:lnTo>
                      <a:pt x="8" y="156"/>
                    </a:lnTo>
                    <a:lnTo>
                      <a:pt x="8" y="156"/>
                    </a:lnTo>
                    <a:lnTo>
                      <a:pt x="8" y="159"/>
                    </a:lnTo>
                    <a:lnTo>
                      <a:pt x="8" y="159"/>
                    </a:lnTo>
                    <a:lnTo>
                      <a:pt x="8" y="159"/>
                    </a:lnTo>
                    <a:lnTo>
                      <a:pt x="8" y="159"/>
                    </a:lnTo>
                    <a:lnTo>
                      <a:pt x="9" y="161"/>
                    </a:lnTo>
                    <a:lnTo>
                      <a:pt x="9" y="161"/>
                    </a:lnTo>
                    <a:lnTo>
                      <a:pt x="11" y="166"/>
                    </a:lnTo>
                    <a:lnTo>
                      <a:pt x="11" y="166"/>
                    </a:lnTo>
                    <a:lnTo>
                      <a:pt x="12" y="166"/>
                    </a:lnTo>
                    <a:lnTo>
                      <a:pt x="12" y="166"/>
                    </a:lnTo>
                    <a:lnTo>
                      <a:pt x="15" y="172"/>
                    </a:lnTo>
                    <a:lnTo>
                      <a:pt x="15" y="172"/>
                    </a:lnTo>
                    <a:lnTo>
                      <a:pt x="15" y="173"/>
                    </a:lnTo>
                    <a:lnTo>
                      <a:pt x="15" y="173"/>
                    </a:lnTo>
                    <a:lnTo>
                      <a:pt x="15" y="173"/>
                    </a:lnTo>
                    <a:lnTo>
                      <a:pt x="15" y="173"/>
                    </a:lnTo>
                    <a:lnTo>
                      <a:pt x="18" y="177"/>
                    </a:lnTo>
                    <a:lnTo>
                      <a:pt x="18" y="177"/>
                    </a:lnTo>
                    <a:lnTo>
                      <a:pt x="18" y="179"/>
                    </a:lnTo>
                    <a:lnTo>
                      <a:pt x="18" y="179"/>
                    </a:lnTo>
                    <a:lnTo>
                      <a:pt x="22" y="183"/>
                    </a:lnTo>
                    <a:lnTo>
                      <a:pt x="22" y="183"/>
                    </a:lnTo>
                    <a:lnTo>
                      <a:pt x="22" y="183"/>
                    </a:lnTo>
                    <a:lnTo>
                      <a:pt x="22" y="183"/>
                    </a:lnTo>
                    <a:lnTo>
                      <a:pt x="22" y="183"/>
                    </a:lnTo>
                    <a:lnTo>
                      <a:pt x="22" y="183"/>
                    </a:lnTo>
                    <a:lnTo>
                      <a:pt x="25" y="188"/>
                    </a:lnTo>
                    <a:lnTo>
                      <a:pt x="25" y="188"/>
                    </a:lnTo>
                    <a:lnTo>
                      <a:pt x="26" y="188"/>
                    </a:lnTo>
                    <a:lnTo>
                      <a:pt x="26" y="188"/>
                    </a:lnTo>
                    <a:lnTo>
                      <a:pt x="29" y="192"/>
                    </a:lnTo>
                    <a:lnTo>
                      <a:pt x="29" y="192"/>
                    </a:lnTo>
                    <a:lnTo>
                      <a:pt x="30" y="192"/>
                    </a:lnTo>
                    <a:lnTo>
                      <a:pt x="30" y="192"/>
                    </a:lnTo>
                    <a:lnTo>
                      <a:pt x="33" y="197"/>
                    </a:lnTo>
                    <a:lnTo>
                      <a:pt x="33" y="197"/>
                    </a:lnTo>
                    <a:lnTo>
                      <a:pt x="34" y="197"/>
                    </a:lnTo>
                    <a:lnTo>
                      <a:pt x="34" y="197"/>
                    </a:lnTo>
                    <a:lnTo>
                      <a:pt x="34" y="197"/>
                    </a:lnTo>
                    <a:lnTo>
                      <a:pt x="34" y="197"/>
                    </a:lnTo>
                    <a:lnTo>
                      <a:pt x="38" y="201"/>
                    </a:lnTo>
                    <a:lnTo>
                      <a:pt x="38" y="201"/>
                    </a:lnTo>
                    <a:lnTo>
                      <a:pt x="38" y="201"/>
                    </a:lnTo>
                    <a:lnTo>
                      <a:pt x="38" y="201"/>
                    </a:lnTo>
                    <a:lnTo>
                      <a:pt x="38" y="201"/>
                    </a:lnTo>
                    <a:lnTo>
                      <a:pt x="43" y="204"/>
                    </a:lnTo>
                    <a:lnTo>
                      <a:pt x="43" y="204"/>
                    </a:lnTo>
                    <a:lnTo>
                      <a:pt x="44" y="204"/>
                    </a:lnTo>
                    <a:lnTo>
                      <a:pt x="44" y="204"/>
                    </a:lnTo>
                    <a:lnTo>
                      <a:pt x="48" y="206"/>
                    </a:lnTo>
                    <a:lnTo>
                      <a:pt x="48" y="206"/>
                    </a:lnTo>
                    <a:lnTo>
                      <a:pt x="48" y="206"/>
                    </a:lnTo>
                    <a:lnTo>
                      <a:pt x="48" y="206"/>
                    </a:lnTo>
                    <a:lnTo>
                      <a:pt x="52" y="209"/>
                    </a:lnTo>
                    <a:lnTo>
                      <a:pt x="52" y="209"/>
                    </a:lnTo>
                    <a:lnTo>
                      <a:pt x="54" y="209"/>
                    </a:lnTo>
                    <a:lnTo>
                      <a:pt x="54" y="209"/>
                    </a:lnTo>
                    <a:lnTo>
                      <a:pt x="55" y="209"/>
                    </a:lnTo>
                    <a:lnTo>
                      <a:pt x="55" y="209"/>
                    </a:lnTo>
                    <a:lnTo>
                      <a:pt x="58" y="210"/>
                    </a:lnTo>
                    <a:lnTo>
                      <a:pt x="58" y="210"/>
                    </a:lnTo>
                    <a:lnTo>
                      <a:pt x="58" y="210"/>
                    </a:lnTo>
                    <a:lnTo>
                      <a:pt x="61" y="212"/>
                    </a:lnTo>
                    <a:lnTo>
                      <a:pt x="61" y="212"/>
                    </a:lnTo>
                    <a:lnTo>
                      <a:pt x="62" y="212"/>
                    </a:lnTo>
                    <a:lnTo>
                      <a:pt x="62" y="212"/>
                    </a:lnTo>
                    <a:lnTo>
                      <a:pt x="63" y="212"/>
                    </a:lnTo>
                    <a:lnTo>
                      <a:pt x="63" y="212"/>
                    </a:lnTo>
                    <a:lnTo>
                      <a:pt x="65" y="212"/>
                    </a:lnTo>
                    <a:lnTo>
                      <a:pt x="65" y="212"/>
                    </a:lnTo>
                    <a:lnTo>
                      <a:pt x="66" y="212"/>
                    </a:lnTo>
                    <a:lnTo>
                      <a:pt x="66" y="212"/>
                    </a:lnTo>
                    <a:lnTo>
                      <a:pt x="67" y="213"/>
                    </a:lnTo>
                    <a:lnTo>
                      <a:pt x="67" y="213"/>
                    </a:lnTo>
                    <a:lnTo>
                      <a:pt x="69" y="213"/>
                    </a:lnTo>
                    <a:lnTo>
                      <a:pt x="69" y="213"/>
                    </a:lnTo>
                    <a:lnTo>
                      <a:pt x="70" y="213"/>
                    </a:lnTo>
                    <a:lnTo>
                      <a:pt x="70" y="213"/>
                    </a:lnTo>
                    <a:lnTo>
                      <a:pt x="72" y="213"/>
                    </a:lnTo>
                    <a:lnTo>
                      <a:pt x="72" y="213"/>
                    </a:lnTo>
                    <a:lnTo>
                      <a:pt x="73" y="213"/>
                    </a:lnTo>
                    <a:lnTo>
                      <a:pt x="73" y="213"/>
                    </a:lnTo>
                    <a:lnTo>
                      <a:pt x="74" y="213"/>
                    </a:lnTo>
                    <a:lnTo>
                      <a:pt x="74" y="213"/>
                    </a:lnTo>
                    <a:lnTo>
                      <a:pt x="76" y="213"/>
                    </a:lnTo>
                    <a:lnTo>
                      <a:pt x="76" y="213"/>
                    </a:lnTo>
                    <a:lnTo>
                      <a:pt x="78" y="213"/>
                    </a:lnTo>
                    <a:lnTo>
                      <a:pt x="78" y="213"/>
                    </a:lnTo>
                    <a:lnTo>
                      <a:pt x="78" y="213"/>
                    </a:lnTo>
                    <a:lnTo>
                      <a:pt x="78" y="213"/>
                    </a:lnTo>
                    <a:lnTo>
                      <a:pt x="268" y="195"/>
                    </a:lnTo>
                    <a:lnTo>
                      <a:pt x="268" y="195"/>
                    </a:lnTo>
                    <a:lnTo>
                      <a:pt x="265" y="195"/>
                    </a:lnTo>
                    <a:lnTo>
                      <a:pt x="265" y="195"/>
                    </a:lnTo>
                    <a:lnTo>
                      <a:pt x="265" y="195"/>
                    </a:lnTo>
                    <a:lnTo>
                      <a:pt x="265" y="195"/>
                    </a:lnTo>
                    <a:close/>
                  </a:path>
                </a:pathLst>
              </a:custGeom>
              <a:solidFill>
                <a:srgbClr val="5859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  <p:sp>
            <p:nvSpPr>
              <p:cNvPr id="42" name="ïṩḻíḑe" descr="3c70d317-4d8a-424e-998c-b971819a5e82"/>
              <p:cNvSpPr/>
              <p:nvPr/>
            </p:nvSpPr>
            <p:spPr bwMode="auto">
              <a:xfrm>
                <a:off x="5757832" y="4755085"/>
                <a:ext cx="243117" cy="305402"/>
              </a:xfrm>
              <a:custGeom>
                <a:avLst/>
                <a:gdLst>
                  <a:gd name="T0" fmla="*/ 343 w 364"/>
                  <a:gd name="T1" fmla="*/ 450 h 457"/>
                  <a:gd name="T2" fmla="*/ 325 w 364"/>
                  <a:gd name="T3" fmla="*/ 446 h 457"/>
                  <a:gd name="T4" fmla="*/ 310 w 364"/>
                  <a:gd name="T5" fmla="*/ 440 h 457"/>
                  <a:gd name="T6" fmla="*/ 294 w 364"/>
                  <a:gd name="T7" fmla="*/ 431 h 457"/>
                  <a:gd name="T8" fmla="*/ 279 w 364"/>
                  <a:gd name="T9" fmla="*/ 421 h 457"/>
                  <a:gd name="T10" fmla="*/ 264 w 364"/>
                  <a:gd name="T11" fmla="*/ 407 h 457"/>
                  <a:gd name="T12" fmla="*/ 252 w 364"/>
                  <a:gd name="T13" fmla="*/ 393 h 457"/>
                  <a:gd name="T14" fmla="*/ 236 w 364"/>
                  <a:gd name="T15" fmla="*/ 374 h 457"/>
                  <a:gd name="T16" fmla="*/ 225 w 364"/>
                  <a:gd name="T17" fmla="*/ 357 h 457"/>
                  <a:gd name="T18" fmla="*/ 213 w 364"/>
                  <a:gd name="T19" fmla="*/ 334 h 457"/>
                  <a:gd name="T20" fmla="*/ 205 w 364"/>
                  <a:gd name="T21" fmla="*/ 310 h 457"/>
                  <a:gd name="T22" fmla="*/ 196 w 364"/>
                  <a:gd name="T23" fmla="*/ 287 h 457"/>
                  <a:gd name="T24" fmla="*/ 189 w 364"/>
                  <a:gd name="T25" fmla="*/ 251 h 457"/>
                  <a:gd name="T26" fmla="*/ 185 w 364"/>
                  <a:gd name="T27" fmla="*/ 216 h 457"/>
                  <a:gd name="T28" fmla="*/ 185 w 364"/>
                  <a:gd name="T29" fmla="*/ 188 h 457"/>
                  <a:gd name="T30" fmla="*/ 188 w 364"/>
                  <a:gd name="T31" fmla="*/ 158 h 457"/>
                  <a:gd name="T32" fmla="*/ 192 w 364"/>
                  <a:gd name="T33" fmla="*/ 133 h 457"/>
                  <a:gd name="T34" fmla="*/ 200 w 364"/>
                  <a:gd name="T35" fmla="*/ 108 h 457"/>
                  <a:gd name="T36" fmla="*/ 209 w 364"/>
                  <a:gd name="T37" fmla="*/ 86 h 457"/>
                  <a:gd name="T38" fmla="*/ 217 w 364"/>
                  <a:gd name="T39" fmla="*/ 69 h 457"/>
                  <a:gd name="T40" fmla="*/ 231 w 364"/>
                  <a:gd name="T41" fmla="*/ 49 h 457"/>
                  <a:gd name="T42" fmla="*/ 242 w 364"/>
                  <a:gd name="T43" fmla="*/ 36 h 457"/>
                  <a:gd name="T44" fmla="*/ 260 w 364"/>
                  <a:gd name="T45" fmla="*/ 21 h 457"/>
                  <a:gd name="T46" fmla="*/ 271 w 364"/>
                  <a:gd name="T47" fmla="*/ 13 h 457"/>
                  <a:gd name="T48" fmla="*/ 282 w 364"/>
                  <a:gd name="T49" fmla="*/ 7 h 457"/>
                  <a:gd name="T50" fmla="*/ 292 w 364"/>
                  <a:gd name="T51" fmla="*/ 3 h 457"/>
                  <a:gd name="T52" fmla="*/ 116 w 364"/>
                  <a:gd name="T53" fmla="*/ 47 h 457"/>
                  <a:gd name="T54" fmla="*/ 110 w 364"/>
                  <a:gd name="T55" fmla="*/ 49 h 457"/>
                  <a:gd name="T56" fmla="*/ 102 w 364"/>
                  <a:gd name="T57" fmla="*/ 51 h 457"/>
                  <a:gd name="T58" fmla="*/ 92 w 364"/>
                  <a:gd name="T59" fmla="*/ 55 h 457"/>
                  <a:gd name="T60" fmla="*/ 86 w 364"/>
                  <a:gd name="T61" fmla="*/ 60 h 457"/>
                  <a:gd name="T62" fmla="*/ 74 w 364"/>
                  <a:gd name="T63" fmla="*/ 67 h 457"/>
                  <a:gd name="T64" fmla="*/ 62 w 364"/>
                  <a:gd name="T65" fmla="*/ 76 h 457"/>
                  <a:gd name="T66" fmla="*/ 52 w 364"/>
                  <a:gd name="T67" fmla="*/ 85 h 457"/>
                  <a:gd name="T68" fmla="*/ 39 w 364"/>
                  <a:gd name="T69" fmla="*/ 101 h 457"/>
                  <a:gd name="T70" fmla="*/ 29 w 364"/>
                  <a:gd name="T71" fmla="*/ 116 h 457"/>
                  <a:gd name="T72" fmla="*/ 19 w 364"/>
                  <a:gd name="T73" fmla="*/ 136 h 457"/>
                  <a:gd name="T74" fmla="*/ 14 w 364"/>
                  <a:gd name="T75" fmla="*/ 152 h 457"/>
                  <a:gd name="T76" fmla="*/ 8 w 364"/>
                  <a:gd name="T77" fmla="*/ 170 h 457"/>
                  <a:gd name="T78" fmla="*/ 3 w 364"/>
                  <a:gd name="T79" fmla="*/ 191 h 457"/>
                  <a:gd name="T80" fmla="*/ 1 w 364"/>
                  <a:gd name="T81" fmla="*/ 204 h 457"/>
                  <a:gd name="T82" fmla="*/ 0 w 364"/>
                  <a:gd name="T83" fmla="*/ 219 h 457"/>
                  <a:gd name="T84" fmla="*/ 0 w 364"/>
                  <a:gd name="T85" fmla="*/ 235 h 457"/>
                  <a:gd name="T86" fmla="*/ 0 w 364"/>
                  <a:gd name="T87" fmla="*/ 255 h 457"/>
                  <a:gd name="T88" fmla="*/ 3 w 364"/>
                  <a:gd name="T89" fmla="*/ 274 h 457"/>
                  <a:gd name="T90" fmla="*/ 5 w 364"/>
                  <a:gd name="T91" fmla="*/ 291 h 457"/>
                  <a:gd name="T92" fmla="*/ 9 w 364"/>
                  <a:gd name="T93" fmla="*/ 307 h 457"/>
                  <a:gd name="T94" fmla="*/ 14 w 364"/>
                  <a:gd name="T95" fmla="*/ 321 h 457"/>
                  <a:gd name="T96" fmla="*/ 19 w 364"/>
                  <a:gd name="T97" fmla="*/ 338 h 457"/>
                  <a:gd name="T98" fmla="*/ 29 w 364"/>
                  <a:gd name="T99" fmla="*/ 357 h 457"/>
                  <a:gd name="T100" fmla="*/ 37 w 364"/>
                  <a:gd name="T101" fmla="*/ 372 h 457"/>
                  <a:gd name="T102" fmla="*/ 48 w 364"/>
                  <a:gd name="T103" fmla="*/ 388 h 457"/>
                  <a:gd name="T104" fmla="*/ 56 w 364"/>
                  <a:gd name="T105" fmla="*/ 399 h 457"/>
                  <a:gd name="T106" fmla="*/ 72 w 364"/>
                  <a:gd name="T107" fmla="*/ 415 h 457"/>
                  <a:gd name="T108" fmla="*/ 83 w 364"/>
                  <a:gd name="T109" fmla="*/ 425 h 457"/>
                  <a:gd name="T110" fmla="*/ 97 w 364"/>
                  <a:gd name="T111" fmla="*/ 433 h 457"/>
                  <a:gd name="T112" fmla="*/ 110 w 364"/>
                  <a:gd name="T113" fmla="*/ 442 h 457"/>
                  <a:gd name="T114" fmla="*/ 122 w 364"/>
                  <a:gd name="T115" fmla="*/ 447 h 457"/>
                  <a:gd name="T116" fmla="*/ 134 w 364"/>
                  <a:gd name="T117" fmla="*/ 451 h 457"/>
                  <a:gd name="T118" fmla="*/ 152 w 364"/>
                  <a:gd name="T119" fmla="*/ 456 h 457"/>
                  <a:gd name="T120" fmla="*/ 167 w 364"/>
                  <a:gd name="T121" fmla="*/ 457 h 4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364" h="457">
                    <a:moveTo>
                      <a:pt x="355" y="451"/>
                    </a:moveTo>
                    <a:lnTo>
                      <a:pt x="355" y="451"/>
                    </a:lnTo>
                    <a:lnTo>
                      <a:pt x="351" y="451"/>
                    </a:lnTo>
                    <a:lnTo>
                      <a:pt x="351" y="451"/>
                    </a:lnTo>
                    <a:lnTo>
                      <a:pt x="350" y="450"/>
                    </a:lnTo>
                    <a:lnTo>
                      <a:pt x="350" y="450"/>
                    </a:lnTo>
                    <a:lnTo>
                      <a:pt x="346" y="450"/>
                    </a:lnTo>
                    <a:lnTo>
                      <a:pt x="346" y="450"/>
                    </a:lnTo>
                    <a:lnTo>
                      <a:pt x="343" y="450"/>
                    </a:lnTo>
                    <a:lnTo>
                      <a:pt x="343" y="450"/>
                    </a:lnTo>
                    <a:lnTo>
                      <a:pt x="339" y="449"/>
                    </a:lnTo>
                    <a:lnTo>
                      <a:pt x="339" y="449"/>
                    </a:lnTo>
                    <a:lnTo>
                      <a:pt x="337" y="449"/>
                    </a:lnTo>
                    <a:lnTo>
                      <a:pt x="337" y="449"/>
                    </a:lnTo>
                    <a:lnTo>
                      <a:pt x="333" y="447"/>
                    </a:lnTo>
                    <a:lnTo>
                      <a:pt x="333" y="447"/>
                    </a:lnTo>
                    <a:lnTo>
                      <a:pt x="330" y="447"/>
                    </a:lnTo>
                    <a:lnTo>
                      <a:pt x="330" y="447"/>
                    </a:lnTo>
                    <a:lnTo>
                      <a:pt x="325" y="446"/>
                    </a:lnTo>
                    <a:lnTo>
                      <a:pt x="325" y="446"/>
                    </a:lnTo>
                    <a:lnTo>
                      <a:pt x="325" y="446"/>
                    </a:lnTo>
                    <a:lnTo>
                      <a:pt x="325" y="446"/>
                    </a:lnTo>
                    <a:lnTo>
                      <a:pt x="318" y="443"/>
                    </a:lnTo>
                    <a:lnTo>
                      <a:pt x="318" y="443"/>
                    </a:lnTo>
                    <a:lnTo>
                      <a:pt x="317" y="443"/>
                    </a:lnTo>
                    <a:lnTo>
                      <a:pt x="317" y="443"/>
                    </a:lnTo>
                    <a:lnTo>
                      <a:pt x="312" y="440"/>
                    </a:lnTo>
                    <a:lnTo>
                      <a:pt x="312" y="440"/>
                    </a:lnTo>
                    <a:lnTo>
                      <a:pt x="310" y="440"/>
                    </a:lnTo>
                    <a:lnTo>
                      <a:pt x="310" y="440"/>
                    </a:lnTo>
                    <a:lnTo>
                      <a:pt x="307" y="438"/>
                    </a:lnTo>
                    <a:lnTo>
                      <a:pt x="307" y="438"/>
                    </a:lnTo>
                    <a:lnTo>
                      <a:pt x="304" y="436"/>
                    </a:lnTo>
                    <a:lnTo>
                      <a:pt x="304" y="436"/>
                    </a:lnTo>
                    <a:lnTo>
                      <a:pt x="300" y="435"/>
                    </a:lnTo>
                    <a:lnTo>
                      <a:pt x="300" y="435"/>
                    </a:lnTo>
                    <a:lnTo>
                      <a:pt x="297" y="433"/>
                    </a:lnTo>
                    <a:lnTo>
                      <a:pt x="297" y="433"/>
                    </a:lnTo>
                    <a:lnTo>
                      <a:pt x="294" y="431"/>
                    </a:lnTo>
                    <a:lnTo>
                      <a:pt x="294" y="431"/>
                    </a:lnTo>
                    <a:lnTo>
                      <a:pt x="292" y="429"/>
                    </a:lnTo>
                    <a:lnTo>
                      <a:pt x="292" y="429"/>
                    </a:lnTo>
                    <a:lnTo>
                      <a:pt x="288" y="426"/>
                    </a:lnTo>
                    <a:lnTo>
                      <a:pt x="288" y="426"/>
                    </a:lnTo>
                    <a:lnTo>
                      <a:pt x="286" y="426"/>
                    </a:lnTo>
                    <a:lnTo>
                      <a:pt x="286" y="426"/>
                    </a:lnTo>
                    <a:lnTo>
                      <a:pt x="281" y="422"/>
                    </a:lnTo>
                    <a:lnTo>
                      <a:pt x="281" y="422"/>
                    </a:lnTo>
                    <a:lnTo>
                      <a:pt x="279" y="421"/>
                    </a:lnTo>
                    <a:lnTo>
                      <a:pt x="279" y="421"/>
                    </a:lnTo>
                    <a:lnTo>
                      <a:pt x="275" y="417"/>
                    </a:lnTo>
                    <a:lnTo>
                      <a:pt x="275" y="417"/>
                    </a:lnTo>
                    <a:lnTo>
                      <a:pt x="272" y="415"/>
                    </a:lnTo>
                    <a:lnTo>
                      <a:pt x="272" y="415"/>
                    </a:lnTo>
                    <a:lnTo>
                      <a:pt x="270" y="413"/>
                    </a:lnTo>
                    <a:lnTo>
                      <a:pt x="270" y="413"/>
                    </a:lnTo>
                    <a:lnTo>
                      <a:pt x="267" y="410"/>
                    </a:lnTo>
                    <a:lnTo>
                      <a:pt x="267" y="410"/>
                    </a:lnTo>
                    <a:lnTo>
                      <a:pt x="264" y="407"/>
                    </a:lnTo>
                    <a:lnTo>
                      <a:pt x="264" y="407"/>
                    </a:lnTo>
                    <a:lnTo>
                      <a:pt x="261" y="404"/>
                    </a:lnTo>
                    <a:lnTo>
                      <a:pt x="261" y="404"/>
                    </a:lnTo>
                    <a:lnTo>
                      <a:pt x="259" y="402"/>
                    </a:lnTo>
                    <a:lnTo>
                      <a:pt x="259" y="402"/>
                    </a:lnTo>
                    <a:lnTo>
                      <a:pt x="256" y="399"/>
                    </a:lnTo>
                    <a:lnTo>
                      <a:pt x="256" y="399"/>
                    </a:lnTo>
                    <a:lnTo>
                      <a:pt x="253" y="395"/>
                    </a:lnTo>
                    <a:lnTo>
                      <a:pt x="253" y="395"/>
                    </a:lnTo>
                    <a:lnTo>
                      <a:pt x="252" y="393"/>
                    </a:lnTo>
                    <a:lnTo>
                      <a:pt x="252" y="393"/>
                    </a:lnTo>
                    <a:lnTo>
                      <a:pt x="246" y="388"/>
                    </a:lnTo>
                    <a:lnTo>
                      <a:pt x="246" y="388"/>
                    </a:lnTo>
                    <a:lnTo>
                      <a:pt x="245" y="386"/>
                    </a:lnTo>
                    <a:lnTo>
                      <a:pt x="245" y="386"/>
                    </a:lnTo>
                    <a:lnTo>
                      <a:pt x="241" y="381"/>
                    </a:lnTo>
                    <a:lnTo>
                      <a:pt x="241" y="381"/>
                    </a:lnTo>
                    <a:lnTo>
                      <a:pt x="239" y="378"/>
                    </a:lnTo>
                    <a:lnTo>
                      <a:pt x="239" y="378"/>
                    </a:lnTo>
                    <a:lnTo>
                      <a:pt x="236" y="374"/>
                    </a:lnTo>
                    <a:lnTo>
                      <a:pt x="236" y="374"/>
                    </a:lnTo>
                    <a:lnTo>
                      <a:pt x="235" y="371"/>
                    </a:lnTo>
                    <a:lnTo>
                      <a:pt x="235" y="371"/>
                    </a:lnTo>
                    <a:lnTo>
                      <a:pt x="232" y="367"/>
                    </a:lnTo>
                    <a:lnTo>
                      <a:pt x="232" y="367"/>
                    </a:lnTo>
                    <a:lnTo>
                      <a:pt x="229" y="364"/>
                    </a:lnTo>
                    <a:lnTo>
                      <a:pt x="229" y="364"/>
                    </a:lnTo>
                    <a:lnTo>
                      <a:pt x="227" y="360"/>
                    </a:lnTo>
                    <a:lnTo>
                      <a:pt x="227" y="360"/>
                    </a:lnTo>
                    <a:lnTo>
                      <a:pt x="225" y="357"/>
                    </a:lnTo>
                    <a:lnTo>
                      <a:pt x="225" y="357"/>
                    </a:lnTo>
                    <a:lnTo>
                      <a:pt x="223" y="352"/>
                    </a:lnTo>
                    <a:lnTo>
                      <a:pt x="223" y="352"/>
                    </a:lnTo>
                    <a:lnTo>
                      <a:pt x="221" y="349"/>
                    </a:lnTo>
                    <a:lnTo>
                      <a:pt x="221" y="349"/>
                    </a:lnTo>
                    <a:lnTo>
                      <a:pt x="217" y="342"/>
                    </a:lnTo>
                    <a:lnTo>
                      <a:pt x="217" y="342"/>
                    </a:lnTo>
                    <a:lnTo>
                      <a:pt x="217" y="341"/>
                    </a:lnTo>
                    <a:lnTo>
                      <a:pt x="217" y="341"/>
                    </a:lnTo>
                    <a:lnTo>
                      <a:pt x="213" y="334"/>
                    </a:lnTo>
                    <a:lnTo>
                      <a:pt x="213" y="334"/>
                    </a:lnTo>
                    <a:lnTo>
                      <a:pt x="211" y="331"/>
                    </a:lnTo>
                    <a:lnTo>
                      <a:pt x="211" y="331"/>
                    </a:lnTo>
                    <a:lnTo>
                      <a:pt x="210" y="325"/>
                    </a:lnTo>
                    <a:lnTo>
                      <a:pt x="210" y="325"/>
                    </a:lnTo>
                    <a:lnTo>
                      <a:pt x="209" y="321"/>
                    </a:lnTo>
                    <a:lnTo>
                      <a:pt x="209" y="321"/>
                    </a:lnTo>
                    <a:lnTo>
                      <a:pt x="206" y="317"/>
                    </a:lnTo>
                    <a:lnTo>
                      <a:pt x="206" y="317"/>
                    </a:lnTo>
                    <a:lnTo>
                      <a:pt x="205" y="310"/>
                    </a:lnTo>
                    <a:lnTo>
                      <a:pt x="205" y="310"/>
                    </a:lnTo>
                    <a:lnTo>
                      <a:pt x="203" y="307"/>
                    </a:lnTo>
                    <a:lnTo>
                      <a:pt x="203" y="307"/>
                    </a:lnTo>
                    <a:lnTo>
                      <a:pt x="200" y="300"/>
                    </a:lnTo>
                    <a:lnTo>
                      <a:pt x="200" y="300"/>
                    </a:lnTo>
                    <a:lnTo>
                      <a:pt x="199" y="296"/>
                    </a:lnTo>
                    <a:lnTo>
                      <a:pt x="199" y="296"/>
                    </a:lnTo>
                    <a:lnTo>
                      <a:pt x="198" y="289"/>
                    </a:lnTo>
                    <a:lnTo>
                      <a:pt x="198" y="289"/>
                    </a:lnTo>
                    <a:lnTo>
                      <a:pt x="196" y="287"/>
                    </a:lnTo>
                    <a:lnTo>
                      <a:pt x="196" y="287"/>
                    </a:lnTo>
                    <a:lnTo>
                      <a:pt x="193" y="276"/>
                    </a:lnTo>
                    <a:lnTo>
                      <a:pt x="193" y="276"/>
                    </a:lnTo>
                    <a:lnTo>
                      <a:pt x="192" y="266"/>
                    </a:lnTo>
                    <a:lnTo>
                      <a:pt x="192" y="266"/>
                    </a:lnTo>
                    <a:lnTo>
                      <a:pt x="191" y="262"/>
                    </a:lnTo>
                    <a:lnTo>
                      <a:pt x="191" y="262"/>
                    </a:lnTo>
                    <a:lnTo>
                      <a:pt x="189" y="255"/>
                    </a:lnTo>
                    <a:lnTo>
                      <a:pt x="189" y="255"/>
                    </a:lnTo>
                    <a:lnTo>
                      <a:pt x="189" y="251"/>
                    </a:lnTo>
                    <a:lnTo>
                      <a:pt x="189" y="251"/>
                    </a:lnTo>
                    <a:lnTo>
                      <a:pt x="188" y="242"/>
                    </a:lnTo>
                    <a:lnTo>
                      <a:pt x="188" y="242"/>
                    </a:lnTo>
                    <a:lnTo>
                      <a:pt x="188" y="238"/>
                    </a:lnTo>
                    <a:lnTo>
                      <a:pt x="188" y="238"/>
                    </a:lnTo>
                    <a:lnTo>
                      <a:pt x="187" y="227"/>
                    </a:lnTo>
                    <a:lnTo>
                      <a:pt x="187" y="227"/>
                    </a:lnTo>
                    <a:lnTo>
                      <a:pt x="187" y="223"/>
                    </a:lnTo>
                    <a:lnTo>
                      <a:pt x="187" y="223"/>
                    </a:lnTo>
                    <a:lnTo>
                      <a:pt x="185" y="216"/>
                    </a:lnTo>
                    <a:lnTo>
                      <a:pt x="185" y="216"/>
                    </a:lnTo>
                    <a:lnTo>
                      <a:pt x="185" y="210"/>
                    </a:lnTo>
                    <a:lnTo>
                      <a:pt x="185" y="210"/>
                    </a:lnTo>
                    <a:lnTo>
                      <a:pt x="185" y="204"/>
                    </a:lnTo>
                    <a:lnTo>
                      <a:pt x="185" y="204"/>
                    </a:lnTo>
                    <a:lnTo>
                      <a:pt x="185" y="199"/>
                    </a:lnTo>
                    <a:lnTo>
                      <a:pt x="185" y="199"/>
                    </a:lnTo>
                    <a:lnTo>
                      <a:pt x="185" y="192"/>
                    </a:lnTo>
                    <a:lnTo>
                      <a:pt x="185" y="192"/>
                    </a:lnTo>
                    <a:lnTo>
                      <a:pt x="185" y="188"/>
                    </a:lnTo>
                    <a:lnTo>
                      <a:pt x="185" y="188"/>
                    </a:lnTo>
                    <a:lnTo>
                      <a:pt x="185" y="181"/>
                    </a:lnTo>
                    <a:lnTo>
                      <a:pt x="185" y="181"/>
                    </a:lnTo>
                    <a:lnTo>
                      <a:pt x="185" y="179"/>
                    </a:lnTo>
                    <a:lnTo>
                      <a:pt x="185" y="179"/>
                    </a:lnTo>
                    <a:lnTo>
                      <a:pt x="187" y="169"/>
                    </a:lnTo>
                    <a:lnTo>
                      <a:pt x="187" y="169"/>
                    </a:lnTo>
                    <a:lnTo>
                      <a:pt x="187" y="168"/>
                    </a:lnTo>
                    <a:lnTo>
                      <a:pt x="187" y="168"/>
                    </a:lnTo>
                    <a:lnTo>
                      <a:pt x="188" y="158"/>
                    </a:lnTo>
                    <a:lnTo>
                      <a:pt x="188" y="158"/>
                    </a:lnTo>
                    <a:lnTo>
                      <a:pt x="188" y="158"/>
                    </a:lnTo>
                    <a:lnTo>
                      <a:pt x="188" y="158"/>
                    </a:lnTo>
                    <a:lnTo>
                      <a:pt x="189" y="147"/>
                    </a:lnTo>
                    <a:lnTo>
                      <a:pt x="189" y="147"/>
                    </a:lnTo>
                    <a:lnTo>
                      <a:pt x="191" y="145"/>
                    </a:lnTo>
                    <a:lnTo>
                      <a:pt x="191" y="145"/>
                    </a:lnTo>
                    <a:lnTo>
                      <a:pt x="191" y="141"/>
                    </a:lnTo>
                    <a:lnTo>
                      <a:pt x="191" y="141"/>
                    </a:lnTo>
                    <a:lnTo>
                      <a:pt x="192" y="133"/>
                    </a:lnTo>
                    <a:lnTo>
                      <a:pt x="192" y="133"/>
                    </a:lnTo>
                    <a:lnTo>
                      <a:pt x="193" y="129"/>
                    </a:lnTo>
                    <a:lnTo>
                      <a:pt x="193" y="129"/>
                    </a:lnTo>
                    <a:lnTo>
                      <a:pt x="195" y="123"/>
                    </a:lnTo>
                    <a:lnTo>
                      <a:pt x="195" y="123"/>
                    </a:lnTo>
                    <a:lnTo>
                      <a:pt x="196" y="118"/>
                    </a:lnTo>
                    <a:lnTo>
                      <a:pt x="196" y="118"/>
                    </a:lnTo>
                    <a:lnTo>
                      <a:pt x="198" y="114"/>
                    </a:lnTo>
                    <a:lnTo>
                      <a:pt x="198" y="114"/>
                    </a:lnTo>
                    <a:lnTo>
                      <a:pt x="200" y="108"/>
                    </a:lnTo>
                    <a:lnTo>
                      <a:pt x="200" y="108"/>
                    </a:lnTo>
                    <a:lnTo>
                      <a:pt x="202" y="104"/>
                    </a:lnTo>
                    <a:lnTo>
                      <a:pt x="202" y="104"/>
                    </a:lnTo>
                    <a:lnTo>
                      <a:pt x="203" y="98"/>
                    </a:lnTo>
                    <a:lnTo>
                      <a:pt x="203" y="98"/>
                    </a:lnTo>
                    <a:lnTo>
                      <a:pt x="205" y="96"/>
                    </a:lnTo>
                    <a:lnTo>
                      <a:pt x="205" y="96"/>
                    </a:lnTo>
                    <a:lnTo>
                      <a:pt x="205" y="94"/>
                    </a:lnTo>
                    <a:lnTo>
                      <a:pt x="205" y="94"/>
                    </a:lnTo>
                    <a:lnTo>
                      <a:pt x="209" y="86"/>
                    </a:lnTo>
                    <a:lnTo>
                      <a:pt x="209" y="86"/>
                    </a:lnTo>
                    <a:lnTo>
                      <a:pt x="209" y="86"/>
                    </a:lnTo>
                    <a:lnTo>
                      <a:pt x="209" y="86"/>
                    </a:lnTo>
                    <a:lnTo>
                      <a:pt x="213" y="79"/>
                    </a:lnTo>
                    <a:lnTo>
                      <a:pt x="213" y="79"/>
                    </a:lnTo>
                    <a:lnTo>
                      <a:pt x="213" y="78"/>
                    </a:lnTo>
                    <a:lnTo>
                      <a:pt x="213" y="78"/>
                    </a:lnTo>
                    <a:lnTo>
                      <a:pt x="217" y="71"/>
                    </a:lnTo>
                    <a:lnTo>
                      <a:pt x="217" y="71"/>
                    </a:lnTo>
                    <a:lnTo>
                      <a:pt x="217" y="69"/>
                    </a:lnTo>
                    <a:lnTo>
                      <a:pt x="217" y="69"/>
                    </a:lnTo>
                    <a:lnTo>
                      <a:pt x="221" y="64"/>
                    </a:lnTo>
                    <a:lnTo>
                      <a:pt x="221" y="64"/>
                    </a:lnTo>
                    <a:lnTo>
                      <a:pt x="221" y="62"/>
                    </a:lnTo>
                    <a:lnTo>
                      <a:pt x="221" y="62"/>
                    </a:lnTo>
                    <a:lnTo>
                      <a:pt x="225" y="55"/>
                    </a:lnTo>
                    <a:lnTo>
                      <a:pt x="225" y="55"/>
                    </a:lnTo>
                    <a:lnTo>
                      <a:pt x="227" y="55"/>
                    </a:lnTo>
                    <a:lnTo>
                      <a:pt x="227" y="55"/>
                    </a:lnTo>
                    <a:lnTo>
                      <a:pt x="231" y="49"/>
                    </a:lnTo>
                    <a:lnTo>
                      <a:pt x="231" y="49"/>
                    </a:lnTo>
                    <a:lnTo>
                      <a:pt x="232" y="49"/>
                    </a:lnTo>
                    <a:lnTo>
                      <a:pt x="232" y="49"/>
                    </a:lnTo>
                    <a:lnTo>
                      <a:pt x="236" y="43"/>
                    </a:lnTo>
                    <a:lnTo>
                      <a:pt x="236" y="43"/>
                    </a:lnTo>
                    <a:lnTo>
                      <a:pt x="236" y="42"/>
                    </a:lnTo>
                    <a:lnTo>
                      <a:pt x="236" y="42"/>
                    </a:lnTo>
                    <a:lnTo>
                      <a:pt x="242" y="36"/>
                    </a:lnTo>
                    <a:lnTo>
                      <a:pt x="242" y="36"/>
                    </a:lnTo>
                    <a:lnTo>
                      <a:pt x="242" y="36"/>
                    </a:lnTo>
                    <a:lnTo>
                      <a:pt x="242" y="36"/>
                    </a:lnTo>
                    <a:lnTo>
                      <a:pt x="247" y="31"/>
                    </a:lnTo>
                    <a:lnTo>
                      <a:pt x="247" y="31"/>
                    </a:lnTo>
                    <a:lnTo>
                      <a:pt x="247" y="31"/>
                    </a:lnTo>
                    <a:lnTo>
                      <a:pt x="247" y="31"/>
                    </a:lnTo>
                    <a:lnTo>
                      <a:pt x="253" y="25"/>
                    </a:lnTo>
                    <a:lnTo>
                      <a:pt x="253" y="25"/>
                    </a:lnTo>
                    <a:lnTo>
                      <a:pt x="254" y="25"/>
                    </a:lnTo>
                    <a:lnTo>
                      <a:pt x="254" y="25"/>
                    </a:lnTo>
                    <a:lnTo>
                      <a:pt x="260" y="21"/>
                    </a:lnTo>
                    <a:lnTo>
                      <a:pt x="260" y="21"/>
                    </a:lnTo>
                    <a:lnTo>
                      <a:pt x="260" y="19"/>
                    </a:lnTo>
                    <a:lnTo>
                      <a:pt x="260" y="19"/>
                    </a:lnTo>
                    <a:lnTo>
                      <a:pt x="265" y="17"/>
                    </a:lnTo>
                    <a:lnTo>
                      <a:pt x="265" y="17"/>
                    </a:lnTo>
                    <a:lnTo>
                      <a:pt x="267" y="15"/>
                    </a:lnTo>
                    <a:lnTo>
                      <a:pt x="267" y="15"/>
                    </a:lnTo>
                    <a:lnTo>
                      <a:pt x="270" y="14"/>
                    </a:lnTo>
                    <a:lnTo>
                      <a:pt x="270" y="14"/>
                    </a:lnTo>
                    <a:lnTo>
                      <a:pt x="271" y="13"/>
                    </a:lnTo>
                    <a:lnTo>
                      <a:pt x="271" y="13"/>
                    </a:lnTo>
                    <a:lnTo>
                      <a:pt x="274" y="11"/>
                    </a:lnTo>
                    <a:lnTo>
                      <a:pt x="274" y="11"/>
                    </a:lnTo>
                    <a:lnTo>
                      <a:pt x="275" y="11"/>
                    </a:lnTo>
                    <a:lnTo>
                      <a:pt x="275" y="11"/>
                    </a:lnTo>
                    <a:lnTo>
                      <a:pt x="278" y="10"/>
                    </a:lnTo>
                    <a:lnTo>
                      <a:pt x="278" y="10"/>
                    </a:lnTo>
                    <a:lnTo>
                      <a:pt x="278" y="8"/>
                    </a:lnTo>
                    <a:lnTo>
                      <a:pt x="278" y="8"/>
                    </a:lnTo>
                    <a:lnTo>
                      <a:pt x="282" y="7"/>
                    </a:lnTo>
                    <a:lnTo>
                      <a:pt x="282" y="7"/>
                    </a:lnTo>
                    <a:lnTo>
                      <a:pt x="282" y="7"/>
                    </a:lnTo>
                    <a:lnTo>
                      <a:pt x="282" y="7"/>
                    </a:lnTo>
                    <a:lnTo>
                      <a:pt x="286" y="6"/>
                    </a:lnTo>
                    <a:lnTo>
                      <a:pt x="286" y="6"/>
                    </a:lnTo>
                    <a:lnTo>
                      <a:pt x="288" y="4"/>
                    </a:lnTo>
                    <a:lnTo>
                      <a:pt x="288" y="4"/>
                    </a:lnTo>
                    <a:lnTo>
                      <a:pt x="290" y="4"/>
                    </a:lnTo>
                    <a:lnTo>
                      <a:pt x="290" y="4"/>
                    </a:lnTo>
                    <a:lnTo>
                      <a:pt x="292" y="3"/>
                    </a:lnTo>
                    <a:lnTo>
                      <a:pt x="292" y="3"/>
                    </a:lnTo>
                    <a:lnTo>
                      <a:pt x="294" y="3"/>
                    </a:lnTo>
                    <a:lnTo>
                      <a:pt x="294" y="3"/>
                    </a:lnTo>
                    <a:lnTo>
                      <a:pt x="296" y="1"/>
                    </a:lnTo>
                    <a:lnTo>
                      <a:pt x="296" y="1"/>
                    </a:lnTo>
                    <a:lnTo>
                      <a:pt x="299" y="1"/>
                    </a:lnTo>
                    <a:lnTo>
                      <a:pt x="299" y="1"/>
                    </a:lnTo>
                    <a:lnTo>
                      <a:pt x="301" y="0"/>
                    </a:lnTo>
                    <a:lnTo>
                      <a:pt x="301" y="0"/>
                    </a:lnTo>
                    <a:lnTo>
                      <a:pt x="116" y="47"/>
                    </a:lnTo>
                    <a:lnTo>
                      <a:pt x="116" y="47"/>
                    </a:lnTo>
                    <a:lnTo>
                      <a:pt x="116" y="47"/>
                    </a:lnTo>
                    <a:lnTo>
                      <a:pt x="116" y="47"/>
                    </a:lnTo>
                    <a:lnTo>
                      <a:pt x="116" y="47"/>
                    </a:lnTo>
                    <a:lnTo>
                      <a:pt x="115" y="47"/>
                    </a:lnTo>
                    <a:lnTo>
                      <a:pt x="115" y="47"/>
                    </a:lnTo>
                    <a:lnTo>
                      <a:pt x="113" y="47"/>
                    </a:lnTo>
                    <a:lnTo>
                      <a:pt x="113" y="47"/>
                    </a:lnTo>
                    <a:lnTo>
                      <a:pt x="113" y="49"/>
                    </a:lnTo>
                    <a:lnTo>
                      <a:pt x="113" y="49"/>
                    </a:lnTo>
                    <a:lnTo>
                      <a:pt x="110" y="49"/>
                    </a:lnTo>
                    <a:lnTo>
                      <a:pt x="110" y="49"/>
                    </a:lnTo>
                    <a:lnTo>
                      <a:pt x="109" y="49"/>
                    </a:lnTo>
                    <a:lnTo>
                      <a:pt x="109" y="49"/>
                    </a:lnTo>
                    <a:lnTo>
                      <a:pt x="106" y="50"/>
                    </a:lnTo>
                    <a:lnTo>
                      <a:pt x="106" y="50"/>
                    </a:lnTo>
                    <a:lnTo>
                      <a:pt x="105" y="50"/>
                    </a:lnTo>
                    <a:lnTo>
                      <a:pt x="105" y="50"/>
                    </a:lnTo>
                    <a:lnTo>
                      <a:pt x="105" y="50"/>
                    </a:lnTo>
                    <a:lnTo>
                      <a:pt x="105" y="50"/>
                    </a:lnTo>
                    <a:lnTo>
                      <a:pt x="102" y="51"/>
                    </a:lnTo>
                    <a:lnTo>
                      <a:pt x="102" y="51"/>
                    </a:lnTo>
                    <a:lnTo>
                      <a:pt x="101" y="51"/>
                    </a:lnTo>
                    <a:lnTo>
                      <a:pt x="101" y="51"/>
                    </a:lnTo>
                    <a:lnTo>
                      <a:pt x="97" y="54"/>
                    </a:lnTo>
                    <a:lnTo>
                      <a:pt x="97" y="54"/>
                    </a:lnTo>
                    <a:lnTo>
                      <a:pt x="97" y="54"/>
                    </a:lnTo>
                    <a:lnTo>
                      <a:pt x="97" y="54"/>
                    </a:lnTo>
                    <a:lnTo>
                      <a:pt x="97" y="54"/>
                    </a:lnTo>
                    <a:lnTo>
                      <a:pt x="92" y="55"/>
                    </a:lnTo>
                    <a:lnTo>
                      <a:pt x="92" y="55"/>
                    </a:lnTo>
                    <a:lnTo>
                      <a:pt x="92" y="55"/>
                    </a:lnTo>
                    <a:lnTo>
                      <a:pt x="92" y="55"/>
                    </a:lnTo>
                    <a:lnTo>
                      <a:pt x="90" y="57"/>
                    </a:lnTo>
                    <a:lnTo>
                      <a:pt x="90" y="57"/>
                    </a:lnTo>
                    <a:lnTo>
                      <a:pt x="88" y="57"/>
                    </a:lnTo>
                    <a:lnTo>
                      <a:pt x="88" y="57"/>
                    </a:lnTo>
                    <a:lnTo>
                      <a:pt x="88" y="58"/>
                    </a:lnTo>
                    <a:lnTo>
                      <a:pt x="88" y="58"/>
                    </a:lnTo>
                    <a:lnTo>
                      <a:pt x="86" y="60"/>
                    </a:lnTo>
                    <a:lnTo>
                      <a:pt x="86" y="60"/>
                    </a:lnTo>
                    <a:lnTo>
                      <a:pt x="84" y="60"/>
                    </a:lnTo>
                    <a:lnTo>
                      <a:pt x="84" y="60"/>
                    </a:lnTo>
                    <a:lnTo>
                      <a:pt x="81" y="61"/>
                    </a:lnTo>
                    <a:lnTo>
                      <a:pt x="81" y="61"/>
                    </a:lnTo>
                    <a:lnTo>
                      <a:pt x="81" y="62"/>
                    </a:lnTo>
                    <a:lnTo>
                      <a:pt x="81" y="62"/>
                    </a:lnTo>
                    <a:lnTo>
                      <a:pt x="80" y="62"/>
                    </a:lnTo>
                    <a:lnTo>
                      <a:pt x="80" y="62"/>
                    </a:lnTo>
                    <a:lnTo>
                      <a:pt x="74" y="67"/>
                    </a:lnTo>
                    <a:lnTo>
                      <a:pt x="74" y="67"/>
                    </a:lnTo>
                    <a:lnTo>
                      <a:pt x="74" y="67"/>
                    </a:lnTo>
                    <a:lnTo>
                      <a:pt x="74" y="67"/>
                    </a:lnTo>
                    <a:lnTo>
                      <a:pt x="69" y="71"/>
                    </a:lnTo>
                    <a:lnTo>
                      <a:pt x="69" y="71"/>
                    </a:lnTo>
                    <a:lnTo>
                      <a:pt x="68" y="71"/>
                    </a:lnTo>
                    <a:lnTo>
                      <a:pt x="68" y="71"/>
                    </a:lnTo>
                    <a:lnTo>
                      <a:pt x="63" y="75"/>
                    </a:lnTo>
                    <a:lnTo>
                      <a:pt x="63" y="75"/>
                    </a:lnTo>
                    <a:lnTo>
                      <a:pt x="62" y="76"/>
                    </a:lnTo>
                    <a:lnTo>
                      <a:pt x="62" y="76"/>
                    </a:lnTo>
                    <a:lnTo>
                      <a:pt x="59" y="78"/>
                    </a:lnTo>
                    <a:lnTo>
                      <a:pt x="59" y="78"/>
                    </a:lnTo>
                    <a:lnTo>
                      <a:pt x="59" y="79"/>
                    </a:lnTo>
                    <a:lnTo>
                      <a:pt x="59" y="79"/>
                    </a:lnTo>
                    <a:lnTo>
                      <a:pt x="56" y="80"/>
                    </a:lnTo>
                    <a:lnTo>
                      <a:pt x="56" y="80"/>
                    </a:lnTo>
                    <a:lnTo>
                      <a:pt x="55" y="83"/>
                    </a:lnTo>
                    <a:lnTo>
                      <a:pt x="55" y="83"/>
                    </a:lnTo>
                    <a:lnTo>
                      <a:pt x="52" y="85"/>
                    </a:lnTo>
                    <a:lnTo>
                      <a:pt x="52" y="85"/>
                    </a:lnTo>
                    <a:lnTo>
                      <a:pt x="50" y="89"/>
                    </a:lnTo>
                    <a:lnTo>
                      <a:pt x="50" y="89"/>
                    </a:lnTo>
                    <a:lnTo>
                      <a:pt x="47" y="91"/>
                    </a:lnTo>
                    <a:lnTo>
                      <a:pt x="47" y="91"/>
                    </a:lnTo>
                    <a:lnTo>
                      <a:pt x="44" y="96"/>
                    </a:lnTo>
                    <a:lnTo>
                      <a:pt x="44" y="96"/>
                    </a:lnTo>
                    <a:lnTo>
                      <a:pt x="43" y="98"/>
                    </a:lnTo>
                    <a:lnTo>
                      <a:pt x="43" y="98"/>
                    </a:lnTo>
                    <a:lnTo>
                      <a:pt x="39" y="101"/>
                    </a:lnTo>
                    <a:lnTo>
                      <a:pt x="39" y="101"/>
                    </a:lnTo>
                    <a:lnTo>
                      <a:pt x="37" y="105"/>
                    </a:lnTo>
                    <a:lnTo>
                      <a:pt x="37" y="105"/>
                    </a:lnTo>
                    <a:lnTo>
                      <a:pt x="37" y="105"/>
                    </a:lnTo>
                    <a:lnTo>
                      <a:pt x="37" y="105"/>
                    </a:lnTo>
                    <a:lnTo>
                      <a:pt x="34" y="109"/>
                    </a:lnTo>
                    <a:lnTo>
                      <a:pt x="34" y="109"/>
                    </a:lnTo>
                    <a:lnTo>
                      <a:pt x="32" y="112"/>
                    </a:lnTo>
                    <a:lnTo>
                      <a:pt x="32" y="112"/>
                    </a:lnTo>
                    <a:lnTo>
                      <a:pt x="29" y="116"/>
                    </a:lnTo>
                    <a:lnTo>
                      <a:pt x="29" y="116"/>
                    </a:lnTo>
                    <a:lnTo>
                      <a:pt x="27" y="119"/>
                    </a:lnTo>
                    <a:lnTo>
                      <a:pt x="27" y="119"/>
                    </a:lnTo>
                    <a:lnTo>
                      <a:pt x="23" y="127"/>
                    </a:lnTo>
                    <a:lnTo>
                      <a:pt x="23" y="127"/>
                    </a:lnTo>
                    <a:lnTo>
                      <a:pt x="23" y="127"/>
                    </a:lnTo>
                    <a:lnTo>
                      <a:pt x="23" y="127"/>
                    </a:lnTo>
                    <a:lnTo>
                      <a:pt x="21" y="134"/>
                    </a:lnTo>
                    <a:lnTo>
                      <a:pt x="21" y="134"/>
                    </a:lnTo>
                    <a:lnTo>
                      <a:pt x="19" y="136"/>
                    </a:lnTo>
                    <a:lnTo>
                      <a:pt x="19" y="136"/>
                    </a:lnTo>
                    <a:lnTo>
                      <a:pt x="19" y="136"/>
                    </a:lnTo>
                    <a:lnTo>
                      <a:pt x="19" y="136"/>
                    </a:lnTo>
                    <a:lnTo>
                      <a:pt x="19" y="138"/>
                    </a:lnTo>
                    <a:lnTo>
                      <a:pt x="19" y="138"/>
                    </a:lnTo>
                    <a:lnTo>
                      <a:pt x="16" y="144"/>
                    </a:lnTo>
                    <a:lnTo>
                      <a:pt x="16" y="144"/>
                    </a:lnTo>
                    <a:lnTo>
                      <a:pt x="15" y="147"/>
                    </a:lnTo>
                    <a:lnTo>
                      <a:pt x="15" y="147"/>
                    </a:lnTo>
                    <a:lnTo>
                      <a:pt x="14" y="152"/>
                    </a:lnTo>
                    <a:lnTo>
                      <a:pt x="14" y="152"/>
                    </a:lnTo>
                    <a:lnTo>
                      <a:pt x="12" y="156"/>
                    </a:lnTo>
                    <a:lnTo>
                      <a:pt x="12" y="156"/>
                    </a:lnTo>
                    <a:lnTo>
                      <a:pt x="9" y="161"/>
                    </a:lnTo>
                    <a:lnTo>
                      <a:pt x="9" y="161"/>
                    </a:lnTo>
                    <a:lnTo>
                      <a:pt x="9" y="165"/>
                    </a:lnTo>
                    <a:lnTo>
                      <a:pt x="9" y="165"/>
                    </a:lnTo>
                    <a:lnTo>
                      <a:pt x="8" y="169"/>
                    </a:lnTo>
                    <a:lnTo>
                      <a:pt x="8" y="169"/>
                    </a:lnTo>
                    <a:lnTo>
                      <a:pt x="8" y="170"/>
                    </a:lnTo>
                    <a:lnTo>
                      <a:pt x="8" y="170"/>
                    </a:lnTo>
                    <a:lnTo>
                      <a:pt x="5" y="177"/>
                    </a:lnTo>
                    <a:lnTo>
                      <a:pt x="5" y="177"/>
                    </a:lnTo>
                    <a:lnTo>
                      <a:pt x="5" y="180"/>
                    </a:lnTo>
                    <a:lnTo>
                      <a:pt x="5" y="180"/>
                    </a:lnTo>
                    <a:lnTo>
                      <a:pt x="5" y="180"/>
                    </a:lnTo>
                    <a:lnTo>
                      <a:pt x="5" y="180"/>
                    </a:lnTo>
                    <a:lnTo>
                      <a:pt x="4" y="190"/>
                    </a:lnTo>
                    <a:lnTo>
                      <a:pt x="4" y="190"/>
                    </a:lnTo>
                    <a:lnTo>
                      <a:pt x="3" y="191"/>
                    </a:lnTo>
                    <a:lnTo>
                      <a:pt x="3" y="191"/>
                    </a:lnTo>
                    <a:lnTo>
                      <a:pt x="3" y="191"/>
                    </a:lnTo>
                    <a:lnTo>
                      <a:pt x="3" y="191"/>
                    </a:lnTo>
                    <a:lnTo>
                      <a:pt x="3" y="192"/>
                    </a:lnTo>
                    <a:lnTo>
                      <a:pt x="3" y="192"/>
                    </a:lnTo>
                    <a:lnTo>
                      <a:pt x="1" y="201"/>
                    </a:lnTo>
                    <a:lnTo>
                      <a:pt x="1" y="201"/>
                    </a:lnTo>
                    <a:lnTo>
                      <a:pt x="1" y="202"/>
                    </a:lnTo>
                    <a:lnTo>
                      <a:pt x="1" y="202"/>
                    </a:lnTo>
                    <a:lnTo>
                      <a:pt x="1" y="204"/>
                    </a:lnTo>
                    <a:lnTo>
                      <a:pt x="1" y="204"/>
                    </a:lnTo>
                    <a:lnTo>
                      <a:pt x="1" y="212"/>
                    </a:lnTo>
                    <a:lnTo>
                      <a:pt x="1" y="212"/>
                    </a:lnTo>
                    <a:lnTo>
                      <a:pt x="0" y="212"/>
                    </a:lnTo>
                    <a:lnTo>
                      <a:pt x="0" y="212"/>
                    </a:lnTo>
                    <a:lnTo>
                      <a:pt x="0" y="213"/>
                    </a:lnTo>
                    <a:lnTo>
                      <a:pt x="0" y="213"/>
                    </a:lnTo>
                    <a:lnTo>
                      <a:pt x="0" y="215"/>
                    </a:lnTo>
                    <a:lnTo>
                      <a:pt x="0" y="215"/>
                    </a:lnTo>
                    <a:lnTo>
                      <a:pt x="0" y="219"/>
                    </a:lnTo>
                    <a:lnTo>
                      <a:pt x="0" y="219"/>
                    </a:lnTo>
                    <a:lnTo>
                      <a:pt x="0" y="224"/>
                    </a:lnTo>
                    <a:lnTo>
                      <a:pt x="0" y="224"/>
                    </a:lnTo>
                    <a:lnTo>
                      <a:pt x="0" y="226"/>
                    </a:lnTo>
                    <a:lnTo>
                      <a:pt x="0" y="226"/>
                    </a:lnTo>
                    <a:lnTo>
                      <a:pt x="0" y="230"/>
                    </a:lnTo>
                    <a:lnTo>
                      <a:pt x="0" y="230"/>
                    </a:lnTo>
                    <a:lnTo>
                      <a:pt x="0" y="234"/>
                    </a:lnTo>
                    <a:lnTo>
                      <a:pt x="0" y="234"/>
                    </a:lnTo>
                    <a:lnTo>
                      <a:pt x="0" y="235"/>
                    </a:lnTo>
                    <a:lnTo>
                      <a:pt x="0" y="235"/>
                    </a:lnTo>
                    <a:lnTo>
                      <a:pt x="0" y="240"/>
                    </a:lnTo>
                    <a:lnTo>
                      <a:pt x="0" y="240"/>
                    </a:lnTo>
                    <a:lnTo>
                      <a:pt x="0" y="245"/>
                    </a:lnTo>
                    <a:lnTo>
                      <a:pt x="0" y="245"/>
                    </a:lnTo>
                    <a:lnTo>
                      <a:pt x="0" y="245"/>
                    </a:lnTo>
                    <a:lnTo>
                      <a:pt x="0" y="245"/>
                    </a:lnTo>
                    <a:lnTo>
                      <a:pt x="0" y="252"/>
                    </a:lnTo>
                    <a:lnTo>
                      <a:pt x="0" y="252"/>
                    </a:lnTo>
                    <a:lnTo>
                      <a:pt x="0" y="255"/>
                    </a:lnTo>
                    <a:lnTo>
                      <a:pt x="0" y="255"/>
                    </a:lnTo>
                    <a:lnTo>
                      <a:pt x="0" y="255"/>
                    </a:lnTo>
                    <a:lnTo>
                      <a:pt x="0" y="255"/>
                    </a:lnTo>
                    <a:lnTo>
                      <a:pt x="1" y="264"/>
                    </a:lnTo>
                    <a:lnTo>
                      <a:pt x="1" y="264"/>
                    </a:lnTo>
                    <a:lnTo>
                      <a:pt x="1" y="266"/>
                    </a:lnTo>
                    <a:lnTo>
                      <a:pt x="1" y="266"/>
                    </a:lnTo>
                    <a:lnTo>
                      <a:pt x="1" y="269"/>
                    </a:lnTo>
                    <a:lnTo>
                      <a:pt x="1" y="269"/>
                    </a:lnTo>
                    <a:lnTo>
                      <a:pt x="3" y="274"/>
                    </a:lnTo>
                    <a:lnTo>
                      <a:pt x="3" y="274"/>
                    </a:lnTo>
                    <a:lnTo>
                      <a:pt x="3" y="276"/>
                    </a:lnTo>
                    <a:lnTo>
                      <a:pt x="3" y="276"/>
                    </a:lnTo>
                    <a:lnTo>
                      <a:pt x="4" y="280"/>
                    </a:lnTo>
                    <a:lnTo>
                      <a:pt x="4" y="280"/>
                    </a:lnTo>
                    <a:lnTo>
                      <a:pt x="4" y="285"/>
                    </a:lnTo>
                    <a:lnTo>
                      <a:pt x="4" y="285"/>
                    </a:lnTo>
                    <a:lnTo>
                      <a:pt x="5" y="287"/>
                    </a:lnTo>
                    <a:lnTo>
                      <a:pt x="5" y="287"/>
                    </a:lnTo>
                    <a:lnTo>
                      <a:pt x="5" y="291"/>
                    </a:lnTo>
                    <a:lnTo>
                      <a:pt x="5" y="291"/>
                    </a:lnTo>
                    <a:lnTo>
                      <a:pt x="7" y="295"/>
                    </a:lnTo>
                    <a:lnTo>
                      <a:pt x="7" y="295"/>
                    </a:lnTo>
                    <a:lnTo>
                      <a:pt x="7" y="295"/>
                    </a:lnTo>
                    <a:lnTo>
                      <a:pt x="7" y="296"/>
                    </a:lnTo>
                    <a:lnTo>
                      <a:pt x="7" y="296"/>
                    </a:lnTo>
                    <a:lnTo>
                      <a:pt x="7" y="298"/>
                    </a:lnTo>
                    <a:lnTo>
                      <a:pt x="7" y="298"/>
                    </a:lnTo>
                    <a:lnTo>
                      <a:pt x="7" y="298"/>
                    </a:lnTo>
                    <a:lnTo>
                      <a:pt x="7" y="298"/>
                    </a:lnTo>
                    <a:lnTo>
                      <a:pt x="9" y="307"/>
                    </a:lnTo>
                    <a:lnTo>
                      <a:pt x="9" y="307"/>
                    </a:lnTo>
                    <a:lnTo>
                      <a:pt x="9" y="309"/>
                    </a:lnTo>
                    <a:lnTo>
                      <a:pt x="9" y="309"/>
                    </a:lnTo>
                    <a:lnTo>
                      <a:pt x="11" y="310"/>
                    </a:lnTo>
                    <a:lnTo>
                      <a:pt x="11" y="310"/>
                    </a:lnTo>
                    <a:lnTo>
                      <a:pt x="12" y="317"/>
                    </a:lnTo>
                    <a:lnTo>
                      <a:pt x="12" y="317"/>
                    </a:lnTo>
                    <a:lnTo>
                      <a:pt x="12" y="318"/>
                    </a:lnTo>
                    <a:lnTo>
                      <a:pt x="12" y="318"/>
                    </a:lnTo>
                    <a:lnTo>
                      <a:pt x="14" y="321"/>
                    </a:lnTo>
                    <a:lnTo>
                      <a:pt x="14" y="321"/>
                    </a:lnTo>
                    <a:lnTo>
                      <a:pt x="16" y="327"/>
                    </a:lnTo>
                    <a:lnTo>
                      <a:pt x="16" y="327"/>
                    </a:lnTo>
                    <a:lnTo>
                      <a:pt x="16" y="328"/>
                    </a:lnTo>
                    <a:lnTo>
                      <a:pt x="16" y="328"/>
                    </a:lnTo>
                    <a:lnTo>
                      <a:pt x="18" y="330"/>
                    </a:lnTo>
                    <a:lnTo>
                      <a:pt x="18" y="330"/>
                    </a:lnTo>
                    <a:lnTo>
                      <a:pt x="19" y="335"/>
                    </a:lnTo>
                    <a:lnTo>
                      <a:pt x="19" y="335"/>
                    </a:lnTo>
                    <a:lnTo>
                      <a:pt x="19" y="338"/>
                    </a:lnTo>
                    <a:lnTo>
                      <a:pt x="19" y="338"/>
                    </a:lnTo>
                    <a:lnTo>
                      <a:pt x="21" y="341"/>
                    </a:lnTo>
                    <a:lnTo>
                      <a:pt x="21" y="341"/>
                    </a:lnTo>
                    <a:lnTo>
                      <a:pt x="22" y="343"/>
                    </a:lnTo>
                    <a:lnTo>
                      <a:pt x="22" y="343"/>
                    </a:lnTo>
                    <a:lnTo>
                      <a:pt x="25" y="348"/>
                    </a:lnTo>
                    <a:lnTo>
                      <a:pt x="25" y="348"/>
                    </a:lnTo>
                    <a:lnTo>
                      <a:pt x="26" y="350"/>
                    </a:lnTo>
                    <a:lnTo>
                      <a:pt x="26" y="350"/>
                    </a:lnTo>
                    <a:lnTo>
                      <a:pt x="29" y="357"/>
                    </a:lnTo>
                    <a:lnTo>
                      <a:pt x="29" y="357"/>
                    </a:lnTo>
                    <a:lnTo>
                      <a:pt x="29" y="359"/>
                    </a:lnTo>
                    <a:lnTo>
                      <a:pt x="29" y="359"/>
                    </a:lnTo>
                    <a:lnTo>
                      <a:pt x="33" y="366"/>
                    </a:lnTo>
                    <a:lnTo>
                      <a:pt x="33" y="366"/>
                    </a:lnTo>
                    <a:lnTo>
                      <a:pt x="33" y="366"/>
                    </a:lnTo>
                    <a:lnTo>
                      <a:pt x="33" y="366"/>
                    </a:lnTo>
                    <a:lnTo>
                      <a:pt x="34" y="367"/>
                    </a:lnTo>
                    <a:lnTo>
                      <a:pt x="34" y="367"/>
                    </a:lnTo>
                    <a:lnTo>
                      <a:pt x="37" y="372"/>
                    </a:lnTo>
                    <a:lnTo>
                      <a:pt x="37" y="372"/>
                    </a:lnTo>
                    <a:lnTo>
                      <a:pt x="39" y="374"/>
                    </a:lnTo>
                    <a:lnTo>
                      <a:pt x="39" y="374"/>
                    </a:lnTo>
                    <a:lnTo>
                      <a:pt x="41" y="378"/>
                    </a:lnTo>
                    <a:lnTo>
                      <a:pt x="41" y="378"/>
                    </a:lnTo>
                    <a:lnTo>
                      <a:pt x="44" y="381"/>
                    </a:lnTo>
                    <a:lnTo>
                      <a:pt x="44" y="381"/>
                    </a:lnTo>
                    <a:lnTo>
                      <a:pt x="45" y="385"/>
                    </a:lnTo>
                    <a:lnTo>
                      <a:pt x="45" y="385"/>
                    </a:lnTo>
                    <a:lnTo>
                      <a:pt x="48" y="388"/>
                    </a:lnTo>
                    <a:lnTo>
                      <a:pt x="48" y="388"/>
                    </a:lnTo>
                    <a:lnTo>
                      <a:pt x="48" y="389"/>
                    </a:lnTo>
                    <a:lnTo>
                      <a:pt x="48" y="389"/>
                    </a:lnTo>
                    <a:lnTo>
                      <a:pt x="51" y="392"/>
                    </a:lnTo>
                    <a:lnTo>
                      <a:pt x="51" y="392"/>
                    </a:lnTo>
                    <a:lnTo>
                      <a:pt x="52" y="393"/>
                    </a:lnTo>
                    <a:lnTo>
                      <a:pt x="52" y="393"/>
                    </a:lnTo>
                    <a:lnTo>
                      <a:pt x="56" y="397"/>
                    </a:lnTo>
                    <a:lnTo>
                      <a:pt x="56" y="397"/>
                    </a:lnTo>
                    <a:lnTo>
                      <a:pt x="56" y="399"/>
                    </a:lnTo>
                    <a:lnTo>
                      <a:pt x="56" y="399"/>
                    </a:lnTo>
                    <a:lnTo>
                      <a:pt x="62" y="404"/>
                    </a:lnTo>
                    <a:lnTo>
                      <a:pt x="62" y="404"/>
                    </a:lnTo>
                    <a:lnTo>
                      <a:pt x="63" y="406"/>
                    </a:lnTo>
                    <a:lnTo>
                      <a:pt x="63" y="406"/>
                    </a:lnTo>
                    <a:lnTo>
                      <a:pt x="68" y="410"/>
                    </a:lnTo>
                    <a:lnTo>
                      <a:pt x="68" y="410"/>
                    </a:lnTo>
                    <a:lnTo>
                      <a:pt x="69" y="411"/>
                    </a:lnTo>
                    <a:lnTo>
                      <a:pt x="69" y="411"/>
                    </a:lnTo>
                    <a:lnTo>
                      <a:pt x="72" y="415"/>
                    </a:lnTo>
                    <a:lnTo>
                      <a:pt x="72" y="415"/>
                    </a:lnTo>
                    <a:lnTo>
                      <a:pt x="73" y="415"/>
                    </a:lnTo>
                    <a:lnTo>
                      <a:pt x="73" y="415"/>
                    </a:lnTo>
                    <a:lnTo>
                      <a:pt x="74" y="417"/>
                    </a:lnTo>
                    <a:lnTo>
                      <a:pt x="74" y="417"/>
                    </a:lnTo>
                    <a:lnTo>
                      <a:pt x="77" y="420"/>
                    </a:lnTo>
                    <a:lnTo>
                      <a:pt x="77" y="420"/>
                    </a:lnTo>
                    <a:lnTo>
                      <a:pt x="80" y="422"/>
                    </a:lnTo>
                    <a:lnTo>
                      <a:pt x="80" y="422"/>
                    </a:lnTo>
                    <a:lnTo>
                      <a:pt x="83" y="425"/>
                    </a:lnTo>
                    <a:lnTo>
                      <a:pt x="83" y="425"/>
                    </a:lnTo>
                    <a:lnTo>
                      <a:pt x="86" y="426"/>
                    </a:lnTo>
                    <a:lnTo>
                      <a:pt x="86" y="426"/>
                    </a:lnTo>
                    <a:lnTo>
                      <a:pt x="86" y="426"/>
                    </a:lnTo>
                    <a:lnTo>
                      <a:pt x="86" y="426"/>
                    </a:lnTo>
                    <a:lnTo>
                      <a:pt x="90" y="429"/>
                    </a:lnTo>
                    <a:lnTo>
                      <a:pt x="90" y="429"/>
                    </a:lnTo>
                    <a:lnTo>
                      <a:pt x="91" y="431"/>
                    </a:lnTo>
                    <a:lnTo>
                      <a:pt x="91" y="431"/>
                    </a:lnTo>
                    <a:lnTo>
                      <a:pt x="97" y="433"/>
                    </a:lnTo>
                    <a:lnTo>
                      <a:pt x="97" y="433"/>
                    </a:lnTo>
                    <a:lnTo>
                      <a:pt x="98" y="435"/>
                    </a:lnTo>
                    <a:lnTo>
                      <a:pt x="98" y="435"/>
                    </a:lnTo>
                    <a:lnTo>
                      <a:pt x="102" y="438"/>
                    </a:lnTo>
                    <a:lnTo>
                      <a:pt x="102" y="438"/>
                    </a:lnTo>
                    <a:lnTo>
                      <a:pt x="104" y="439"/>
                    </a:lnTo>
                    <a:lnTo>
                      <a:pt x="104" y="439"/>
                    </a:lnTo>
                    <a:lnTo>
                      <a:pt x="108" y="440"/>
                    </a:lnTo>
                    <a:lnTo>
                      <a:pt x="108" y="440"/>
                    </a:lnTo>
                    <a:lnTo>
                      <a:pt x="110" y="442"/>
                    </a:lnTo>
                    <a:lnTo>
                      <a:pt x="110" y="442"/>
                    </a:lnTo>
                    <a:lnTo>
                      <a:pt x="113" y="443"/>
                    </a:lnTo>
                    <a:lnTo>
                      <a:pt x="113" y="443"/>
                    </a:lnTo>
                    <a:lnTo>
                      <a:pt x="116" y="444"/>
                    </a:lnTo>
                    <a:lnTo>
                      <a:pt x="116" y="444"/>
                    </a:lnTo>
                    <a:lnTo>
                      <a:pt x="120" y="446"/>
                    </a:lnTo>
                    <a:lnTo>
                      <a:pt x="120" y="446"/>
                    </a:lnTo>
                    <a:lnTo>
                      <a:pt x="122" y="447"/>
                    </a:lnTo>
                    <a:lnTo>
                      <a:pt x="122" y="447"/>
                    </a:lnTo>
                    <a:lnTo>
                      <a:pt x="122" y="447"/>
                    </a:lnTo>
                    <a:lnTo>
                      <a:pt x="122" y="447"/>
                    </a:lnTo>
                    <a:lnTo>
                      <a:pt x="126" y="449"/>
                    </a:lnTo>
                    <a:lnTo>
                      <a:pt x="126" y="449"/>
                    </a:lnTo>
                    <a:lnTo>
                      <a:pt x="128" y="450"/>
                    </a:lnTo>
                    <a:lnTo>
                      <a:pt x="128" y="450"/>
                    </a:lnTo>
                    <a:lnTo>
                      <a:pt x="128" y="450"/>
                    </a:lnTo>
                    <a:lnTo>
                      <a:pt x="128" y="450"/>
                    </a:lnTo>
                    <a:lnTo>
                      <a:pt x="134" y="451"/>
                    </a:lnTo>
                    <a:lnTo>
                      <a:pt x="134" y="451"/>
                    </a:lnTo>
                    <a:lnTo>
                      <a:pt x="134" y="451"/>
                    </a:lnTo>
                    <a:lnTo>
                      <a:pt x="134" y="451"/>
                    </a:lnTo>
                    <a:lnTo>
                      <a:pt x="140" y="453"/>
                    </a:lnTo>
                    <a:lnTo>
                      <a:pt x="140" y="453"/>
                    </a:lnTo>
                    <a:lnTo>
                      <a:pt x="142" y="454"/>
                    </a:lnTo>
                    <a:lnTo>
                      <a:pt x="142" y="454"/>
                    </a:lnTo>
                    <a:lnTo>
                      <a:pt x="146" y="454"/>
                    </a:lnTo>
                    <a:lnTo>
                      <a:pt x="146" y="454"/>
                    </a:lnTo>
                    <a:lnTo>
                      <a:pt x="148" y="456"/>
                    </a:lnTo>
                    <a:lnTo>
                      <a:pt x="148" y="456"/>
                    </a:lnTo>
                    <a:lnTo>
                      <a:pt x="152" y="456"/>
                    </a:lnTo>
                    <a:lnTo>
                      <a:pt x="152" y="456"/>
                    </a:lnTo>
                    <a:lnTo>
                      <a:pt x="155" y="456"/>
                    </a:lnTo>
                    <a:lnTo>
                      <a:pt x="155" y="456"/>
                    </a:lnTo>
                    <a:lnTo>
                      <a:pt x="159" y="457"/>
                    </a:lnTo>
                    <a:lnTo>
                      <a:pt x="159" y="457"/>
                    </a:lnTo>
                    <a:lnTo>
                      <a:pt x="160" y="457"/>
                    </a:lnTo>
                    <a:lnTo>
                      <a:pt x="160" y="457"/>
                    </a:lnTo>
                    <a:lnTo>
                      <a:pt x="164" y="457"/>
                    </a:lnTo>
                    <a:lnTo>
                      <a:pt x="164" y="457"/>
                    </a:lnTo>
                    <a:lnTo>
                      <a:pt x="167" y="457"/>
                    </a:lnTo>
                    <a:lnTo>
                      <a:pt x="167" y="457"/>
                    </a:lnTo>
                    <a:lnTo>
                      <a:pt x="173" y="457"/>
                    </a:lnTo>
                    <a:lnTo>
                      <a:pt x="364" y="451"/>
                    </a:lnTo>
                    <a:lnTo>
                      <a:pt x="364" y="451"/>
                    </a:lnTo>
                    <a:lnTo>
                      <a:pt x="358" y="451"/>
                    </a:lnTo>
                    <a:lnTo>
                      <a:pt x="358" y="451"/>
                    </a:lnTo>
                    <a:lnTo>
                      <a:pt x="355" y="451"/>
                    </a:lnTo>
                    <a:lnTo>
                      <a:pt x="355" y="451"/>
                    </a:lnTo>
                    <a:close/>
                  </a:path>
                </a:pathLst>
              </a:custGeom>
              <a:solidFill>
                <a:srgbClr val="8080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  <p:sp>
            <p:nvSpPr>
              <p:cNvPr id="43" name="ïš1îḑè" descr="24f3afdd-e96c-4d1b-932a-0861dd932221"/>
              <p:cNvSpPr/>
              <p:nvPr/>
            </p:nvSpPr>
            <p:spPr bwMode="auto">
              <a:xfrm>
                <a:off x="5882404" y="4753077"/>
                <a:ext cx="212978" cy="303393"/>
              </a:xfrm>
              <a:custGeom>
                <a:avLst/>
                <a:gdLst>
                  <a:gd name="T0" fmla="*/ 306 w 318"/>
                  <a:gd name="T1" fmla="*/ 159 h 454"/>
                  <a:gd name="T2" fmla="*/ 284 w 318"/>
                  <a:gd name="T3" fmla="*/ 103 h 454"/>
                  <a:gd name="T4" fmla="*/ 263 w 318"/>
                  <a:gd name="T5" fmla="*/ 70 h 454"/>
                  <a:gd name="T6" fmla="*/ 240 w 318"/>
                  <a:gd name="T7" fmla="*/ 43 h 454"/>
                  <a:gd name="T8" fmla="*/ 198 w 318"/>
                  <a:gd name="T9" fmla="*/ 13 h 454"/>
                  <a:gd name="T10" fmla="*/ 168 w 318"/>
                  <a:gd name="T11" fmla="*/ 3 h 454"/>
                  <a:gd name="T12" fmla="*/ 121 w 318"/>
                  <a:gd name="T13" fmla="*/ 2 h 454"/>
                  <a:gd name="T14" fmla="*/ 90 w 318"/>
                  <a:gd name="T15" fmla="*/ 14 h 454"/>
                  <a:gd name="T16" fmla="*/ 62 w 318"/>
                  <a:gd name="T17" fmla="*/ 34 h 454"/>
                  <a:gd name="T18" fmla="*/ 29 w 318"/>
                  <a:gd name="T19" fmla="*/ 78 h 454"/>
                  <a:gd name="T20" fmla="*/ 14 w 318"/>
                  <a:gd name="T21" fmla="*/ 115 h 454"/>
                  <a:gd name="T22" fmla="*/ 2 w 318"/>
                  <a:gd name="T23" fmla="*/ 182 h 454"/>
                  <a:gd name="T24" fmla="*/ 2 w 318"/>
                  <a:gd name="T25" fmla="*/ 229 h 454"/>
                  <a:gd name="T26" fmla="*/ 8 w 318"/>
                  <a:gd name="T27" fmla="*/ 279 h 454"/>
                  <a:gd name="T28" fmla="*/ 33 w 318"/>
                  <a:gd name="T29" fmla="*/ 346 h 454"/>
                  <a:gd name="T30" fmla="*/ 56 w 318"/>
                  <a:gd name="T31" fmla="*/ 384 h 454"/>
                  <a:gd name="T32" fmla="*/ 97 w 318"/>
                  <a:gd name="T33" fmla="*/ 425 h 454"/>
                  <a:gd name="T34" fmla="*/ 127 w 318"/>
                  <a:gd name="T35" fmla="*/ 443 h 454"/>
                  <a:gd name="T36" fmla="*/ 159 w 318"/>
                  <a:gd name="T37" fmla="*/ 453 h 454"/>
                  <a:gd name="T38" fmla="*/ 205 w 318"/>
                  <a:gd name="T39" fmla="*/ 450 h 454"/>
                  <a:gd name="T40" fmla="*/ 235 w 318"/>
                  <a:gd name="T41" fmla="*/ 436 h 454"/>
                  <a:gd name="T42" fmla="*/ 273 w 318"/>
                  <a:gd name="T43" fmla="*/ 403 h 454"/>
                  <a:gd name="T44" fmla="*/ 291 w 318"/>
                  <a:gd name="T45" fmla="*/ 374 h 454"/>
                  <a:gd name="T46" fmla="*/ 305 w 318"/>
                  <a:gd name="T47" fmla="*/ 341 h 454"/>
                  <a:gd name="T48" fmla="*/ 317 w 318"/>
                  <a:gd name="T49" fmla="*/ 284 h 454"/>
                  <a:gd name="T50" fmla="*/ 318 w 318"/>
                  <a:gd name="T51" fmla="*/ 243 h 454"/>
                  <a:gd name="T52" fmla="*/ 312 w 318"/>
                  <a:gd name="T53" fmla="*/ 180 h 454"/>
                  <a:gd name="T54" fmla="*/ 292 w 318"/>
                  <a:gd name="T55" fmla="*/ 223 h 454"/>
                  <a:gd name="T56" fmla="*/ 292 w 318"/>
                  <a:gd name="T57" fmla="*/ 256 h 454"/>
                  <a:gd name="T58" fmla="*/ 289 w 318"/>
                  <a:gd name="T59" fmla="*/ 290 h 454"/>
                  <a:gd name="T60" fmla="*/ 281 w 318"/>
                  <a:gd name="T61" fmla="*/ 320 h 454"/>
                  <a:gd name="T62" fmla="*/ 270 w 318"/>
                  <a:gd name="T63" fmla="*/ 348 h 454"/>
                  <a:gd name="T64" fmla="*/ 253 w 318"/>
                  <a:gd name="T65" fmla="*/ 371 h 454"/>
                  <a:gd name="T66" fmla="*/ 234 w 318"/>
                  <a:gd name="T67" fmla="*/ 391 h 454"/>
                  <a:gd name="T68" fmla="*/ 212 w 318"/>
                  <a:gd name="T69" fmla="*/ 403 h 454"/>
                  <a:gd name="T70" fmla="*/ 187 w 318"/>
                  <a:gd name="T71" fmla="*/ 410 h 454"/>
                  <a:gd name="T72" fmla="*/ 161 w 318"/>
                  <a:gd name="T73" fmla="*/ 410 h 454"/>
                  <a:gd name="T74" fmla="*/ 136 w 318"/>
                  <a:gd name="T75" fmla="*/ 402 h 454"/>
                  <a:gd name="T76" fmla="*/ 111 w 318"/>
                  <a:gd name="T77" fmla="*/ 387 h 454"/>
                  <a:gd name="T78" fmla="*/ 89 w 318"/>
                  <a:gd name="T79" fmla="*/ 366 h 454"/>
                  <a:gd name="T80" fmla="*/ 69 w 318"/>
                  <a:gd name="T81" fmla="*/ 338 h 454"/>
                  <a:gd name="T82" fmla="*/ 53 w 318"/>
                  <a:gd name="T83" fmla="*/ 305 h 454"/>
                  <a:gd name="T84" fmla="*/ 42 w 318"/>
                  <a:gd name="T85" fmla="*/ 267 h 454"/>
                  <a:gd name="T86" fmla="*/ 35 w 318"/>
                  <a:gd name="T87" fmla="*/ 229 h 454"/>
                  <a:gd name="T88" fmla="*/ 35 w 318"/>
                  <a:gd name="T89" fmla="*/ 190 h 454"/>
                  <a:gd name="T90" fmla="*/ 40 w 318"/>
                  <a:gd name="T91" fmla="*/ 154 h 454"/>
                  <a:gd name="T92" fmla="*/ 50 w 318"/>
                  <a:gd name="T93" fmla="*/ 122 h 454"/>
                  <a:gd name="T94" fmla="*/ 65 w 318"/>
                  <a:gd name="T95" fmla="*/ 93 h 454"/>
                  <a:gd name="T96" fmla="*/ 83 w 318"/>
                  <a:gd name="T97" fmla="*/ 71 h 454"/>
                  <a:gd name="T98" fmla="*/ 105 w 318"/>
                  <a:gd name="T99" fmla="*/ 54 h 454"/>
                  <a:gd name="T100" fmla="*/ 130 w 318"/>
                  <a:gd name="T101" fmla="*/ 45 h 454"/>
                  <a:gd name="T102" fmla="*/ 157 w 318"/>
                  <a:gd name="T103" fmla="*/ 42 h 454"/>
                  <a:gd name="T104" fmla="*/ 181 w 318"/>
                  <a:gd name="T105" fmla="*/ 47 h 454"/>
                  <a:gd name="T106" fmla="*/ 205 w 318"/>
                  <a:gd name="T107" fmla="*/ 58 h 454"/>
                  <a:gd name="T108" fmla="*/ 227 w 318"/>
                  <a:gd name="T109" fmla="*/ 76 h 454"/>
                  <a:gd name="T110" fmla="*/ 246 w 318"/>
                  <a:gd name="T111" fmla="*/ 99 h 454"/>
                  <a:gd name="T112" fmla="*/ 263 w 318"/>
                  <a:gd name="T113" fmla="*/ 123 h 454"/>
                  <a:gd name="T114" fmla="*/ 277 w 318"/>
                  <a:gd name="T115" fmla="*/ 154 h 454"/>
                  <a:gd name="T116" fmla="*/ 287 w 318"/>
                  <a:gd name="T117" fmla="*/ 189 h 454"/>
                  <a:gd name="T118" fmla="*/ 292 w 318"/>
                  <a:gd name="T119" fmla="*/ 223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318" h="454">
                    <a:moveTo>
                      <a:pt x="312" y="180"/>
                    </a:moveTo>
                    <a:lnTo>
                      <a:pt x="312" y="180"/>
                    </a:lnTo>
                    <a:lnTo>
                      <a:pt x="306" y="159"/>
                    </a:lnTo>
                    <a:lnTo>
                      <a:pt x="299" y="139"/>
                    </a:lnTo>
                    <a:lnTo>
                      <a:pt x="292" y="121"/>
                    </a:lnTo>
                    <a:lnTo>
                      <a:pt x="284" y="103"/>
                    </a:lnTo>
                    <a:lnTo>
                      <a:pt x="284" y="103"/>
                    </a:lnTo>
                    <a:lnTo>
                      <a:pt x="274" y="86"/>
                    </a:lnTo>
                    <a:lnTo>
                      <a:pt x="263" y="70"/>
                    </a:lnTo>
                    <a:lnTo>
                      <a:pt x="252" y="56"/>
                    </a:lnTo>
                    <a:lnTo>
                      <a:pt x="240" y="43"/>
                    </a:lnTo>
                    <a:lnTo>
                      <a:pt x="240" y="43"/>
                    </a:lnTo>
                    <a:lnTo>
                      <a:pt x="226" y="31"/>
                    </a:lnTo>
                    <a:lnTo>
                      <a:pt x="212" y="21"/>
                    </a:lnTo>
                    <a:lnTo>
                      <a:pt x="198" y="13"/>
                    </a:lnTo>
                    <a:lnTo>
                      <a:pt x="183" y="7"/>
                    </a:lnTo>
                    <a:lnTo>
                      <a:pt x="183" y="7"/>
                    </a:lnTo>
                    <a:lnTo>
                      <a:pt x="168" y="3"/>
                    </a:lnTo>
                    <a:lnTo>
                      <a:pt x="152" y="0"/>
                    </a:lnTo>
                    <a:lnTo>
                      <a:pt x="137" y="0"/>
                    </a:lnTo>
                    <a:lnTo>
                      <a:pt x="121" y="2"/>
                    </a:lnTo>
                    <a:lnTo>
                      <a:pt x="121" y="2"/>
                    </a:lnTo>
                    <a:lnTo>
                      <a:pt x="105" y="7"/>
                    </a:lnTo>
                    <a:lnTo>
                      <a:pt x="90" y="14"/>
                    </a:lnTo>
                    <a:lnTo>
                      <a:pt x="76" y="22"/>
                    </a:lnTo>
                    <a:lnTo>
                      <a:pt x="62" y="34"/>
                    </a:lnTo>
                    <a:lnTo>
                      <a:pt x="62" y="34"/>
                    </a:lnTo>
                    <a:lnTo>
                      <a:pt x="50" y="46"/>
                    </a:lnTo>
                    <a:lnTo>
                      <a:pt x="39" y="61"/>
                    </a:lnTo>
                    <a:lnTo>
                      <a:pt x="29" y="78"/>
                    </a:lnTo>
                    <a:lnTo>
                      <a:pt x="21" y="96"/>
                    </a:lnTo>
                    <a:lnTo>
                      <a:pt x="21" y="96"/>
                    </a:lnTo>
                    <a:lnTo>
                      <a:pt x="14" y="115"/>
                    </a:lnTo>
                    <a:lnTo>
                      <a:pt x="7" y="136"/>
                    </a:lnTo>
                    <a:lnTo>
                      <a:pt x="3" y="158"/>
                    </a:lnTo>
                    <a:lnTo>
                      <a:pt x="2" y="182"/>
                    </a:lnTo>
                    <a:lnTo>
                      <a:pt x="2" y="182"/>
                    </a:lnTo>
                    <a:lnTo>
                      <a:pt x="0" y="205"/>
                    </a:lnTo>
                    <a:lnTo>
                      <a:pt x="2" y="229"/>
                    </a:lnTo>
                    <a:lnTo>
                      <a:pt x="4" y="254"/>
                    </a:lnTo>
                    <a:lnTo>
                      <a:pt x="8" y="279"/>
                    </a:lnTo>
                    <a:lnTo>
                      <a:pt x="8" y="279"/>
                    </a:lnTo>
                    <a:lnTo>
                      <a:pt x="15" y="302"/>
                    </a:lnTo>
                    <a:lnTo>
                      <a:pt x="24" y="326"/>
                    </a:lnTo>
                    <a:lnTo>
                      <a:pt x="33" y="346"/>
                    </a:lnTo>
                    <a:lnTo>
                      <a:pt x="44" y="366"/>
                    </a:lnTo>
                    <a:lnTo>
                      <a:pt x="44" y="366"/>
                    </a:lnTo>
                    <a:lnTo>
                      <a:pt x="56" y="384"/>
                    </a:lnTo>
                    <a:lnTo>
                      <a:pt x="69" y="399"/>
                    </a:lnTo>
                    <a:lnTo>
                      <a:pt x="82" y="414"/>
                    </a:lnTo>
                    <a:lnTo>
                      <a:pt x="97" y="425"/>
                    </a:lnTo>
                    <a:lnTo>
                      <a:pt x="97" y="425"/>
                    </a:lnTo>
                    <a:lnTo>
                      <a:pt x="112" y="435"/>
                    </a:lnTo>
                    <a:lnTo>
                      <a:pt x="127" y="443"/>
                    </a:lnTo>
                    <a:lnTo>
                      <a:pt x="143" y="449"/>
                    </a:lnTo>
                    <a:lnTo>
                      <a:pt x="159" y="453"/>
                    </a:lnTo>
                    <a:lnTo>
                      <a:pt x="159" y="453"/>
                    </a:lnTo>
                    <a:lnTo>
                      <a:pt x="175" y="454"/>
                    </a:lnTo>
                    <a:lnTo>
                      <a:pt x="190" y="453"/>
                    </a:lnTo>
                    <a:lnTo>
                      <a:pt x="205" y="450"/>
                    </a:lnTo>
                    <a:lnTo>
                      <a:pt x="222" y="445"/>
                    </a:lnTo>
                    <a:lnTo>
                      <a:pt x="222" y="445"/>
                    </a:lnTo>
                    <a:lnTo>
                      <a:pt x="235" y="436"/>
                    </a:lnTo>
                    <a:lnTo>
                      <a:pt x="249" y="428"/>
                    </a:lnTo>
                    <a:lnTo>
                      <a:pt x="262" y="416"/>
                    </a:lnTo>
                    <a:lnTo>
                      <a:pt x="273" y="403"/>
                    </a:lnTo>
                    <a:lnTo>
                      <a:pt x="273" y="403"/>
                    </a:lnTo>
                    <a:lnTo>
                      <a:pt x="282" y="389"/>
                    </a:lnTo>
                    <a:lnTo>
                      <a:pt x="291" y="374"/>
                    </a:lnTo>
                    <a:lnTo>
                      <a:pt x="299" y="357"/>
                    </a:lnTo>
                    <a:lnTo>
                      <a:pt x="305" y="341"/>
                    </a:lnTo>
                    <a:lnTo>
                      <a:pt x="305" y="341"/>
                    </a:lnTo>
                    <a:lnTo>
                      <a:pt x="310" y="323"/>
                    </a:lnTo>
                    <a:lnTo>
                      <a:pt x="314" y="303"/>
                    </a:lnTo>
                    <a:lnTo>
                      <a:pt x="317" y="284"/>
                    </a:lnTo>
                    <a:lnTo>
                      <a:pt x="318" y="263"/>
                    </a:lnTo>
                    <a:lnTo>
                      <a:pt x="318" y="263"/>
                    </a:lnTo>
                    <a:lnTo>
                      <a:pt x="318" y="243"/>
                    </a:lnTo>
                    <a:lnTo>
                      <a:pt x="318" y="222"/>
                    </a:lnTo>
                    <a:lnTo>
                      <a:pt x="316" y="201"/>
                    </a:lnTo>
                    <a:lnTo>
                      <a:pt x="312" y="180"/>
                    </a:lnTo>
                    <a:lnTo>
                      <a:pt x="312" y="180"/>
                    </a:lnTo>
                    <a:close/>
                    <a:moveTo>
                      <a:pt x="292" y="223"/>
                    </a:moveTo>
                    <a:lnTo>
                      <a:pt x="292" y="223"/>
                    </a:lnTo>
                    <a:lnTo>
                      <a:pt x="292" y="240"/>
                    </a:lnTo>
                    <a:lnTo>
                      <a:pt x="292" y="256"/>
                    </a:lnTo>
                    <a:lnTo>
                      <a:pt x="292" y="256"/>
                    </a:lnTo>
                    <a:lnTo>
                      <a:pt x="291" y="273"/>
                    </a:lnTo>
                    <a:lnTo>
                      <a:pt x="289" y="290"/>
                    </a:lnTo>
                    <a:lnTo>
                      <a:pt x="289" y="290"/>
                    </a:lnTo>
                    <a:lnTo>
                      <a:pt x="285" y="305"/>
                    </a:lnTo>
                    <a:lnTo>
                      <a:pt x="281" y="320"/>
                    </a:lnTo>
                    <a:lnTo>
                      <a:pt x="281" y="320"/>
                    </a:lnTo>
                    <a:lnTo>
                      <a:pt x="276" y="334"/>
                    </a:lnTo>
                    <a:lnTo>
                      <a:pt x="270" y="348"/>
                    </a:lnTo>
                    <a:lnTo>
                      <a:pt x="270" y="348"/>
                    </a:lnTo>
                    <a:lnTo>
                      <a:pt x="262" y="360"/>
                    </a:lnTo>
                    <a:lnTo>
                      <a:pt x="253" y="371"/>
                    </a:lnTo>
                    <a:lnTo>
                      <a:pt x="253" y="371"/>
                    </a:lnTo>
                    <a:lnTo>
                      <a:pt x="245" y="381"/>
                    </a:lnTo>
                    <a:lnTo>
                      <a:pt x="234" y="391"/>
                    </a:lnTo>
                    <a:lnTo>
                      <a:pt x="234" y="391"/>
                    </a:lnTo>
                    <a:lnTo>
                      <a:pt x="223" y="398"/>
                    </a:lnTo>
                    <a:lnTo>
                      <a:pt x="212" y="403"/>
                    </a:lnTo>
                    <a:lnTo>
                      <a:pt x="212" y="403"/>
                    </a:lnTo>
                    <a:lnTo>
                      <a:pt x="199" y="407"/>
                    </a:lnTo>
                    <a:lnTo>
                      <a:pt x="187" y="410"/>
                    </a:lnTo>
                    <a:lnTo>
                      <a:pt x="187" y="410"/>
                    </a:lnTo>
                    <a:lnTo>
                      <a:pt x="173" y="411"/>
                    </a:lnTo>
                    <a:lnTo>
                      <a:pt x="161" y="410"/>
                    </a:lnTo>
                    <a:lnTo>
                      <a:pt x="161" y="410"/>
                    </a:lnTo>
                    <a:lnTo>
                      <a:pt x="148" y="406"/>
                    </a:lnTo>
                    <a:lnTo>
                      <a:pt x="136" y="402"/>
                    </a:lnTo>
                    <a:lnTo>
                      <a:pt x="136" y="402"/>
                    </a:lnTo>
                    <a:lnTo>
                      <a:pt x="123" y="395"/>
                    </a:lnTo>
                    <a:lnTo>
                      <a:pt x="111" y="387"/>
                    </a:lnTo>
                    <a:lnTo>
                      <a:pt x="111" y="387"/>
                    </a:lnTo>
                    <a:lnTo>
                      <a:pt x="100" y="377"/>
                    </a:lnTo>
                    <a:lnTo>
                      <a:pt x="89" y="366"/>
                    </a:lnTo>
                    <a:lnTo>
                      <a:pt x="89" y="366"/>
                    </a:lnTo>
                    <a:lnTo>
                      <a:pt x="79" y="352"/>
                    </a:lnTo>
                    <a:lnTo>
                      <a:pt x="69" y="338"/>
                    </a:lnTo>
                    <a:lnTo>
                      <a:pt x="69" y="338"/>
                    </a:lnTo>
                    <a:lnTo>
                      <a:pt x="61" y="323"/>
                    </a:lnTo>
                    <a:lnTo>
                      <a:pt x="53" y="305"/>
                    </a:lnTo>
                    <a:lnTo>
                      <a:pt x="53" y="305"/>
                    </a:lnTo>
                    <a:lnTo>
                      <a:pt x="46" y="287"/>
                    </a:lnTo>
                    <a:lnTo>
                      <a:pt x="42" y="267"/>
                    </a:lnTo>
                    <a:lnTo>
                      <a:pt x="42" y="267"/>
                    </a:lnTo>
                    <a:lnTo>
                      <a:pt x="38" y="248"/>
                    </a:lnTo>
                    <a:lnTo>
                      <a:pt x="35" y="229"/>
                    </a:lnTo>
                    <a:lnTo>
                      <a:pt x="35" y="229"/>
                    </a:lnTo>
                    <a:lnTo>
                      <a:pt x="35" y="209"/>
                    </a:lnTo>
                    <a:lnTo>
                      <a:pt x="35" y="190"/>
                    </a:lnTo>
                    <a:lnTo>
                      <a:pt x="35" y="190"/>
                    </a:lnTo>
                    <a:lnTo>
                      <a:pt x="38" y="172"/>
                    </a:lnTo>
                    <a:lnTo>
                      <a:pt x="40" y="154"/>
                    </a:lnTo>
                    <a:lnTo>
                      <a:pt x="40" y="154"/>
                    </a:lnTo>
                    <a:lnTo>
                      <a:pt x="44" y="137"/>
                    </a:lnTo>
                    <a:lnTo>
                      <a:pt x="50" y="122"/>
                    </a:lnTo>
                    <a:lnTo>
                      <a:pt x="50" y="122"/>
                    </a:lnTo>
                    <a:lnTo>
                      <a:pt x="57" y="107"/>
                    </a:lnTo>
                    <a:lnTo>
                      <a:pt x="65" y="93"/>
                    </a:lnTo>
                    <a:lnTo>
                      <a:pt x="65" y="93"/>
                    </a:lnTo>
                    <a:lnTo>
                      <a:pt x="74" y="82"/>
                    </a:lnTo>
                    <a:lnTo>
                      <a:pt x="83" y="71"/>
                    </a:lnTo>
                    <a:lnTo>
                      <a:pt x="83" y="71"/>
                    </a:lnTo>
                    <a:lnTo>
                      <a:pt x="94" y="61"/>
                    </a:lnTo>
                    <a:lnTo>
                      <a:pt x="105" y="54"/>
                    </a:lnTo>
                    <a:lnTo>
                      <a:pt x="105" y="54"/>
                    </a:lnTo>
                    <a:lnTo>
                      <a:pt x="118" y="49"/>
                    </a:lnTo>
                    <a:lnTo>
                      <a:pt x="130" y="45"/>
                    </a:lnTo>
                    <a:lnTo>
                      <a:pt x="130" y="45"/>
                    </a:lnTo>
                    <a:lnTo>
                      <a:pt x="143" y="42"/>
                    </a:lnTo>
                    <a:lnTo>
                      <a:pt x="157" y="42"/>
                    </a:lnTo>
                    <a:lnTo>
                      <a:pt x="157" y="42"/>
                    </a:lnTo>
                    <a:lnTo>
                      <a:pt x="169" y="45"/>
                    </a:lnTo>
                    <a:lnTo>
                      <a:pt x="181" y="47"/>
                    </a:lnTo>
                    <a:lnTo>
                      <a:pt x="181" y="47"/>
                    </a:lnTo>
                    <a:lnTo>
                      <a:pt x="194" y="53"/>
                    </a:lnTo>
                    <a:lnTo>
                      <a:pt x="205" y="58"/>
                    </a:lnTo>
                    <a:lnTo>
                      <a:pt x="205" y="58"/>
                    </a:lnTo>
                    <a:lnTo>
                      <a:pt x="216" y="67"/>
                    </a:lnTo>
                    <a:lnTo>
                      <a:pt x="227" y="76"/>
                    </a:lnTo>
                    <a:lnTo>
                      <a:pt x="227" y="76"/>
                    </a:lnTo>
                    <a:lnTo>
                      <a:pt x="237" y="86"/>
                    </a:lnTo>
                    <a:lnTo>
                      <a:pt x="246" y="99"/>
                    </a:lnTo>
                    <a:lnTo>
                      <a:pt x="246" y="99"/>
                    </a:lnTo>
                    <a:lnTo>
                      <a:pt x="255" y="111"/>
                    </a:lnTo>
                    <a:lnTo>
                      <a:pt x="263" y="123"/>
                    </a:lnTo>
                    <a:lnTo>
                      <a:pt x="263" y="123"/>
                    </a:lnTo>
                    <a:lnTo>
                      <a:pt x="270" y="139"/>
                    </a:lnTo>
                    <a:lnTo>
                      <a:pt x="277" y="154"/>
                    </a:lnTo>
                    <a:lnTo>
                      <a:pt x="277" y="154"/>
                    </a:lnTo>
                    <a:lnTo>
                      <a:pt x="282" y="171"/>
                    </a:lnTo>
                    <a:lnTo>
                      <a:pt x="287" y="189"/>
                    </a:lnTo>
                    <a:lnTo>
                      <a:pt x="287" y="189"/>
                    </a:lnTo>
                    <a:lnTo>
                      <a:pt x="289" y="205"/>
                    </a:lnTo>
                    <a:lnTo>
                      <a:pt x="292" y="223"/>
                    </a:lnTo>
                    <a:lnTo>
                      <a:pt x="292" y="223"/>
                    </a:lnTo>
                    <a:close/>
                  </a:path>
                </a:pathLst>
              </a:custGeom>
              <a:solidFill>
                <a:srgbClr val="6D6E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  <p:sp>
            <p:nvSpPr>
              <p:cNvPr id="44" name="íṧ1iḍè" descr="10ce89f1-5ddd-4190-8638-9e9d784f74ae"/>
              <p:cNvSpPr/>
              <p:nvPr/>
            </p:nvSpPr>
            <p:spPr bwMode="auto">
              <a:xfrm>
                <a:off x="5888431" y="4889704"/>
                <a:ext cx="255172" cy="216996"/>
              </a:xfrm>
              <a:custGeom>
                <a:avLst/>
                <a:gdLst>
                  <a:gd name="T0" fmla="*/ 341 w 379"/>
                  <a:gd name="T1" fmla="*/ 11 h 324"/>
                  <a:gd name="T2" fmla="*/ 343 w 379"/>
                  <a:gd name="T3" fmla="*/ 33 h 324"/>
                  <a:gd name="T4" fmla="*/ 346 w 379"/>
                  <a:gd name="T5" fmla="*/ 75 h 324"/>
                  <a:gd name="T6" fmla="*/ 345 w 379"/>
                  <a:gd name="T7" fmla="*/ 95 h 324"/>
                  <a:gd name="T8" fmla="*/ 343 w 379"/>
                  <a:gd name="T9" fmla="*/ 115 h 324"/>
                  <a:gd name="T10" fmla="*/ 334 w 379"/>
                  <a:gd name="T11" fmla="*/ 153 h 324"/>
                  <a:gd name="T12" fmla="*/ 328 w 379"/>
                  <a:gd name="T13" fmla="*/ 171 h 324"/>
                  <a:gd name="T14" fmla="*/ 321 w 379"/>
                  <a:gd name="T15" fmla="*/ 188 h 324"/>
                  <a:gd name="T16" fmla="*/ 302 w 379"/>
                  <a:gd name="T17" fmla="*/ 217 h 324"/>
                  <a:gd name="T18" fmla="*/ 291 w 379"/>
                  <a:gd name="T19" fmla="*/ 231 h 324"/>
                  <a:gd name="T20" fmla="*/ 280 w 379"/>
                  <a:gd name="T21" fmla="*/ 242 h 324"/>
                  <a:gd name="T22" fmla="*/ 252 w 379"/>
                  <a:gd name="T23" fmla="*/ 260 h 324"/>
                  <a:gd name="T24" fmla="*/ 237 w 379"/>
                  <a:gd name="T25" fmla="*/ 266 h 324"/>
                  <a:gd name="T26" fmla="*/ 220 w 379"/>
                  <a:gd name="T27" fmla="*/ 270 h 324"/>
                  <a:gd name="T28" fmla="*/ 188 w 379"/>
                  <a:gd name="T29" fmla="*/ 268 h 324"/>
                  <a:gd name="T30" fmla="*/ 173 w 379"/>
                  <a:gd name="T31" fmla="*/ 266 h 324"/>
                  <a:gd name="T32" fmla="*/ 158 w 379"/>
                  <a:gd name="T33" fmla="*/ 260 h 324"/>
                  <a:gd name="T34" fmla="*/ 126 w 379"/>
                  <a:gd name="T35" fmla="*/ 242 h 324"/>
                  <a:gd name="T36" fmla="*/ 112 w 379"/>
                  <a:gd name="T37" fmla="*/ 231 h 324"/>
                  <a:gd name="T38" fmla="*/ 98 w 379"/>
                  <a:gd name="T39" fmla="*/ 217 h 324"/>
                  <a:gd name="T40" fmla="*/ 72 w 379"/>
                  <a:gd name="T41" fmla="*/ 184 h 324"/>
                  <a:gd name="T42" fmla="*/ 61 w 379"/>
                  <a:gd name="T43" fmla="*/ 165 h 324"/>
                  <a:gd name="T44" fmla="*/ 51 w 379"/>
                  <a:gd name="T45" fmla="*/ 144 h 324"/>
                  <a:gd name="T46" fmla="*/ 0 w 379"/>
                  <a:gd name="T47" fmla="*/ 130 h 324"/>
                  <a:gd name="T48" fmla="*/ 0 w 379"/>
                  <a:gd name="T49" fmla="*/ 130 h 324"/>
                  <a:gd name="T50" fmla="*/ 18 w 379"/>
                  <a:gd name="T51" fmla="*/ 177 h 324"/>
                  <a:gd name="T52" fmla="*/ 42 w 379"/>
                  <a:gd name="T53" fmla="*/ 220 h 324"/>
                  <a:gd name="T54" fmla="*/ 57 w 379"/>
                  <a:gd name="T55" fmla="*/ 241 h 324"/>
                  <a:gd name="T56" fmla="*/ 92 w 379"/>
                  <a:gd name="T57" fmla="*/ 277 h 324"/>
                  <a:gd name="T58" fmla="*/ 110 w 379"/>
                  <a:gd name="T59" fmla="*/ 292 h 324"/>
                  <a:gd name="T60" fmla="*/ 148 w 379"/>
                  <a:gd name="T61" fmla="*/ 313 h 324"/>
                  <a:gd name="T62" fmla="*/ 187 w 379"/>
                  <a:gd name="T63" fmla="*/ 322 h 324"/>
                  <a:gd name="T64" fmla="*/ 208 w 379"/>
                  <a:gd name="T65" fmla="*/ 324 h 324"/>
                  <a:gd name="T66" fmla="*/ 245 w 379"/>
                  <a:gd name="T67" fmla="*/ 318 h 324"/>
                  <a:gd name="T68" fmla="*/ 265 w 379"/>
                  <a:gd name="T69" fmla="*/ 310 h 324"/>
                  <a:gd name="T70" fmla="*/ 298 w 379"/>
                  <a:gd name="T71" fmla="*/ 288 h 324"/>
                  <a:gd name="T72" fmla="*/ 327 w 379"/>
                  <a:gd name="T73" fmla="*/ 257 h 324"/>
                  <a:gd name="T74" fmla="*/ 338 w 379"/>
                  <a:gd name="T75" fmla="*/ 239 h 324"/>
                  <a:gd name="T76" fmla="*/ 357 w 379"/>
                  <a:gd name="T77" fmla="*/ 199 h 324"/>
                  <a:gd name="T78" fmla="*/ 366 w 379"/>
                  <a:gd name="T79" fmla="*/ 177 h 324"/>
                  <a:gd name="T80" fmla="*/ 375 w 379"/>
                  <a:gd name="T81" fmla="*/ 131 h 324"/>
                  <a:gd name="T82" fmla="*/ 379 w 379"/>
                  <a:gd name="T83" fmla="*/ 81 h 324"/>
                  <a:gd name="T84" fmla="*/ 378 w 379"/>
                  <a:gd name="T85" fmla="*/ 62 h 324"/>
                  <a:gd name="T86" fmla="*/ 374 w 379"/>
                  <a:gd name="T87" fmla="*/ 21 h 324"/>
                  <a:gd name="T88" fmla="*/ 341 w 379"/>
                  <a:gd name="T89" fmla="*/ 11 h 3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379" h="324">
                    <a:moveTo>
                      <a:pt x="341" y="11"/>
                    </a:moveTo>
                    <a:lnTo>
                      <a:pt x="341" y="11"/>
                    </a:lnTo>
                    <a:lnTo>
                      <a:pt x="343" y="33"/>
                    </a:lnTo>
                    <a:lnTo>
                      <a:pt x="343" y="33"/>
                    </a:lnTo>
                    <a:lnTo>
                      <a:pt x="346" y="54"/>
                    </a:lnTo>
                    <a:lnTo>
                      <a:pt x="346" y="75"/>
                    </a:lnTo>
                    <a:lnTo>
                      <a:pt x="346" y="75"/>
                    </a:lnTo>
                    <a:lnTo>
                      <a:pt x="345" y="95"/>
                    </a:lnTo>
                    <a:lnTo>
                      <a:pt x="343" y="115"/>
                    </a:lnTo>
                    <a:lnTo>
                      <a:pt x="343" y="115"/>
                    </a:lnTo>
                    <a:lnTo>
                      <a:pt x="339" y="134"/>
                    </a:lnTo>
                    <a:lnTo>
                      <a:pt x="334" y="153"/>
                    </a:lnTo>
                    <a:lnTo>
                      <a:pt x="334" y="153"/>
                    </a:lnTo>
                    <a:lnTo>
                      <a:pt x="328" y="171"/>
                    </a:lnTo>
                    <a:lnTo>
                      <a:pt x="321" y="188"/>
                    </a:lnTo>
                    <a:lnTo>
                      <a:pt x="321" y="188"/>
                    </a:lnTo>
                    <a:lnTo>
                      <a:pt x="313" y="203"/>
                    </a:lnTo>
                    <a:lnTo>
                      <a:pt x="302" y="217"/>
                    </a:lnTo>
                    <a:lnTo>
                      <a:pt x="302" y="217"/>
                    </a:lnTo>
                    <a:lnTo>
                      <a:pt x="291" y="231"/>
                    </a:lnTo>
                    <a:lnTo>
                      <a:pt x="280" y="242"/>
                    </a:lnTo>
                    <a:lnTo>
                      <a:pt x="280" y="242"/>
                    </a:lnTo>
                    <a:lnTo>
                      <a:pt x="266" y="252"/>
                    </a:lnTo>
                    <a:lnTo>
                      <a:pt x="252" y="260"/>
                    </a:lnTo>
                    <a:lnTo>
                      <a:pt x="252" y="260"/>
                    </a:lnTo>
                    <a:lnTo>
                      <a:pt x="237" y="266"/>
                    </a:lnTo>
                    <a:lnTo>
                      <a:pt x="220" y="270"/>
                    </a:lnTo>
                    <a:lnTo>
                      <a:pt x="220" y="270"/>
                    </a:lnTo>
                    <a:lnTo>
                      <a:pt x="205" y="270"/>
                    </a:lnTo>
                    <a:lnTo>
                      <a:pt x="188" y="268"/>
                    </a:lnTo>
                    <a:lnTo>
                      <a:pt x="188" y="268"/>
                    </a:lnTo>
                    <a:lnTo>
                      <a:pt x="173" y="266"/>
                    </a:lnTo>
                    <a:lnTo>
                      <a:pt x="158" y="260"/>
                    </a:lnTo>
                    <a:lnTo>
                      <a:pt x="158" y="260"/>
                    </a:lnTo>
                    <a:lnTo>
                      <a:pt x="141" y="252"/>
                    </a:lnTo>
                    <a:lnTo>
                      <a:pt x="126" y="242"/>
                    </a:lnTo>
                    <a:lnTo>
                      <a:pt x="126" y="242"/>
                    </a:lnTo>
                    <a:lnTo>
                      <a:pt x="112" y="231"/>
                    </a:lnTo>
                    <a:lnTo>
                      <a:pt x="98" y="217"/>
                    </a:lnTo>
                    <a:lnTo>
                      <a:pt x="98" y="217"/>
                    </a:lnTo>
                    <a:lnTo>
                      <a:pt x="85" y="202"/>
                    </a:lnTo>
                    <a:lnTo>
                      <a:pt x="72" y="184"/>
                    </a:lnTo>
                    <a:lnTo>
                      <a:pt x="72" y="184"/>
                    </a:lnTo>
                    <a:lnTo>
                      <a:pt x="61" y="165"/>
                    </a:lnTo>
                    <a:lnTo>
                      <a:pt x="51" y="144"/>
                    </a:lnTo>
                    <a:lnTo>
                      <a:pt x="51" y="144"/>
                    </a:lnTo>
                    <a:lnTo>
                      <a:pt x="40" y="116"/>
                    </a:lnTo>
                    <a:lnTo>
                      <a:pt x="0" y="130"/>
                    </a:lnTo>
                    <a:lnTo>
                      <a:pt x="0" y="130"/>
                    </a:lnTo>
                    <a:lnTo>
                      <a:pt x="0" y="130"/>
                    </a:lnTo>
                    <a:lnTo>
                      <a:pt x="9" y="153"/>
                    </a:lnTo>
                    <a:lnTo>
                      <a:pt x="18" y="177"/>
                    </a:lnTo>
                    <a:lnTo>
                      <a:pt x="29" y="199"/>
                    </a:lnTo>
                    <a:lnTo>
                      <a:pt x="42" y="220"/>
                    </a:lnTo>
                    <a:lnTo>
                      <a:pt x="42" y="220"/>
                    </a:lnTo>
                    <a:lnTo>
                      <a:pt x="57" y="241"/>
                    </a:lnTo>
                    <a:lnTo>
                      <a:pt x="74" y="260"/>
                    </a:lnTo>
                    <a:lnTo>
                      <a:pt x="92" y="277"/>
                    </a:lnTo>
                    <a:lnTo>
                      <a:pt x="110" y="292"/>
                    </a:lnTo>
                    <a:lnTo>
                      <a:pt x="110" y="292"/>
                    </a:lnTo>
                    <a:lnTo>
                      <a:pt x="129" y="303"/>
                    </a:lnTo>
                    <a:lnTo>
                      <a:pt x="148" y="313"/>
                    </a:lnTo>
                    <a:lnTo>
                      <a:pt x="168" y="320"/>
                    </a:lnTo>
                    <a:lnTo>
                      <a:pt x="187" y="322"/>
                    </a:lnTo>
                    <a:lnTo>
                      <a:pt x="187" y="322"/>
                    </a:lnTo>
                    <a:lnTo>
                      <a:pt x="208" y="324"/>
                    </a:lnTo>
                    <a:lnTo>
                      <a:pt x="227" y="322"/>
                    </a:lnTo>
                    <a:lnTo>
                      <a:pt x="245" y="318"/>
                    </a:lnTo>
                    <a:lnTo>
                      <a:pt x="265" y="310"/>
                    </a:lnTo>
                    <a:lnTo>
                      <a:pt x="265" y="310"/>
                    </a:lnTo>
                    <a:lnTo>
                      <a:pt x="283" y="300"/>
                    </a:lnTo>
                    <a:lnTo>
                      <a:pt x="298" y="288"/>
                    </a:lnTo>
                    <a:lnTo>
                      <a:pt x="313" y="274"/>
                    </a:lnTo>
                    <a:lnTo>
                      <a:pt x="327" y="257"/>
                    </a:lnTo>
                    <a:lnTo>
                      <a:pt x="327" y="257"/>
                    </a:lnTo>
                    <a:lnTo>
                      <a:pt x="338" y="239"/>
                    </a:lnTo>
                    <a:lnTo>
                      <a:pt x="349" y="220"/>
                    </a:lnTo>
                    <a:lnTo>
                      <a:pt x="357" y="199"/>
                    </a:lnTo>
                    <a:lnTo>
                      <a:pt x="366" y="177"/>
                    </a:lnTo>
                    <a:lnTo>
                      <a:pt x="366" y="177"/>
                    </a:lnTo>
                    <a:lnTo>
                      <a:pt x="371" y="155"/>
                    </a:lnTo>
                    <a:lnTo>
                      <a:pt x="375" y="131"/>
                    </a:lnTo>
                    <a:lnTo>
                      <a:pt x="378" y="106"/>
                    </a:lnTo>
                    <a:lnTo>
                      <a:pt x="379" y="81"/>
                    </a:lnTo>
                    <a:lnTo>
                      <a:pt x="379" y="81"/>
                    </a:lnTo>
                    <a:lnTo>
                      <a:pt x="378" y="62"/>
                    </a:lnTo>
                    <a:lnTo>
                      <a:pt x="377" y="41"/>
                    </a:lnTo>
                    <a:lnTo>
                      <a:pt x="374" y="21"/>
                    </a:lnTo>
                    <a:lnTo>
                      <a:pt x="371" y="0"/>
                    </a:lnTo>
                    <a:lnTo>
                      <a:pt x="341" y="11"/>
                    </a:lnTo>
                    <a:close/>
                  </a:path>
                </a:pathLst>
              </a:custGeom>
              <a:solidFill>
                <a:srgbClr val="6D6E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  <p:sp>
            <p:nvSpPr>
              <p:cNvPr id="45" name="íṩḷïḋê" descr="4076282c-c871-4fc7-95cb-7ac6b6be23cc"/>
              <p:cNvSpPr/>
              <p:nvPr/>
            </p:nvSpPr>
            <p:spPr bwMode="auto">
              <a:xfrm>
                <a:off x="5735730" y="4974091"/>
                <a:ext cx="295357" cy="142655"/>
              </a:xfrm>
              <a:custGeom>
                <a:avLst/>
                <a:gdLst>
                  <a:gd name="T0" fmla="*/ 427 w 442"/>
                  <a:gd name="T1" fmla="*/ 198 h 213"/>
                  <a:gd name="T2" fmla="*/ 419 w 442"/>
                  <a:gd name="T3" fmla="*/ 198 h 213"/>
                  <a:gd name="T4" fmla="*/ 408 w 442"/>
                  <a:gd name="T5" fmla="*/ 195 h 213"/>
                  <a:gd name="T6" fmla="*/ 401 w 442"/>
                  <a:gd name="T7" fmla="*/ 194 h 213"/>
                  <a:gd name="T8" fmla="*/ 386 w 442"/>
                  <a:gd name="T9" fmla="*/ 189 h 213"/>
                  <a:gd name="T10" fmla="*/ 377 w 442"/>
                  <a:gd name="T11" fmla="*/ 187 h 213"/>
                  <a:gd name="T12" fmla="*/ 368 w 442"/>
                  <a:gd name="T13" fmla="*/ 182 h 213"/>
                  <a:gd name="T14" fmla="*/ 359 w 442"/>
                  <a:gd name="T15" fmla="*/ 178 h 213"/>
                  <a:gd name="T16" fmla="*/ 347 w 442"/>
                  <a:gd name="T17" fmla="*/ 170 h 213"/>
                  <a:gd name="T18" fmla="*/ 337 w 442"/>
                  <a:gd name="T19" fmla="*/ 164 h 213"/>
                  <a:gd name="T20" fmla="*/ 327 w 442"/>
                  <a:gd name="T21" fmla="*/ 156 h 213"/>
                  <a:gd name="T22" fmla="*/ 321 w 442"/>
                  <a:gd name="T23" fmla="*/ 151 h 213"/>
                  <a:gd name="T24" fmla="*/ 310 w 442"/>
                  <a:gd name="T25" fmla="*/ 140 h 213"/>
                  <a:gd name="T26" fmla="*/ 301 w 442"/>
                  <a:gd name="T27" fmla="*/ 133 h 213"/>
                  <a:gd name="T28" fmla="*/ 292 w 442"/>
                  <a:gd name="T29" fmla="*/ 122 h 213"/>
                  <a:gd name="T30" fmla="*/ 285 w 442"/>
                  <a:gd name="T31" fmla="*/ 112 h 213"/>
                  <a:gd name="T32" fmla="*/ 275 w 442"/>
                  <a:gd name="T33" fmla="*/ 98 h 213"/>
                  <a:gd name="T34" fmla="*/ 268 w 442"/>
                  <a:gd name="T35" fmla="*/ 90 h 213"/>
                  <a:gd name="T36" fmla="*/ 261 w 442"/>
                  <a:gd name="T37" fmla="*/ 77 h 213"/>
                  <a:gd name="T38" fmla="*/ 256 w 442"/>
                  <a:gd name="T39" fmla="*/ 68 h 213"/>
                  <a:gd name="T40" fmla="*/ 246 w 442"/>
                  <a:gd name="T41" fmla="*/ 47 h 213"/>
                  <a:gd name="T42" fmla="*/ 242 w 442"/>
                  <a:gd name="T43" fmla="*/ 37 h 213"/>
                  <a:gd name="T44" fmla="*/ 233 w 442"/>
                  <a:gd name="T45" fmla="*/ 18 h 213"/>
                  <a:gd name="T46" fmla="*/ 229 w 442"/>
                  <a:gd name="T47" fmla="*/ 4 h 213"/>
                  <a:gd name="T48" fmla="*/ 24 w 442"/>
                  <a:gd name="T49" fmla="*/ 37 h 213"/>
                  <a:gd name="T50" fmla="*/ 1 w 442"/>
                  <a:gd name="T51" fmla="*/ 45 h 213"/>
                  <a:gd name="T52" fmla="*/ 5 w 442"/>
                  <a:gd name="T53" fmla="*/ 57 h 213"/>
                  <a:gd name="T54" fmla="*/ 8 w 442"/>
                  <a:gd name="T55" fmla="*/ 62 h 213"/>
                  <a:gd name="T56" fmla="*/ 12 w 442"/>
                  <a:gd name="T57" fmla="*/ 73 h 213"/>
                  <a:gd name="T58" fmla="*/ 18 w 442"/>
                  <a:gd name="T59" fmla="*/ 83 h 213"/>
                  <a:gd name="T60" fmla="*/ 23 w 442"/>
                  <a:gd name="T61" fmla="*/ 95 h 213"/>
                  <a:gd name="T62" fmla="*/ 29 w 442"/>
                  <a:gd name="T63" fmla="*/ 105 h 213"/>
                  <a:gd name="T64" fmla="*/ 36 w 442"/>
                  <a:gd name="T65" fmla="*/ 116 h 213"/>
                  <a:gd name="T66" fmla="*/ 42 w 442"/>
                  <a:gd name="T67" fmla="*/ 123 h 213"/>
                  <a:gd name="T68" fmla="*/ 48 w 442"/>
                  <a:gd name="T69" fmla="*/ 133 h 213"/>
                  <a:gd name="T70" fmla="*/ 54 w 442"/>
                  <a:gd name="T71" fmla="*/ 138 h 213"/>
                  <a:gd name="T72" fmla="*/ 66 w 442"/>
                  <a:gd name="T73" fmla="*/ 152 h 213"/>
                  <a:gd name="T74" fmla="*/ 73 w 442"/>
                  <a:gd name="T75" fmla="*/ 159 h 213"/>
                  <a:gd name="T76" fmla="*/ 80 w 442"/>
                  <a:gd name="T77" fmla="*/ 166 h 213"/>
                  <a:gd name="T78" fmla="*/ 85 w 442"/>
                  <a:gd name="T79" fmla="*/ 170 h 213"/>
                  <a:gd name="T80" fmla="*/ 95 w 442"/>
                  <a:gd name="T81" fmla="*/ 177 h 213"/>
                  <a:gd name="T82" fmla="*/ 102 w 442"/>
                  <a:gd name="T83" fmla="*/ 182 h 213"/>
                  <a:gd name="T84" fmla="*/ 112 w 442"/>
                  <a:gd name="T85" fmla="*/ 188 h 213"/>
                  <a:gd name="T86" fmla="*/ 124 w 442"/>
                  <a:gd name="T87" fmla="*/ 195 h 213"/>
                  <a:gd name="T88" fmla="*/ 131 w 442"/>
                  <a:gd name="T89" fmla="*/ 198 h 213"/>
                  <a:gd name="T90" fmla="*/ 141 w 442"/>
                  <a:gd name="T91" fmla="*/ 202 h 213"/>
                  <a:gd name="T92" fmla="*/ 148 w 442"/>
                  <a:gd name="T93" fmla="*/ 205 h 213"/>
                  <a:gd name="T94" fmla="*/ 157 w 442"/>
                  <a:gd name="T95" fmla="*/ 207 h 213"/>
                  <a:gd name="T96" fmla="*/ 164 w 442"/>
                  <a:gd name="T97" fmla="*/ 209 h 213"/>
                  <a:gd name="T98" fmla="*/ 175 w 442"/>
                  <a:gd name="T99" fmla="*/ 212 h 213"/>
                  <a:gd name="T100" fmla="*/ 182 w 442"/>
                  <a:gd name="T101" fmla="*/ 212 h 213"/>
                  <a:gd name="T102" fmla="*/ 195 w 442"/>
                  <a:gd name="T103" fmla="*/ 213 h 213"/>
                  <a:gd name="T104" fmla="*/ 442 w 442"/>
                  <a:gd name="T105" fmla="*/ 198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442" h="213">
                    <a:moveTo>
                      <a:pt x="434" y="198"/>
                    </a:moveTo>
                    <a:lnTo>
                      <a:pt x="434" y="198"/>
                    </a:lnTo>
                    <a:lnTo>
                      <a:pt x="431" y="198"/>
                    </a:lnTo>
                    <a:lnTo>
                      <a:pt x="431" y="198"/>
                    </a:lnTo>
                    <a:lnTo>
                      <a:pt x="427" y="198"/>
                    </a:lnTo>
                    <a:lnTo>
                      <a:pt x="427" y="198"/>
                    </a:lnTo>
                    <a:lnTo>
                      <a:pt x="424" y="198"/>
                    </a:lnTo>
                    <a:lnTo>
                      <a:pt x="424" y="198"/>
                    </a:lnTo>
                    <a:lnTo>
                      <a:pt x="419" y="198"/>
                    </a:lnTo>
                    <a:lnTo>
                      <a:pt x="419" y="198"/>
                    </a:lnTo>
                    <a:lnTo>
                      <a:pt x="416" y="196"/>
                    </a:lnTo>
                    <a:lnTo>
                      <a:pt x="416" y="196"/>
                    </a:lnTo>
                    <a:lnTo>
                      <a:pt x="411" y="196"/>
                    </a:lnTo>
                    <a:lnTo>
                      <a:pt x="411" y="196"/>
                    </a:lnTo>
                    <a:lnTo>
                      <a:pt x="408" y="195"/>
                    </a:lnTo>
                    <a:lnTo>
                      <a:pt x="408" y="195"/>
                    </a:lnTo>
                    <a:lnTo>
                      <a:pt x="404" y="195"/>
                    </a:lnTo>
                    <a:lnTo>
                      <a:pt x="404" y="195"/>
                    </a:lnTo>
                    <a:lnTo>
                      <a:pt x="401" y="194"/>
                    </a:lnTo>
                    <a:lnTo>
                      <a:pt x="401" y="194"/>
                    </a:lnTo>
                    <a:lnTo>
                      <a:pt x="394" y="192"/>
                    </a:lnTo>
                    <a:lnTo>
                      <a:pt x="394" y="192"/>
                    </a:lnTo>
                    <a:lnTo>
                      <a:pt x="393" y="192"/>
                    </a:lnTo>
                    <a:lnTo>
                      <a:pt x="393" y="192"/>
                    </a:lnTo>
                    <a:lnTo>
                      <a:pt x="386" y="189"/>
                    </a:lnTo>
                    <a:lnTo>
                      <a:pt x="386" y="189"/>
                    </a:lnTo>
                    <a:lnTo>
                      <a:pt x="383" y="189"/>
                    </a:lnTo>
                    <a:lnTo>
                      <a:pt x="383" y="189"/>
                    </a:lnTo>
                    <a:lnTo>
                      <a:pt x="377" y="187"/>
                    </a:lnTo>
                    <a:lnTo>
                      <a:pt x="377" y="187"/>
                    </a:lnTo>
                    <a:lnTo>
                      <a:pt x="375" y="185"/>
                    </a:lnTo>
                    <a:lnTo>
                      <a:pt x="375" y="185"/>
                    </a:lnTo>
                    <a:lnTo>
                      <a:pt x="370" y="184"/>
                    </a:lnTo>
                    <a:lnTo>
                      <a:pt x="370" y="184"/>
                    </a:lnTo>
                    <a:lnTo>
                      <a:pt x="368" y="182"/>
                    </a:lnTo>
                    <a:lnTo>
                      <a:pt x="368" y="182"/>
                    </a:lnTo>
                    <a:lnTo>
                      <a:pt x="362" y="180"/>
                    </a:lnTo>
                    <a:lnTo>
                      <a:pt x="362" y="180"/>
                    </a:lnTo>
                    <a:lnTo>
                      <a:pt x="359" y="178"/>
                    </a:lnTo>
                    <a:lnTo>
                      <a:pt x="359" y="178"/>
                    </a:lnTo>
                    <a:lnTo>
                      <a:pt x="355" y="176"/>
                    </a:lnTo>
                    <a:lnTo>
                      <a:pt x="355" y="176"/>
                    </a:lnTo>
                    <a:lnTo>
                      <a:pt x="352" y="174"/>
                    </a:lnTo>
                    <a:lnTo>
                      <a:pt x="352" y="174"/>
                    </a:lnTo>
                    <a:lnTo>
                      <a:pt x="347" y="170"/>
                    </a:lnTo>
                    <a:lnTo>
                      <a:pt x="347" y="170"/>
                    </a:lnTo>
                    <a:lnTo>
                      <a:pt x="344" y="169"/>
                    </a:lnTo>
                    <a:lnTo>
                      <a:pt x="344" y="169"/>
                    </a:lnTo>
                    <a:lnTo>
                      <a:pt x="337" y="164"/>
                    </a:lnTo>
                    <a:lnTo>
                      <a:pt x="337" y="164"/>
                    </a:lnTo>
                    <a:lnTo>
                      <a:pt x="336" y="163"/>
                    </a:lnTo>
                    <a:lnTo>
                      <a:pt x="336" y="163"/>
                    </a:lnTo>
                    <a:lnTo>
                      <a:pt x="330" y="159"/>
                    </a:lnTo>
                    <a:lnTo>
                      <a:pt x="330" y="159"/>
                    </a:lnTo>
                    <a:lnTo>
                      <a:pt x="327" y="156"/>
                    </a:lnTo>
                    <a:lnTo>
                      <a:pt x="327" y="156"/>
                    </a:lnTo>
                    <a:lnTo>
                      <a:pt x="323" y="153"/>
                    </a:lnTo>
                    <a:lnTo>
                      <a:pt x="323" y="153"/>
                    </a:lnTo>
                    <a:lnTo>
                      <a:pt x="321" y="151"/>
                    </a:lnTo>
                    <a:lnTo>
                      <a:pt x="321" y="151"/>
                    </a:lnTo>
                    <a:lnTo>
                      <a:pt x="316" y="147"/>
                    </a:lnTo>
                    <a:lnTo>
                      <a:pt x="316" y="147"/>
                    </a:lnTo>
                    <a:lnTo>
                      <a:pt x="314" y="144"/>
                    </a:lnTo>
                    <a:lnTo>
                      <a:pt x="314" y="144"/>
                    </a:lnTo>
                    <a:lnTo>
                      <a:pt x="310" y="140"/>
                    </a:lnTo>
                    <a:lnTo>
                      <a:pt x="310" y="140"/>
                    </a:lnTo>
                    <a:lnTo>
                      <a:pt x="307" y="138"/>
                    </a:lnTo>
                    <a:lnTo>
                      <a:pt x="307" y="138"/>
                    </a:lnTo>
                    <a:lnTo>
                      <a:pt x="301" y="133"/>
                    </a:lnTo>
                    <a:lnTo>
                      <a:pt x="301" y="133"/>
                    </a:lnTo>
                    <a:lnTo>
                      <a:pt x="300" y="130"/>
                    </a:lnTo>
                    <a:lnTo>
                      <a:pt x="300" y="130"/>
                    </a:lnTo>
                    <a:lnTo>
                      <a:pt x="293" y="123"/>
                    </a:lnTo>
                    <a:lnTo>
                      <a:pt x="293" y="123"/>
                    </a:lnTo>
                    <a:lnTo>
                      <a:pt x="292" y="122"/>
                    </a:lnTo>
                    <a:lnTo>
                      <a:pt x="292" y="122"/>
                    </a:lnTo>
                    <a:lnTo>
                      <a:pt x="287" y="115"/>
                    </a:lnTo>
                    <a:lnTo>
                      <a:pt x="287" y="115"/>
                    </a:lnTo>
                    <a:lnTo>
                      <a:pt x="285" y="112"/>
                    </a:lnTo>
                    <a:lnTo>
                      <a:pt x="285" y="112"/>
                    </a:lnTo>
                    <a:lnTo>
                      <a:pt x="280" y="108"/>
                    </a:lnTo>
                    <a:lnTo>
                      <a:pt x="280" y="108"/>
                    </a:lnTo>
                    <a:lnTo>
                      <a:pt x="278" y="104"/>
                    </a:lnTo>
                    <a:lnTo>
                      <a:pt x="278" y="104"/>
                    </a:lnTo>
                    <a:lnTo>
                      <a:pt x="275" y="98"/>
                    </a:lnTo>
                    <a:lnTo>
                      <a:pt x="275" y="98"/>
                    </a:lnTo>
                    <a:lnTo>
                      <a:pt x="272" y="95"/>
                    </a:lnTo>
                    <a:lnTo>
                      <a:pt x="272" y="95"/>
                    </a:lnTo>
                    <a:lnTo>
                      <a:pt x="268" y="90"/>
                    </a:lnTo>
                    <a:lnTo>
                      <a:pt x="268" y="90"/>
                    </a:lnTo>
                    <a:lnTo>
                      <a:pt x="267" y="86"/>
                    </a:lnTo>
                    <a:lnTo>
                      <a:pt x="267" y="86"/>
                    </a:lnTo>
                    <a:lnTo>
                      <a:pt x="262" y="80"/>
                    </a:lnTo>
                    <a:lnTo>
                      <a:pt x="262" y="80"/>
                    </a:lnTo>
                    <a:lnTo>
                      <a:pt x="261" y="77"/>
                    </a:lnTo>
                    <a:lnTo>
                      <a:pt x="261" y="77"/>
                    </a:lnTo>
                    <a:lnTo>
                      <a:pt x="256" y="68"/>
                    </a:lnTo>
                    <a:lnTo>
                      <a:pt x="256" y="68"/>
                    </a:lnTo>
                    <a:lnTo>
                      <a:pt x="256" y="68"/>
                    </a:lnTo>
                    <a:lnTo>
                      <a:pt x="256" y="68"/>
                    </a:lnTo>
                    <a:lnTo>
                      <a:pt x="250" y="58"/>
                    </a:lnTo>
                    <a:lnTo>
                      <a:pt x="250" y="58"/>
                    </a:lnTo>
                    <a:lnTo>
                      <a:pt x="249" y="54"/>
                    </a:lnTo>
                    <a:lnTo>
                      <a:pt x="249" y="54"/>
                    </a:lnTo>
                    <a:lnTo>
                      <a:pt x="246" y="47"/>
                    </a:lnTo>
                    <a:lnTo>
                      <a:pt x="246" y="47"/>
                    </a:lnTo>
                    <a:lnTo>
                      <a:pt x="244" y="43"/>
                    </a:lnTo>
                    <a:lnTo>
                      <a:pt x="244" y="43"/>
                    </a:lnTo>
                    <a:lnTo>
                      <a:pt x="242" y="37"/>
                    </a:lnTo>
                    <a:lnTo>
                      <a:pt x="242" y="37"/>
                    </a:lnTo>
                    <a:lnTo>
                      <a:pt x="239" y="30"/>
                    </a:lnTo>
                    <a:lnTo>
                      <a:pt x="239" y="30"/>
                    </a:lnTo>
                    <a:lnTo>
                      <a:pt x="236" y="25"/>
                    </a:lnTo>
                    <a:lnTo>
                      <a:pt x="236" y="25"/>
                    </a:lnTo>
                    <a:lnTo>
                      <a:pt x="233" y="18"/>
                    </a:lnTo>
                    <a:lnTo>
                      <a:pt x="233" y="18"/>
                    </a:lnTo>
                    <a:lnTo>
                      <a:pt x="232" y="12"/>
                    </a:lnTo>
                    <a:lnTo>
                      <a:pt x="232" y="12"/>
                    </a:lnTo>
                    <a:lnTo>
                      <a:pt x="229" y="4"/>
                    </a:lnTo>
                    <a:lnTo>
                      <a:pt x="229" y="4"/>
                    </a:lnTo>
                    <a:lnTo>
                      <a:pt x="228" y="0"/>
                    </a:lnTo>
                    <a:lnTo>
                      <a:pt x="33" y="33"/>
                    </a:lnTo>
                    <a:lnTo>
                      <a:pt x="33" y="33"/>
                    </a:lnTo>
                    <a:lnTo>
                      <a:pt x="24" y="37"/>
                    </a:lnTo>
                    <a:lnTo>
                      <a:pt x="24" y="37"/>
                    </a:lnTo>
                    <a:lnTo>
                      <a:pt x="8" y="40"/>
                    </a:lnTo>
                    <a:lnTo>
                      <a:pt x="0" y="41"/>
                    </a:lnTo>
                    <a:lnTo>
                      <a:pt x="0" y="41"/>
                    </a:lnTo>
                    <a:lnTo>
                      <a:pt x="1" y="45"/>
                    </a:lnTo>
                    <a:lnTo>
                      <a:pt x="1" y="45"/>
                    </a:lnTo>
                    <a:lnTo>
                      <a:pt x="1" y="47"/>
                    </a:lnTo>
                    <a:lnTo>
                      <a:pt x="1" y="47"/>
                    </a:lnTo>
                    <a:lnTo>
                      <a:pt x="2" y="50"/>
                    </a:lnTo>
                    <a:lnTo>
                      <a:pt x="2" y="50"/>
                    </a:lnTo>
                    <a:lnTo>
                      <a:pt x="5" y="57"/>
                    </a:lnTo>
                    <a:lnTo>
                      <a:pt x="5" y="57"/>
                    </a:lnTo>
                    <a:lnTo>
                      <a:pt x="6" y="59"/>
                    </a:lnTo>
                    <a:lnTo>
                      <a:pt x="6" y="59"/>
                    </a:lnTo>
                    <a:lnTo>
                      <a:pt x="8" y="62"/>
                    </a:lnTo>
                    <a:lnTo>
                      <a:pt x="8" y="62"/>
                    </a:lnTo>
                    <a:lnTo>
                      <a:pt x="11" y="68"/>
                    </a:lnTo>
                    <a:lnTo>
                      <a:pt x="11" y="68"/>
                    </a:lnTo>
                    <a:lnTo>
                      <a:pt x="11" y="70"/>
                    </a:lnTo>
                    <a:lnTo>
                      <a:pt x="11" y="70"/>
                    </a:lnTo>
                    <a:lnTo>
                      <a:pt x="12" y="73"/>
                    </a:lnTo>
                    <a:lnTo>
                      <a:pt x="12" y="73"/>
                    </a:lnTo>
                    <a:lnTo>
                      <a:pt x="15" y="77"/>
                    </a:lnTo>
                    <a:lnTo>
                      <a:pt x="15" y="77"/>
                    </a:lnTo>
                    <a:lnTo>
                      <a:pt x="18" y="83"/>
                    </a:lnTo>
                    <a:lnTo>
                      <a:pt x="18" y="83"/>
                    </a:lnTo>
                    <a:lnTo>
                      <a:pt x="19" y="87"/>
                    </a:lnTo>
                    <a:lnTo>
                      <a:pt x="19" y="87"/>
                    </a:lnTo>
                    <a:lnTo>
                      <a:pt x="23" y="95"/>
                    </a:lnTo>
                    <a:lnTo>
                      <a:pt x="23" y="95"/>
                    </a:lnTo>
                    <a:lnTo>
                      <a:pt x="23" y="95"/>
                    </a:lnTo>
                    <a:lnTo>
                      <a:pt x="23" y="95"/>
                    </a:lnTo>
                    <a:lnTo>
                      <a:pt x="29" y="104"/>
                    </a:lnTo>
                    <a:lnTo>
                      <a:pt x="29" y="104"/>
                    </a:lnTo>
                    <a:lnTo>
                      <a:pt x="29" y="105"/>
                    </a:lnTo>
                    <a:lnTo>
                      <a:pt x="29" y="105"/>
                    </a:lnTo>
                    <a:lnTo>
                      <a:pt x="30" y="106"/>
                    </a:lnTo>
                    <a:lnTo>
                      <a:pt x="30" y="106"/>
                    </a:lnTo>
                    <a:lnTo>
                      <a:pt x="34" y="112"/>
                    </a:lnTo>
                    <a:lnTo>
                      <a:pt x="34" y="112"/>
                    </a:lnTo>
                    <a:lnTo>
                      <a:pt x="36" y="116"/>
                    </a:lnTo>
                    <a:lnTo>
                      <a:pt x="36" y="116"/>
                    </a:lnTo>
                    <a:lnTo>
                      <a:pt x="40" y="120"/>
                    </a:lnTo>
                    <a:lnTo>
                      <a:pt x="40" y="120"/>
                    </a:lnTo>
                    <a:lnTo>
                      <a:pt x="42" y="123"/>
                    </a:lnTo>
                    <a:lnTo>
                      <a:pt x="42" y="123"/>
                    </a:lnTo>
                    <a:lnTo>
                      <a:pt x="45" y="129"/>
                    </a:lnTo>
                    <a:lnTo>
                      <a:pt x="45" y="129"/>
                    </a:lnTo>
                    <a:lnTo>
                      <a:pt x="48" y="131"/>
                    </a:lnTo>
                    <a:lnTo>
                      <a:pt x="48" y="131"/>
                    </a:lnTo>
                    <a:lnTo>
                      <a:pt x="48" y="133"/>
                    </a:lnTo>
                    <a:lnTo>
                      <a:pt x="48" y="133"/>
                    </a:lnTo>
                    <a:lnTo>
                      <a:pt x="51" y="135"/>
                    </a:lnTo>
                    <a:lnTo>
                      <a:pt x="51" y="135"/>
                    </a:lnTo>
                    <a:lnTo>
                      <a:pt x="54" y="138"/>
                    </a:lnTo>
                    <a:lnTo>
                      <a:pt x="54" y="138"/>
                    </a:lnTo>
                    <a:lnTo>
                      <a:pt x="58" y="144"/>
                    </a:lnTo>
                    <a:lnTo>
                      <a:pt x="58" y="144"/>
                    </a:lnTo>
                    <a:lnTo>
                      <a:pt x="59" y="145"/>
                    </a:lnTo>
                    <a:lnTo>
                      <a:pt x="59" y="145"/>
                    </a:lnTo>
                    <a:lnTo>
                      <a:pt x="66" y="152"/>
                    </a:lnTo>
                    <a:lnTo>
                      <a:pt x="66" y="152"/>
                    </a:lnTo>
                    <a:lnTo>
                      <a:pt x="67" y="153"/>
                    </a:lnTo>
                    <a:lnTo>
                      <a:pt x="67" y="153"/>
                    </a:lnTo>
                    <a:lnTo>
                      <a:pt x="73" y="159"/>
                    </a:lnTo>
                    <a:lnTo>
                      <a:pt x="73" y="159"/>
                    </a:lnTo>
                    <a:lnTo>
                      <a:pt x="74" y="160"/>
                    </a:lnTo>
                    <a:lnTo>
                      <a:pt x="74" y="160"/>
                    </a:lnTo>
                    <a:lnTo>
                      <a:pt x="78" y="164"/>
                    </a:lnTo>
                    <a:lnTo>
                      <a:pt x="78" y="164"/>
                    </a:lnTo>
                    <a:lnTo>
                      <a:pt x="80" y="166"/>
                    </a:lnTo>
                    <a:lnTo>
                      <a:pt x="80" y="166"/>
                    </a:lnTo>
                    <a:lnTo>
                      <a:pt x="81" y="167"/>
                    </a:lnTo>
                    <a:lnTo>
                      <a:pt x="81" y="167"/>
                    </a:lnTo>
                    <a:lnTo>
                      <a:pt x="85" y="170"/>
                    </a:lnTo>
                    <a:lnTo>
                      <a:pt x="85" y="170"/>
                    </a:lnTo>
                    <a:lnTo>
                      <a:pt x="88" y="173"/>
                    </a:lnTo>
                    <a:lnTo>
                      <a:pt x="88" y="173"/>
                    </a:lnTo>
                    <a:lnTo>
                      <a:pt x="92" y="176"/>
                    </a:lnTo>
                    <a:lnTo>
                      <a:pt x="92" y="176"/>
                    </a:lnTo>
                    <a:lnTo>
                      <a:pt x="95" y="177"/>
                    </a:lnTo>
                    <a:lnTo>
                      <a:pt x="96" y="178"/>
                    </a:lnTo>
                    <a:lnTo>
                      <a:pt x="96" y="178"/>
                    </a:lnTo>
                    <a:lnTo>
                      <a:pt x="101" y="181"/>
                    </a:lnTo>
                    <a:lnTo>
                      <a:pt x="101" y="181"/>
                    </a:lnTo>
                    <a:lnTo>
                      <a:pt x="102" y="182"/>
                    </a:lnTo>
                    <a:lnTo>
                      <a:pt x="102" y="182"/>
                    </a:lnTo>
                    <a:lnTo>
                      <a:pt x="109" y="187"/>
                    </a:lnTo>
                    <a:lnTo>
                      <a:pt x="109" y="187"/>
                    </a:lnTo>
                    <a:lnTo>
                      <a:pt x="112" y="188"/>
                    </a:lnTo>
                    <a:lnTo>
                      <a:pt x="112" y="188"/>
                    </a:lnTo>
                    <a:lnTo>
                      <a:pt x="117" y="191"/>
                    </a:lnTo>
                    <a:lnTo>
                      <a:pt x="117" y="191"/>
                    </a:lnTo>
                    <a:lnTo>
                      <a:pt x="120" y="192"/>
                    </a:lnTo>
                    <a:lnTo>
                      <a:pt x="120" y="192"/>
                    </a:lnTo>
                    <a:lnTo>
                      <a:pt x="124" y="195"/>
                    </a:lnTo>
                    <a:lnTo>
                      <a:pt x="124" y="195"/>
                    </a:lnTo>
                    <a:lnTo>
                      <a:pt x="127" y="196"/>
                    </a:lnTo>
                    <a:lnTo>
                      <a:pt x="127" y="196"/>
                    </a:lnTo>
                    <a:lnTo>
                      <a:pt x="131" y="198"/>
                    </a:lnTo>
                    <a:lnTo>
                      <a:pt x="131" y="198"/>
                    </a:lnTo>
                    <a:lnTo>
                      <a:pt x="134" y="199"/>
                    </a:lnTo>
                    <a:lnTo>
                      <a:pt x="134" y="199"/>
                    </a:lnTo>
                    <a:lnTo>
                      <a:pt x="139" y="202"/>
                    </a:lnTo>
                    <a:lnTo>
                      <a:pt x="139" y="202"/>
                    </a:lnTo>
                    <a:lnTo>
                      <a:pt x="141" y="202"/>
                    </a:lnTo>
                    <a:lnTo>
                      <a:pt x="141" y="202"/>
                    </a:lnTo>
                    <a:lnTo>
                      <a:pt x="142" y="202"/>
                    </a:lnTo>
                    <a:lnTo>
                      <a:pt x="142" y="202"/>
                    </a:lnTo>
                    <a:lnTo>
                      <a:pt x="148" y="205"/>
                    </a:lnTo>
                    <a:lnTo>
                      <a:pt x="148" y="205"/>
                    </a:lnTo>
                    <a:lnTo>
                      <a:pt x="149" y="205"/>
                    </a:lnTo>
                    <a:lnTo>
                      <a:pt x="149" y="205"/>
                    </a:lnTo>
                    <a:lnTo>
                      <a:pt x="150" y="205"/>
                    </a:lnTo>
                    <a:lnTo>
                      <a:pt x="150" y="205"/>
                    </a:lnTo>
                    <a:lnTo>
                      <a:pt x="157" y="207"/>
                    </a:lnTo>
                    <a:lnTo>
                      <a:pt x="157" y="207"/>
                    </a:lnTo>
                    <a:lnTo>
                      <a:pt x="157" y="207"/>
                    </a:lnTo>
                    <a:lnTo>
                      <a:pt x="157" y="207"/>
                    </a:lnTo>
                    <a:lnTo>
                      <a:pt x="164" y="209"/>
                    </a:lnTo>
                    <a:lnTo>
                      <a:pt x="164" y="209"/>
                    </a:lnTo>
                    <a:lnTo>
                      <a:pt x="167" y="210"/>
                    </a:lnTo>
                    <a:lnTo>
                      <a:pt x="167" y="210"/>
                    </a:lnTo>
                    <a:lnTo>
                      <a:pt x="171" y="210"/>
                    </a:lnTo>
                    <a:lnTo>
                      <a:pt x="171" y="210"/>
                    </a:lnTo>
                    <a:lnTo>
                      <a:pt x="175" y="212"/>
                    </a:lnTo>
                    <a:lnTo>
                      <a:pt x="175" y="212"/>
                    </a:lnTo>
                    <a:lnTo>
                      <a:pt x="179" y="212"/>
                    </a:lnTo>
                    <a:lnTo>
                      <a:pt x="179" y="212"/>
                    </a:lnTo>
                    <a:lnTo>
                      <a:pt x="182" y="212"/>
                    </a:lnTo>
                    <a:lnTo>
                      <a:pt x="182" y="212"/>
                    </a:lnTo>
                    <a:lnTo>
                      <a:pt x="188" y="212"/>
                    </a:lnTo>
                    <a:lnTo>
                      <a:pt x="188" y="212"/>
                    </a:lnTo>
                    <a:lnTo>
                      <a:pt x="191" y="213"/>
                    </a:lnTo>
                    <a:lnTo>
                      <a:pt x="191" y="213"/>
                    </a:lnTo>
                    <a:lnTo>
                      <a:pt x="195" y="213"/>
                    </a:lnTo>
                    <a:lnTo>
                      <a:pt x="195" y="213"/>
                    </a:lnTo>
                    <a:lnTo>
                      <a:pt x="197" y="213"/>
                    </a:lnTo>
                    <a:lnTo>
                      <a:pt x="197" y="213"/>
                    </a:lnTo>
                    <a:lnTo>
                      <a:pt x="206" y="213"/>
                    </a:lnTo>
                    <a:lnTo>
                      <a:pt x="442" y="198"/>
                    </a:lnTo>
                    <a:lnTo>
                      <a:pt x="442" y="198"/>
                    </a:lnTo>
                    <a:lnTo>
                      <a:pt x="434" y="198"/>
                    </a:lnTo>
                    <a:lnTo>
                      <a:pt x="434" y="198"/>
                    </a:lnTo>
                    <a:close/>
                  </a:path>
                </a:pathLst>
              </a:custGeom>
              <a:solidFill>
                <a:srgbClr val="8080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  <p:sp>
            <p:nvSpPr>
              <p:cNvPr id="46" name="ïṡḻîḍe" descr="1550fe11-4c7b-4b28-a89d-c77ed7f4b108"/>
              <p:cNvSpPr/>
              <p:nvPr/>
            </p:nvSpPr>
            <p:spPr bwMode="auto">
              <a:xfrm>
                <a:off x="5735730" y="4968063"/>
                <a:ext cx="180830" cy="34157"/>
              </a:xfrm>
              <a:custGeom>
                <a:avLst/>
                <a:gdLst>
                  <a:gd name="T0" fmla="*/ 269 w 269"/>
                  <a:gd name="T1" fmla="*/ 0 h 51"/>
                  <a:gd name="T2" fmla="*/ 229 w 269"/>
                  <a:gd name="T3" fmla="*/ 14 h 51"/>
                  <a:gd name="T4" fmla="*/ 0 w 269"/>
                  <a:gd name="T5" fmla="*/ 51 h 51"/>
                  <a:gd name="T6" fmla="*/ 62 w 269"/>
                  <a:gd name="T7" fmla="*/ 36 h 51"/>
                  <a:gd name="T8" fmla="*/ 269 w 269"/>
                  <a:gd name="T9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9" h="51">
                    <a:moveTo>
                      <a:pt x="269" y="0"/>
                    </a:moveTo>
                    <a:lnTo>
                      <a:pt x="229" y="14"/>
                    </a:lnTo>
                    <a:lnTo>
                      <a:pt x="0" y="51"/>
                    </a:lnTo>
                    <a:lnTo>
                      <a:pt x="62" y="36"/>
                    </a:lnTo>
                    <a:lnTo>
                      <a:pt x="269" y="0"/>
                    </a:lnTo>
                    <a:close/>
                  </a:path>
                </a:pathLst>
              </a:custGeom>
              <a:solidFill>
                <a:srgbClr val="4140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  <p:sp>
            <p:nvSpPr>
              <p:cNvPr id="19" name="iš1íḑè" descr="bb541579-7536-4932-b634-d1f4d0657874"/>
              <p:cNvSpPr/>
              <p:nvPr/>
            </p:nvSpPr>
            <p:spPr bwMode="auto">
              <a:xfrm>
                <a:off x="3994944" y="5351196"/>
                <a:ext cx="1130635" cy="755283"/>
              </a:xfrm>
              <a:custGeom>
                <a:avLst/>
                <a:gdLst>
                  <a:gd name="T0" fmla="*/ 741 w 741"/>
                  <a:gd name="T1" fmla="*/ 489 h 497"/>
                  <a:gd name="T2" fmla="*/ 741 w 741"/>
                  <a:gd name="T3" fmla="*/ 489 h 497"/>
                  <a:gd name="T4" fmla="*/ 692 w 741"/>
                  <a:gd name="T5" fmla="*/ 493 h 497"/>
                  <a:gd name="T6" fmla="*/ 642 w 741"/>
                  <a:gd name="T7" fmla="*/ 496 h 497"/>
                  <a:gd name="T8" fmla="*/ 594 w 741"/>
                  <a:gd name="T9" fmla="*/ 497 h 497"/>
                  <a:gd name="T10" fmla="*/ 546 w 741"/>
                  <a:gd name="T11" fmla="*/ 496 h 497"/>
                  <a:gd name="T12" fmla="*/ 498 w 741"/>
                  <a:gd name="T13" fmla="*/ 493 h 497"/>
                  <a:gd name="T14" fmla="*/ 450 w 741"/>
                  <a:gd name="T15" fmla="*/ 489 h 497"/>
                  <a:gd name="T16" fmla="*/ 403 w 741"/>
                  <a:gd name="T17" fmla="*/ 484 h 497"/>
                  <a:gd name="T18" fmla="*/ 356 w 741"/>
                  <a:gd name="T19" fmla="*/ 477 h 497"/>
                  <a:gd name="T20" fmla="*/ 310 w 741"/>
                  <a:gd name="T21" fmla="*/ 467 h 497"/>
                  <a:gd name="T22" fmla="*/ 263 w 741"/>
                  <a:gd name="T23" fmla="*/ 458 h 497"/>
                  <a:gd name="T24" fmla="*/ 218 w 741"/>
                  <a:gd name="T25" fmla="*/ 445 h 497"/>
                  <a:gd name="T26" fmla="*/ 174 w 741"/>
                  <a:gd name="T27" fmla="*/ 432 h 497"/>
                  <a:gd name="T28" fmla="*/ 128 w 741"/>
                  <a:gd name="T29" fmla="*/ 418 h 497"/>
                  <a:gd name="T30" fmla="*/ 86 w 741"/>
                  <a:gd name="T31" fmla="*/ 401 h 497"/>
                  <a:gd name="T32" fmla="*/ 42 w 741"/>
                  <a:gd name="T33" fmla="*/ 383 h 497"/>
                  <a:gd name="T34" fmla="*/ 0 w 741"/>
                  <a:gd name="T35" fmla="*/ 364 h 497"/>
                  <a:gd name="T36" fmla="*/ 0 w 741"/>
                  <a:gd name="T37" fmla="*/ 364 h 497"/>
                  <a:gd name="T38" fmla="*/ 53 w 741"/>
                  <a:gd name="T39" fmla="*/ 359 h 497"/>
                  <a:gd name="T40" fmla="*/ 104 w 741"/>
                  <a:gd name="T41" fmla="*/ 352 h 497"/>
                  <a:gd name="T42" fmla="*/ 153 w 741"/>
                  <a:gd name="T43" fmla="*/ 344 h 497"/>
                  <a:gd name="T44" fmla="*/ 202 w 741"/>
                  <a:gd name="T45" fmla="*/ 333 h 497"/>
                  <a:gd name="T46" fmla="*/ 249 w 741"/>
                  <a:gd name="T47" fmla="*/ 319 h 497"/>
                  <a:gd name="T48" fmla="*/ 296 w 741"/>
                  <a:gd name="T49" fmla="*/ 305 h 497"/>
                  <a:gd name="T50" fmla="*/ 341 w 741"/>
                  <a:gd name="T51" fmla="*/ 289 h 497"/>
                  <a:gd name="T52" fmla="*/ 385 w 741"/>
                  <a:gd name="T53" fmla="*/ 271 h 497"/>
                  <a:gd name="T54" fmla="*/ 385 w 741"/>
                  <a:gd name="T55" fmla="*/ 271 h 497"/>
                  <a:gd name="T56" fmla="*/ 356 w 741"/>
                  <a:gd name="T57" fmla="*/ 239 h 497"/>
                  <a:gd name="T58" fmla="*/ 330 w 741"/>
                  <a:gd name="T59" fmla="*/ 206 h 497"/>
                  <a:gd name="T60" fmla="*/ 304 w 741"/>
                  <a:gd name="T61" fmla="*/ 173 h 497"/>
                  <a:gd name="T62" fmla="*/ 281 w 741"/>
                  <a:gd name="T63" fmla="*/ 139 h 497"/>
                  <a:gd name="T64" fmla="*/ 259 w 741"/>
                  <a:gd name="T65" fmla="*/ 104 h 497"/>
                  <a:gd name="T66" fmla="*/ 238 w 741"/>
                  <a:gd name="T67" fmla="*/ 70 h 497"/>
                  <a:gd name="T68" fmla="*/ 220 w 741"/>
                  <a:gd name="T69" fmla="*/ 36 h 497"/>
                  <a:gd name="T70" fmla="*/ 202 w 741"/>
                  <a:gd name="T71" fmla="*/ 0 h 497"/>
                  <a:gd name="T72" fmla="*/ 202 w 741"/>
                  <a:gd name="T73" fmla="*/ 0 h 497"/>
                  <a:gd name="T74" fmla="*/ 233 w 741"/>
                  <a:gd name="T75" fmla="*/ 12 h 497"/>
                  <a:gd name="T76" fmla="*/ 263 w 741"/>
                  <a:gd name="T77" fmla="*/ 25 h 497"/>
                  <a:gd name="T78" fmla="*/ 295 w 741"/>
                  <a:gd name="T79" fmla="*/ 34 h 497"/>
                  <a:gd name="T80" fmla="*/ 326 w 741"/>
                  <a:gd name="T81" fmla="*/ 44 h 497"/>
                  <a:gd name="T82" fmla="*/ 358 w 741"/>
                  <a:gd name="T83" fmla="*/ 54 h 497"/>
                  <a:gd name="T84" fmla="*/ 391 w 741"/>
                  <a:gd name="T85" fmla="*/ 60 h 497"/>
                  <a:gd name="T86" fmla="*/ 424 w 741"/>
                  <a:gd name="T87" fmla="*/ 67 h 497"/>
                  <a:gd name="T88" fmla="*/ 457 w 741"/>
                  <a:gd name="T89" fmla="*/ 71 h 497"/>
                  <a:gd name="T90" fmla="*/ 490 w 741"/>
                  <a:gd name="T91" fmla="*/ 76 h 497"/>
                  <a:gd name="T92" fmla="*/ 524 w 741"/>
                  <a:gd name="T93" fmla="*/ 78 h 497"/>
                  <a:gd name="T94" fmla="*/ 558 w 741"/>
                  <a:gd name="T95" fmla="*/ 81 h 497"/>
                  <a:gd name="T96" fmla="*/ 593 w 741"/>
                  <a:gd name="T97" fmla="*/ 81 h 497"/>
                  <a:gd name="T98" fmla="*/ 628 w 741"/>
                  <a:gd name="T99" fmla="*/ 81 h 497"/>
                  <a:gd name="T100" fmla="*/ 663 w 741"/>
                  <a:gd name="T101" fmla="*/ 78 h 497"/>
                  <a:gd name="T102" fmla="*/ 699 w 741"/>
                  <a:gd name="T103" fmla="*/ 76 h 497"/>
                  <a:gd name="T104" fmla="*/ 734 w 741"/>
                  <a:gd name="T105" fmla="*/ 70 h 497"/>
                  <a:gd name="T106" fmla="*/ 741 w 741"/>
                  <a:gd name="T107" fmla="*/ 489 h 4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741" h="497">
                    <a:moveTo>
                      <a:pt x="741" y="489"/>
                    </a:moveTo>
                    <a:lnTo>
                      <a:pt x="741" y="489"/>
                    </a:lnTo>
                    <a:lnTo>
                      <a:pt x="692" y="493"/>
                    </a:lnTo>
                    <a:lnTo>
                      <a:pt x="642" y="496"/>
                    </a:lnTo>
                    <a:lnTo>
                      <a:pt x="594" y="497"/>
                    </a:lnTo>
                    <a:lnTo>
                      <a:pt x="546" y="496"/>
                    </a:lnTo>
                    <a:lnTo>
                      <a:pt x="498" y="493"/>
                    </a:lnTo>
                    <a:lnTo>
                      <a:pt x="450" y="489"/>
                    </a:lnTo>
                    <a:lnTo>
                      <a:pt x="403" y="484"/>
                    </a:lnTo>
                    <a:lnTo>
                      <a:pt x="356" y="477"/>
                    </a:lnTo>
                    <a:lnTo>
                      <a:pt x="310" y="467"/>
                    </a:lnTo>
                    <a:lnTo>
                      <a:pt x="263" y="458"/>
                    </a:lnTo>
                    <a:lnTo>
                      <a:pt x="218" y="445"/>
                    </a:lnTo>
                    <a:lnTo>
                      <a:pt x="174" y="432"/>
                    </a:lnTo>
                    <a:lnTo>
                      <a:pt x="128" y="418"/>
                    </a:lnTo>
                    <a:lnTo>
                      <a:pt x="86" y="401"/>
                    </a:lnTo>
                    <a:lnTo>
                      <a:pt x="42" y="383"/>
                    </a:lnTo>
                    <a:lnTo>
                      <a:pt x="0" y="364"/>
                    </a:lnTo>
                    <a:lnTo>
                      <a:pt x="0" y="364"/>
                    </a:lnTo>
                    <a:lnTo>
                      <a:pt x="53" y="359"/>
                    </a:lnTo>
                    <a:lnTo>
                      <a:pt x="104" y="352"/>
                    </a:lnTo>
                    <a:lnTo>
                      <a:pt x="153" y="344"/>
                    </a:lnTo>
                    <a:lnTo>
                      <a:pt x="202" y="333"/>
                    </a:lnTo>
                    <a:lnTo>
                      <a:pt x="249" y="319"/>
                    </a:lnTo>
                    <a:lnTo>
                      <a:pt x="296" y="305"/>
                    </a:lnTo>
                    <a:lnTo>
                      <a:pt x="341" y="289"/>
                    </a:lnTo>
                    <a:lnTo>
                      <a:pt x="385" y="271"/>
                    </a:lnTo>
                    <a:lnTo>
                      <a:pt x="385" y="271"/>
                    </a:lnTo>
                    <a:lnTo>
                      <a:pt x="356" y="239"/>
                    </a:lnTo>
                    <a:lnTo>
                      <a:pt x="330" y="206"/>
                    </a:lnTo>
                    <a:lnTo>
                      <a:pt x="304" y="173"/>
                    </a:lnTo>
                    <a:lnTo>
                      <a:pt x="281" y="139"/>
                    </a:lnTo>
                    <a:lnTo>
                      <a:pt x="259" y="104"/>
                    </a:lnTo>
                    <a:lnTo>
                      <a:pt x="238" y="70"/>
                    </a:lnTo>
                    <a:lnTo>
                      <a:pt x="220" y="36"/>
                    </a:lnTo>
                    <a:lnTo>
                      <a:pt x="202" y="0"/>
                    </a:lnTo>
                    <a:lnTo>
                      <a:pt x="202" y="0"/>
                    </a:lnTo>
                    <a:lnTo>
                      <a:pt x="233" y="12"/>
                    </a:lnTo>
                    <a:lnTo>
                      <a:pt x="263" y="25"/>
                    </a:lnTo>
                    <a:lnTo>
                      <a:pt x="295" y="34"/>
                    </a:lnTo>
                    <a:lnTo>
                      <a:pt x="326" y="44"/>
                    </a:lnTo>
                    <a:lnTo>
                      <a:pt x="358" y="54"/>
                    </a:lnTo>
                    <a:lnTo>
                      <a:pt x="391" y="60"/>
                    </a:lnTo>
                    <a:lnTo>
                      <a:pt x="424" y="67"/>
                    </a:lnTo>
                    <a:lnTo>
                      <a:pt x="457" y="71"/>
                    </a:lnTo>
                    <a:lnTo>
                      <a:pt x="490" y="76"/>
                    </a:lnTo>
                    <a:lnTo>
                      <a:pt x="524" y="78"/>
                    </a:lnTo>
                    <a:lnTo>
                      <a:pt x="558" y="81"/>
                    </a:lnTo>
                    <a:lnTo>
                      <a:pt x="593" y="81"/>
                    </a:lnTo>
                    <a:lnTo>
                      <a:pt x="628" y="81"/>
                    </a:lnTo>
                    <a:lnTo>
                      <a:pt x="663" y="78"/>
                    </a:lnTo>
                    <a:lnTo>
                      <a:pt x="699" y="76"/>
                    </a:lnTo>
                    <a:lnTo>
                      <a:pt x="734" y="70"/>
                    </a:lnTo>
                    <a:lnTo>
                      <a:pt x="741" y="489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  <p:sp>
            <p:nvSpPr>
              <p:cNvPr id="20" name="íSľiḑê" descr="24fae4e8-f040-4d03-9b9b-c4139538d51b"/>
              <p:cNvSpPr/>
              <p:nvPr/>
            </p:nvSpPr>
            <p:spPr bwMode="auto">
              <a:xfrm>
                <a:off x="4796001" y="5461055"/>
                <a:ext cx="329578" cy="329577"/>
              </a:xfrm>
              <a:custGeom>
                <a:avLst/>
                <a:gdLst>
                  <a:gd name="T0" fmla="*/ 0 w 196"/>
                  <a:gd name="T1" fmla="*/ 91 h 215"/>
                  <a:gd name="T2" fmla="*/ 196 w 196"/>
                  <a:gd name="T3" fmla="*/ 0 h 215"/>
                  <a:gd name="T4" fmla="*/ 185 w 196"/>
                  <a:gd name="T5" fmla="*/ 215 h 215"/>
                  <a:gd name="T6" fmla="*/ 0 w 196"/>
                  <a:gd name="T7" fmla="*/ 91 h 2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6" h="215">
                    <a:moveTo>
                      <a:pt x="0" y="91"/>
                    </a:moveTo>
                    <a:lnTo>
                      <a:pt x="196" y="0"/>
                    </a:lnTo>
                    <a:lnTo>
                      <a:pt x="185" y="215"/>
                    </a:lnTo>
                    <a:lnTo>
                      <a:pt x="0" y="91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  <p:sp>
            <p:nvSpPr>
              <p:cNvPr id="21" name="î$lîḑê" descr="d8825fa7-e476-4791-864e-0384c91e5b3c"/>
              <p:cNvSpPr/>
              <p:nvPr/>
            </p:nvSpPr>
            <p:spPr bwMode="auto">
              <a:xfrm>
                <a:off x="7066422" y="5351196"/>
                <a:ext cx="1130635" cy="755283"/>
              </a:xfrm>
              <a:custGeom>
                <a:avLst/>
                <a:gdLst>
                  <a:gd name="T0" fmla="*/ 0 w 739"/>
                  <a:gd name="T1" fmla="*/ 489 h 497"/>
                  <a:gd name="T2" fmla="*/ 0 w 739"/>
                  <a:gd name="T3" fmla="*/ 489 h 497"/>
                  <a:gd name="T4" fmla="*/ 48 w 739"/>
                  <a:gd name="T5" fmla="*/ 493 h 497"/>
                  <a:gd name="T6" fmla="*/ 98 w 739"/>
                  <a:gd name="T7" fmla="*/ 496 h 497"/>
                  <a:gd name="T8" fmla="*/ 146 w 739"/>
                  <a:gd name="T9" fmla="*/ 497 h 497"/>
                  <a:gd name="T10" fmla="*/ 194 w 739"/>
                  <a:gd name="T11" fmla="*/ 496 h 497"/>
                  <a:gd name="T12" fmla="*/ 242 w 739"/>
                  <a:gd name="T13" fmla="*/ 493 h 497"/>
                  <a:gd name="T14" fmla="*/ 290 w 739"/>
                  <a:gd name="T15" fmla="*/ 489 h 497"/>
                  <a:gd name="T16" fmla="*/ 338 w 739"/>
                  <a:gd name="T17" fmla="*/ 484 h 497"/>
                  <a:gd name="T18" fmla="*/ 385 w 739"/>
                  <a:gd name="T19" fmla="*/ 477 h 497"/>
                  <a:gd name="T20" fmla="*/ 430 w 739"/>
                  <a:gd name="T21" fmla="*/ 467 h 497"/>
                  <a:gd name="T22" fmla="*/ 477 w 739"/>
                  <a:gd name="T23" fmla="*/ 458 h 497"/>
                  <a:gd name="T24" fmla="*/ 522 w 739"/>
                  <a:gd name="T25" fmla="*/ 445 h 497"/>
                  <a:gd name="T26" fmla="*/ 568 w 739"/>
                  <a:gd name="T27" fmla="*/ 432 h 497"/>
                  <a:gd name="T28" fmla="*/ 611 w 739"/>
                  <a:gd name="T29" fmla="*/ 418 h 497"/>
                  <a:gd name="T30" fmla="*/ 655 w 739"/>
                  <a:gd name="T31" fmla="*/ 401 h 497"/>
                  <a:gd name="T32" fmla="*/ 698 w 739"/>
                  <a:gd name="T33" fmla="*/ 383 h 497"/>
                  <a:gd name="T34" fmla="*/ 739 w 739"/>
                  <a:gd name="T35" fmla="*/ 364 h 497"/>
                  <a:gd name="T36" fmla="*/ 739 w 739"/>
                  <a:gd name="T37" fmla="*/ 364 h 497"/>
                  <a:gd name="T38" fmla="*/ 687 w 739"/>
                  <a:gd name="T39" fmla="*/ 359 h 497"/>
                  <a:gd name="T40" fmla="*/ 636 w 739"/>
                  <a:gd name="T41" fmla="*/ 352 h 497"/>
                  <a:gd name="T42" fmla="*/ 587 w 739"/>
                  <a:gd name="T43" fmla="*/ 344 h 497"/>
                  <a:gd name="T44" fmla="*/ 537 w 739"/>
                  <a:gd name="T45" fmla="*/ 333 h 497"/>
                  <a:gd name="T46" fmla="*/ 491 w 739"/>
                  <a:gd name="T47" fmla="*/ 319 h 497"/>
                  <a:gd name="T48" fmla="*/ 444 w 739"/>
                  <a:gd name="T49" fmla="*/ 305 h 497"/>
                  <a:gd name="T50" fmla="*/ 399 w 739"/>
                  <a:gd name="T51" fmla="*/ 289 h 497"/>
                  <a:gd name="T52" fmla="*/ 355 w 739"/>
                  <a:gd name="T53" fmla="*/ 271 h 497"/>
                  <a:gd name="T54" fmla="*/ 355 w 739"/>
                  <a:gd name="T55" fmla="*/ 271 h 497"/>
                  <a:gd name="T56" fmla="*/ 383 w 739"/>
                  <a:gd name="T57" fmla="*/ 239 h 497"/>
                  <a:gd name="T58" fmla="*/ 411 w 739"/>
                  <a:gd name="T59" fmla="*/ 206 h 497"/>
                  <a:gd name="T60" fmla="*/ 436 w 739"/>
                  <a:gd name="T61" fmla="*/ 173 h 497"/>
                  <a:gd name="T62" fmla="*/ 459 w 739"/>
                  <a:gd name="T63" fmla="*/ 139 h 497"/>
                  <a:gd name="T64" fmla="*/ 481 w 739"/>
                  <a:gd name="T65" fmla="*/ 104 h 497"/>
                  <a:gd name="T66" fmla="*/ 502 w 739"/>
                  <a:gd name="T67" fmla="*/ 70 h 497"/>
                  <a:gd name="T68" fmla="*/ 521 w 739"/>
                  <a:gd name="T69" fmla="*/ 36 h 497"/>
                  <a:gd name="T70" fmla="*/ 537 w 739"/>
                  <a:gd name="T71" fmla="*/ 0 h 497"/>
                  <a:gd name="T72" fmla="*/ 537 w 739"/>
                  <a:gd name="T73" fmla="*/ 0 h 497"/>
                  <a:gd name="T74" fmla="*/ 507 w 739"/>
                  <a:gd name="T75" fmla="*/ 12 h 497"/>
                  <a:gd name="T76" fmla="*/ 477 w 739"/>
                  <a:gd name="T77" fmla="*/ 25 h 497"/>
                  <a:gd name="T78" fmla="*/ 445 w 739"/>
                  <a:gd name="T79" fmla="*/ 34 h 497"/>
                  <a:gd name="T80" fmla="*/ 414 w 739"/>
                  <a:gd name="T81" fmla="*/ 44 h 497"/>
                  <a:gd name="T82" fmla="*/ 382 w 739"/>
                  <a:gd name="T83" fmla="*/ 54 h 497"/>
                  <a:gd name="T84" fmla="*/ 349 w 739"/>
                  <a:gd name="T85" fmla="*/ 60 h 497"/>
                  <a:gd name="T86" fmla="*/ 316 w 739"/>
                  <a:gd name="T87" fmla="*/ 67 h 497"/>
                  <a:gd name="T88" fmla="*/ 283 w 739"/>
                  <a:gd name="T89" fmla="*/ 71 h 497"/>
                  <a:gd name="T90" fmla="*/ 250 w 739"/>
                  <a:gd name="T91" fmla="*/ 76 h 497"/>
                  <a:gd name="T92" fmla="*/ 216 w 739"/>
                  <a:gd name="T93" fmla="*/ 78 h 497"/>
                  <a:gd name="T94" fmla="*/ 181 w 739"/>
                  <a:gd name="T95" fmla="*/ 81 h 497"/>
                  <a:gd name="T96" fmla="*/ 147 w 739"/>
                  <a:gd name="T97" fmla="*/ 81 h 497"/>
                  <a:gd name="T98" fmla="*/ 111 w 739"/>
                  <a:gd name="T99" fmla="*/ 81 h 497"/>
                  <a:gd name="T100" fmla="*/ 77 w 739"/>
                  <a:gd name="T101" fmla="*/ 78 h 497"/>
                  <a:gd name="T102" fmla="*/ 41 w 739"/>
                  <a:gd name="T103" fmla="*/ 76 h 497"/>
                  <a:gd name="T104" fmla="*/ 5 w 739"/>
                  <a:gd name="T105" fmla="*/ 70 h 497"/>
                  <a:gd name="T106" fmla="*/ 0 w 739"/>
                  <a:gd name="T107" fmla="*/ 489 h 4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739" h="497">
                    <a:moveTo>
                      <a:pt x="0" y="489"/>
                    </a:moveTo>
                    <a:lnTo>
                      <a:pt x="0" y="489"/>
                    </a:lnTo>
                    <a:lnTo>
                      <a:pt x="48" y="493"/>
                    </a:lnTo>
                    <a:lnTo>
                      <a:pt x="98" y="496"/>
                    </a:lnTo>
                    <a:lnTo>
                      <a:pt x="146" y="497"/>
                    </a:lnTo>
                    <a:lnTo>
                      <a:pt x="194" y="496"/>
                    </a:lnTo>
                    <a:lnTo>
                      <a:pt x="242" y="493"/>
                    </a:lnTo>
                    <a:lnTo>
                      <a:pt x="290" y="489"/>
                    </a:lnTo>
                    <a:lnTo>
                      <a:pt x="338" y="484"/>
                    </a:lnTo>
                    <a:lnTo>
                      <a:pt x="385" y="477"/>
                    </a:lnTo>
                    <a:lnTo>
                      <a:pt x="430" y="467"/>
                    </a:lnTo>
                    <a:lnTo>
                      <a:pt x="477" y="458"/>
                    </a:lnTo>
                    <a:lnTo>
                      <a:pt x="522" y="445"/>
                    </a:lnTo>
                    <a:lnTo>
                      <a:pt x="568" y="432"/>
                    </a:lnTo>
                    <a:lnTo>
                      <a:pt x="611" y="418"/>
                    </a:lnTo>
                    <a:lnTo>
                      <a:pt x="655" y="401"/>
                    </a:lnTo>
                    <a:lnTo>
                      <a:pt x="698" y="383"/>
                    </a:lnTo>
                    <a:lnTo>
                      <a:pt x="739" y="364"/>
                    </a:lnTo>
                    <a:lnTo>
                      <a:pt x="739" y="364"/>
                    </a:lnTo>
                    <a:lnTo>
                      <a:pt x="687" y="359"/>
                    </a:lnTo>
                    <a:lnTo>
                      <a:pt x="636" y="352"/>
                    </a:lnTo>
                    <a:lnTo>
                      <a:pt x="587" y="344"/>
                    </a:lnTo>
                    <a:lnTo>
                      <a:pt x="537" y="333"/>
                    </a:lnTo>
                    <a:lnTo>
                      <a:pt x="491" y="319"/>
                    </a:lnTo>
                    <a:lnTo>
                      <a:pt x="444" y="305"/>
                    </a:lnTo>
                    <a:lnTo>
                      <a:pt x="399" y="289"/>
                    </a:lnTo>
                    <a:lnTo>
                      <a:pt x="355" y="271"/>
                    </a:lnTo>
                    <a:lnTo>
                      <a:pt x="355" y="271"/>
                    </a:lnTo>
                    <a:lnTo>
                      <a:pt x="383" y="239"/>
                    </a:lnTo>
                    <a:lnTo>
                      <a:pt x="411" y="206"/>
                    </a:lnTo>
                    <a:lnTo>
                      <a:pt x="436" y="173"/>
                    </a:lnTo>
                    <a:lnTo>
                      <a:pt x="459" y="139"/>
                    </a:lnTo>
                    <a:lnTo>
                      <a:pt x="481" y="104"/>
                    </a:lnTo>
                    <a:lnTo>
                      <a:pt x="502" y="70"/>
                    </a:lnTo>
                    <a:lnTo>
                      <a:pt x="521" y="36"/>
                    </a:lnTo>
                    <a:lnTo>
                      <a:pt x="537" y="0"/>
                    </a:lnTo>
                    <a:lnTo>
                      <a:pt x="537" y="0"/>
                    </a:lnTo>
                    <a:lnTo>
                      <a:pt x="507" y="12"/>
                    </a:lnTo>
                    <a:lnTo>
                      <a:pt x="477" y="25"/>
                    </a:lnTo>
                    <a:lnTo>
                      <a:pt x="445" y="34"/>
                    </a:lnTo>
                    <a:lnTo>
                      <a:pt x="414" y="44"/>
                    </a:lnTo>
                    <a:lnTo>
                      <a:pt x="382" y="54"/>
                    </a:lnTo>
                    <a:lnTo>
                      <a:pt x="349" y="60"/>
                    </a:lnTo>
                    <a:lnTo>
                      <a:pt x="316" y="67"/>
                    </a:lnTo>
                    <a:lnTo>
                      <a:pt x="283" y="71"/>
                    </a:lnTo>
                    <a:lnTo>
                      <a:pt x="250" y="76"/>
                    </a:lnTo>
                    <a:lnTo>
                      <a:pt x="216" y="78"/>
                    </a:lnTo>
                    <a:lnTo>
                      <a:pt x="181" y="81"/>
                    </a:lnTo>
                    <a:lnTo>
                      <a:pt x="147" y="81"/>
                    </a:lnTo>
                    <a:lnTo>
                      <a:pt x="111" y="81"/>
                    </a:lnTo>
                    <a:lnTo>
                      <a:pt x="77" y="78"/>
                    </a:lnTo>
                    <a:lnTo>
                      <a:pt x="41" y="76"/>
                    </a:lnTo>
                    <a:lnTo>
                      <a:pt x="5" y="70"/>
                    </a:lnTo>
                    <a:lnTo>
                      <a:pt x="0" y="489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  <p:sp>
            <p:nvSpPr>
              <p:cNvPr id="22" name="îṩḻiḍè" descr="06142e0e-11f3-4c3b-85f4-5487c81f09b2"/>
              <p:cNvSpPr/>
              <p:nvPr/>
            </p:nvSpPr>
            <p:spPr bwMode="auto">
              <a:xfrm>
                <a:off x="7066422" y="5461055"/>
                <a:ext cx="325001" cy="329577"/>
              </a:xfrm>
              <a:custGeom>
                <a:avLst/>
                <a:gdLst>
                  <a:gd name="T0" fmla="*/ 195 w 195"/>
                  <a:gd name="T1" fmla="*/ 91 h 215"/>
                  <a:gd name="T2" fmla="*/ 0 w 195"/>
                  <a:gd name="T3" fmla="*/ 0 h 215"/>
                  <a:gd name="T4" fmla="*/ 9 w 195"/>
                  <a:gd name="T5" fmla="*/ 215 h 215"/>
                  <a:gd name="T6" fmla="*/ 195 w 195"/>
                  <a:gd name="T7" fmla="*/ 91 h 2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5" h="215">
                    <a:moveTo>
                      <a:pt x="195" y="91"/>
                    </a:moveTo>
                    <a:lnTo>
                      <a:pt x="0" y="0"/>
                    </a:lnTo>
                    <a:lnTo>
                      <a:pt x="9" y="215"/>
                    </a:lnTo>
                    <a:lnTo>
                      <a:pt x="195" y="91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  <p:sp>
            <p:nvSpPr>
              <p:cNvPr id="23" name="îśľîḓê" descr="d02922ea-dd5f-4fe9-8dcc-29ce29bd9534"/>
              <p:cNvSpPr/>
              <p:nvPr/>
            </p:nvSpPr>
            <p:spPr bwMode="auto">
              <a:xfrm>
                <a:off x="4562549" y="5602958"/>
                <a:ext cx="3071478" cy="888028"/>
              </a:xfrm>
              <a:custGeom>
                <a:avLst/>
                <a:gdLst>
                  <a:gd name="T0" fmla="*/ 2014 w 2014"/>
                  <a:gd name="T1" fmla="*/ 382 h 583"/>
                  <a:gd name="T2" fmla="*/ 1892 w 2014"/>
                  <a:gd name="T3" fmla="*/ 429 h 583"/>
                  <a:gd name="T4" fmla="*/ 1768 w 2014"/>
                  <a:gd name="T5" fmla="*/ 470 h 583"/>
                  <a:gd name="T6" fmla="*/ 1644 w 2014"/>
                  <a:gd name="T7" fmla="*/ 504 h 583"/>
                  <a:gd name="T8" fmla="*/ 1518 w 2014"/>
                  <a:gd name="T9" fmla="*/ 532 h 583"/>
                  <a:gd name="T10" fmla="*/ 1390 w 2014"/>
                  <a:gd name="T11" fmla="*/ 554 h 583"/>
                  <a:gd name="T12" fmla="*/ 1264 w 2014"/>
                  <a:gd name="T13" fmla="*/ 570 h 583"/>
                  <a:gd name="T14" fmla="*/ 1135 w 2014"/>
                  <a:gd name="T15" fmla="*/ 580 h 583"/>
                  <a:gd name="T16" fmla="*/ 1007 w 2014"/>
                  <a:gd name="T17" fmla="*/ 583 h 583"/>
                  <a:gd name="T18" fmla="*/ 878 w 2014"/>
                  <a:gd name="T19" fmla="*/ 580 h 583"/>
                  <a:gd name="T20" fmla="*/ 750 w 2014"/>
                  <a:gd name="T21" fmla="*/ 570 h 583"/>
                  <a:gd name="T22" fmla="*/ 622 w 2014"/>
                  <a:gd name="T23" fmla="*/ 554 h 583"/>
                  <a:gd name="T24" fmla="*/ 496 w 2014"/>
                  <a:gd name="T25" fmla="*/ 532 h 583"/>
                  <a:gd name="T26" fmla="*/ 369 w 2014"/>
                  <a:gd name="T27" fmla="*/ 504 h 583"/>
                  <a:gd name="T28" fmla="*/ 244 w 2014"/>
                  <a:gd name="T29" fmla="*/ 470 h 583"/>
                  <a:gd name="T30" fmla="*/ 120 w 2014"/>
                  <a:gd name="T31" fmla="*/ 429 h 583"/>
                  <a:gd name="T32" fmla="*/ 0 w 2014"/>
                  <a:gd name="T33" fmla="*/ 382 h 583"/>
                  <a:gd name="T34" fmla="*/ 158 w 2014"/>
                  <a:gd name="T35" fmla="*/ 0 h 583"/>
                  <a:gd name="T36" fmla="*/ 208 w 2014"/>
                  <a:gd name="T37" fmla="*/ 20 h 583"/>
                  <a:gd name="T38" fmla="*/ 311 w 2014"/>
                  <a:gd name="T39" fmla="*/ 58 h 583"/>
                  <a:gd name="T40" fmla="*/ 416 w 2014"/>
                  <a:gd name="T41" fmla="*/ 89 h 583"/>
                  <a:gd name="T42" fmla="*/ 522 w 2014"/>
                  <a:gd name="T43" fmla="*/ 117 h 583"/>
                  <a:gd name="T44" fmla="*/ 629 w 2014"/>
                  <a:gd name="T45" fmla="*/ 137 h 583"/>
                  <a:gd name="T46" fmla="*/ 736 w 2014"/>
                  <a:gd name="T47" fmla="*/ 152 h 583"/>
                  <a:gd name="T48" fmla="*/ 845 w 2014"/>
                  <a:gd name="T49" fmla="*/ 163 h 583"/>
                  <a:gd name="T50" fmla="*/ 952 w 2014"/>
                  <a:gd name="T51" fmla="*/ 169 h 583"/>
                  <a:gd name="T52" fmla="*/ 1060 w 2014"/>
                  <a:gd name="T53" fmla="*/ 169 h 583"/>
                  <a:gd name="T54" fmla="*/ 1169 w 2014"/>
                  <a:gd name="T55" fmla="*/ 163 h 583"/>
                  <a:gd name="T56" fmla="*/ 1276 w 2014"/>
                  <a:gd name="T57" fmla="*/ 152 h 583"/>
                  <a:gd name="T58" fmla="*/ 1385 w 2014"/>
                  <a:gd name="T59" fmla="*/ 137 h 583"/>
                  <a:gd name="T60" fmla="*/ 1490 w 2014"/>
                  <a:gd name="T61" fmla="*/ 117 h 583"/>
                  <a:gd name="T62" fmla="*/ 1596 w 2014"/>
                  <a:gd name="T63" fmla="*/ 89 h 583"/>
                  <a:gd name="T64" fmla="*/ 1702 w 2014"/>
                  <a:gd name="T65" fmla="*/ 58 h 583"/>
                  <a:gd name="T66" fmla="*/ 1805 w 2014"/>
                  <a:gd name="T67" fmla="*/ 20 h 583"/>
                  <a:gd name="T68" fmla="*/ 1856 w 2014"/>
                  <a:gd name="T69" fmla="*/ 0 h 583"/>
                  <a:gd name="T70" fmla="*/ 2014 w 2014"/>
                  <a:gd name="T71" fmla="*/ 382 h 5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014" h="583">
                    <a:moveTo>
                      <a:pt x="2014" y="382"/>
                    </a:moveTo>
                    <a:lnTo>
                      <a:pt x="2014" y="382"/>
                    </a:lnTo>
                    <a:lnTo>
                      <a:pt x="1954" y="407"/>
                    </a:lnTo>
                    <a:lnTo>
                      <a:pt x="1892" y="429"/>
                    </a:lnTo>
                    <a:lnTo>
                      <a:pt x="1831" y="451"/>
                    </a:lnTo>
                    <a:lnTo>
                      <a:pt x="1768" y="470"/>
                    </a:lnTo>
                    <a:lnTo>
                      <a:pt x="1706" y="488"/>
                    </a:lnTo>
                    <a:lnTo>
                      <a:pt x="1644" y="504"/>
                    </a:lnTo>
                    <a:lnTo>
                      <a:pt x="1581" y="519"/>
                    </a:lnTo>
                    <a:lnTo>
                      <a:pt x="1518" y="532"/>
                    </a:lnTo>
                    <a:lnTo>
                      <a:pt x="1455" y="544"/>
                    </a:lnTo>
                    <a:lnTo>
                      <a:pt x="1390" y="554"/>
                    </a:lnTo>
                    <a:lnTo>
                      <a:pt x="1327" y="563"/>
                    </a:lnTo>
                    <a:lnTo>
                      <a:pt x="1264" y="570"/>
                    </a:lnTo>
                    <a:lnTo>
                      <a:pt x="1199" y="576"/>
                    </a:lnTo>
                    <a:lnTo>
                      <a:pt x="1135" y="580"/>
                    </a:lnTo>
                    <a:lnTo>
                      <a:pt x="1071" y="581"/>
                    </a:lnTo>
                    <a:lnTo>
                      <a:pt x="1007" y="583"/>
                    </a:lnTo>
                    <a:lnTo>
                      <a:pt x="942" y="581"/>
                    </a:lnTo>
                    <a:lnTo>
                      <a:pt x="878" y="580"/>
                    </a:lnTo>
                    <a:lnTo>
                      <a:pt x="814" y="576"/>
                    </a:lnTo>
                    <a:lnTo>
                      <a:pt x="750" y="570"/>
                    </a:lnTo>
                    <a:lnTo>
                      <a:pt x="687" y="563"/>
                    </a:lnTo>
                    <a:lnTo>
                      <a:pt x="622" y="554"/>
                    </a:lnTo>
                    <a:lnTo>
                      <a:pt x="559" y="544"/>
                    </a:lnTo>
                    <a:lnTo>
                      <a:pt x="496" y="532"/>
                    </a:lnTo>
                    <a:lnTo>
                      <a:pt x="432" y="519"/>
                    </a:lnTo>
                    <a:lnTo>
                      <a:pt x="369" y="504"/>
                    </a:lnTo>
                    <a:lnTo>
                      <a:pt x="307" y="488"/>
                    </a:lnTo>
                    <a:lnTo>
                      <a:pt x="244" y="470"/>
                    </a:lnTo>
                    <a:lnTo>
                      <a:pt x="182" y="451"/>
                    </a:lnTo>
                    <a:lnTo>
                      <a:pt x="120" y="429"/>
                    </a:lnTo>
                    <a:lnTo>
                      <a:pt x="60" y="407"/>
                    </a:lnTo>
                    <a:lnTo>
                      <a:pt x="0" y="382"/>
                    </a:lnTo>
                    <a:lnTo>
                      <a:pt x="0" y="382"/>
                    </a:lnTo>
                    <a:lnTo>
                      <a:pt x="158" y="0"/>
                    </a:lnTo>
                    <a:lnTo>
                      <a:pt x="158" y="0"/>
                    </a:lnTo>
                    <a:lnTo>
                      <a:pt x="208" y="20"/>
                    </a:lnTo>
                    <a:lnTo>
                      <a:pt x="259" y="40"/>
                    </a:lnTo>
                    <a:lnTo>
                      <a:pt x="311" y="58"/>
                    </a:lnTo>
                    <a:lnTo>
                      <a:pt x="364" y="74"/>
                    </a:lnTo>
                    <a:lnTo>
                      <a:pt x="416" y="89"/>
                    </a:lnTo>
                    <a:lnTo>
                      <a:pt x="469" y="103"/>
                    </a:lnTo>
                    <a:lnTo>
                      <a:pt x="522" y="117"/>
                    </a:lnTo>
                    <a:lnTo>
                      <a:pt x="575" y="128"/>
                    </a:lnTo>
                    <a:lnTo>
                      <a:pt x="629" y="137"/>
                    </a:lnTo>
                    <a:lnTo>
                      <a:pt x="682" y="146"/>
                    </a:lnTo>
                    <a:lnTo>
                      <a:pt x="736" y="152"/>
                    </a:lnTo>
                    <a:lnTo>
                      <a:pt x="790" y="159"/>
                    </a:lnTo>
                    <a:lnTo>
                      <a:pt x="845" y="163"/>
                    </a:lnTo>
                    <a:lnTo>
                      <a:pt x="898" y="168"/>
                    </a:lnTo>
                    <a:lnTo>
                      <a:pt x="952" y="169"/>
                    </a:lnTo>
                    <a:lnTo>
                      <a:pt x="1007" y="169"/>
                    </a:lnTo>
                    <a:lnTo>
                      <a:pt x="1060" y="169"/>
                    </a:lnTo>
                    <a:lnTo>
                      <a:pt x="1115" y="168"/>
                    </a:lnTo>
                    <a:lnTo>
                      <a:pt x="1169" y="163"/>
                    </a:lnTo>
                    <a:lnTo>
                      <a:pt x="1223" y="159"/>
                    </a:lnTo>
                    <a:lnTo>
                      <a:pt x="1276" y="152"/>
                    </a:lnTo>
                    <a:lnTo>
                      <a:pt x="1331" y="146"/>
                    </a:lnTo>
                    <a:lnTo>
                      <a:pt x="1385" y="137"/>
                    </a:lnTo>
                    <a:lnTo>
                      <a:pt x="1438" y="128"/>
                    </a:lnTo>
                    <a:lnTo>
                      <a:pt x="1490" y="117"/>
                    </a:lnTo>
                    <a:lnTo>
                      <a:pt x="1544" y="103"/>
                    </a:lnTo>
                    <a:lnTo>
                      <a:pt x="1596" y="89"/>
                    </a:lnTo>
                    <a:lnTo>
                      <a:pt x="1650" y="74"/>
                    </a:lnTo>
                    <a:lnTo>
                      <a:pt x="1702" y="58"/>
                    </a:lnTo>
                    <a:lnTo>
                      <a:pt x="1753" y="40"/>
                    </a:lnTo>
                    <a:lnTo>
                      <a:pt x="1805" y="20"/>
                    </a:lnTo>
                    <a:lnTo>
                      <a:pt x="1856" y="0"/>
                    </a:lnTo>
                    <a:lnTo>
                      <a:pt x="1856" y="0"/>
                    </a:lnTo>
                    <a:lnTo>
                      <a:pt x="2014" y="382"/>
                    </a:lnTo>
                    <a:lnTo>
                      <a:pt x="2014" y="382"/>
                    </a:lnTo>
                    <a:close/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l"/>
              </a:p>
            </p:txBody>
          </p:sp>
        </p:grpSp>
        <p:sp>
          <p:nvSpPr>
            <p:cNvPr id="47" name="Title" descr="41a8bcfb-d46b-4072-a451-4c59d1b7bdb0"/>
            <p:cNvSpPr txBox="1"/>
            <p:nvPr/>
          </p:nvSpPr>
          <p:spPr>
            <a:xfrm>
              <a:off x="673099" y="1130300"/>
              <a:ext cx="10845800" cy="6809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1">
              <a:norm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 i="0" u="none" strike="noStrike">
                  <a:solidFill>
                    <a:srgbClr val="FFFFFF"/>
                  </a:solidFill>
                  <a:ea typeface="微软雅黑" panose="020B0503020204020204" charset="-122"/>
                </a:rPr>
                <a:t>本质的优雅呈现</a:t>
              </a:r>
              <a:endParaRPr lang="en-US" sz="2400" b="1" i="0" u="none" strike="noStrike">
                <a:solidFill>
                  <a:srgbClr val="FFFFFF"/>
                </a:solidFill>
                <a:ea typeface="微软雅黑" panose="020B0503020204020204" charset="-122"/>
              </a:endParaRPr>
            </a:p>
          </p:txBody>
        </p:sp>
        <p:grpSp>
          <p:nvGrpSpPr>
            <p:cNvPr id="8" name="组合 7" descr="ac9e03c9-3b32-4efe-abfe-b82749340d0b"/>
            <p:cNvGrpSpPr/>
            <p:nvPr/>
          </p:nvGrpSpPr>
          <p:grpSpPr>
            <a:xfrm>
              <a:off x="669925" y="2030212"/>
              <a:ext cx="3158864" cy="1690694"/>
              <a:chOff x="669925" y="2030212"/>
              <a:chExt cx="3158864" cy="1690694"/>
            </a:xfrm>
          </p:grpSpPr>
          <p:sp>
            <p:nvSpPr>
              <p:cNvPr id="7" name="Number1" descr="afa4a79e-a821-4fef-a0a3-a21cc10ae5dd"/>
              <p:cNvSpPr/>
              <p:nvPr/>
            </p:nvSpPr>
            <p:spPr bwMode="auto">
              <a:xfrm>
                <a:off x="3018789" y="2689313"/>
                <a:ext cx="810000" cy="360000"/>
              </a:xfrm>
              <a:prstGeom prst="wedgeRoundRectCallout">
                <a:avLst>
                  <a:gd name="adj1" fmla="val 72345"/>
                  <a:gd name="adj2" fmla="val 106849"/>
                  <a:gd name="adj3" fmla="val 16667"/>
                </a:avLst>
              </a:prstGeom>
              <a:solidFill>
                <a:schemeClr val="accent1"/>
              </a:solidFill>
              <a:ln w="3810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sz="1800" b="1" i="0" u="none">
                    <a:solidFill>
                      <a:srgbClr val="000000"/>
                    </a:solidFill>
                    <a:latin typeface="Arial" panose="020B0604020202020204"/>
                  </a:rPr>
                  <a:t>01</a:t>
                </a:r>
                <a:endParaRPr lang="en-US" sz="1800" b="1" i="0" u="non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9" name="Text1" descr="675aa98b-82de-4d60-b2fc-c6c018a09086"/>
              <p:cNvSpPr/>
              <p:nvPr/>
            </p:nvSpPr>
            <p:spPr bwMode="auto">
              <a:xfrm>
                <a:off x="669925" y="2615835"/>
                <a:ext cx="2325974" cy="11050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所谓完美，不是指无可增添，而是指无可删减，简约是通过深刻理解达到的优雅。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3" name="Bullet1" descr="307212f0-e821-4bea-9520-7d4ae2b52049"/>
              <p:cNvSpPr/>
              <p:nvPr/>
            </p:nvSpPr>
            <p:spPr bwMode="auto">
              <a:xfrm>
                <a:off x="669925" y="2030212"/>
                <a:ext cx="2325974" cy="5856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简约定义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11" name="组合 10" descr="47682290-1f7b-40b4-814b-13580fb971f8"/>
            <p:cNvGrpSpPr/>
            <p:nvPr/>
          </p:nvGrpSpPr>
          <p:grpSpPr>
            <a:xfrm>
              <a:off x="669925" y="3833792"/>
              <a:ext cx="3158864" cy="1690694"/>
              <a:chOff x="669925" y="3833792"/>
              <a:chExt cx="3158864" cy="1690694"/>
            </a:xfrm>
          </p:grpSpPr>
          <p:sp>
            <p:nvSpPr>
              <p:cNvPr id="10" name="Number2" descr="a2cb49b7-2f66-456e-b666-f140a6065f16"/>
              <p:cNvSpPr/>
              <p:nvPr/>
            </p:nvSpPr>
            <p:spPr bwMode="auto">
              <a:xfrm>
                <a:off x="3018789" y="4492893"/>
                <a:ext cx="810000" cy="360000"/>
              </a:xfrm>
              <a:prstGeom prst="wedgeRoundRectCallout">
                <a:avLst>
                  <a:gd name="adj1" fmla="val 72345"/>
                  <a:gd name="adj2" fmla="val 106849"/>
                  <a:gd name="adj3" fmla="val 16667"/>
                </a:avLst>
              </a:prstGeom>
              <a:solidFill>
                <a:schemeClr val="accent1"/>
              </a:solidFill>
              <a:ln w="3810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sz="1800" b="1" i="0" u="none">
                    <a:solidFill>
                      <a:srgbClr val="000000"/>
                    </a:solidFill>
                    <a:latin typeface="Arial" panose="020B0604020202020204"/>
                  </a:rPr>
                  <a:t>02</a:t>
                </a:r>
                <a:endParaRPr lang="en-US" sz="1800" b="1" i="0" u="non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12" name="Text2" descr="dcc8093d-ce84-4020-a3cc-657ece869ef4"/>
              <p:cNvSpPr/>
              <p:nvPr/>
            </p:nvSpPr>
            <p:spPr bwMode="auto">
              <a:xfrm>
                <a:off x="669925" y="4419415"/>
                <a:ext cx="2325974" cy="11050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简约可最小化认知负担，降低理解成本，提升直觉性，使系统更易理解、修改和扩展。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4" name="Bullet2" descr="549b923e-8e09-46f0-9551-ca6c05c9f893"/>
              <p:cNvSpPr/>
              <p:nvPr/>
            </p:nvSpPr>
            <p:spPr bwMode="auto">
              <a:xfrm>
                <a:off x="669925" y="3833792"/>
                <a:ext cx="2325974" cy="5856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简约好处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14" name="组合 13" descr="f8dc1b67-0f4b-462e-a933-bd259a1fc39c"/>
            <p:cNvGrpSpPr/>
            <p:nvPr/>
          </p:nvGrpSpPr>
          <p:grpSpPr>
            <a:xfrm>
              <a:off x="8197057" y="2030212"/>
              <a:ext cx="3321842" cy="1690694"/>
              <a:chOff x="8197057" y="2030212"/>
              <a:chExt cx="3321842" cy="1690694"/>
            </a:xfrm>
          </p:grpSpPr>
          <p:sp>
            <p:nvSpPr>
              <p:cNvPr id="13" name="Number3" descr="60c31779-91be-471c-ba7b-e73ccb335a81"/>
              <p:cNvSpPr/>
              <p:nvPr/>
            </p:nvSpPr>
            <p:spPr bwMode="auto">
              <a:xfrm>
                <a:off x="8197057" y="2689313"/>
                <a:ext cx="810000" cy="360000"/>
              </a:xfrm>
              <a:prstGeom prst="wedgeRoundRectCallout">
                <a:avLst>
                  <a:gd name="adj1" fmla="val -71006"/>
                  <a:gd name="adj2" fmla="val 78627"/>
                  <a:gd name="adj3" fmla="val 16667"/>
                </a:avLst>
              </a:prstGeom>
              <a:solidFill>
                <a:schemeClr val="accent1"/>
              </a:solidFill>
              <a:ln w="3810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sz="1800" b="1" i="0" u="none">
                    <a:solidFill>
                      <a:srgbClr val="000000"/>
                    </a:solidFill>
                    <a:latin typeface="Arial" panose="020B0604020202020204"/>
                  </a:rPr>
                  <a:t>03</a:t>
                </a:r>
                <a:endParaRPr lang="en-US" sz="1800" b="1" i="0" u="non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15" name="Text3" descr="8d9d8c76-6977-44cd-9d50-9cfdc949830b"/>
              <p:cNvSpPr/>
              <p:nvPr/>
            </p:nvSpPr>
            <p:spPr bwMode="auto">
              <a:xfrm>
                <a:off x="9192925" y="2615835"/>
                <a:ext cx="2325974" cy="11050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latin typeface="Arial" panose="020B0604020202020204"/>
                  </a:rPr>
                  <a:t>AI带来丰富诱惑和简约智慧的矛盾，需求失控和复杂度债务可能累积。</a:t>
                </a:r>
                <a:endParaRPr lang="en-US" sz="1200" b="0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5" name="Bullet3" descr="d3b31502-7a72-477d-989f-0dca8632e83c"/>
              <p:cNvSpPr/>
              <p:nvPr/>
            </p:nvSpPr>
            <p:spPr bwMode="auto">
              <a:xfrm>
                <a:off x="9192925" y="2030212"/>
                <a:ext cx="2325974" cy="5856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简约挑战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17" name="组合 16" descr="03f8409e-e77d-4152-bbe3-7249ceeeeb92"/>
            <p:cNvGrpSpPr/>
            <p:nvPr/>
          </p:nvGrpSpPr>
          <p:grpSpPr>
            <a:xfrm>
              <a:off x="8197057" y="3833792"/>
              <a:ext cx="3321842" cy="1690694"/>
              <a:chOff x="8197057" y="3833792"/>
              <a:chExt cx="3321842" cy="1690694"/>
            </a:xfrm>
          </p:grpSpPr>
          <p:sp>
            <p:nvSpPr>
              <p:cNvPr id="16" name="Number4" descr="2ca33919-1b92-406a-a7a6-699df63b78eb"/>
              <p:cNvSpPr/>
              <p:nvPr/>
            </p:nvSpPr>
            <p:spPr bwMode="auto">
              <a:xfrm>
                <a:off x="8197057" y="4492893"/>
                <a:ext cx="810000" cy="360000"/>
              </a:xfrm>
              <a:prstGeom prst="wedgeRoundRectCallout">
                <a:avLst>
                  <a:gd name="adj1" fmla="val -71006"/>
                  <a:gd name="adj2" fmla="val 78627"/>
                  <a:gd name="adj3" fmla="val 16667"/>
                </a:avLst>
              </a:prstGeom>
              <a:solidFill>
                <a:schemeClr val="accent1"/>
              </a:solidFill>
              <a:ln w="3810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sz="1800" b="1" i="0" u="none">
                    <a:solidFill>
                      <a:srgbClr val="000000"/>
                    </a:solidFill>
                    <a:latin typeface="Arial" panose="020B0604020202020204"/>
                  </a:rPr>
                  <a:t>04</a:t>
                </a:r>
                <a:endParaRPr lang="en-US" sz="1800" b="1" i="0" u="non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18" name="Text4" descr="f0dc9f2f-7028-4c35-84fc-7cf0fb2b69f5"/>
              <p:cNvSpPr/>
              <p:nvPr/>
            </p:nvSpPr>
            <p:spPr bwMode="auto">
              <a:xfrm>
                <a:off x="9192925" y="4419415"/>
                <a:ext cx="2325974" cy="11050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包括代码简约、架构简约和价值简约三重境界。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6" name="Bullet4" descr="e87867c1-5ec5-4bd2-bc0b-ea7e60535ad2"/>
              <p:cNvSpPr/>
              <p:nvPr/>
            </p:nvSpPr>
            <p:spPr bwMode="auto">
              <a:xfrm>
                <a:off x="9192925" y="3833792"/>
                <a:ext cx="2325974" cy="5856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简约境界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</p:grp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5a12860-57d0-435d-97c1-4c6d2d8d7d77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FFFFFF"/>
                </a:solidFill>
                <a:ea typeface="微软雅黑" panose="020B0503020204020204" charset="-122"/>
              </a:rPr>
              <a:t>演化之道</a:t>
            </a:r>
            <a:endParaRPr lang="en-US" sz="2800" b="1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grpSp>
        <p:nvGrpSpPr>
          <p:cNvPr id="17" name="3f266100-abce-40d1-9e7f-237cd5d739d8.source.4.zh-Hans.pptx" descr="bdeedf82-0a17-42a7-ad52-a17e899ae5cb"/>
          <p:cNvGrpSpPr/>
          <p:nvPr/>
        </p:nvGrpSpPr>
        <p:grpSpPr>
          <a:xfrm>
            <a:off x="660400" y="1130300"/>
            <a:ext cx="10858500" cy="5003799"/>
            <a:chOff x="660400" y="1130300"/>
            <a:chExt cx="10858500" cy="5003799"/>
          </a:xfrm>
        </p:grpSpPr>
        <p:cxnSp>
          <p:nvCxnSpPr>
            <p:cNvPr id="5" name="îṧḷïḍé" descr="ed5ae226-4c99-4306-8d63-463b28f0e101"/>
            <p:cNvCxnSpPr/>
            <p:nvPr/>
          </p:nvCxnSpPr>
          <p:spPr>
            <a:xfrm>
              <a:off x="2838495" y="2974170"/>
              <a:ext cx="608619" cy="0"/>
            </a:xfrm>
            <a:prstGeom prst="straightConnector1">
              <a:avLst/>
            </a:prstGeom>
            <a:ln w="127000" cap="sq">
              <a:solidFill>
                <a:schemeClr val="accent1"/>
              </a:solidFill>
              <a:round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îSḻïḋê" descr="5105b5ca-fd07-446e-b1bd-d6fc9127cf04"/>
            <p:cNvCxnSpPr/>
            <p:nvPr/>
          </p:nvCxnSpPr>
          <p:spPr>
            <a:xfrm>
              <a:off x="5630148" y="2974170"/>
              <a:ext cx="608619" cy="0"/>
            </a:xfrm>
            <a:prstGeom prst="straightConnector1">
              <a:avLst/>
            </a:prstGeom>
            <a:ln w="127000" cap="sq">
              <a:solidFill>
                <a:schemeClr val="accent1"/>
              </a:solidFill>
              <a:round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isḻidè" descr="87b138dd-e62a-479e-b861-a2c070696152"/>
            <p:cNvCxnSpPr/>
            <p:nvPr/>
          </p:nvCxnSpPr>
          <p:spPr>
            <a:xfrm>
              <a:off x="8421801" y="2974170"/>
              <a:ext cx="608619" cy="0"/>
            </a:xfrm>
            <a:prstGeom prst="straightConnector1">
              <a:avLst/>
            </a:prstGeom>
            <a:ln w="127000" cap="sq">
              <a:solidFill>
                <a:schemeClr val="accent1"/>
              </a:solidFill>
              <a:round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itle" descr="87ce3920-e525-4cea-bb5d-6262596ed390"/>
            <p:cNvSpPr txBox="1"/>
            <p:nvPr/>
          </p:nvSpPr>
          <p:spPr>
            <a:xfrm>
              <a:off x="660400" y="1130300"/>
              <a:ext cx="10858500" cy="461665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FFFFFF"/>
                  </a:solidFill>
                  <a:ea typeface="微软雅黑" panose="020B0503020204020204" charset="-122"/>
                </a:rPr>
                <a:t>拥抱变化的生命力</a:t>
              </a:r>
              <a:endParaRPr lang="en-US" sz="2400" b="1" i="0" u="none">
                <a:solidFill>
                  <a:srgbClr val="FFFFFF"/>
                </a:solidFill>
                <a:ea typeface="微软雅黑" panose="020B0503020204020204" charset="-122"/>
              </a:endParaRPr>
            </a:p>
          </p:txBody>
        </p:sp>
        <p:grpSp>
          <p:nvGrpSpPr>
            <p:cNvPr id="8" name="组合 7" descr="4f6f6144-5b57-4ecd-b540-44808d55f33a"/>
            <p:cNvGrpSpPr/>
            <p:nvPr/>
          </p:nvGrpSpPr>
          <p:grpSpPr>
            <a:xfrm>
              <a:off x="673975" y="2043113"/>
              <a:ext cx="2469966" cy="4090986"/>
              <a:chOff x="673975" y="2043113"/>
              <a:chExt cx="2469966" cy="4090986"/>
            </a:xfrm>
          </p:grpSpPr>
          <p:sp>
            <p:nvSpPr>
              <p:cNvPr id="3" name="Number1" descr="d6e7c110-b076-4090-89ab-e68e14cf9a0c"/>
              <p:cNvSpPr/>
              <p:nvPr/>
            </p:nvSpPr>
            <p:spPr>
              <a:xfrm>
                <a:off x="977900" y="2043113"/>
                <a:ext cx="1862116" cy="1862113"/>
              </a:xfrm>
              <a:prstGeom prst="arc">
                <a:avLst>
                  <a:gd name="adj1" fmla="val 99617"/>
                  <a:gd name="adj2" fmla="val 16095858"/>
                </a:avLst>
              </a:prstGeom>
              <a:ln w="127000" cap="sq">
                <a:solidFill>
                  <a:schemeClr val="accent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sz="3200" b="1" i="0" u="none">
                    <a:solidFill>
                      <a:srgbClr val="FFCFB3"/>
                    </a:solidFill>
                    <a:latin typeface="Arial" panose="020B0604020202020204"/>
                  </a:rPr>
                  <a:t>01</a:t>
                </a:r>
                <a:endParaRPr lang="en-US" sz="3200" b="1" i="0" u="none">
                  <a:solidFill>
                    <a:srgbClr val="FFCFB3"/>
                  </a:solidFill>
                  <a:latin typeface="Arial" panose="020B0604020202020204"/>
                </a:endParaRPr>
              </a:p>
            </p:txBody>
          </p:sp>
          <p:sp>
            <p:nvSpPr>
              <p:cNvPr id="10" name="Bullet1" descr="491bdf28-007d-4c93-ba14-764b13714de8"/>
              <p:cNvSpPr txBox="1"/>
              <p:nvPr/>
            </p:nvSpPr>
            <p:spPr>
              <a:xfrm>
                <a:off x="673975" y="4152900"/>
                <a:ext cx="2469966" cy="608801"/>
              </a:xfrm>
              <a:prstGeom prst="rect">
                <a:avLst/>
              </a:prstGeom>
              <a:noFill/>
            </p:spPr>
            <p:txBody>
              <a:bodyPr wrap="square" rtlCol="0" anchor="b" anchorCtr="1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演化定义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2" name="Text1" descr="852d45f6-97d2-4d69-8732-54f20e30b075"/>
              <p:cNvSpPr txBox="1"/>
              <p:nvPr/>
            </p:nvSpPr>
            <p:spPr>
              <a:xfrm>
                <a:off x="673975" y="4761700"/>
                <a:ext cx="2469966" cy="1372399"/>
              </a:xfrm>
              <a:prstGeom prst="rect">
                <a:avLst/>
              </a:prstGeom>
              <a:noFill/>
            </p:spPr>
            <p:txBody>
              <a:bodyPr wrap="square" rtlCol="0" anchor="t" anchorCtr="1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完美的系统是在持续的迭代和重构中演化而来的，软件演化是生命体的成长过程。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9" name="组合 8" descr="f2929cd0-ec41-4a55-b5c2-0bc61b6c129a"/>
            <p:cNvGrpSpPr/>
            <p:nvPr/>
          </p:nvGrpSpPr>
          <p:grpSpPr>
            <a:xfrm>
              <a:off x="3465628" y="2043113"/>
              <a:ext cx="2469966" cy="4090986"/>
              <a:chOff x="3465628" y="2043113"/>
              <a:chExt cx="2469966" cy="4090986"/>
            </a:xfrm>
          </p:grpSpPr>
          <p:sp>
            <p:nvSpPr>
              <p:cNvPr id="26" name="Number2" descr="00aff83c-fe8e-446e-a5ff-306be3477c04"/>
              <p:cNvSpPr/>
              <p:nvPr/>
            </p:nvSpPr>
            <p:spPr>
              <a:xfrm>
                <a:off x="3769553" y="2043113"/>
                <a:ext cx="1862116" cy="1862113"/>
              </a:xfrm>
              <a:prstGeom prst="arc">
                <a:avLst>
                  <a:gd name="adj1" fmla="val 99617"/>
                  <a:gd name="adj2" fmla="val 16095858"/>
                </a:avLst>
              </a:prstGeom>
              <a:ln w="127000" cap="sq">
                <a:solidFill>
                  <a:schemeClr val="accent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sz="3200" b="1" i="0" u="none">
                    <a:solidFill>
                      <a:srgbClr val="FFCFB3"/>
                    </a:solidFill>
                    <a:latin typeface="Arial" panose="020B0604020202020204"/>
                  </a:rPr>
                  <a:t>02</a:t>
                </a:r>
                <a:endParaRPr lang="en-US" sz="3200" b="1" i="0" u="none">
                  <a:solidFill>
                    <a:srgbClr val="FFCFB3"/>
                  </a:solidFill>
                  <a:latin typeface="Arial" panose="020B0604020202020204"/>
                </a:endParaRPr>
              </a:p>
            </p:txBody>
          </p:sp>
          <p:sp>
            <p:nvSpPr>
              <p:cNvPr id="28" name="Bullet2" descr="5317fdf6-f34e-4cae-8f51-1a7e23cb6c7c"/>
              <p:cNvSpPr txBox="1"/>
              <p:nvPr/>
            </p:nvSpPr>
            <p:spPr>
              <a:xfrm>
                <a:off x="3465628" y="4152900"/>
                <a:ext cx="2469966" cy="608801"/>
              </a:xfrm>
              <a:prstGeom prst="rect">
                <a:avLst/>
              </a:prstGeom>
              <a:noFill/>
            </p:spPr>
            <p:txBody>
              <a:bodyPr wrap="square" rtlCol="0" anchor="b" anchorCtr="1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生命周期变化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9" name="Text2" descr="74044ac9-6141-4744-9a79-0c560b32a6e7"/>
              <p:cNvSpPr txBox="1"/>
              <p:nvPr/>
            </p:nvSpPr>
            <p:spPr>
              <a:xfrm>
                <a:off x="3465628" y="4761700"/>
                <a:ext cx="2469966" cy="1372399"/>
              </a:xfrm>
              <a:prstGeom prst="rect">
                <a:avLst/>
              </a:prstGeom>
              <a:noFill/>
            </p:spPr>
            <p:txBody>
              <a:bodyPr wrap="square" rtlCol="0" anchor="t" anchorCtr="1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不同软件生命周期在AI编程时代有不同的变化，如探索期、成长期、成熟期和革新期。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11" name="组合 10" descr="fb4092e8-9ebd-4e12-a001-901ec4143d40"/>
            <p:cNvGrpSpPr/>
            <p:nvPr/>
          </p:nvGrpSpPr>
          <p:grpSpPr>
            <a:xfrm>
              <a:off x="6257281" y="2043113"/>
              <a:ext cx="2469966" cy="4090986"/>
              <a:chOff x="6257281" y="2043113"/>
              <a:chExt cx="2469966" cy="4090986"/>
            </a:xfrm>
          </p:grpSpPr>
          <p:sp>
            <p:nvSpPr>
              <p:cNvPr id="30" name="Number3" descr="8f47c21d-b33a-433a-b5bf-77b66719bee0"/>
              <p:cNvSpPr/>
              <p:nvPr/>
            </p:nvSpPr>
            <p:spPr>
              <a:xfrm>
                <a:off x="6561206" y="2043113"/>
                <a:ext cx="1862116" cy="1862113"/>
              </a:xfrm>
              <a:prstGeom prst="arc">
                <a:avLst>
                  <a:gd name="adj1" fmla="val 99617"/>
                  <a:gd name="adj2" fmla="val 16095858"/>
                </a:avLst>
              </a:prstGeom>
              <a:ln w="127000" cap="sq">
                <a:solidFill>
                  <a:schemeClr val="accent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sz="3200" b="1" i="0" u="none">
                    <a:solidFill>
                      <a:srgbClr val="FFCFB3"/>
                    </a:solidFill>
                    <a:latin typeface="Arial" panose="020B0604020202020204"/>
                  </a:rPr>
                  <a:t>03</a:t>
                </a:r>
                <a:endParaRPr lang="en-US" sz="3200" b="1" i="0" u="none">
                  <a:solidFill>
                    <a:srgbClr val="FFCFB3"/>
                  </a:solidFill>
                  <a:latin typeface="Arial" panose="020B0604020202020204"/>
                </a:endParaRPr>
              </a:p>
            </p:txBody>
          </p:sp>
          <p:sp>
            <p:nvSpPr>
              <p:cNvPr id="32" name="Bullet3" descr="b5e49e1b-c51f-4a7a-8d6d-e83e3ec07925"/>
              <p:cNvSpPr txBox="1"/>
              <p:nvPr/>
            </p:nvSpPr>
            <p:spPr>
              <a:xfrm>
                <a:off x="6257281" y="4152900"/>
                <a:ext cx="2469966" cy="608801"/>
              </a:xfrm>
              <a:prstGeom prst="rect">
                <a:avLst/>
              </a:prstGeom>
              <a:noFill/>
            </p:spPr>
            <p:txBody>
              <a:bodyPr wrap="square" rtlCol="0" anchor="b" anchorCtr="1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人机协作模式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33" name="Text3" descr="c50412b3-ba2e-4f70-855b-fcba81cb79b5"/>
              <p:cNvSpPr txBox="1"/>
              <p:nvPr/>
            </p:nvSpPr>
            <p:spPr>
              <a:xfrm>
                <a:off x="6257281" y="4761700"/>
                <a:ext cx="2469966" cy="1372399"/>
              </a:xfrm>
              <a:prstGeom prst="rect">
                <a:avLst/>
              </a:prstGeom>
              <a:noFill/>
            </p:spPr>
            <p:txBody>
              <a:bodyPr wrap="square" rtlCol="0" anchor="t" anchorCtr="1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每个阶段人机协作的模式都在动态调整，如感知阶段、设计阶段、实施阶段和学习阶段。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13" name="组合 12" descr="2ecf5e75-fb1e-4235-91be-a2dc97a36623"/>
            <p:cNvGrpSpPr/>
            <p:nvPr/>
          </p:nvGrpSpPr>
          <p:grpSpPr>
            <a:xfrm>
              <a:off x="9048934" y="2043550"/>
              <a:ext cx="2469966" cy="4090549"/>
              <a:chOff x="9048934" y="2043550"/>
              <a:chExt cx="2469966" cy="4090549"/>
            </a:xfrm>
          </p:grpSpPr>
          <p:sp>
            <p:nvSpPr>
              <p:cNvPr id="36" name="Bullet4" descr="1d37c989-d4d2-4fe8-8460-3a8d1d1876a1"/>
              <p:cNvSpPr txBox="1"/>
              <p:nvPr/>
            </p:nvSpPr>
            <p:spPr>
              <a:xfrm>
                <a:off x="9048934" y="4152900"/>
                <a:ext cx="2469966" cy="608801"/>
              </a:xfrm>
              <a:prstGeom prst="rect">
                <a:avLst/>
              </a:prstGeom>
              <a:noFill/>
            </p:spPr>
            <p:txBody>
              <a:bodyPr wrap="square" rtlCol="0" anchor="b" anchorCtr="1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演化原则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37" name="Text4" descr="4850dd36-d22c-44fb-843d-ba92cc7aab71"/>
              <p:cNvSpPr txBox="1"/>
              <p:nvPr/>
            </p:nvSpPr>
            <p:spPr>
              <a:xfrm>
                <a:off x="9048934" y="4761700"/>
                <a:ext cx="2469966" cy="1372399"/>
              </a:xfrm>
              <a:prstGeom prst="rect">
                <a:avLst/>
              </a:prstGeom>
              <a:noFill/>
            </p:spPr>
            <p:txBody>
              <a:bodyPr wrap="square" rtlCol="0" anchor="t" anchorCtr="1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可逆性确保改变可安全回滚，渐进性避免剧烈变化，可观测性要求影响可监测，适应性支持未来变化。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38" name="Number4" descr="cea704a1-44d7-4319-ab0f-2e9d85185eb1"/>
              <p:cNvSpPr/>
              <p:nvPr/>
            </p:nvSpPr>
            <p:spPr>
              <a:xfrm>
                <a:off x="9352859" y="2043550"/>
                <a:ext cx="1861241" cy="1861240"/>
              </a:xfrm>
              <a:prstGeom prst="ellipse">
                <a:avLst/>
              </a:prstGeom>
              <a:noFill/>
              <a:ln w="127000" cap="rnd">
                <a:solidFill>
                  <a:schemeClr val="accent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/>
                <a:r>
                  <a:rPr lang="en-US" sz="3200" b="1" i="0" u="none">
                    <a:solidFill>
                      <a:srgbClr val="FFCFB3"/>
                    </a:solidFill>
                    <a:latin typeface="Arial" panose="020B0604020202020204"/>
                  </a:rPr>
                  <a:t>04</a:t>
                </a:r>
                <a:endParaRPr lang="en-US" sz="3200" b="1" i="0" u="none">
                  <a:solidFill>
                    <a:srgbClr val="FFCFB3"/>
                  </a:solidFill>
                  <a:latin typeface="Arial" panose="020B0604020202020204"/>
                </a:endParaRPr>
              </a:p>
            </p:txBody>
          </p:sp>
        </p:grpSp>
      </p:grp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5a12860-57d0-435d-97c1-4c6d2d8d7d77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FFFFFF"/>
                </a:solidFill>
                <a:ea typeface="微软雅黑" panose="020B0503020204020204" charset="-122"/>
              </a:rPr>
              <a:t>权衡之道</a:t>
            </a:r>
            <a:endParaRPr lang="en-US" sz="2800" b="1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grpSp>
        <p:nvGrpSpPr>
          <p:cNvPr id="3" name="10f10935-8ed8-4bb7-aa75-1423762517ca.source.4.zh-Hans.pptx" descr="b3c1f221-13bf-4b39-9369-287c730ee0f0"/>
          <p:cNvGrpSpPr/>
          <p:nvPr/>
        </p:nvGrpSpPr>
        <p:grpSpPr>
          <a:xfrm>
            <a:off x="0" y="1130300"/>
            <a:ext cx="11518900" cy="5003800"/>
            <a:chOff x="0" y="1130300"/>
            <a:chExt cx="11518900" cy="5003800"/>
          </a:xfrm>
        </p:grpSpPr>
        <p:sp>
          <p:nvSpPr>
            <p:cNvPr id="5" name="íŝliḓè" descr="c01e1b37-dec8-40e7-86f6-e335111783bd"/>
            <p:cNvSpPr/>
            <p:nvPr/>
          </p:nvSpPr>
          <p:spPr>
            <a:xfrm rot="16200000" flipV="1">
              <a:off x="1509891" y="1999598"/>
              <a:ext cx="1162941" cy="1118332"/>
            </a:xfrm>
            <a:prstGeom prst="parallelogram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</a:p>
          </p:txBody>
        </p:sp>
        <p:grpSp>
          <p:nvGrpSpPr>
            <p:cNvPr id="34" name="组合 33" descr="b56c9f22-736a-47af-ac1f-c3b0919a82c0"/>
            <p:cNvGrpSpPr/>
            <p:nvPr/>
          </p:nvGrpSpPr>
          <p:grpSpPr>
            <a:xfrm>
              <a:off x="0" y="1977293"/>
              <a:ext cx="11518899" cy="1156432"/>
              <a:chOff x="0" y="1977293"/>
              <a:chExt cx="11518899" cy="1156432"/>
            </a:xfrm>
          </p:grpSpPr>
          <p:sp>
            <p:nvSpPr>
              <p:cNvPr id="4" name="Number1" descr="750614af-5276-431a-aca9-c4d296693e75"/>
              <p:cNvSpPr/>
              <p:nvPr/>
            </p:nvSpPr>
            <p:spPr bwMode="auto">
              <a:xfrm>
                <a:off x="0" y="2248345"/>
                <a:ext cx="1533784" cy="8853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0">
                <a:noFill/>
                <a:prstDash val="solid"/>
                <a:miter lim="800000"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/>
                <a:r>
                  <a:rPr lang="en-US" sz="2000" b="1" i="0" u="none">
                    <a:solidFill>
                      <a:srgbClr val="FFCFB3"/>
                    </a:solidFill>
                    <a:latin typeface="Arial" panose="020B0604020202020204"/>
                  </a:rPr>
                  <a:t>01</a:t>
                </a:r>
                <a:endParaRPr lang="en-US" sz="2000" b="1" i="0" u="none">
                  <a:solidFill>
                    <a:srgbClr val="FFCFB3"/>
                  </a:solidFill>
                  <a:latin typeface="Arial" panose="020B0604020202020204"/>
                </a:endParaRPr>
              </a:p>
            </p:txBody>
          </p:sp>
          <p:grpSp>
            <p:nvGrpSpPr>
              <p:cNvPr id="30" name="组合 29" descr="2cf8e509-5fab-4683-8ad6-8404287c730d"/>
              <p:cNvGrpSpPr/>
              <p:nvPr/>
            </p:nvGrpSpPr>
            <p:grpSpPr>
              <a:xfrm>
                <a:off x="1879261" y="1977293"/>
                <a:ext cx="9639638" cy="885380"/>
                <a:chOff x="1879261" y="1977293"/>
                <a:chExt cx="9639638" cy="885380"/>
              </a:xfrm>
            </p:grpSpPr>
            <p:sp>
              <p:nvSpPr>
                <p:cNvPr id="6" name="Icon1" descr="4c55749d-a2db-4a6a-a2a4-c99cd3df286e"/>
                <p:cNvSpPr/>
                <p:nvPr/>
              </p:nvSpPr>
              <p:spPr bwMode="auto">
                <a:xfrm>
                  <a:off x="1879261" y="2346665"/>
                  <a:ext cx="424202" cy="424200"/>
                </a:xfrm>
                <a:custGeom>
                  <a:avLst/>
                  <a:gdLst>
                    <a:gd name="connsiteX0" fmla="*/ 181928 w 363857"/>
                    <a:gd name="connsiteY0" fmla="*/ 148691 h 363857"/>
                    <a:gd name="connsiteX1" fmla="*/ 171432 w 363857"/>
                    <a:gd name="connsiteY1" fmla="*/ 152190 h 363857"/>
                    <a:gd name="connsiteX2" fmla="*/ 162686 w 363857"/>
                    <a:gd name="connsiteY2" fmla="*/ 153939 h 363857"/>
                    <a:gd name="connsiteX3" fmla="*/ 153939 w 363857"/>
                    <a:gd name="connsiteY3" fmla="*/ 160936 h 363857"/>
                    <a:gd name="connsiteX4" fmla="*/ 148691 w 363857"/>
                    <a:gd name="connsiteY4" fmla="*/ 171432 h 363857"/>
                    <a:gd name="connsiteX5" fmla="*/ 146942 w 363857"/>
                    <a:gd name="connsiteY5" fmla="*/ 181928 h 363857"/>
                    <a:gd name="connsiteX6" fmla="*/ 148691 w 363857"/>
                    <a:gd name="connsiteY6" fmla="*/ 194173 h 363857"/>
                    <a:gd name="connsiteX7" fmla="*/ 153939 w 363857"/>
                    <a:gd name="connsiteY7" fmla="*/ 201171 h 363857"/>
                    <a:gd name="connsiteX8" fmla="*/ 162686 w 363857"/>
                    <a:gd name="connsiteY8" fmla="*/ 209917 h 363857"/>
                    <a:gd name="connsiteX9" fmla="*/ 171432 w 363857"/>
                    <a:gd name="connsiteY9" fmla="*/ 215165 h 363857"/>
                    <a:gd name="connsiteX10" fmla="*/ 181928 w 363857"/>
                    <a:gd name="connsiteY10" fmla="*/ 216914 h 363857"/>
                    <a:gd name="connsiteX11" fmla="*/ 192424 w 363857"/>
                    <a:gd name="connsiteY11" fmla="*/ 215165 h 363857"/>
                    <a:gd name="connsiteX12" fmla="*/ 202920 w 363857"/>
                    <a:gd name="connsiteY12" fmla="*/ 209917 h 363857"/>
                    <a:gd name="connsiteX13" fmla="*/ 209917 w 363857"/>
                    <a:gd name="connsiteY13" fmla="*/ 201171 h 363857"/>
                    <a:gd name="connsiteX14" fmla="*/ 215165 w 363857"/>
                    <a:gd name="connsiteY14" fmla="*/ 194173 h 363857"/>
                    <a:gd name="connsiteX15" fmla="*/ 215165 w 363857"/>
                    <a:gd name="connsiteY15" fmla="*/ 181928 h 363857"/>
                    <a:gd name="connsiteX16" fmla="*/ 215165 w 363857"/>
                    <a:gd name="connsiteY16" fmla="*/ 171432 h 363857"/>
                    <a:gd name="connsiteX17" fmla="*/ 209917 w 363857"/>
                    <a:gd name="connsiteY17" fmla="*/ 160936 h 363857"/>
                    <a:gd name="connsiteX18" fmla="*/ 202920 w 363857"/>
                    <a:gd name="connsiteY18" fmla="*/ 153939 h 363857"/>
                    <a:gd name="connsiteX19" fmla="*/ 192424 w 363857"/>
                    <a:gd name="connsiteY19" fmla="*/ 152190 h 363857"/>
                    <a:gd name="connsiteX20" fmla="*/ 181928 w 363857"/>
                    <a:gd name="connsiteY20" fmla="*/ 136446 h 363857"/>
                    <a:gd name="connsiteX21" fmla="*/ 204669 w 363857"/>
                    <a:gd name="connsiteY21" fmla="*/ 143443 h 363857"/>
                    <a:gd name="connsiteX22" fmla="*/ 220413 w 363857"/>
                    <a:gd name="connsiteY22" fmla="*/ 159187 h 363857"/>
                    <a:gd name="connsiteX23" fmla="*/ 227410 w 363857"/>
                    <a:gd name="connsiteY23" fmla="*/ 181928 h 363857"/>
                    <a:gd name="connsiteX24" fmla="*/ 220413 w 363857"/>
                    <a:gd name="connsiteY24" fmla="*/ 204669 h 363857"/>
                    <a:gd name="connsiteX25" fmla="*/ 204669 w 363857"/>
                    <a:gd name="connsiteY25" fmla="*/ 222162 h 363857"/>
                    <a:gd name="connsiteX26" fmla="*/ 181928 w 363857"/>
                    <a:gd name="connsiteY26" fmla="*/ 227410 h 363857"/>
                    <a:gd name="connsiteX27" fmla="*/ 159187 w 363857"/>
                    <a:gd name="connsiteY27" fmla="*/ 222162 h 363857"/>
                    <a:gd name="connsiteX28" fmla="*/ 141694 w 363857"/>
                    <a:gd name="connsiteY28" fmla="*/ 204669 h 363857"/>
                    <a:gd name="connsiteX29" fmla="*/ 136446 w 363857"/>
                    <a:gd name="connsiteY29" fmla="*/ 181928 h 363857"/>
                    <a:gd name="connsiteX30" fmla="*/ 141694 w 363857"/>
                    <a:gd name="connsiteY30" fmla="*/ 159187 h 363857"/>
                    <a:gd name="connsiteX31" fmla="*/ 159187 w 363857"/>
                    <a:gd name="connsiteY31" fmla="*/ 143443 h 363857"/>
                    <a:gd name="connsiteX32" fmla="*/ 181929 w 363857"/>
                    <a:gd name="connsiteY32" fmla="*/ 113705 h 363857"/>
                    <a:gd name="connsiteX33" fmla="*/ 153940 w 363857"/>
                    <a:gd name="connsiteY33" fmla="*/ 118953 h 363857"/>
                    <a:gd name="connsiteX34" fmla="*/ 131198 w 363857"/>
                    <a:gd name="connsiteY34" fmla="*/ 132947 h 363857"/>
                    <a:gd name="connsiteX35" fmla="*/ 118953 w 363857"/>
                    <a:gd name="connsiteY35" fmla="*/ 155688 h 363857"/>
                    <a:gd name="connsiteX36" fmla="*/ 111956 w 363857"/>
                    <a:gd name="connsiteY36" fmla="*/ 181928 h 363857"/>
                    <a:gd name="connsiteX37" fmla="*/ 118953 w 363857"/>
                    <a:gd name="connsiteY37" fmla="*/ 209917 h 363857"/>
                    <a:gd name="connsiteX38" fmla="*/ 131198 w 363857"/>
                    <a:gd name="connsiteY38" fmla="*/ 232658 h 363857"/>
                    <a:gd name="connsiteX39" fmla="*/ 153940 w 363857"/>
                    <a:gd name="connsiteY39" fmla="*/ 246652 h 363857"/>
                    <a:gd name="connsiteX40" fmla="*/ 181929 w 363857"/>
                    <a:gd name="connsiteY40" fmla="*/ 251900 h 363857"/>
                    <a:gd name="connsiteX41" fmla="*/ 209918 w 363857"/>
                    <a:gd name="connsiteY41" fmla="*/ 246652 h 363857"/>
                    <a:gd name="connsiteX42" fmla="*/ 229160 w 363857"/>
                    <a:gd name="connsiteY42" fmla="*/ 232658 h 363857"/>
                    <a:gd name="connsiteX43" fmla="*/ 244904 w 363857"/>
                    <a:gd name="connsiteY43" fmla="*/ 209917 h 363857"/>
                    <a:gd name="connsiteX44" fmla="*/ 250152 w 363857"/>
                    <a:gd name="connsiteY44" fmla="*/ 181928 h 363857"/>
                    <a:gd name="connsiteX45" fmla="*/ 244904 w 363857"/>
                    <a:gd name="connsiteY45" fmla="*/ 155688 h 363857"/>
                    <a:gd name="connsiteX46" fmla="*/ 229160 w 363857"/>
                    <a:gd name="connsiteY46" fmla="*/ 132947 h 363857"/>
                    <a:gd name="connsiteX47" fmla="*/ 209918 w 363857"/>
                    <a:gd name="connsiteY47" fmla="*/ 118953 h 363857"/>
                    <a:gd name="connsiteX48" fmla="*/ 181929 w 363857"/>
                    <a:gd name="connsiteY48" fmla="*/ 103209 h 363857"/>
                    <a:gd name="connsiteX49" fmla="*/ 211667 w 363857"/>
                    <a:gd name="connsiteY49" fmla="*/ 108457 h 363857"/>
                    <a:gd name="connsiteX50" fmla="*/ 237907 w 363857"/>
                    <a:gd name="connsiteY50" fmla="*/ 125950 h 363857"/>
                    <a:gd name="connsiteX51" fmla="*/ 255400 w 363857"/>
                    <a:gd name="connsiteY51" fmla="*/ 152190 h 363857"/>
                    <a:gd name="connsiteX52" fmla="*/ 260648 w 363857"/>
                    <a:gd name="connsiteY52" fmla="*/ 181928 h 363857"/>
                    <a:gd name="connsiteX53" fmla="*/ 255400 w 363857"/>
                    <a:gd name="connsiteY53" fmla="*/ 215165 h 363857"/>
                    <a:gd name="connsiteX54" fmla="*/ 237907 w 363857"/>
                    <a:gd name="connsiteY54" fmla="*/ 239655 h 363857"/>
                    <a:gd name="connsiteX55" fmla="*/ 211667 w 363857"/>
                    <a:gd name="connsiteY55" fmla="*/ 255399 h 363857"/>
                    <a:gd name="connsiteX56" fmla="*/ 181929 w 363857"/>
                    <a:gd name="connsiteY56" fmla="*/ 262396 h 363857"/>
                    <a:gd name="connsiteX57" fmla="*/ 152190 w 363857"/>
                    <a:gd name="connsiteY57" fmla="*/ 255399 h 363857"/>
                    <a:gd name="connsiteX58" fmla="*/ 125951 w 363857"/>
                    <a:gd name="connsiteY58" fmla="*/ 239655 h 363857"/>
                    <a:gd name="connsiteX59" fmla="*/ 108457 w 363857"/>
                    <a:gd name="connsiteY59" fmla="*/ 215165 h 363857"/>
                    <a:gd name="connsiteX60" fmla="*/ 101460 w 363857"/>
                    <a:gd name="connsiteY60" fmla="*/ 181928 h 363857"/>
                    <a:gd name="connsiteX61" fmla="*/ 108457 w 363857"/>
                    <a:gd name="connsiteY61" fmla="*/ 152190 h 363857"/>
                    <a:gd name="connsiteX62" fmla="*/ 125951 w 363857"/>
                    <a:gd name="connsiteY62" fmla="*/ 125950 h 363857"/>
                    <a:gd name="connsiteX63" fmla="*/ 152190 w 363857"/>
                    <a:gd name="connsiteY63" fmla="*/ 108457 h 363857"/>
                    <a:gd name="connsiteX64" fmla="*/ 166185 w 363857"/>
                    <a:gd name="connsiteY64" fmla="*/ 22741 h 363857"/>
                    <a:gd name="connsiteX65" fmla="*/ 159188 w 363857"/>
                    <a:gd name="connsiteY65" fmla="*/ 57727 h 363857"/>
                    <a:gd name="connsiteX66" fmla="*/ 157438 w 363857"/>
                    <a:gd name="connsiteY66" fmla="*/ 64725 h 363857"/>
                    <a:gd name="connsiteX67" fmla="*/ 152190 w 363857"/>
                    <a:gd name="connsiteY67" fmla="*/ 69973 h 363857"/>
                    <a:gd name="connsiteX68" fmla="*/ 143444 w 363857"/>
                    <a:gd name="connsiteY68" fmla="*/ 75221 h 363857"/>
                    <a:gd name="connsiteX69" fmla="*/ 131199 w 363857"/>
                    <a:gd name="connsiteY69" fmla="*/ 80469 h 363857"/>
                    <a:gd name="connsiteX70" fmla="*/ 125951 w 363857"/>
                    <a:gd name="connsiteY70" fmla="*/ 83967 h 363857"/>
                    <a:gd name="connsiteX71" fmla="*/ 120703 w 363857"/>
                    <a:gd name="connsiteY71" fmla="*/ 83967 h 363857"/>
                    <a:gd name="connsiteX72" fmla="*/ 117204 w 363857"/>
                    <a:gd name="connsiteY72" fmla="*/ 80469 h 363857"/>
                    <a:gd name="connsiteX73" fmla="*/ 108457 w 363857"/>
                    <a:gd name="connsiteY73" fmla="*/ 78719 h 363857"/>
                    <a:gd name="connsiteX74" fmla="*/ 80468 w 363857"/>
                    <a:gd name="connsiteY74" fmla="*/ 61226 h 363857"/>
                    <a:gd name="connsiteX75" fmla="*/ 57727 w 363857"/>
                    <a:gd name="connsiteY75" fmla="*/ 80469 h 363857"/>
                    <a:gd name="connsiteX76" fmla="*/ 78719 w 363857"/>
                    <a:gd name="connsiteY76" fmla="*/ 110207 h 363857"/>
                    <a:gd name="connsiteX77" fmla="*/ 80468 w 363857"/>
                    <a:gd name="connsiteY77" fmla="*/ 118953 h 363857"/>
                    <a:gd name="connsiteX78" fmla="*/ 80468 w 363857"/>
                    <a:gd name="connsiteY78" fmla="*/ 125951 h 363857"/>
                    <a:gd name="connsiteX79" fmla="*/ 78719 w 363857"/>
                    <a:gd name="connsiteY79" fmla="*/ 132948 h 363857"/>
                    <a:gd name="connsiteX80" fmla="*/ 73471 w 363857"/>
                    <a:gd name="connsiteY80" fmla="*/ 146942 h 363857"/>
                    <a:gd name="connsiteX81" fmla="*/ 71722 w 363857"/>
                    <a:gd name="connsiteY81" fmla="*/ 152190 h 363857"/>
                    <a:gd name="connsiteX82" fmla="*/ 66474 w 363857"/>
                    <a:gd name="connsiteY82" fmla="*/ 155689 h 363857"/>
                    <a:gd name="connsiteX83" fmla="*/ 57727 w 363857"/>
                    <a:gd name="connsiteY83" fmla="*/ 160937 h 363857"/>
                    <a:gd name="connsiteX84" fmla="*/ 22741 w 363857"/>
                    <a:gd name="connsiteY84" fmla="*/ 166185 h 363857"/>
                    <a:gd name="connsiteX85" fmla="*/ 22741 w 363857"/>
                    <a:gd name="connsiteY85" fmla="*/ 197672 h 363857"/>
                    <a:gd name="connsiteX86" fmla="*/ 57727 w 363857"/>
                    <a:gd name="connsiteY86" fmla="*/ 204670 h 363857"/>
                    <a:gd name="connsiteX87" fmla="*/ 66474 w 363857"/>
                    <a:gd name="connsiteY87" fmla="*/ 206419 h 363857"/>
                    <a:gd name="connsiteX88" fmla="*/ 71722 w 363857"/>
                    <a:gd name="connsiteY88" fmla="*/ 211667 h 363857"/>
                    <a:gd name="connsiteX89" fmla="*/ 73471 w 363857"/>
                    <a:gd name="connsiteY89" fmla="*/ 220414 h 363857"/>
                    <a:gd name="connsiteX90" fmla="*/ 78719 w 363857"/>
                    <a:gd name="connsiteY90" fmla="*/ 232659 h 363857"/>
                    <a:gd name="connsiteX91" fmla="*/ 80468 w 363857"/>
                    <a:gd name="connsiteY91" fmla="*/ 239656 h 363857"/>
                    <a:gd name="connsiteX92" fmla="*/ 80468 w 363857"/>
                    <a:gd name="connsiteY92" fmla="*/ 246653 h 363857"/>
                    <a:gd name="connsiteX93" fmla="*/ 78719 w 363857"/>
                    <a:gd name="connsiteY93" fmla="*/ 255400 h 363857"/>
                    <a:gd name="connsiteX94" fmla="*/ 57727 w 363857"/>
                    <a:gd name="connsiteY94" fmla="*/ 285138 h 363857"/>
                    <a:gd name="connsiteX95" fmla="*/ 80468 w 363857"/>
                    <a:gd name="connsiteY95" fmla="*/ 306130 h 363857"/>
                    <a:gd name="connsiteX96" fmla="*/ 108457 w 363857"/>
                    <a:gd name="connsiteY96" fmla="*/ 285138 h 363857"/>
                    <a:gd name="connsiteX97" fmla="*/ 117204 w 363857"/>
                    <a:gd name="connsiteY97" fmla="*/ 283389 h 363857"/>
                    <a:gd name="connsiteX98" fmla="*/ 120703 w 363857"/>
                    <a:gd name="connsiteY98" fmla="*/ 283389 h 363857"/>
                    <a:gd name="connsiteX99" fmla="*/ 125951 w 363857"/>
                    <a:gd name="connsiteY99" fmla="*/ 283389 h 363857"/>
                    <a:gd name="connsiteX100" fmla="*/ 131199 w 363857"/>
                    <a:gd name="connsiteY100" fmla="*/ 285138 h 363857"/>
                    <a:gd name="connsiteX101" fmla="*/ 143444 w 363857"/>
                    <a:gd name="connsiteY101" fmla="*/ 290386 h 363857"/>
                    <a:gd name="connsiteX102" fmla="*/ 152190 w 363857"/>
                    <a:gd name="connsiteY102" fmla="*/ 292135 h 363857"/>
                    <a:gd name="connsiteX103" fmla="*/ 157438 w 363857"/>
                    <a:gd name="connsiteY103" fmla="*/ 300882 h 363857"/>
                    <a:gd name="connsiteX104" fmla="*/ 159188 w 363857"/>
                    <a:gd name="connsiteY104" fmla="*/ 307879 h 363857"/>
                    <a:gd name="connsiteX105" fmla="*/ 166185 w 363857"/>
                    <a:gd name="connsiteY105" fmla="*/ 341116 h 363857"/>
                    <a:gd name="connsiteX106" fmla="*/ 197672 w 363857"/>
                    <a:gd name="connsiteY106" fmla="*/ 341116 h 363857"/>
                    <a:gd name="connsiteX107" fmla="*/ 204670 w 363857"/>
                    <a:gd name="connsiteY107" fmla="*/ 307879 h 363857"/>
                    <a:gd name="connsiteX108" fmla="*/ 208168 w 363857"/>
                    <a:gd name="connsiteY108" fmla="*/ 300882 h 363857"/>
                    <a:gd name="connsiteX109" fmla="*/ 211667 w 363857"/>
                    <a:gd name="connsiteY109" fmla="*/ 292135 h 363857"/>
                    <a:gd name="connsiteX110" fmla="*/ 220413 w 363857"/>
                    <a:gd name="connsiteY110" fmla="*/ 290386 h 363857"/>
                    <a:gd name="connsiteX111" fmla="*/ 229160 w 363857"/>
                    <a:gd name="connsiteY111" fmla="*/ 285138 h 363857"/>
                    <a:gd name="connsiteX112" fmla="*/ 234408 w 363857"/>
                    <a:gd name="connsiteY112" fmla="*/ 283389 h 363857"/>
                    <a:gd name="connsiteX113" fmla="*/ 239656 w 363857"/>
                    <a:gd name="connsiteY113" fmla="*/ 283389 h 363857"/>
                    <a:gd name="connsiteX114" fmla="*/ 248402 w 363857"/>
                    <a:gd name="connsiteY114" fmla="*/ 283389 h 363857"/>
                    <a:gd name="connsiteX115" fmla="*/ 251901 w 363857"/>
                    <a:gd name="connsiteY115" fmla="*/ 285138 h 363857"/>
                    <a:gd name="connsiteX116" fmla="*/ 283389 w 363857"/>
                    <a:gd name="connsiteY116" fmla="*/ 306130 h 363857"/>
                    <a:gd name="connsiteX117" fmla="*/ 306130 w 363857"/>
                    <a:gd name="connsiteY117" fmla="*/ 285138 h 363857"/>
                    <a:gd name="connsiteX118" fmla="*/ 285138 w 363857"/>
                    <a:gd name="connsiteY118" fmla="*/ 255400 h 363857"/>
                    <a:gd name="connsiteX119" fmla="*/ 283389 w 363857"/>
                    <a:gd name="connsiteY119" fmla="*/ 246653 h 363857"/>
                    <a:gd name="connsiteX120" fmla="*/ 279890 w 363857"/>
                    <a:gd name="connsiteY120" fmla="*/ 239656 h 363857"/>
                    <a:gd name="connsiteX121" fmla="*/ 283389 w 363857"/>
                    <a:gd name="connsiteY121" fmla="*/ 232659 h 363857"/>
                    <a:gd name="connsiteX122" fmla="*/ 288637 w 363857"/>
                    <a:gd name="connsiteY122" fmla="*/ 220414 h 363857"/>
                    <a:gd name="connsiteX123" fmla="*/ 293885 w 363857"/>
                    <a:gd name="connsiteY123" fmla="*/ 211667 h 363857"/>
                    <a:gd name="connsiteX124" fmla="*/ 297383 w 363857"/>
                    <a:gd name="connsiteY124" fmla="*/ 206419 h 363857"/>
                    <a:gd name="connsiteX125" fmla="*/ 306130 w 363857"/>
                    <a:gd name="connsiteY125" fmla="*/ 204670 h 363857"/>
                    <a:gd name="connsiteX126" fmla="*/ 341116 w 363857"/>
                    <a:gd name="connsiteY126" fmla="*/ 197672 h 363857"/>
                    <a:gd name="connsiteX127" fmla="*/ 341116 w 363857"/>
                    <a:gd name="connsiteY127" fmla="*/ 166185 h 363857"/>
                    <a:gd name="connsiteX128" fmla="*/ 306130 w 363857"/>
                    <a:gd name="connsiteY128" fmla="*/ 159188 h 363857"/>
                    <a:gd name="connsiteX129" fmla="*/ 297383 w 363857"/>
                    <a:gd name="connsiteY129" fmla="*/ 155689 h 363857"/>
                    <a:gd name="connsiteX130" fmla="*/ 293885 w 363857"/>
                    <a:gd name="connsiteY130" fmla="*/ 152190 h 363857"/>
                    <a:gd name="connsiteX131" fmla="*/ 288637 w 363857"/>
                    <a:gd name="connsiteY131" fmla="*/ 146942 h 363857"/>
                    <a:gd name="connsiteX132" fmla="*/ 283389 w 363857"/>
                    <a:gd name="connsiteY132" fmla="*/ 132948 h 363857"/>
                    <a:gd name="connsiteX133" fmla="*/ 279890 w 363857"/>
                    <a:gd name="connsiteY133" fmla="*/ 125951 h 363857"/>
                    <a:gd name="connsiteX134" fmla="*/ 283389 w 363857"/>
                    <a:gd name="connsiteY134" fmla="*/ 118953 h 363857"/>
                    <a:gd name="connsiteX135" fmla="*/ 285138 w 363857"/>
                    <a:gd name="connsiteY135" fmla="*/ 110207 h 363857"/>
                    <a:gd name="connsiteX136" fmla="*/ 306130 w 363857"/>
                    <a:gd name="connsiteY136" fmla="*/ 80469 h 363857"/>
                    <a:gd name="connsiteX137" fmla="*/ 283389 w 363857"/>
                    <a:gd name="connsiteY137" fmla="*/ 61226 h 363857"/>
                    <a:gd name="connsiteX138" fmla="*/ 251901 w 363857"/>
                    <a:gd name="connsiteY138" fmla="*/ 78719 h 363857"/>
                    <a:gd name="connsiteX139" fmla="*/ 248402 w 363857"/>
                    <a:gd name="connsiteY139" fmla="*/ 80469 h 363857"/>
                    <a:gd name="connsiteX140" fmla="*/ 239656 w 363857"/>
                    <a:gd name="connsiteY140" fmla="*/ 83967 h 363857"/>
                    <a:gd name="connsiteX141" fmla="*/ 234408 w 363857"/>
                    <a:gd name="connsiteY141" fmla="*/ 83967 h 363857"/>
                    <a:gd name="connsiteX142" fmla="*/ 229160 w 363857"/>
                    <a:gd name="connsiteY142" fmla="*/ 80469 h 363857"/>
                    <a:gd name="connsiteX143" fmla="*/ 220413 w 363857"/>
                    <a:gd name="connsiteY143" fmla="*/ 75221 h 363857"/>
                    <a:gd name="connsiteX144" fmla="*/ 211667 w 363857"/>
                    <a:gd name="connsiteY144" fmla="*/ 69973 h 363857"/>
                    <a:gd name="connsiteX145" fmla="*/ 208168 w 363857"/>
                    <a:gd name="connsiteY145" fmla="*/ 64725 h 363857"/>
                    <a:gd name="connsiteX146" fmla="*/ 204670 w 363857"/>
                    <a:gd name="connsiteY146" fmla="*/ 57727 h 363857"/>
                    <a:gd name="connsiteX147" fmla="*/ 197672 w 363857"/>
                    <a:gd name="connsiteY147" fmla="*/ 22741 h 363857"/>
                    <a:gd name="connsiteX148" fmla="*/ 166185 w 363857"/>
                    <a:gd name="connsiteY148" fmla="*/ 0 h 363857"/>
                    <a:gd name="connsiteX149" fmla="*/ 197672 w 363857"/>
                    <a:gd name="connsiteY149" fmla="*/ 0 h 363857"/>
                    <a:gd name="connsiteX150" fmla="*/ 204670 w 363857"/>
                    <a:gd name="connsiteY150" fmla="*/ 1749 h 363857"/>
                    <a:gd name="connsiteX151" fmla="*/ 211667 w 363857"/>
                    <a:gd name="connsiteY151" fmla="*/ 5248 h 363857"/>
                    <a:gd name="connsiteX152" fmla="*/ 216915 w 363857"/>
                    <a:gd name="connsiteY152" fmla="*/ 12245 h 363857"/>
                    <a:gd name="connsiteX153" fmla="*/ 220413 w 363857"/>
                    <a:gd name="connsiteY153" fmla="*/ 19243 h 363857"/>
                    <a:gd name="connsiteX154" fmla="*/ 227411 w 363857"/>
                    <a:gd name="connsiteY154" fmla="*/ 52480 h 363857"/>
                    <a:gd name="connsiteX155" fmla="*/ 239656 w 363857"/>
                    <a:gd name="connsiteY155" fmla="*/ 61226 h 363857"/>
                    <a:gd name="connsiteX156" fmla="*/ 271144 w 363857"/>
                    <a:gd name="connsiteY156" fmla="*/ 40234 h 363857"/>
                    <a:gd name="connsiteX157" fmla="*/ 278141 w 363857"/>
                    <a:gd name="connsiteY157" fmla="*/ 38485 h 363857"/>
                    <a:gd name="connsiteX158" fmla="*/ 283389 w 363857"/>
                    <a:gd name="connsiteY158" fmla="*/ 38485 h 363857"/>
                    <a:gd name="connsiteX159" fmla="*/ 288637 w 363857"/>
                    <a:gd name="connsiteY159" fmla="*/ 38485 h 363857"/>
                    <a:gd name="connsiteX160" fmla="*/ 295634 w 363857"/>
                    <a:gd name="connsiteY160" fmla="*/ 40234 h 363857"/>
                    <a:gd name="connsiteX161" fmla="*/ 297383 w 363857"/>
                    <a:gd name="connsiteY161" fmla="*/ 41984 h 363857"/>
                    <a:gd name="connsiteX162" fmla="*/ 320124 w 363857"/>
                    <a:gd name="connsiteY162" fmla="*/ 64725 h 363857"/>
                    <a:gd name="connsiteX163" fmla="*/ 325372 w 363857"/>
                    <a:gd name="connsiteY163" fmla="*/ 69973 h 363857"/>
                    <a:gd name="connsiteX164" fmla="*/ 328871 w 363857"/>
                    <a:gd name="connsiteY164" fmla="*/ 78719 h 363857"/>
                    <a:gd name="connsiteX165" fmla="*/ 325372 w 363857"/>
                    <a:gd name="connsiteY165" fmla="*/ 85716 h 363857"/>
                    <a:gd name="connsiteX166" fmla="*/ 323623 w 363857"/>
                    <a:gd name="connsiteY166" fmla="*/ 92714 h 363857"/>
                    <a:gd name="connsiteX167" fmla="*/ 302631 w 363857"/>
                    <a:gd name="connsiteY167" fmla="*/ 124201 h 363857"/>
                    <a:gd name="connsiteX168" fmla="*/ 311378 w 363857"/>
                    <a:gd name="connsiteY168" fmla="*/ 138196 h 363857"/>
                    <a:gd name="connsiteX169" fmla="*/ 346364 w 363857"/>
                    <a:gd name="connsiteY169" fmla="*/ 143444 h 363857"/>
                    <a:gd name="connsiteX170" fmla="*/ 351612 w 363857"/>
                    <a:gd name="connsiteY170" fmla="*/ 148692 h 363857"/>
                    <a:gd name="connsiteX171" fmla="*/ 358609 w 363857"/>
                    <a:gd name="connsiteY171" fmla="*/ 153940 h 363857"/>
                    <a:gd name="connsiteX172" fmla="*/ 360358 w 363857"/>
                    <a:gd name="connsiteY172" fmla="*/ 159188 h 363857"/>
                    <a:gd name="connsiteX173" fmla="*/ 363857 w 363857"/>
                    <a:gd name="connsiteY173" fmla="*/ 166185 h 363857"/>
                    <a:gd name="connsiteX174" fmla="*/ 363857 w 363857"/>
                    <a:gd name="connsiteY174" fmla="*/ 197672 h 363857"/>
                    <a:gd name="connsiteX175" fmla="*/ 360358 w 363857"/>
                    <a:gd name="connsiteY175" fmla="*/ 206419 h 363857"/>
                    <a:gd name="connsiteX176" fmla="*/ 358609 w 363857"/>
                    <a:gd name="connsiteY176" fmla="*/ 211667 h 363857"/>
                    <a:gd name="connsiteX177" fmla="*/ 351612 w 363857"/>
                    <a:gd name="connsiteY177" fmla="*/ 216915 h 363857"/>
                    <a:gd name="connsiteX178" fmla="*/ 346364 w 363857"/>
                    <a:gd name="connsiteY178" fmla="*/ 220414 h 363857"/>
                    <a:gd name="connsiteX179" fmla="*/ 311378 w 363857"/>
                    <a:gd name="connsiteY179" fmla="*/ 227411 h 363857"/>
                    <a:gd name="connsiteX180" fmla="*/ 302631 w 363857"/>
                    <a:gd name="connsiteY180" fmla="*/ 241405 h 363857"/>
                    <a:gd name="connsiteX181" fmla="*/ 323623 w 363857"/>
                    <a:gd name="connsiteY181" fmla="*/ 272893 h 363857"/>
                    <a:gd name="connsiteX182" fmla="*/ 325372 w 363857"/>
                    <a:gd name="connsiteY182" fmla="*/ 278141 h 363857"/>
                    <a:gd name="connsiteX183" fmla="*/ 328871 w 363857"/>
                    <a:gd name="connsiteY183" fmla="*/ 285138 h 363857"/>
                    <a:gd name="connsiteX184" fmla="*/ 325372 w 363857"/>
                    <a:gd name="connsiteY184" fmla="*/ 292135 h 363857"/>
                    <a:gd name="connsiteX185" fmla="*/ 320124 w 363857"/>
                    <a:gd name="connsiteY185" fmla="*/ 300882 h 363857"/>
                    <a:gd name="connsiteX186" fmla="*/ 297383 w 363857"/>
                    <a:gd name="connsiteY186" fmla="*/ 323623 h 363857"/>
                    <a:gd name="connsiteX187" fmla="*/ 295634 w 363857"/>
                    <a:gd name="connsiteY187" fmla="*/ 325372 h 363857"/>
                    <a:gd name="connsiteX188" fmla="*/ 288637 w 363857"/>
                    <a:gd name="connsiteY188" fmla="*/ 328871 h 363857"/>
                    <a:gd name="connsiteX189" fmla="*/ 283389 w 363857"/>
                    <a:gd name="connsiteY189" fmla="*/ 328871 h 363857"/>
                    <a:gd name="connsiteX190" fmla="*/ 278141 w 363857"/>
                    <a:gd name="connsiteY190" fmla="*/ 328871 h 363857"/>
                    <a:gd name="connsiteX191" fmla="*/ 271144 w 363857"/>
                    <a:gd name="connsiteY191" fmla="*/ 325372 h 363857"/>
                    <a:gd name="connsiteX192" fmla="*/ 239656 w 363857"/>
                    <a:gd name="connsiteY192" fmla="*/ 306130 h 363857"/>
                    <a:gd name="connsiteX193" fmla="*/ 227411 w 363857"/>
                    <a:gd name="connsiteY193" fmla="*/ 309628 h 363857"/>
                    <a:gd name="connsiteX194" fmla="*/ 220413 w 363857"/>
                    <a:gd name="connsiteY194" fmla="*/ 346364 h 363857"/>
                    <a:gd name="connsiteX195" fmla="*/ 216915 w 363857"/>
                    <a:gd name="connsiteY195" fmla="*/ 353361 h 363857"/>
                    <a:gd name="connsiteX196" fmla="*/ 211667 w 363857"/>
                    <a:gd name="connsiteY196" fmla="*/ 358609 h 363857"/>
                    <a:gd name="connsiteX197" fmla="*/ 204670 w 363857"/>
                    <a:gd name="connsiteY197" fmla="*/ 363857 h 363857"/>
                    <a:gd name="connsiteX198" fmla="*/ 197672 w 363857"/>
                    <a:gd name="connsiteY198" fmla="*/ 363857 h 363857"/>
                    <a:gd name="connsiteX199" fmla="*/ 166185 w 363857"/>
                    <a:gd name="connsiteY199" fmla="*/ 363857 h 363857"/>
                    <a:gd name="connsiteX200" fmla="*/ 159188 w 363857"/>
                    <a:gd name="connsiteY200" fmla="*/ 363857 h 363857"/>
                    <a:gd name="connsiteX201" fmla="*/ 152190 w 363857"/>
                    <a:gd name="connsiteY201" fmla="*/ 358609 h 363857"/>
                    <a:gd name="connsiteX202" fmla="*/ 146942 w 363857"/>
                    <a:gd name="connsiteY202" fmla="*/ 353361 h 363857"/>
                    <a:gd name="connsiteX203" fmla="*/ 143444 w 363857"/>
                    <a:gd name="connsiteY203" fmla="*/ 346364 h 363857"/>
                    <a:gd name="connsiteX204" fmla="*/ 136446 w 363857"/>
                    <a:gd name="connsiteY204" fmla="*/ 309628 h 363857"/>
                    <a:gd name="connsiteX205" fmla="*/ 120703 w 363857"/>
                    <a:gd name="connsiteY205" fmla="*/ 306130 h 363857"/>
                    <a:gd name="connsiteX206" fmla="*/ 94463 w 363857"/>
                    <a:gd name="connsiteY206" fmla="*/ 325372 h 363857"/>
                    <a:gd name="connsiteX207" fmla="*/ 85716 w 363857"/>
                    <a:gd name="connsiteY207" fmla="*/ 328871 h 363857"/>
                    <a:gd name="connsiteX208" fmla="*/ 80468 w 363857"/>
                    <a:gd name="connsiteY208" fmla="*/ 328871 h 363857"/>
                    <a:gd name="connsiteX209" fmla="*/ 73471 w 363857"/>
                    <a:gd name="connsiteY209" fmla="*/ 328871 h 363857"/>
                    <a:gd name="connsiteX210" fmla="*/ 68223 w 363857"/>
                    <a:gd name="connsiteY210" fmla="*/ 325372 h 363857"/>
                    <a:gd name="connsiteX211" fmla="*/ 62975 w 363857"/>
                    <a:gd name="connsiteY211" fmla="*/ 323623 h 363857"/>
                    <a:gd name="connsiteX212" fmla="*/ 43733 w 363857"/>
                    <a:gd name="connsiteY212" fmla="*/ 300882 h 363857"/>
                    <a:gd name="connsiteX213" fmla="*/ 38485 w 363857"/>
                    <a:gd name="connsiteY213" fmla="*/ 292135 h 363857"/>
                    <a:gd name="connsiteX214" fmla="*/ 34986 w 363857"/>
                    <a:gd name="connsiteY214" fmla="*/ 285138 h 363857"/>
                    <a:gd name="connsiteX215" fmla="*/ 34986 w 363857"/>
                    <a:gd name="connsiteY215" fmla="*/ 278141 h 363857"/>
                    <a:gd name="connsiteX216" fmla="*/ 40234 w 363857"/>
                    <a:gd name="connsiteY216" fmla="*/ 272893 h 363857"/>
                    <a:gd name="connsiteX217" fmla="*/ 57727 w 363857"/>
                    <a:gd name="connsiteY217" fmla="*/ 241405 h 363857"/>
                    <a:gd name="connsiteX218" fmla="*/ 54229 w 363857"/>
                    <a:gd name="connsiteY218" fmla="*/ 227411 h 363857"/>
                    <a:gd name="connsiteX219" fmla="*/ 17493 w 363857"/>
                    <a:gd name="connsiteY219" fmla="*/ 220414 h 363857"/>
                    <a:gd name="connsiteX220" fmla="*/ 10496 w 363857"/>
                    <a:gd name="connsiteY220" fmla="*/ 216915 h 363857"/>
                    <a:gd name="connsiteX221" fmla="*/ 5248 w 363857"/>
                    <a:gd name="connsiteY221" fmla="*/ 211667 h 363857"/>
                    <a:gd name="connsiteX222" fmla="*/ 0 w 363857"/>
                    <a:gd name="connsiteY222" fmla="*/ 206419 h 363857"/>
                    <a:gd name="connsiteX223" fmla="*/ 0 w 363857"/>
                    <a:gd name="connsiteY223" fmla="*/ 197672 h 363857"/>
                    <a:gd name="connsiteX224" fmla="*/ 0 w 363857"/>
                    <a:gd name="connsiteY224" fmla="*/ 166185 h 363857"/>
                    <a:gd name="connsiteX225" fmla="*/ 0 w 363857"/>
                    <a:gd name="connsiteY225" fmla="*/ 159188 h 363857"/>
                    <a:gd name="connsiteX226" fmla="*/ 5248 w 363857"/>
                    <a:gd name="connsiteY226" fmla="*/ 153940 h 363857"/>
                    <a:gd name="connsiteX227" fmla="*/ 10496 w 363857"/>
                    <a:gd name="connsiteY227" fmla="*/ 148692 h 363857"/>
                    <a:gd name="connsiteX228" fmla="*/ 17493 w 363857"/>
                    <a:gd name="connsiteY228" fmla="*/ 143444 h 363857"/>
                    <a:gd name="connsiteX229" fmla="*/ 54229 w 363857"/>
                    <a:gd name="connsiteY229" fmla="*/ 138196 h 363857"/>
                    <a:gd name="connsiteX230" fmla="*/ 57727 w 363857"/>
                    <a:gd name="connsiteY230" fmla="*/ 124201 h 363857"/>
                    <a:gd name="connsiteX231" fmla="*/ 40234 w 363857"/>
                    <a:gd name="connsiteY231" fmla="*/ 92714 h 363857"/>
                    <a:gd name="connsiteX232" fmla="*/ 34986 w 363857"/>
                    <a:gd name="connsiteY232" fmla="*/ 85716 h 363857"/>
                    <a:gd name="connsiteX233" fmla="*/ 34986 w 363857"/>
                    <a:gd name="connsiteY233" fmla="*/ 78719 h 363857"/>
                    <a:gd name="connsiteX234" fmla="*/ 38485 w 363857"/>
                    <a:gd name="connsiteY234" fmla="*/ 69973 h 363857"/>
                    <a:gd name="connsiteX235" fmla="*/ 43733 w 363857"/>
                    <a:gd name="connsiteY235" fmla="*/ 64725 h 363857"/>
                    <a:gd name="connsiteX236" fmla="*/ 62975 w 363857"/>
                    <a:gd name="connsiteY236" fmla="*/ 41984 h 363857"/>
                    <a:gd name="connsiteX237" fmla="*/ 68223 w 363857"/>
                    <a:gd name="connsiteY237" fmla="*/ 40234 h 363857"/>
                    <a:gd name="connsiteX238" fmla="*/ 73471 w 363857"/>
                    <a:gd name="connsiteY238" fmla="*/ 38485 h 363857"/>
                    <a:gd name="connsiteX239" fmla="*/ 80468 w 363857"/>
                    <a:gd name="connsiteY239" fmla="*/ 38485 h 363857"/>
                    <a:gd name="connsiteX240" fmla="*/ 85716 w 363857"/>
                    <a:gd name="connsiteY240" fmla="*/ 38485 h 363857"/>
                    <a:gd name="connsiteX241" fmla="*/ 94463 w 363857"/>
                    <a:gd name="connsiteY241" fmla="*/ 40234 h 363857"/>
                    <a:gd name="connsiteX242" fmla="*/ 120703 w 363857"/>
                    <a:gd name="connsiteY242" fmla="*/ 61226 h 363857"/>
                    <a:gd name="connsiteX243" fmla="*/ 136446 w 363857"/>
                    <a:gd name="connsiteY243" fmla="*/ 52480 h 363857"/>
                    <a:gd name="connsiteX244" fmla="*/ 143444 w 363857"/>
                    <a:gd name="connsiteY244" fmla="*/ 19243 h 363857"/>
                    <a:gd name="connsiteX245" fmla="*/ 146942 w 363857"/>
                    <a:gd name="connsiteY245" fmla="*/ 12245 h 363857"/>
                    <a:gd name="connsiteX246" fmla="*/ 152190 w 363857"/>
                    <a:gd name="connsiteY246" fmla="*/ 5248 h 363857"/>
                    <a:gd name="connsiteX247" fmla="*/ 159188 w 363857"/>
                    <a:gd name="connsiteY247" fmla="*/ 1749 h 363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</a:cxnLst>
                  <a:rect l="l" t="t" r="r" b="b"/>
                  <a:pathLst>
                    <a:path w="363857" h="363857">
                      <a:moveTo>
                        <a:pt x="181928" y="148691"/>
                      </a:moveTo>
                      <a:lnTo>
                        <a:pt x="171432" y="152190"/>
                      </a:lnTo>
                      <a:lnTo>
                        <a:pt x="162686" y="153939"/>
                      </a:lnTo>
                      <a:lnTo>
                        <a:pt x="153939" y="160936"/>
                      </a:lnTo>
                      <a:lnTo>
                        <a:pt x="148691" y="171432"/>
                      </a:lnTo>
                      <a:lnTo>
                        <a:pt x="146942" y="181928"/>
                      </a:lnTo>
                      <a:lnTo>
                        <a:pt x="148691" y="194173"/>
                      </a:lnTo>
                      <a:lnTo>
                        <a:pt x="153939" y="201171"/>
                      </a:lnTo>
                      <a:lnTo>
                        <a:pt x="162686" y="209917"/>
                      </a:lnTo>
                      <a:lnTo>
                        <a:pt x="171432" y="215165"/>
                      </a:lnTo>
                      <a:lnTo>
                        <a:pt x="181928" y="216914"/>
                      </a:lnTo>
                      <a:lnTo>
                        <a:pt x="192424" y="215165"/>
                      </a:lnTo>
                      <a:lnTo>
                        <a:pt x="202920" y="209917"/>
                      </a:lnTo>
                      <a:lnTo>
                        <a:pt x="209917" y="201171"/>
                      </a:lnTo>
                      <a:lnTo>
                        <a:pt x="215165" y="194173"/>
                      </a:lnTo>
                      <a:lnTo>
                        <a:pt x="215165" y="181928"/>
                      </a:lnTo>
                      <a:lnTo>
                        <a:pt x="215165" y="171432"/>
                      </a:lnTo>
                      <a:lnTo>
                        <a:pt x="209917" y="160936"/>
                      </a:lnTo>
                      <a:lnTo>
                        <a:pt x="202920" y="153939"/>
                      </a:lnTo>
                      <a:lnTo>
                        <a:pt x="192424" y="152190"/>
                      </a:lnTo>
                      <a:close/>
                      <a:moveTo>
                        <a:pt x="181928" y="136446"/>
                      </a:moveTo>
                      <a:lnTo>
                        <a:pt x="204669" y="143443"/>
                      </a:lnTo>
                      <a:lnTo>
                        <a:pt x="220413" y="159187"/>
                      </a:lnTo>
                      <a:lnTo>
                        <a:pt x="227410" y="181928"/>
                      </a:lnTo>
                      <a:lnTo>
                        <a:pt x="220413" y="204669"/>
                      </a:lnTo>
                      <a:lnTo>
                        <a:pt x="204669" y="222162"/>
                      </a:lnTo>
                      <a:lnTo>
                        <a:pt x="181928" y="227410"/>
                      </a:lnTo>
                      <a:lnTo>
                        <a:pt x="159187" y="222162"/>
                      </a:lnTo>
                      <a:lnTo>
                        <a:pt x="141694" y="204669"/>
                      </a:lnTo>
                      <a:lnTo>
                        <a:pt x="136446" y="181928"/>
                      </a:lnTo>
                      <a:lnTo>
                        <a:pt x="141694" y="159187"/>
                      </a:lnTo>
                      <a:lnTo>
                        <a:pt x="159187" y="143443"/>
                      </a:lnTo>
                      <a:close/>
                      <a:moveTo>
                        <a:pt x="181929" y="113705"/>
                      </a:moveTo>
                      <a:lnTo>
                        <a:pt x="153940" y="118953"/>
                      </a:lnTo>
                      <a:lnTo>
                        <a:pt x="131198" y="132947"/>
                      </a:lnTo>
                      <a:lnTo>
                        <a:pt x="118953" y="155688"/>
                      </a:lnTo>
                      <a:lnTo>
                        <a:pt x="111956" y="181928"/>
                      </a:lnTo>
                      <a:lnTo>
                        <a:pt x="118953" y="209917"/>
                      </a:lnTo>
                      <a:lnTo>
                        <a:pt x="131198" y="232658"/>
                      </a:lnTo>
                      <a:lnTo>
                        <a:pt x="153940" y="246652"/>
                      </a:lnTo>
                      <a:lnTo>
                        <a:pt x="181929" y="251900"/>
                      </a:lnTo>
                      <a:lnTo>
                        <a:pt x="209918" y="246652"/>
                      </a:lnTo>
                      <a:lnTo>
                        <a:pt x="229160" y="232658"/>
                      </a:lnTo>
                      <a:lnTo>
                        <a:pt x="244904" y="209917"/>
                      </a:lnTo>
                      <a:lnTo>
                        <a:pt x="250152" y="181928"/>
                      </a:lnTo>
                      <a:lnTo>
                        <a:pt x="244904" y="155688"/>
                      </a:lnTo>
                      <a:lnTo>
                        <a:pt x="229160" y="132947"/>
                      </a:lnTo>
                      <a:lnTo>
                        <a:pt x="209918" y="118953"/>
                      </a:lnTo>
                      <a:close/>
                      <a:moveTo>
                        <a:pt x="181929" y="103209"/>
                      </a:moveTo>
                      <a:lnTo>
                        <a:pt x="211667" y="108457"/>
                      </a:lnTo>
                      <a:lnTo>
                        <a:pt x="237907" y="125950"/>
                      </a:lnTo>
                      <a:lnTo>
                        <a:pt x="255400" y="152190"/>
                      </a:lnTo>
                      <a:lnTo>
                        <a:pt x="260648" y="181928"/>
                      </a:lnTo>
                      <a:lnTo>
                        <a:pt x="255400" y="215165"/>
                      </a:lnTo>
                      <a:lnTo>
                        <a:pt x="237907" y="239655"/>
                      </a:lnTo>
                      <a:lnTo>
                        <a:pt x="211667" y="255399"/>
                      </a:lnTo>
                      <a:lnTo>
                        <a:pt x="181929" y="262396"/>
                      </a:lnTo>
                      <a:lnTo>
                        <a:pt x="152190" y="255399"/>
                      </a:lnTo>
                      <a:lnTo>
                        <a:pt x="125951" y="239655"/>
                      </a:lnTo>
                      <a:lnTo>
                        <a:pt x="108457" y="215165"/>
                      </a:lnTo>
                      <a:lnTo>
                        <a:pt x="101460" y="181928"/>
                      </a:lnTo>
                      <a:lnTo>
                        <a:pt x="108457" y="152190"/>
                      </a:lnTo>
                      <a:lnTo>
                        <a:pt x="125951" y="125950"/>
                      </a:lnTo>
                      <a:lnTo>
                        <a:pt x="152190" y="108457"/>
                      </a:lnTo>
                      <a:close/>
                      <a:moveTo>
                        <a:pt x="166185" y="22741"/>
                      </a:moveTo>
                      <a:lnTo>
                        <a:pt x="159188" y="57727"/>
                      </a:lnTo>
                      <a:lnTo>
                        <a:pt x="157438" y="64725"/>
                      </a:lnTo>
                      <a:lnTo>
                        <a:pt x="152190" y="69973"/>
                      </a:lnTo>
                      <a:lnTo>
                        <a:pt x="143444" y="75221"/>
                      </a:lnTo>
                      <a:lnTo>
                        <a:pt x="131199" y="80469"/>
                      </a:lnTo>
                      <a:lnTo>
                        <a:pt x="125951" y="83967"/>
                      </a:lnTo>
                      <a:lnTo>
                        <a:pt x="120703" y="83967"/>
                      </a:lnTo>
                      <a:lnTo>
                        <a:pt x="117204" y="80469"/>
                      </a:lnTo>
                      <a:lnTo>
                        <a:pt x="108457" y="78719"/>
                      </a:lnTo>
                      <a:lnTo>
                        <a:pt x="80468" y="61226"/>
                      </a:lnTo>
                      <a:lnTo>
                        <a:pt x="57727" y="80469"/>
                      </a:lnTo>
                      <a:lnTo>
                        <a:pt x="78719" y="110207"/>
                      </a:lnTo>
                      <a:lnTo>
                        <a:pt x="80468" y="118953"/>
                      </a:lnTo>
                      <a:lnTo>
                        <a:pt x="80468" y="125951"/>
                      </a:lnTo>
                      <a:lnTo>
                        <a:pt x="78719" y="132948"/>
                      </a:lnTo>
                      <a:lnTo>
                        <a:pt x="73471" y="146942"/>
                      </a:lnTo>
                      <a:lnTo>
                        <a:pt x="71722" y="152190"/>
                      </a:lnTo>
                      <a:lnTo>
                        <a:pt x="66474" y="155689"/>
                      </a:lnTo>
                      <a:lnTo>
                        <a:pt x="57727" y="160937"/>
                      </a:lnTo>
                      <a:lnTo>
                        <a:pt x="22741" y="166185"/>
                      </a:lnTo>
                      <a:lnTo>
                        <a:pt x="22741" y="197672"/>
                      </a:lnTo>
                      <a:lnTo>
                        <a:pt x="57727" y="204670"/>
                      </a:lnTo>
                      <a:lnTo>
                        <a:pt x="66474" y="206419"/>
                      </a:lnTo>
                      <a:lnTo>
                        <a:pt x="71722" y="211667"/>
                      </a:lnTo>
                      <a:lnTo>
                        <a:pt x="73471" y="220414"/>
                      </a:lnTo>
                      <a:lnTo>
                        <a:pt x="78719" y="232659"/>
                      </a:lnTo>
                      <a:lnTo>
                        <a:pt x="80468" y="239656"/>
                      </a:lnTo>
                      <a:lnTo>
                        <a:pt x="80468" y="246653"/>
                      </a:lnTo>
                      <a:lnTo>
                        <a:pt x="78719" y="255400"/>
                      </a:lnTo>
                      <a:lnTo>
                        <a:pt x="57727" y="285138"/>
                      </a:lnTo>
                      <a:lnTo>
                        <a:pt x="80468" y="306130"/>
                      </a:lnTo>
                      <a:lnTo>
                        <a:pt x="108457" y="285138"/>
                      </a:lnTo>
                      <a:lnTo>
                        <a:pt x="117204" y="283389"/>
                      </a:lnTo>
                      <a:lnTo>
                        <a:pt x="120703" y="283389"/>
                      </a:lnTo>
                      <a:lnTo>
                        <a:pt x="125951" y="283389"/>
                      </a:lnTo>
                      <a:lnTo>
                        <a:pt x="131199" y="285138"/>
                      </a:lnTo>
                      <a:lnTo>
                        <a:pt x="143444" y="290386"/>
                      </a:lnTo>
                      <a:lnTo>
                        <a:pt x="152190" y="292135"/>
                      </a:lnTo>
                      <a:lnTo>
                        <a:pt x="157438" y="300882"/>
                      </a:lnTo>
                      <a:lnTo>
                        <a:pt x="159188" y="307879"/>
                      </a:lnTo>
                      <a:lnTo>
                        <a:pt x="166185" y="341116"/>
                      </a:lnTo>
                      <a:lnTo>
                        <a:pt x="197672" y="341116"/>
                      </a:lnTo>
                      <a:lnTo>
                        <a:pt x="204670" y="307879"/>
                      </a:lnTo>
                      <a:lnTo>
                        <a:pt x="208168" y="300882"/>
                      </a:lnTo>
                      <a:lnTo>
                        <a:pt x="211667" y="292135"/>
                      </a:lnTo>
                      <a:lnTo>
                        <a:pt x="220413" y="290386"/>
                      </a:lnTo>
                      <a:lnTo>
                        <a:pt x="229160" y="285138"/>
                      </a:lnTo>
                      <a:lnTo>
                        <a:pt x="234408" y="283389"/>
                      </a:lnTo>
                      <a:lnTo>
                        <a:pt x="239656" y="283389"/>
                      </a:lnTo>
                      <a:lnTo>
                        <a:pt x="248402" y="283389"/>
                      </a:lnTo>
                      <a:lnTo>
                        <a:pt x="251901" y="285138"/>
                      </a:lnTo>
                      <a:lnTo>
                        <a:pt x="283389" y="306130"/>
                      </a:lnTo>
                      <a:lnTo>
                        <a:pt x="306130" y="285138"/>
                      </a:lnTo>
                      <a:lnTo>
                        <a:pt x="285138" y="255400"/>
                      </a:lnTo>
                      <a:lnTo>
                        <a:pt x="283389" y="246653"/>
                      </a:lnTo>
                      <a:lnTo>
                        <a:pt x="279890" y="239656"/>
                      </a:lnTo>
                      <a:lnTo>
                        <a:pt x="283389" y="232659"/>
                      </a:lnTo>
                      <a:lnTo>
                        <a:pt x="288637" y="220414"/>
                      </a:lnTo>
                      <a:lnTo>
                        <a:pt x="293885" y="211667"/>
                      </a:lnTo>
                      <a:lnTo>
                        <a:pt x="297383" y="206419"/>
                      </a:lnTo>
                      <a:lnTo>
                        <a:pt x="306130" y="204670"/>
                      </a:lnTo>
                      <a:lnTo>
                        <a:pt x="341116" y="197672"/>
                      </a:lnTo>
                      <a:lnTo>
                        <a:pt x="341116" y="166185"/>
                      </a:lnTo>
                      <a:lnTo>
                        <a:pt x="306130" y="159188"/>
                      </a:lnTo>
                      <a:lnTo>
                        <a:pt x="297383" y="155689"/>
                      </a:lnTo>
                      <a:lnTo>
                        <a:pt x="293885" y="152190"/>
                      </a:lnTo>
                      <a:lnTo>
                        <a:pt x="288637" y="146942"/>
                      </a:lnTo>
                      <a:lnTo>
                        <a:pt x="283389" y="132948"/>
                      </a:lnTo>
                      <a:lnTo>
                        <a:pt x="279890" y="125951"/>
                      </a:lnTo>
                      <a:lnTo>
                        <a:pt x="283389" y="118953"/>
                      </a:lnTo>
                      <a:lnTo>
                        <a:pt x="285138" y="110207"/>
                      </a:lnTo>
                      <a:lnTo>
                        <a:pt x="306130" y="80469"/>
                      </a:lnTo>
                      <a:lnTo>
                        <a:pt x="283389" y="61226"/>
                      </a:lnTo>
                      <a:lnTo>
                        <a:pt x="251901" y="78719"/>
                      </a:lnTo>
                      <a:lnTo>
                        <a:pt x="248402" y="80469"/>
                      </a:lnTo>
                      <a:lnTo>
                        <a:pt x="239656" y="83967"/>
                      </a:lnTo>
                      <a:lnTo>
                        <a:pt x="234408" y="83967"/>
                      </a:lnTo>
                      <a:lnTo>
                        <a:pt x="229160" y="80469"/>
                      </a:lnTo>
                      <a:lnTo>
                        <a:pt x="220413" y="75221"/>
                      </a:lnTo>
                      <a:lnTo>
                        <a:pt x="211667" y="69973"/>
                      </a:lnTo>
                      <a:lnTo>
                        <a:pt x="208168" y="64725"/>
                      </a:lnTo>
                      <a:lnTo>
                        <a:pt x="204670" y="57727"/>
                      </a:lnTo>
                      <a:lnTo>
                        <a:pt x="197672" y="22741"/>
                      </a:lnTo>
                      <a:close/>
                      <a:moveTo>
                        <a:pt x="166185" y="0"/>
                      </a:moveTo>
                      <a:lnTo>
                        <a:pt x="197672" y="0"/>
                      </a:lnTo>
                      <a:lnTo>
                        <a:pt x="204670" y="1749"/>
                      </a:lnTo>
                      <a:lnTo>
                        <a:pt x="211667" y="5248"/>
                      </a:lnTo>
                      <a:lnTo>
                        <a:pt x="216915" y="12245"/>
                      </a:lnTo>
                      <a:lnTo>
                        <a:pt x="220413" y="19243"/>
                      </a:lnTo>
                      <a:lnTo>
                        <a:pt x="227411" y="52480"/>
                      </a:lnTo>
                      <a:lnTo>
                        <a:pt x="239656" y="61226"/>
                      </a:lnTo>
                      <a:lnTo>
                        <a:pt x="271144" y="40234"/>
                      </a:lnTo>
                      <a:lnTo>
                        <a:pt x="278141" y="38485"/>
                      </a:lnTo>
                      <a:lnTo>
                        <a:pt x="283389" y="38485"/>
                      </a:lnTo>
                      <a:lnTo>
                        <a:pt x="288637" y="38485"/>
                      </a:lnTo>
                      <a:lnTo>
                        <a:pt x="295634" y="40234"/>
                      </a:lnTo>
                      <a:lnTo>
                        <a:pt x="297383" y="41984"/>
                      </a:lnTo>
                      <a:lnTo>
                        <a:pt x="320124" y="64725"/>
                      </a:lnTo>
                      <a:lnTo>
                        <a:pt x="325372" y="69973"/>
                      </a:lnTo>
                      <a:lnTo>
                        <a:pt x="328871" y="78719"/>
                      </a:lnTo>
                      <a:lnTo>
                        <a:pt x="325372" y="85716"/>
                      </a:lnTo>
                      <a:lnTo>
                        <a:pt x="323623" y="92714"/>
                      </a:lnTo>
                      <a:lnTo>
                        <a:pt x="302631" y="124201"/>
                      </a:lnTo>
                      <a:lnTo>
                        <a:pt x="311378" y="138196"/>
                      </a:lnTo>
                      <a:lnTo>
                        <a:pt x="346364" y="143444"/>
                      </a:lnTo>
                      <a:lnTo>
                        <a:pt x="351612" y="148692"/>
                      </a:lnTo>
                      <a:lnTo>
                        <a:pt x="358609" y="153940"/>
                      </a:lnTo>
                      <a:lnTo>
                        <a:pt x="360358" y="159188"/>
                      </a:lnTo>
                      <a:lnTo>
                        <a:pt x="363857" y="166185"/>
                      </a:lnTo>
                      <a:lnTo>
                        <a:pt x="363857" y="197672"/>
                      </a:lnTo>
                      <a:lnTo>
                        <a:pt x="360358" y="206419"/>
                      </a:lnTo>
                      <a:lnTo>
                        <a:pt x="358609" y="211667"/>
                      </a:lnTo>
                      <a:lnTo>
                        <a:pt x="351612" y="216915"/>
                      </a:lnTo>
                      <a:lnTo>
                        <a:pt x="346364" y="220414"/>
                      </a:lnTo>
                      <a:lnTo>
                        <a:pt x="311378" y="227411"/>
                      </a:lnTo>
                      <a:lnTo>
                        <a:pt x="302631" y="241405"/>
                      </a:lnTo>
                      <a:lnTo>
                        <a:pt x="323623" y="272893"/>
                      </a:lnTo>
                      <a:lnTo>
                        <a:pt x="325372" y="278141"/>
                      </a:lnTo>
                      <a:lnTo>
                        <a:pt x="328871" y="285138"/>
                      </a:lnTo>
                      <a:lnTo>
                        <a:pt x="325372" y="292135"/>
                      </a:lnTo>
                      <a:lnTo>
                        <a:pt x="320124" y="300882"/>
                      </a:lnTo>
                      <a:lnTo>
                        <a:pt x="297383" y="323623"/>
                      </a:lnTo>
                      <a:lnTo>
                        <a:pt x="295634" y="325372"/>
                      </a:lnTo>
                      <a:lnTo>
                        <a:pt x="288637" y="328871"/>
                      </a:lnTo>
                      <a:lnTo>
                        <a:pt x="283389" y="328871"/>
                      </a:lnTo>
                      <a:lnTo>
                        <a:pt x="278141" y="328871"/>
                      </a:lnTo>
                      <a:lnTo>
                        <a:pt x="271144" y="325372"/>
                      </a:lnTo>
                      <a:lnTo>
                        <a:pt x="239656" y="306130"/>
                      </a:lnTo>
                      <a:lnTo>
                        <a:pt x="227411" y="309628"/>
                      </a:lnTo>
                      <a:lnTo>
                        <a:pt x="220413" y="346364"/>
                      </a:lnTo>
                      <a:lnTo>
                        <a:pt x="216915" y="353361"/>
                      </a:lnTo>
                      <a:lnTo>
                        <a:pt x="211667" y="358609"/>
                      </a:lnTo>
                      <a:lnTo>
                        <a:pt x="204670" y="363857"/>
                      </a:lnTo>
                      <a:lnTo>
                        <a:pt x="197672" y="363857"/>
                      </a:lnTo>
                      <a:lnTo>
                        <a:pt x="166185" y="363857"/>
                      </a:lnTo>
                      <a:lnTo>
                        <a:pt x="159188" y="363857"/>
                      </a:lnTo>
                      <a:lnTo>
                        <a:pt x="152190" y="358609"/>
                      </a:lnTo>
                      <a:lnTo>
                        <a:pt x="146942" y="353361"/>
                      </a:lnTo>
                      <a:lnTo>
                        <a:pt x="143444" y="346364"/>
                      </a:lnTo>
                      <a:lnTo>
                        <a:pt x="136446" y="309628"/>
                      </a:lnTo>
                      <a:lnTo>
                        <a:pt x="120703" y="306130"/>
                      </a:lnTo>
                      <a:lnTo>
                        <a:pt x="94463" y="325372"/>
                      </a:lnTo>
                      <a:lnTo>
                        <a:pt x="85716" y="328871"/>
                      </a:lnTo>
                      <a:lnTo>
                        <a:pt x="80468" y="328871"/>
                      </a:lnTo>
                      <a:lnTo>
                        <a:pt x="73471" y="328871"/>
                      </a:lnTo>
                      <a:lnTo>
                        <a:pt x="68223" y="325372"/>
                      </a:lnTo>
                      <a:lnTo>
                        <a:pt x="62975" y="323623"/>
                      </a:lnTo>
                      <a:lnTo>
                        <a:pt x="43733" y="300882"/>
                      </a:lnTo>
                      <a:lnTo>
                        <a:pt x="38485" y="292135"/>
                      </a:lnTo>
                      <a:lnTo>
                        <a:pt x="34986" y="285138"/>
                      </a:lnTo>
                      <a:lnTo>
                        <a:pt x="34986" y="278141"/>
                      </a:lnTo>
                      <a:lnTo>
                        <a:pt x="40234" y="272893"/>
                      </a:lnTo>
                      <a:lnTo>
                        <a:pt x="57727" y="241405"/>
                      </a:lnTo>
                      <a:lnTo>
                        <a:pt x="54229" y="227411"/>
                      </a:lnTo>
                      <a:lnTo>
                        <a:pt x="17493" y="220414"/>
                      </a:lnTo>
                      <a:lnTo>
                        <a:pt x="10496" y="216915"/>
                      </a:lnTo>
                      <a:lnTo>
                        <a:pt x="5248" y="211667"/>
                      </a:lnTo>
                      <a:lnTo>
                        <a:pt x="0" y="206419"/>
                      </a:lnTo>
                      <a:lnTo>
                        <a:pt x="0" y="197672"/>
                      </a:lnTo>
                      <a:lnTo>
                        <a:pt x="0" y="166185"/>
                      </a:lnTo>
                      <a:lnTo>
                        <a:pt x="0" y="159188"/>
                      </a:lnTo>
                      <a:lnTo>
                        <a:pt x="5248" y="153940"/>
                      </a:lnTo>
                      <a:lnTo>
                        <a:pt x="10496" y="148692"/>
                      </a:lnTo>
                      <a:lnTo>
                        <a:pt x="17493" y="143444"/>
                      </a:lnTo>
                      <a:lnTo>
                        <a:pt x="54229" y="138196"/>
                      </a:lnTo>
                      <a:lnTo>
                        <a:pt x="57727" y="124201"/>
                      </a:lnTo>
                      <a:lnTo>
                        <a:pt x="40234" y="92714"/>
                      </a:lnTo>
                      <a:lnTo>
                        <a:pt x="34986" y="85716"/>
                      </a:lnTo>
                      <a:lnTo>
                        <a:pt x="34986" y="78719"/>
                      </a:lnTo>
                      <a:lnTo>
                        <a:pt x="38485" y="69973"/>
                      </a:lnTo>
                      <a:lnTo>
                        <a:pt x="43733" y="64725"/>
                      </a:lnTo>
                      <a:lnTo>
                        <a:pt x="62975" y="41984"/>
                      </a:lnTo>
                      <a:lnTo>
                        <a:pt x="68223" y="40234"/>
                      </a:lnTo>
                      <a:lnTo>
                        <a:pt x="73471" y="38485"/>
                      </a:lnTo>
                      <a:lnTo>
                        <a:pt x="80468" y="38485"/>
                      </a:lnTo>
                      <a:lnTo>
                        <a:pt x="85716" y="38485"/>
                      </a:lnTo>
                      <a:lnTo>
                        <a:pt x="94463" y="40234"/>
                      </a:lnTo>
                      <a:lnTo>
                        <a:pt x="120703" y="61226"/>
                      </a:lnTo>
                      <a:lnTo>
                        <a:pt x="136446" y="52480"/>
                      </a:lnTo>
                      <a:lnTo>
                        <a:pt x="143444" y="19243"/>
                      </a:lnTo>
                      <a:lnTo>
                        <a:pt x="146942" y="12245"/>
                      </a:lnTo>
                      <a:lnTo>
                        <a:pt x="152190" y="5248"/>
                      </a:lnTo>
                      <a:lnTo>
                        <a:pt x="159188" y="1749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  <a:prstDash val="solid"/>
                  <a:round/>
                </a:ln>
              </p:spPr>
              <p:txBody>
                <a:bodyPr wrap="square" lIns="91440" tIns="45720" rIns="91440" bIns="45720" anchor="ctr" anchorCtr="0">
                  <a:noAutofit/>
                </a:bodyPr>
                <a:lstStyle/>
                <a:p>
                  <a:pPr algn="ctr"/>
                </a:p>
              </p:txBody>
            </p:sp>
            <p:grpSp>
              <p:nvGrpSpPr>
                <p:cNvPr id="25" name="组合 24" descr="597a5ed6-d38a-4a8c-a734-e7dc6d732d65"/>
                <p:cNvGrpSpPr/>
                <p:nvPr/>
              </p:nvGrpSpPr>
              <p:grpSpPr>
                <a:xfrm>
                  <a:off x="2650529" y="1977293"/>
                  <a:ext cx="8868370" cy="885380"/>
                  <a:chOff x="2650529" y="1977293"/>
                  <a:chExt cx="8868370" cy="885380"/>
                </a:xfrm>
              </p:grpSpPr>
              <p:sp>
                <p:nvSpPr>
                  <p:cNvPr id="7" name="Bullet1" descr="091a2257-6c79-4fd0-96b0-3486facdf7e3"/>
                  <p:cNvSpPr/>
                  <p:nvPr/>
                </p:nvSpPr>
                <p:spPr bwMode="auto">
                  <a:xfrm>
                    <a:off x="2650529" y="1977293"/>
                    <a:ext cx="4472584" cy="885380"/>
                  </a:xfrm>
                  <a:prstGeom prst="homePlat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0">
                    <a:noFill/>
                    <a:prstDash val="solid"/>
                    <a:miter lim="800000"/>
                  </a:ln>
                </p:spPr>
                <p:txBody>
                  <a:bodyPr wrap="square" lIns="91440" tIns="45720" rIns="91440" bIns="45720" anchor="ctr" anchorCtr="0">
                    <a:normAutofit/>
                  </a:bodyPr>
                  <a:lstStyle/>
                  <a:p>
                    <a:pPr algn="ctr"/>
                    <a:r>
                      <a:rPr lang="en-US" sz="1800" b="1" i="0" u="none">
                        <a:solidFill>
                          <a:srgbClr val="FFFFFF"/>
                        </a:solidFill>
                        <a:ea typeface="微软雅黑" panose="020B0503020204020204" charset="-122"/>
                      </a:rPr>
                      <a:t>权衡定义</a:t>
                    </a:r>
                    <a:endParaRPr lang="en-US" sz="1800" b="1" i="0" u="none">
                      <a:solidFill>
                        <a:srgbClr val="FFFFFF"/>
                      </a:solidFill>
                      <a:ea typeface="微软雅黑" panose="020B0503020204020204" charset="-122"/>
                    </a:endParaRPr>
                  </a:p>
                </p:txBody>
              </p:sp>
              <p:sp>
                <p:nvSpPr>
                  <p:cNvPr id="8" name="Text1" descr="5138a268-c470-4602-b0b6-ef5ef003c17e"/>
                  <p:cNvSpPr/>
                  <p:nvPr/>
                </p:nvSpPr>
                <p:spPr>
                  <a:xfrm>
                    <a:off x="7123113" y="1977293"/>
                    <a:ext cx="4395786" cy="885380"/>
                  </a:xfrm>
                  <a:prstGeom prst="rect">
                    <a:avLst/>
                  </a:prstGeom>
                  <a:ln w="12700">
                    <a:miter lim="400000"/>
                  </a:ln>
                </p:spPr>
                <p:txBody>
                  <a:bodyPr wrap="square" lIns="91440" tIns="45720" rIns="91440" bIns="45720" anchor="ctr" anchorCtr="0">
                    <a:normAutofit/>
                  </a:bodyPr>
                  <a:lstStyle/>
                  <a:p>
                    <a:pPr algn="l">
                      <a:lnSpc>
                        <a:spcPct val="120000"/>
                      </a:lnSpc>
                      <a:spcBef>
                        <a:spcPct val="0"/>
                      </a:spcBef>
                    </a:pPr>
                    <a:r>
                      <a:rPr lang="en-US" sz="1200" b="0" i="0" u="none">
                        <a:solidFill>
                          <a:srgbClr val="FFFFFF"/>
                        </a:solidFill>
                        <a:ea typeface="微软雅黑" panose="020B0503020204020204" charset="-122"/>
                      </a:rPr>
                      <a:t>没有银弹，一切皆权衡，权衡是在约束条件下寻找最适解而非最优解。</a:t>
                    </a:r>
                    <a:endParaRPr lang="en-US" sz="1200" b="0" i="0" u="none">
                      <a:solidFill>
                        <a:srgbClr val="FFFFFF"/>
                      </a:solidFill>
                      <a:ea typeface="微软雅黑" panose="020B0503020204020204" charset="-122"/>
                    </a:endParaRPr>
                  </a:p>
                </p:txBody>
              </p:sp>
            </p:grpSp>
          </p:grpSp>
        </p:grpSp>
        <p:sp>
          <p:nvSpPr>
            <p:cNvPr id="10" name="iṥļiḓe" descr="2ac13e33-acc0-4409-8866-7f50f993431b"/>
            <p:cNvSpPr/>
            <p:nvPr/>
          </p:nvSpPr>
          <p:spPr>
            <a:xfrm rot="16200000" flipV="1">
              <a:off x="1509891" y="2999723"/>
              <a:ext cx="1162941" cy="1118332"/>
            </a:xfrm>
            <a:prstGeom prst="parallelogram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</a:p>
          </p:txBody>
        </p:sp>
        <p:grpSp>
          <p:nvGrpSpPr>
            <p:cNvPr id="35" name="组合 34" descr="d499e901-e98a-4aa8-8b97-2894f1ca9034"/>
            <p:cNvGrpSpPr/>
            <p:nvPr/>
          </p:nvGrpSpPr>
          <p:grpSpPr>
            <a:xfrm>
              <a:off x="0" y="2977418"/>
              <a:ext cx="11518900" cy="1156432"/>
              <a:chOff x="0" y="2977418"/>
              <a:chExt cx="11518900" cy="1156432"/>
            </a:xfrm>
          </p:grpSpPr>
          <p:sp>
            <p:nvSpPr>
              <p:cNvPr id="9" name="Number2" descr="e308922c-e02f-4742-aeda-a245115eb957"/>
              <p:cNvSpPr/>
              <p:nvPr/>
            </p:nvSpPr>
            <p:spPr bwMode="auto">
              <a:xfrm>
                <a:off x="0" y="3248470"/>
                <a:ext cx="1533784" cy="8853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0">
                <a:noFill/>
                <a:prstDash val="solid"/>
                <a:miter lim="800000"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/>
                <a:r>
                  <a:rPr lang="en-US" sz="2000" b="1" i="0" u="none">
                    <a:solidFill>
                      <a:srgbClr val="FFCFB3"/>
                    </a:solidFill>
                    <a:latin typeface="Arial" panose="020B0604020202020204"/>
                  </a:rPr>
                  <a:t>02</a:t>
                </a:r>
                <a:endParaRPr lang="en-US" sz="2000" b="1" i="0" u="none">
                  <a:solidFill>
                    <a:srgbClr val="FFCFB3"/>
                  </a:solidFill>
                  <a:latin typeface="Arial" panose="020B0604020202020204"/>
                </a:endParaRPr>
              </a:p>
            </p:txBody>
          </p:sp>
          <p:grpSp>
            <p:nvGrpSpPr>
              <p:cNvPr id="31" name="组合 30" descr="606247ad-61f1-4c15-8b69-bf0183ecdc67"/>
              <p:cNvGrpSpPr/>
              <p:nvPr/>
            </p:nvGrpSpPr>
            <p:grpSpPr>
              <a:xfrm>
                <a:off x="1879261" y="2977418"/>
                <a:ext cx="9639639" cy="885380"/>
                <a:chOff x="1879261" y="2977418"/>
                <a:chExt cx="9639639" cy="885380"/>
              </a:xfrm>
            </p:grpSpPr>
            <p:sp>
              <p:nvSpPr>
                <p:cNvPr id="11" name="Icon2" descr="d6ab0815-18b7-422c-b92d-2d0b3233c780"/>
                <p:cNvSpPr/>
                <p:nvPr/>
              </p:nvSpPr>
              <p:spPr bwMode="auto">
                <a:xfrm>
                  <a:off x="1879261" y="3346790"/>
                  <a:ext cx="424202" cy="424200"/>
                </a:xfrm>
                <a:custGeom>
                  <a:avLst/>
                  <a:gdLst>
                    <a:gd name="connsiteX0" fmla="*/ 181928 w 363857"/>
                    <a:gd name="connsiteY0" fmla="*/ 148691 h 363857"/>
                    <a:gd name="connsiteX1" fmla="*/ 171432 w 363857"/>
                    <a:gd name="connsiteY1" fmla="*/ 152190 h 363857"/>
                    <a:gd name="connsiteX2" fmla="*/ 162686 w 363857"/>
                    <a:gd name="connsiteY2" fmla="*/ 153939 h 363857"/>
                    <a:gd name="connsiteX3" fmla="*/ 153939 w 363857"/>
                    <a:gd name="connsiteY3" fmla="*/ 160936 h 363857"/>
                    <a:gd name="connsiteX4" fmla="*/ 148691 w 363857"/>
                    <a:gd name="connsiteY4" fmla="*/ 171432 h 363857"/>
                    <a:gd name="connsiteX5" fmla="*/ 146942 w 363857"/>
                    <a:gd name="connsiteY5" fmla="*/ 181928 h 363857"/>
                    <a:gd name="connsiteX6" fmla="*/ 148691 w 363857"/>
                    <a:gd name="connsiteY6" fmla="*/ 194173 h 363857"/>
                    <a:gd name="connsiteX7" fmla="*/ 153939 w 363857"/>
                    <a:gd name="connsiteY7" fmla="*/ 201171 h 363857"/>
                    <a:gd name="connsiteX8" fmla="*/ 162686 w 363857"/>
                    <a:gd name="connsiteY8" fmla="*/ 209917 h 363857"/>
                    <a:gd name="connsiteX9" fmla="*/ 171432 w 363857"/>
                    <a:gd name="connsiteY9" fmla="*/ 215165 h 363857"/>
                    <a:gd name="connsiteX10" fmla="*/ 181928 w 363857"/>
                    <a:gd name="connsiteY10" fmla="*/ 216914 h 363857"/>
                    <a:gd name="connsiteX11" fmla="*/ 192424 w 363857"/>
                    <a:gd name="connsiteY11" fmla="*/ 215165 h 363857"/>
                    <a:gd name="connsiteX12" fmla="*/ 202920 w 363857"/>
                    <a:gd name="connsiteY12" fmla="*/ 209917 h 363857"/>
                    <a:gd name="connsiteX13" fmla="*/ 209917 w 363857"/>
                    <a:gd name="connsiteY13" fmla="*/ 201171 h 363857"/>
                    <a:gd name="connsiteX14" fmla="*/ 215165 w 363857"/>
                    <a:gd name="connsiteY14" fmla="*/ 194173 h 363857"/>
                    <a:gd name="connsiteX15" fmla="*/ 215165 w 363857"/>
                    <a:gd name="connsiteY15" fmla="*/ 181928 h 363857"/>
                    <a:gd name="connsiteX16" fmla="*/ 215165 w 363857"/>
                    <a:gd name="connsiteY16" fmla="*/ 171432 h 363857"/>
                    <a:gd name="connsiteX17" fmla="*/ 209917 w 363857"/>
                    <a:gd name="connsiteY17" fmla="*/ 160936 h 363857"/>
                    <a:gd name="connsiteX18" fmla="*/ 202920 w 363857"/>
                    <a:gd name="connsiteY18" fmla="*/ 153939 h 363857"/>
                    <a:gd name="connsiteX19" fmla="*/ 192424 w 363857"/>
                    <a:gd name="connsiteY19" fmla="*/ 152190 h 363857"/>
                    <a:gd name="connsiteX20" fmla="*/ 181928 w 363857"/>
                    <a:gd name="connsiteY20" fmla="*/ 136446 h 363857"/>
                    <a:gd name="connsiteX21" fmla="*/ 204669 w 363857"/>
                    <a:gd name="connsiteY21" fmla="*/ 143443 h 363857"/>
                    <a:gd name="connsiteX22" fmla="*/ 220413 w 363857"/>
                    <a:gd name="connsiteY22" fmla="*/ 159187 h 363857"/>
                    <a:gd name="connsiteX23" fmla="*/ 227410 w 363857"/>
                    <a:gd name="connsiteY23" fmla="*/ 181928 h 363857"/>
                    <a:gd name="connsiteX24" fmla="*/ 220413 w 363857"/>
                    <a:gd name="connsiteY24" fmla="*/ 204669 h 363857"/>
                    <a:gd name="connsiteX25" fmla="*/ 204669 w 363857"/>
                    <a:gd name="connsiteY25" fmla="*/ 222162 h 363857"/>
                    <a:gd name="connsiteX26" fmla="*/ 181928 w 363857"/>
                    <a:gd name="connsiteY26" fmla="*/ 227410 h 363857"/>
                    <a:gd name="connsiteX27" fmla="*/ 159187 w 363857"/>
                    <a:gd name="connsiteY27" fmla="*/ 222162 h 363857"/>
                    <a:gd name="connsiteX28" fmla="*/ 141694 w 363857"/>
                    <a:gd name="connsiteY28" fmla="*/ 204669 h 363857"/>
                    <a:gd name="connsiteX29" fmla="*/ 136446 w 363857"/>
                    <a:gd name="connsiteY29" fmla="*/ 181928 h 363857"/>
                    <a:gd name="connsiteX30" fmla="*/ 141694 w 363857"/>
                    <a:gd name="connsiteY30" fmla="*/ 159187 h 363857"/>
                    <a:gd name="connsiteX31" fmla="*/ 159187 w 363857"/>
                    <a:gd name="connsiteY31" fmla="*/ 143443 h 363857"/>
                    <a:gd name="connsiteX32" fmla="*/ 181929 w 363857"/>
                    <a:gd name="connsiteY32" fmla="*/ 113705 h 363857"/>
                    <a:gd name="connsiteX33" fmla="*/ 153940 w 363857"/>
                    <a:gd name="connsiteY33" fmla="*/ 118953 h 363857"/>
                    <a:gd name="connsiteX34" fmla="*/ 131198 w 363857"/>
                    <a:gd name="connsiteY34" fmla="*/ 132947 h 363857"/>
                    <a:gd name="connsiteX35" fmla="*/ 118953 w 363857"/>
                    <a:gd name="connsiteY35" fmla="*/ 155688 h 363857"/>
                    <a:gd name="connsiteX36" fmla="*/ 111956 w 363857"/>
                    <a:gd name="connsiteY36" fmla="*/ 181928 h 363857"/>
                    <a:gd name="connsiteX37" fmla="*/ 118953 w 363857"/>
                    <a:gd name="connsiteY37" fmla="*/ 209917 h 363857"/>
                    <a:gd name="connsiteX38" fmla="*/ 131198 w 363857"/>
                    <a:gd name="connsiteY38" fmla="*/ 232658 h 363857"/>
                    <a:gd name="connsiteX39" fmla="*/ 153940 w 363857"/>
                    <a:gd name="connsiteY39" fmla="*/ 246652 h 363857"/>
                    <a:gd name="connsiteX40" fmla="*/ 181929 w 363857"/>
                    <a:gd name="connsiteY40" fmla="*/ 251900 h 363857"/>
                    <a:gd name="connsiteX41" fmla="*/ 209918 w 363857"/>
                    <a:gd name="connsiteY41" fmla="*/ 246652 h 363857"/>
                    <a:gd name="connsiteX42" fmla="*/ 229160 w 363857"/>
                    <a:gd name="connsiteY42" fmla="*/ 232658 h 363857"/>
                    <a:gd name="connsiteX43" fmla="*/ 244904 w 363857"/>
                    <a:gd name="connsiteY43" fmla="*/ 209917 h 363857"/>
                    <a:gd name="connsiteX44" fmla="*/ 250152 w 363857"/>
                    <a:gd name="connsiteY44" fmla="*/ 181928 h 363857"/>
                    <a:gd name="connsiteX45" fmla="*/ 244904 w 363857"/>
                    <a:gd name="connsiteY45" fmla="*/ 155688 h 363857"/>
                    <a:gd name="connsiteX46" fmla="*/ 229160 w 363857"/>
                    <a:gd name="connsiteY46" fmla="*/ 132947 h 363857"/>
                    <a:gd name="connsiteX47" fmla="*/ 209918 w 363857"/>
                    <a:gd name="connsiteY47" fmla="*/ 118953 h 363857"/>
                    <a:gd name="connsiteX48" fmla="*/ 181929 w 363857"/>
                    <a:gd name="connsiteY48" fmla="*/ 103209 h 363857"/>
                    <a:gd name="connsiteX49" fmla="*/ 211667 w 363857"/>
                    <a:gd name="connsiteY49" fmla="*/ 108457 h 363857"/>
                    <a:gd name="connsiteX50" fmla="*/ 237907 w 363857"/>
                    <a:gd name="connsiteY50" fmla="*/ 125950 h 363857"/>
                    <a:gd name="connsiteX51" fmla="*/ 255400 w 363857"/>
                    <a:gd name="connsiteY51" fmla="*/ 152190 h 363857"/>
                    <a:gd name="connsiteX52" fmla="*/ 260648 w 363857"/>
                    <a:gd name="connsiteY52" fmla="*/ 181928 h 363857"/>
                    <a:gd name="connsiteX53" fmla="*/ 255400 w 363857"/>
                    <a:gd name="connsiteY53" fmla="*/ 215165 h 363857"/>
                    <a:gd name="connsiteX54" fmla="*/ 237907 w 363857"/>
                    <a:gd name="connsiteY54" fmla="*/ 239655 h 363857"/>
                    <a:gd name="connsiteX55" fmla="*/ 211667 w 363857"/>
                    <a:gd name="connsiteY55" fmla="*/ 255399 h 363857"/>
                    <a:gd name="connsiteX56" fmla="*/ 181929 w 363857"/>
                    <a:gd name="connsiteY56" fmla="*/ 262396 h 363857"/>
                    <a:gd name="connsiteX57" fmla="*/ 152190 w 363857"/>
                    <a:gd name="connsiteY57" fmla="*/ 255399 h 363857"/>
                    <a:gd name="connsiteX58" fmla="*/ 125951 w 363857"/>
                    <a:gd name="connsiteY58" fmla="*/ 239655 h 363857"/>
                    <a:gd name="connsiteX59" fmla="*/ 108457 w 363857"/>
                    <a:gd name="connsiteY59" fmla="*/ 215165 h 363857"/>
                    <a:gd name="connsiteX60" fmla="*/ 101460 w 363857"/>
                    <a:gd name="connsiteY60" fmla="*/ 181928 h 363857"/>
                    <a:gd name="connsiteX61" fmla="*/ 108457 w 363857"/>
                    <a:gd name="connsiteY61" fmla="*/ 152190 h 363857"/>
                    <a:gd name="connsiteX62" fmla="*/ 125951 w 363857"/>
                    <a:gd name="connsiteY62" fmla="*/ 125950 h 363857"/>
                    <a:gd name="connsiteX63" fmla="*/ 152190 w 363857"/>
                    <a:gd name="connsiteY63" fmla="*/ 108457 h 363857"/>
                    <a:gd name="connsiteX64" fmla="*/ 166185 w 363857"/>
                    <a:gd name="connsiteY64" fmla="*/ 22741 h 363857"/>
                    <a:gd name="connsiteX65" fmla="*/ 159188 w 363857"/>
                    <a:gd name="connsiteY65" fmla="*/ 57727 h 363857"/>
                    <a:gd name="connsiteX66" fmla="*/ 157438 w 363857"/>
                    <a:gd name="connsiteY66" fmla="*/ 64725 h 363857"/>
                    <a:gd name="connsiteX67" fmla="*/ 152190 w 363857"/>
                    <a:gd name="connsiteY67" fmla="*/ 69973 h 363857"/>
                    <a:gd name="connsiteX68" fmla="*/ 143444 w 363857"/>
                    <a:gd name="connsiteY68" fmla="*/ 75221 h 363857"/>
                    <a:gd name="connsiteX69" fmla="*/ 131199 w 363857"/>
                    <a:gd name="connsiteY69" fmla="*/ 80469 h 363857"/>
                    <a:gd name="connsiteX70" fmla="*/ 125951 w 363857"/>
                    <a:gd name="connsiteY70" fmla="*/ 83967 h 363857"/>
                    <a:gd name="connsiteX71" fmla="*/ 120703 w 363857"/>
                    <a:gd name="connsiteY71" fmla="*/ 83967 h 363857"/>
                    <a:gd name="connsiteX72" fmla="*/ 117204 w 363857"/>
                    <a:gd name="connsiteY72" fmla="*/ 80469 h 363857"/>
                    <a:gd name="connsiteX73" fmla="*/ 108457 w 363857"/>
                    <a:gd name="connsiteY73" fmla="*/ 78719 h 363857"/>
                    <a:gd name="connsiteX74" fmla="*/ 80468 w 363857"/>
                    <a:gd name="connsiteY74" fmla="*/ 61226 h 363857"/>
                    <a:gd name="connsiteX75" fmla="*/ 57727 w 363857"/>
                    <a:gd name="connsiteY75" fmla="*/ 80469 h 363857"/>
                    <a:gd name="connsiteX76" fmla="*/ 78719 w 363857"/>
                    <a:gd name="connsiteY76" fmla="*/ 110207 h 363857"/>
                    <a:gd name="connsiteX77" fmla="*/ 80468 w 363857"/>
                    <a:gd name="connsiteY77" fmla="*/ 118953 h 363857"/>
                    <a:gd name="connsiteX78" fmla="*/ 80468 w 363857"/>
                    <a:gd name="connsiteY78" fmla="*/ 125951 h 363857"/>
                    <a:gd name="connsiteX79" fmla="*/ 78719 w 363857"/>
                    <a:gd name="connsiteY79" fmla="*/ 132948 h 363857"/>
                    <a:gd name="connsiteX80" fmla="*/ 73471 w 363857"/>
                    <a:gd name="connsiteY80" fmla="*/ 146942 h 363857"/>
                    <a:gd name="connsiteX81" fmla="*/ 71722 w 363857"/>
                    <a:gd name="connsiteY81" fmla="*/ 152190 h 363857"/>
                    <a:gd name="connsiteX82" fmla="*/ 66474 w 363857"/>
                    <a:gd name="connsiteY82" fmla="*/ 155689 h 363857"/>
                    <a:gd name="connsiteX83" fmla="*/ 57727 w 363857"/>
                    <a:gd name="connsiteY83" fmla="*/ 160937 h 363857"/>
                    <a:gd name="connsiteX84" fmla="*/ 22741 w 363857"/>
                    <a:gd name="connsiteY84" fmla="*/ 166185 h 363857"/>
                    <a:gd name="connsiteX85" fmla="*/ 22741 w 363857"/>
                    <a:gd name="connsiteY85" fmla="*/ 197672 h 363857"/>
                    <a:gd name="connsiteX86" fmla="*/ 57727 w 363857"/>
                    <a:gd name="connsiteY86" fmla="*/ 204670 h 363857"/>
                    <a:gd name="connsiteX87" fmla="*/ 66474 w 363857"/>
                    <a:gd name="connsiteY87" fmla="*/ 206419 h 363857"/>
                    <a:gd name="connsiteX88" fmla="*/ 71722 w 363857"/>
                    <a:gd name="connsiteY88" fmla="*/ 211667 h 363857"/>
                    <a:gd name="connsiteX89" fmla="*/ 73471 w 363857"/>
                    <a:gd name="connsiteY89" fmla="*/ 220414 h 363857"/>
                    <a:gd name="connsiteX90" fmla="*/ 78719 w 363857"/>
                    <a:gd name="connsiteY90" fmla="*/ 232659 h 363857"/>
                    <a:gd name="connsiteX91" fmla="*/ 80468 w 363857"/>
                    <a:gd name="connsiteY91" fmla="*/ 239656 h 363857"/>
                    <a:gd name="connsiteX92" fmla="*/ 80468 w 363857"/>
                    <a:gd name="connsiteY92" fmla="*/ 246653 h 363857"/>
                    <a:gd name="connsiteX93" fmla="*/ 78719 w 363857"/>
                    <a:gd name="connsiteY93" fmla="*/ 255400 h 363857"/>
                    <a:gd name="connsiteX94" fmla="*/ 57727 w 363857"/>
                    <a:gd name="connsiteY94" fmla="*/ 285138 h 363857"/>
                    <a:gd name="connsiteX95" fmla="*/ 80468 w 363857"/>
                    <a:gd name="connsiteY95" fmla="*/ 306130 h 363857"/>
                    <a:gd name="connsiteX96" fmla="*/ 108457 w 363857"/>
                    <a:gd name="connsiteY96" fmla="*/ 285138 h 363857"/>
                    <a:gd name="connsiteX97" fmla="*/ 117204 w 363857"/>
                    <a:gd name="connsiteY97" fmla="*/ 283389 h 363857"/>
                    <a:gd name="connsiteX98" fmla="*/ 120703 w 363857"/>
                    <a:gd name="connsiteY98" fmla="*/ 283389 h 363857"/>
                    <a:gd name="connsiteX99" fmla="*/ 125951 w 363857"/>
                    <a:gd name="connsiteY99" fmla="*/ 283389 h 363857"/>
                    <a:gd name="connsiteX100" fmla="*/ 131199 w 363857"/>
                    <a:gd name="connsiteY100" fmla="*/ 285138 h 363857"/>
                    <a:gd name="connsiteX101" fmla="*/ 143444 w 363857"/>
                    <a:gd name="connsiteY101" fmla="*/ 290386 h 363857"/>
                    <a:gd name="connsiteX102" fmla="*/ 152190 w 363857"/>
                    <a:gd name="connsiteY102" fmla="*/ 292135 h 363857"/>
                    <a:gd name="connsiteX103" fmla="*/ 157438 w 363857"/>
                    <a:gd name="connsiteY103" fmla="*/ 300882 h 363857"/>
                    <a:gd name="connsiteX104" fmla="*/ 159188 w 363857"/>
                    <a:gd name="connsiteY104" fmla="*/ 307879 h 363857"/>
                    <a:gd name="connsiteX105" fmla="*/ 166185 w 363857"/>
                    <a:gd name="connsiteY105" fmla="*/ 341116 h 363857"/>
                    <a:gd name="connsiteX106" fmla="*/ 197672 w 363857"/>
                    <a:gd name="connsiteY106" fmla="*/ 341116 h 363857"/>
                    <a:gd name="connsiteX107" fmla="*/ 204670 w 363857"/>
                    <a:gd name="connsiteY107" fmla="*/ 307879 h 363857"/>
                    <a:gd name="connsiteX108" fmla="*/ 208168 w 363857"/>
                    <a:gd name="connsiteY108" fmla="*/ 300882 h 363857"/>
                    <a:gd name="connsiteX109" fmla="*/ 211667 w 363857"/>
                    <a:gd name="connsiteY109" fmla="*/ 292135 h 363857"/>
                    <a:gd name="connsiteX110" fmla="*/ 220413 w 363857"/>
                    <a:gd name="connsiteY110" fmla="*/ 290386 h 363857"/>
                    <a:gd name="connsiteX111" fmla="*/ 229160 w 363857"/>
                    <a:gd name="connsiteY111" fmla="*/ 285138 h 363857"/>
                    <a:gd name="connsiteX112" fmla="*/ 234408 w 363857"/>
                    <a:gd name="connsiteY112" fmla="*/ 283389 h 363857"/>
                    <a:gd name="connsiteX113" fmla="*/ 239656 w 363857"/>
                    <a:gd name="connsiteY113" fmla="*/ 283389 h 363857"/>
                    <a:gd name="connsiteX114" fmla="*/ 248402 w 363857"/>
                    <a:gd name="connsiteY114" fmla="*/ 283389 h 363857"/>
                    <a:gd name="connsiteX115" fmla="*/ 251901 w 363857"/>
                    <a:gd name="connsiteY115" fmla="*/ 285138 h 363857"/>
                    <a:gd name="connsiteX116" fmla="*/ 283389 w 363857"/>
                    <a:gd name="connsiteY116" fmla="*/ 306130 h 363857"/>
                    <a:gd name="connsiteX117" fmla="*/ 306130 w 363857"/>
                    <a:gd name="connsiteY117" fmla="*/ 285138 h 363857"/>
                    <a:gd name="connsiteX118" fmla="*/ 285138 w 363857"/>
                    <a:gd name="connsiteY118" fmla="*/ 255400 h 363857"/>
                    <a:gd name="connsiteX119" fmla="*/ 283389 w 363857"/>
                    <a:gd name="connsiteY119" fmla="*/ 246653 h 363857"/>
                    <a:gd name="connsiteX120" fmla="*/ 279890 w 363857"/>
                    <a:gd name="connsiteY120" fmla="*/ 239656 h 363857"/>
                    <a:gd name="connsiteX121" fmla="*/ 283389 w 363857"/>
                    <a:gd name="connsiteY121" fmla="*/ 232659 h 363857"/>
                    <a:gd name="connsiteX122" fmla="*/ 288637 w 363857"/>
                    <a:gd name="connsiteY122" fmla="*/ 220414 h 363857"/>
                    <a:gd name="connsiteX123" fmla="*/ 293885 w 363857"/>
                    <a:gd name="connsiteY123" fmla="*/ 211667 h 363857"/>
                    <a:gd name="connsiteX124" fmla="*/ 297383 w 363857"/>
                    <a:gd name="connsiteY124" fmla="*/ 206419 h 363857"/>
                    <a:gd name="connsiteX125" fmla="*/ 306130 w 363857"/>
                    <a:gd name="connsiteY125" fmla="*/ 204670 h 363857"/>
                    <a:gd name="connsiteX126" fmla="*/ 341116 w 363857"/>
                    <a:gd name="connsiteY126" fmla="*/ 197672 h 363857"/>
                    <a:gd name="connsiteX127" fmla="*/ 341116 w 363857"/>
                    <a:gd name="connsiteY127" fmla="*/ 166185 h 363857"/>
                    <a:gd name="connsiteX128" fmla="*/ 306130 w 363857"/>
                    <a:gd name="connsiteY128" fmla="*/ 159188 h 363857"/>
                    <a:gd name="connsiteX129" fmla="*/ 297383 w 363857"/>
                    <a:gd name="connsiteY129" fmla="*/ 155689 h 363857"/>
                    <a:gd name="connsiteX130" fmla="*/ 293885 w 363857"/>
                    <a:gd name="connsiteY130" fmla="*/ 152190 h 363857"/>
                    <a:gd name="connsiteX131" fmla="*/ 288637 w 363857"/>
                    <a:gd name="connsiteY131" fmla="*/ 146942 h 363857"/>
                    <a:gd name="connsiteX132" fmla="*/ 283389 w 363857"/>
                    <a:gd name="connsiteY132" fmla="*/ 132948 h 363857"/>
                    <a:gd name="connsiteX133" fmla="*/ 279890 w 363857"/>
                    <a:gd name="connsiteY133" fmla="*/ 125951 h 363857"/>
                    <a:gd name="connsiteX134" fmla="*/ 283389 w 363857"/>
                    <a:gd name="connsiteY134" fmla="*/ 118953 h 363857"/>
                    <a:gd name="connsiteX135" fmla="*/ 285138 w 363857"/>
                    <a:gd name="connsiteY135" fmla="*/ 110207 h 363857"/>
                    <a:gd name="connsiteX136" fmla="*/ 306130 w 363857"/>
                    <a:gd name="connsiteY136" fmla="*/ 80469 h 363857"/>
                    <a:gd name="connsiteX137" fmla="*/ 283389 w 363857"/>
                    <a:gd name="connsiteY137" fmla="*/ 61226 h 363857"/>
                    <a:gd name="connsiteX138" fmla="*/ 251901 w 363857"/>
                    <a:gd name="connsiteY138" fmla="*/ 78719 h 363857"/>
                    <a:gd name="connsiteX139" fmla="*/ 248402 w 363857"/>
                    <a:gd name="connsiteY139" fmla="*/ 80469 h 363857"/>
                    <a:gd name="connsiteX140" fmla="*/ 239656 w 363857"/>
                    <a:gd name="connsiteY140" fmla="*/ 83967 h 363857"/>
                    <a:gd name="connsiteX141" fmla="*/ 234408 w 363857"/>
                    <a:gd name="connsiteY141" fmla="*/ 83967 h 363857"/>
                    <a:gd name="connsiteX142" fmla="*/ 229160 w 363857"/>
                    <a:gd name="connsiteY142" fmla="*/ 80469 h 363857"/>
                    <a:gd name="connsiteX143" fmla="*/ 220413 w 363857"/>
                    <a:gd name="connsiteY143" fmla="*/ 75221 h 363857"/>
                    <a:gd name="connsiteX144" fmla="*/ 211667 w 363857"/>
                    <a:gd name="connsiteY144" fmla="*/ 69973 h 363857"/>
                    <a:gd name="connsiteX145" fmla="*/ 208168 w 363857"/>
                    <a:gd name="connsiteY145" fmla="*/ 64725 h 363857"/>
                    <a:gd name="connsiteX146" fmla="*/ 204670 w 363857"/>
                    <a:gd name="connsiteY146" fmla="*/ 57727 h 363857"/>
                    <a:gd name="connsiteX147" fmla="*/ 197672 w 363857"/>
                    <a:gd name="connsiteY147" fmla="*/ 22741 h 363857"/>
                    <a:gd name="connsiteX148" fmla="*/ 166185 w 363857"/>
                    <a:gd name="connsiteY148" fmla="*/ 0 h 363857"/>
                    <a:gd name="connsiteX149" fmla="*/ 197672 w 363857"/>
                    <a:gd name="connsiteY149" fmla="*/ 0 h 363857"/>
                    <a:gd name="connsiteX150" fmla="*/ 204670 w 363857"/>
                    <a:gd name="connsiteY150" fmla="*/ 1749 h 363857"/>
                    <a:gd name="connsiteX151" fmla="*/ 211667 w 363857"/>
                    <a:gd name="connsiteY151" fmla="*/ 5248 h 363857"/>
                    <a:gd name="connsiteX152" fmla="*/ 216915 w 363857"/>
                    <a:gd name="connsiteY152" fmla="*/ 12245 h 363857"/>
                    <a:gd name="connsiteX153" fmla="*/ 220413 w 363857"/>
                    <a:gd name="connsiteY153" fmla="*/ 19243 h 363857"/>
                    <a:gd name="connsiteX154" fmla="*/ 227411 w 363857"/>
                    <a:gd name="connsiteY154" fmla="*/ 52480 h 363857"/>
                    <a:gd name="connsiteX155" fmla="*/ 239656 w 363857"/>
                    <a:gd name="connsiteY155" fmla="*/ 61226 h 363857"/>
                    <a:gd name="connsiteX156" fmla="*/ 271144 w 363857"/>
                    <a:gd name="connsiteY156" fmla="*/ 40234 h 363857"/>
                    <a:gd name="connsiteX157" fmla="*/ 278141 w 363857"/>
                    <a:gd name="connsiteY157" fmla="*/ 38485 h 363857"/>
                    <a:gd name="connsiteX158" fmla="*/ 283389 w 363857"/>
                    <a:gd name="connsiteY158" fmla="*/ 38485 h 363857"/>
                    <a:gd name="connsiteX159" fmla="*/ 288637 w 363857"/>
                    <a:gd name="connsiteY159" fmla="*/ 38485 h 363857"/>
                    <a:gd name="connsiteX160" fmla="*/ 295634 w 363857"/>
                    <a:gd name="connsiteY160" fmla="*/ 40234 h 363857"/>
                    <a:gd name="connsiteX161" fmla="*/ 297383 w 363857"/>
                    <a:gd name="connsiteY161" fmla="*/ 41984 h 363857"/>
                    <a:gd name="connsiteX162" fmla="*/ 320124 w 363857"/>
                    <a:gd name="connsiteY162" fmla="*/ 64725 h 363857"/>
                    <a:gd name="connsiteX163" fmla="*/ 325372 w 363857"/>
                    <a:gd name="connsiteY163" fmla="*/ 69973 h 363857"/>
                    <a:gd name="connsiteX164" fmla="*/ 328871 w 363857"/>
                    <a:gd name="connsiteY164" fmla="*/ 78719 h 363857"/>
                    <a:gd name="connsiteX165" fmla="*/ 325372 w 363857"/>
                    <a:gd name="connsiteY165" fmla="*/ 85716 h 363857"/>
                    <a:gd name="connsiteX166" fmla="*/ 323623 w 363857"/>
                    <a:gd name="connsiteY166" fmla="*/ 92714 h 363857"/>
                    <a:gd name="connsiteX167" fmla="*/ 302631 w 363857"/>
                    <a:gd name="connsiteY167" fmla="*/ 124201 h 363857"/>
                    <a:gd name="connsiteX168" fmla="*/ 311378 w 363857"/>
                    <a:gd name="connsiteY168" fmla="*/ 138196 h 363857"/>
                    <a:gd name="connsiteX169" fmla="*/ 346364 w 363857"/>
                    <a:gd name="connsiteY169" fmla="*/ 143444 h 363857"/>
                    <a:gd name="connsiteX170" fmla="*/ 351612 w 363857"/>
                    <a:gd name="connsiteY170" fmla="*/ 148692 h 363857"/>
                    <a:gd name="connsiteX171" fmla="*/ 358609 w 363857"/>
                    <a:gd name="connsiteY171" fmla="*/ 153940 h 363857"/>
                    <a:gd name="connsiteX172" fmla="*/ 360358 w 363857"/>
                    <a:gd name="connsiteY172" fmla="*/ 159188 h 363857"/>
                    <a:gd name="connsiteX173" fmla="*/ 363857 w 363857"/>
                    <a:gd name="connsiteY173" fmla="*/ 166185 h 363857"/>
                    <a:gd name="connsiteX174" fmla="*/ 363857 w 363857"/>
                    <a:gd name="connsiteY174" fmla="*/ 197672 h 363857"/>
                    <a:gd name="connsiteX175" fmla="*/ 360358 w 363857"/>
                    <a:gd name="connsiteY175" fmla="*/ 206419 h 363857"/>
                    <a:gd name="connsiteX176" fmla="*/ 358609 w 363857"/>
                    <a:gd name="connsiteY176" fmla="*/ 211667 h 363857"/>
                    <a:gd name="connsiteX177" fmla="*/ 351612 w 363857"/>
                    <a:gd name="connsiteY177" fmla="*/ 216915 h 363857"/>
                    <a:gd name="connsiteX178" fmla="*/ 346364 w 363857"/>
                    <a:gd name="connsiteY178" fmla="*/ 220414 h 363857"/>
                    <a:gd name="connsiteX179" fmla="*/ 311378 w 363857"/>
                    <a:gd name="connsiteY179" fmla="*/ 227411 h 363857"/>
                    <a:gd name="connsiteX180" fmla="*/ 302631 w 363857"/>
                    <a:gd name="connsiteY180" fmla="*/ 241405 h 363857"/>
                    <a:gd name="connsiteX181" fmla="*/ 323623 w 363857"/>
                    <a:gd name="connsiteY181" fmla="*/ 272893 h 363857"/>
                    <a:gd name="connsiteX182" fmla="*/ 325372 w 363857"/>
                    <a:gd name="connsiteY182" fmla="*/ 278141 h 363857"/>
                    <a:gd name="connsiteX183" fmla="*/ 328871 w 363857"/>
                    <a:gd name="connsiteY183" fmla="*/ 285138 h 363857"/>
                    <a:gd name="connsiteX184" fmla="*/ 325372 w 363857"/>
                    <a:gd name="connsiteY184" fmla="*/ 292135 h 363857"/>
                    <a:gd name="connsiteX185" fmla="*/ 320124 w 363857"/>
                    <a:gd name="connsiteY185" fmla="*/ 300882 h 363857"/>
                    <a:gd name="connsiteX186" fmla="*/ 297383 w 363857"/>
                    <a:gd name="connsiteY186" fmla="*/ 323623 h 363857"/>
                    <a:gd name="connsiteX187" fmla="*/ 295634 w 363857"/>
                    <a:gd name="connsiteY187" fmla="*/ 325372 h 363857"/>
                    <a:gd name="connsiteX188" fmla="*/ 288637 w 363857"/>
                    <a:gd name="connsiteY188" fmla="*/ 328871 h 363857"/>
                    <a:gd name="connsiteX189" fmla="*/ 283389 w 363857"/>
                    <a:gd name="connsiteY189" fmla="*/ 328871 h 363857"/>
                    <a:gd name="connsiteX190" fmla="*/ 278141 w 363857"/>
                    <a:gd name="connsiteY190" fmla="*/ 328871 h 363857"/>
                    <a:gd name="connsiteX191" fmla="*/ 271144 w 363857"/>
                    <a:gd name="connsiteY191" fmla="*/ 325372 h 363857"/>
                    <a:gd name="connsiteX192" fmla="*/ 239656 w 363857"/>
                    <a:gd name="connsiteY192" fmla="*/ 306130 h 363857"/>
                    <a:gd name="connsiteX193" fmla="*/ 227411 w 363857"/>
                    <a:gd name="connsiteY193" fmla="*/ 309628 h 363857"/>
                    <a:gd name="connsiteX194" fmla="*/ 220413 w 363857"/>
                    <a:gd name="connsiteY194" fmla="*/ 346364 h 363857"/>
                    <a:gd name="connsiteX195" fmla="*/ 216915 w 363857"/>
                    <a:gd name="connsiteY195" fmla="*/ 353361 h 363857"/>
                    <a:gd name="connsiteX196" fmla="*/ 211667 w 363857"/>
                    <a:gd name="connsiteY196" fmla="*/ 358609 h 363857"/>
                    <a:gd name="connsiteX197" fmla="*/ 204670 w 363857"/>
                    <a:gd name="connsiteY197" fmla="*/ 363857 h 363857"/>
                    <a:gd name="connsiteX198" fmla="*/ 197672 w 363857"/>
                    <a:gd name="connsiteY198" fmla="*/ 363857 h 363857"/>
                    <a:gd name="connsiteX199" fmla="*/ 166185 w 363857"/>
                    <a:gd name="connsiteY199" fmla="*/ 363857 h 363857"/>
                    <a:gd name="connsiteX200" fmla="*/ 159188 w 363857"/>
                    <a:gd name="connsiteY200" fmla="*/ 363857 h 363857"/>
                    <a:gd name="connsiteX201" fmla="*/ 152190 w 363857"/>
                    <a:gd name="connsiteY201" fmla="*/ 358609 h 363857"/>
                    <a:gd name="connsiteX202" fmla="*/ 146942 w 363857"/>
                    <a:gd name="connsiteY202" fmla="*/ 353361 h 363857"/>
                    <a:gd name="connsiteX203" fmla="*/ 143444 w 363857"/>
                    <a:gd name="connsiteY203" fmla="*/ 346364 h 363857"/>
                    <a:gd name="connsiteX204" fmla="*/ 136446 w 363857"/>
                    <a:gd name="connsiteY204" fmla="*/ 309628 h 363857"/>
                    <a:gd name="connsiteX205" fmla="*/ 120703 w 363857"/>
                    <a:gd name="connsiteY205" fmla="*/ 306130 h 363857"/>
                    <a:gd name="connsiteX206" fmla="*/ 94463 w 363857"/>
                    <a:gd name="connsiteY206" fmla="*/ 325372 h 363857"/>
                    <a:gd name="connsiteX207" fmla="*/ 85716 w 363857"/>
                    <a:gd name="connsiteY207" fmla="*/ 328871 h 363857"/>
                    <a:gd name="connsiteX208" fmla="*/ 80468 w 363857"/>
                    <a:gd name="connsiteY208" fmla="*/ 328871 h 363857"/>
                    <a:gd name="connsiteX209" fmla="*/ 73471 w 363857"/>
                    <a:gd name="connsiteY209" fmla="*/ 328871 h 363857"/>
                    <a:gd name="connsiteX210" fmla="*/ 68223 w 363857"/>
                    <a:gd name="connsiteY210" fmla="*/ 325372 h 363857"/>
                    <a:gd name="connsiteX211" fmla="*/ 62975 w 363857"/>
                    <a:gd name="connsiteY211" fmla="*/ 323623 h 363857"/>
                    <a:gd name="connsiteX212" fmla="*/ 43733 w 363857"/>
                    <a:gd name="connsiteY212" fmla="*/ 300882 h 363857"/>
                    <a:gd name="connsiteX213" fmla="*/ 38485 w 363857"/>
                    <a:gd name="connsiteY213" fmla="*/ 292135 h 363857"/>
                    <a:gd name="connsiteX214" fmla="*/ 34986 w 363857"/>
                    <a:gd name="connsiteY214" fmla="*/ 285138 h 363857"/>
                    <a:gd name="connsiteX215" fmla="*/ 34986 w 363857"/>
                    <a:gd name="connsiteY215" fmla="*/ 278141 h 363857"/>
                    <a:gd name="connsiteX216" fmla="*/ 40234 w 363857"/>
                    <a:gd name="connsiteY216" fmla="*/ 272893 h 363857"/>
                    <a:gd name="connsiteX217" fmla="*/ 57727 w 363857"/>
                    <a:gd name="connsiteY217" fmla="*/ 241405 h 363857"/>
                    <a:gd name="connsiteX218" fmla="*/ 54229 w 363857"/>
                    <a:gd name="connsiteY218" fmla="*/ 227411 h 363857"/>
                    <a:gd name="connsiteX219" fmla="*/ 17493 w 363857"/>
                    <a:gd name="connsiteY219" fmla="*/ 220414 h 363857"/>
                    <a:gd name="connsiteX220" fmla="*/ 10496 w 363857"/>
                    <a:gd name="connsiteY220" fmla="*/ 216915 h 363857"/>
                    <a:gd name="connsiteX221" fmla="*/ 5248 w 363857"/>
                    <a:gd name="connsiteY221" fmla="*/ 211667 h 363857"/>
                    <a:gd name="connsiteX222" fmla="*/ 0 w 363857"/>
                    <a:gd name="connsiteY222" fmla="*/ 206419 h 363857"/>
                    <a:gd name="connsiteX223" fmla="*/ 0 w 363857"/>
                    <a:gd name="connsiteY223" fmla="*/ 197672 h 363857"/>
                    <a:gd name="connsiteX224" fmla="*/ 0 w 363857"/>
                    <a:gd name="connsiteY224" fmla="*/ 166185 h 363857"/>
                    <a:gd name="connsiteX225" fmla="*/ 0 w 363857"/>
                    <a:gd name="connsiteY225" fmla="*/ 159188 h 363857"/>
                    <a:gd name="connsiteX226" fmla="*/ 5248 w 363857"/>
                    <a:gd name="connsiteY226" fmla="*/ 153940 h 363857"/>
                    <a:gd name="connsiteX227" fmla="*/ 10496 w 363857"/>
                    <a:gd name="connsiteY227" fmla="*/ 148692 h 363857"/>
                    <a:gd name="connsiteX228" fmla="*/ 17493 w 363857"/>
                    <a:gd name="connsiteY228" fmla="*/ 143444 h 363857"/>
                    <a:gd name="connsiteX229" fmla="*/ 54229 w 363857"/>
                    <a:gd name="connsiteY229" fmla="*/ 138196 h 363857"/>
                    <a:gd name="connsiteX230" fmla="*/ 57727 w 363857"/>
                    <a:gd name="connsiteY230" fmla="*/ 124201 h 363857"/>
                    <a:gd name="connsiteX231" fmla="*/ 40234 w 363857"/>
                    <a:gd name="connsiteY231" fmla="*/ 92714 h 363857"/>
                    <a:gd name="connsiteX232" fmla="*/ 34986 w 363857"/>
                    <a:gd name="connsiteY232" fmla="*/ 85716 h 363857"/>
                    <a:gd name="connsiteX233" fmla="*/ 34986 w 363857"/>
                    <a:gd name="connsiteY233" fmla="*/ 78719 h 363857"/>
                    <a:gd name="connsiteX234" fmla="*/ 38485 w 363857"/>
                    <a:gd name="connsiteY234" fmla="*/ 69973 h 363857"/>
                    <a:gd name="connsiteX235" fmla="*/ 43733 w 363857"/>
                    <a:gd name="connsiteY235" fmla="*/ 64725 h 363857"/>
                    <a:gd name="connsiteX236" fmla="*/ 62975 w 363857"/>
                    <a:gd name="connsiteY236" fmla="*/ 41984 h 363857"/>
                    <a:gd name="connsiteX237" fmla="*/ 68223 w 363857"/>
                    <a:gd name="connsiteY237" fmla="*/ 40234 h 363857"/>
                    <a:gd name="connsiteX238" fmla="*/ 73471 w 363857"/>
                    <a:gd name="connsiteY238" fmla="*/ 38485 h 363857"/>
                    <a:gd name="connsiteX239" fmla="*/ 80468 w 363857"/>
                    <a:gd name="connsiteY239" fmla="*/ 38485 h 363857"/>
                    <a:gd name="connsiteX240" fmla="*/ 85716 w 363857"/>
                    <a:gd name="connsiteY240" fmla="*/ 38485 h 363857"/>
                    <a:gd name="connsiteX241" fmla="*/ 94463 w 363857"/>
                    <a:gd name="connsiteY241" fmla="*/ 40234 h 363857"/>
                    <a:gd name="connsiteX242" fmla="*/ 120703 w 363857"/>
                    <a:gd name="connsiteY242" fmla="*/ 61226 h 363857"/>
                    <a:gd name="connsiteX243" fmla="*/ 136446 w 363857"/>
                    <a:gd name="connsiteY243" fmla="*/ 52480 h 363857"/>
                    <a:gd name="connsiteX244" fmla="*/ 143444 w 363857"/>
                    <a:gd name="connsiteY244" fmla="*/ 19243 h 363857"/>
                    <a:gd name="connsiteX245" fmla="*/ 146942 w 363857"/>
                    <a:gd name="connsiteY245" fmla="*/ 12245 h 363857"/>
                    <a:gd name="connsiteX246" fmla="*/ 152190 w 363857"/>
                    <a:gd name="connsiteY246" fmla="*/ 5248 h 363857"/>
                    <a:gd name="connsiteX247" fmla="*/ 159188 w 363857"/>
                    <a:gd name="connsiteY247" fmla="*/ 1749 h 363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</a:cxnLst>
                  <a:rect l="l" t="t" r="r" b="b"/>
                  <a:pathLst>
                    <a:path w="363857" h="363857">
                      <a:moveTo>
                        <a:pt x="181928" y="148691"/>
                      </a:moveTo>
                      <a:lnTo>
                        <a:pt x="171432" y="152190"/>
                      </a:lnTo>
                      <a:lnTo>
                        <a:pt x="162686" y="153939"/>
                      </a:lnTo>
                      <a:lnTo>
                        <a:pt x="153939" y="160936"/>
                      </a:lnTo>
                      <a:lnTo>
                        <a:pt x="148691" y="171432"/>
                      </a:lnTo>
                      <a:lnTo>
                        <a:pt x="146942" y="181928"/>
                      </a:lnTo>
                      <a:lnTo>
                        <a:pt x="148691" y="194173"/>
                      </a:lnTo>
                      <a:lnTo>
                        <a:pt x="153939" y="201171"/>
                      </a:lnTo>
                      <a:lnTo>
                        <a:pt x="162686" y="209917"/>
                      </a:lnTo>
                      <a:lnTo>
                        <a:pt x="171432" y="215165"/>
                      </a:lnTo>
                      <a:lnTo>
                        <a:pt x="181928" y="216914"/>
                      </a:lnTo>
                      <a:lnTo>
                        <a:pt x="192424" y="215165"/>
                      </a:lnTo>
                      <a:lnTo>
                        <a:pt x="202920" y="209917"/>
                      </a:lnTo>
                      <a:lnTo>
                        <a:pt x="209917" y="201171"/>
                      </a:lnTo>
                      <a:lnTo>
                        <a:pt x="215165" y="194173"/>
                      </a:lnTo>
                      <a:lnTo>
                        <a:pt x="215165" y="181928"/>
                      </a:lnTo>
                      <a:lnTo>
                        <a:pt x="215165" y="171432"/>
                      </a:lnTo>
                      <a:lnTo>
                        <a:pt x="209917" y="160936"/>
                      </a:lnTo>
                      <a:lnTo>
                        <a:pt x="202920" y="153939"/>
                      </a:lnTo>
                      <a:lnTo>
                        <a:pt x="192424" y="152190"/>
                      </a:lnTo>
                      <a:close/>
                      <a:moveTo>
                        <a:pt x="181928" y="136446"/>
                      </a:moveTo>
                      <a:lnTo>
                        <a:pt x="204669" y="143443"/>
                      </a:lnTo>
                      <a:lnTo>
                        <a:pt x="220413" y="159187"/>
                      </a:lnTo>
                      <a:lnTo>
                        <a:pt x="227410" y="181928"/>
                      </a:lnTo>
                      <a:lnTo>
                        <a:pt x="220413" y="204669"/>
                      </a:lnTo>
                      <a:lnTo>
                        <a:pt x="204669" y="222162"/>
                      </a:lnTo>
                      <a:lnTo>
                        <a:pt x="181928" y="227410"/>
                      </a:lnTo>
                      <a:lnTo>
                        <a:pt x="159187" y="222162"/>
                      </a:lnTo>
                      <a:lnTo>
                        <a:pt x="141694" y="204669"/>
                      </a:lnTo>
                      <a:lnTo>
                        <a:pt x="136446" y="181928"/>
                      </a:lnTo>
                      <a:lnTo>
                        <a:pt x="141694" y="159187"/>
                      </a:lnTo>
                      <a:lnTo>
                        <a:pt x="159187" y="143443"/>
                      </a:lnTo>
                      <a:close/>
                      <a:moveTo>
                        <a:pt x="181929" y="113705"/>
                      </a:moveTo>
                      <a:lnTo>
                        <a:pt x="153940" y="118953"/>
                      </a:lnTo>
                      <a:lnTo>
                        <a:pt x="131198" y="132947"/>
                      </a:lnTo>
                      <a:lnTo>
                        <a:pt x="118953" y="155688"/>
                      </a:lnTo>
                      <a:lnTo>
                        <a:pt x="111956" y="181928"/>
                      </a:lnTo>
                      <a:lnTo>
                        <a:pt x="118953" y="209917"/>
                      </a:lnTo>
                      <a:lnTo>
                        <a:pt x="131198" y="232658"/>
                      </a:lnTo>
                      <a:lnTo>
                        <a:pt x="153940" y="246652"/>
                      </a:lnTo>
                      <a:lnTo>
                        <a:pt x="181929" y="251900"/>
                      </a:lnTo>
                      <a:lnTo>
                        <a:pt x="209918" y="246652"/>
                      </a:lnTo>
                      <a:lnTo>
                        <a:pt x="229160" y="232658"/>
                      </a:lnTo>
                      <a:lnTo>
                        <a:pt x="244904" y="209917"/>
                      </a:lnTo>
                      <a:lnTo>
                        <a:pt x="250152" y="181928"/>
                      </a:lnTo>
                      <a:lnTo>
                        <a:pt x="244904" y="155688"/>
                      </a:lnTo>
                      <a:lnTo>
                        <a:pt x="229160" y="132947"/>
                      </a:lnTo>
                      <a:lnTo>
                        <a:pt x="209918" y="118953"/>
                      </a:lnTo>
                      <a:close/>
                      <a:moveTo>
                        <a:pt x="181929" y="103209"/>
                      </a:moveTo>
                      <a:lnTo>
                        <a:pt x="211667" y="108457"/>
                      </a:lnTo>
                      <a:lnTo>
                        <a:pt x="237907" y="125950"/>
                      </a:lnTo>
                      <a:lnTo>
                        <a:pt x="255400" y="152190"/>
                      </a:lnTo>
                      <a:lnTo>
                        <a:pt x="260648" y="181928"/>
                      </a:lnTo>
                      <a:lnTo>
                        <a:pt x="255400" y="215165"/>
                      </a:lnTo>
                      <a:lnTo>
                        <a:pt x="237907" y="239655"/>
                      </a:lnTo>
                      <a:lnTo>
                        <a:pt x="211667" y="255399"/>
                      </a:lnTo>
                      <a:lnTo>
                        <a:pt x="181929" y="262396"/>
                      </a:lnTo>
                      <a:lnTo>
                        <a:pt x="152190" y="255399"/>
                      </a:lnTo>
                      <a:lnTo>
                        <a:pt x="125951" y="239655"/>
                      </a:lnTo>
                      <a:lnTo>
                        <a:pt x="108457" y="215165"/>
                      </a:lnTo>
                      <a:lnTo>
                        <a:pt x="101460" y="181928"/>
                      </a:lnTo>
                      <a:lnTo>
                        <a:pt x="108457" y="152190"/>
                      </a:lnTo>
                      <a:lnTo>
                        <a:pt x="125951" y="125950"/>
                      </a:lnTo>
                      <a:lnTo>
                        <a:pt x="152190" y="108457"/>
                      </a:lnTo>
                      <a:close/>
                      <a:moveTo>
                        <a:pt x="166185" y="22741"/>
                      </a:moveTo>
                      <a:lnTo>
                        <a:pt x="159188" y="57727"/>
                      </a:lnTo>
                      <a:lnTo>
                        <a:pt x="157438" y="64725"/>
                      </a:lnTo>
                      <a:lnTo>
                        <a:pt x="152190" y="69973"/>
                      </a:lnTo>
                      <a:lnTo>
                        <a:pt x="143444" y="75221"/>
                      </a:lnTo>
                      <a:lnTo>
                        <a:pt x="131199" y="80469"/>
                      </a:lnTo>
                      <a:lnTo>
                        <a:pt x="125951" y="83967"/>
                      </a:lnTo>
                      <a:lnTo>
                        <a:pt x="120703" y="83967"/>
                      </a:lnTo>
                      <a:lnTo>
                        <a:pt x="117204" y="80469"/>
                      </a:lnTo>
                      <a:lnTo>
                        <a:pt x="108457" y="78719"/>
                      </a:lnTo>
                      <a:lnTo>
                        <a:pt x="80468" y="61226"/>
                      </a:lnTo>
                      <a:lnTo>
                        <a:pt x="57727" y="80469"/>
                      </a:lnTo>
                      <a:lnTo>
                        <a:pt x="78719" y="110207"/>
                      </a:lnTo>
                      <a:lnTo>
                        <a:pt x="80468" y="118953"/>
                      </a:lnTo>
                      <a:lnTo>
                        <a:pt x="80468" y="125951"/>
                      </a:lnTo>
                      <a:lnTo>
                        <a:pt x="78719" y="132948"/>
                      </a:lnTo>
                      <a:lnTo>
                        <a:pt x="73471" y="146942"/>
                      </a:lnTo>
                      <a:lnTo>
                        <a:pt x="71722" y="152190"/>
                      </a:lnTo>
                      <a:lnTo>
                        <a:pt x="66474" y="155689"/>
                      </a:lnTo>
                      <a:lnTo>
                        <a:pt x="57727" y="160937"/>
                      </a:lnTo>
                      <a:lnTo>
                        <a:pt x="22741" y="166185"/>
                      </a:lnTo>
                      <a:lnTo>
                        <a:pt x="22741" y="197672"/>
                      </a:lnTo>
                      <a:lnTo>
                        <a:pt x="57727" y="204670"/>
                      </a:lnTo>
                      <a:lnTo>
                        <a:pt x="66474" y="206419"/>
                      </a:lnTo>
                      <a:lnTo>
                        <a:pt x="71722" y="211667"/>
                      </a:lnTo>
                      <a:lnTo>
                        <a:pt x="73471" y="220414"/>
                      </a:lnTo>
                      <a:lnTo>
                        <a:pt x="78719" y="232659"/>
                      </a:lnTo>
                      <a:lnTo>
                        <a:pt x="80468" y="239656"/>
                      </a:lnTo>
                      <a:lnTo>
                        <a:pt x="80468" y="246653"/>
                      </a:lnTo>
                      <a:lnTo>
                        <a:pt x="78719" y="255400"/>
                      </a:lnTo>
                      <a:lnTo>
                        <a:pt x="57727" y="285138"/>
                      </a:lnTo>
                      <a:lnTo>
                        <a:pt x="80468" y="306130"/>
                      </a:lnTo>
                      <a:lnTo>
                        <a:pt x="108457" y="285138"/>
                      </a:lnTo>
                      <a:lnTo>
                        <a:pt x="117204" y="283389"/>
                      </a:lnTo>
                      <a:lnTo>
                        <a:pt x="120703" y="283389"/>
                      </a:lnTo>
                      <a:lnTo>
                        <a:pt x="125951" y="283389"/>
                      </a:lnTo>
                      <a:lnTo>
                        <a:pt x="131199" y="285138"/>
                      </a:lnTo>
                      <a:lnTo>
                        <a:pt x="143444" y="290386"/>
                      </a:lnTo>
                      <a:lnTo>
                        <a:pt x="152190" y="292135"/>
                      </a:lnTo>
                      <a:lnTo>
                        <a:pt x="157438" y="300882"/>
                      </a:lnTo>
                      <a:lnTo>
                        <a:pt x="159188" y="307879"/>
                      </a:lnTo>
                      <a:lnTo>
                        <a:pt x="166185" y="341116"/>
                      </a:lnTo>
                      <a:lnTo>
                        <a:pt x="197672" y="341116"/>
                      </a:lnTo>
                      <a:lnTo>
                        <a:pt x="204670" y="307879"/>
                      </a:lnTo>
                      <a:lnTo>
                        <a:pt x="208168" y="300882"/>
                      </a:lnTo>
                      <a:lnTo>
                        <a:pt x="211667" y="292135"/>
                      </a:lnTo>
                      <a:lnTo>
                        <a:pt x="220413" y="290386"/>
                      </a:lnTo>
                      <a:lnTo>
                        <a:pt x="229160" y="285138"/>
                      </a:lnTo>
                      <a:lnTo>
                        <a:pt x="234408" y="283389"/>
                      </a:lnTo>
                      <a:lnTo>
                        <a:pt x="239656" y="283389"/>
                      </a:lnTo>
                      <a:lnTo>
                        <a:pt x="248402" y="283389"/>
                      </a:lnTo>
                      <a:lnTo>
                        <a:pt x="251901" y="285138"/>
                      </a:lnTo>
                      <a:lnTo>
                        <a:pt x="283389" y="306130"/>
                      </a:lnTo>
                      <a:lnTo>
                        <a:pt x="306130" y="285138"/>
                      </a:lnTo>
                      <a:lnTo>
                        <a:pt x="285138" y="255400"/>
                      </a:lnTo>
                      <a:lnTo>
                        <a:pt x="283389" y="246653"/>
                      </a:lnTo>
                      <a:lnTo>
                        <a:pt x="279890" y="239656"/>
                      </a:lnTo>
                      <a:lnTo>
                        <a:pt x="283389" y="232659"/>
                      </a:lnTo>
                      <a:lnTo>
                        <a:pt x="288637" y="220414"/>
                      </a:lnTo>
                      <a:lnTo>
                        <a:pt x="293885" y="211667"/>
                      </a:lnTo>
                      <a:lnTo>
                        <a:pt x="297383" y="206419"/>
                      </a:lnTo>
                      <a:lnTo>
                        <a:pt x="306130" y="204670"/>
                      </a:lnTo>
                      <a:lnTo>
                        <a:pt x="341116" y="197672"/>
                      </a:lnTo>
                      <a:lnTo>
                        <a:pt x="341116" y="166185"/>
                      </a:lnTo>
                      <a:lnTo>
                        <a:pt x="306130" y="159188"/>
                      </a:lnTo>
                      <a:lnTo>
                        <a:pt x="297383" y="155689"/>
                      </a:lnTo>
                      <a:lnTo>
                        <a:pt x="293885" y="152190"/>
                      </a:lnTo>
                      <a:lnTo>
                        <a:pt x="288637" y="146942"/>
                      </a:lnTo>
                      <a:lnTo>
                        <a:pt x="283389" y="132948"/>
                      </a:lnTo>
                      <a:lnTo>
                        <a:pt x="279890" y="125951"/>
                      </a:lnTo>
                      <a:lnTo>
                        <a:pt x="283389" y="118953"/>
                      </a:lnTo>
                      <a:lnTo>
                        <a:pt x="285138" y="110207"/>
                      </a:lnTo>
                      <a:lnTo>
                        <a:pt x="306130" y="80469"/>
                      </a:lnTo>
                      <a:lnTo>
                        <a:pt x="283389" y="61226"/>
                      </a:lnTo>
                      <a:lnTo>
                        <a:pt x="251901" y="78719"/>
                      </a:lnTo>
                      <a:lnTo>
                        <a:pt x="248402" y="80469"/>
                      </a:lnTo>
                      <a:lnTo>
                        <a:pt x="239656" y="83967"/>
                      </a:lnTo>
                      <a:lnTo>
                        <a:pt x="234408" y="83967"/>
                      </a:lnTo>
                      <a:lnTo>
                        <a:pt x="229160" y="80469"/>
                      </a:lnTo>
                      <a:lnTo>
                        <a:pt x="220413" y="75221"/>
                      </a:lnTo>
                      <a:lnTo>
                        <a:pt x="211667" y="69973"/>
                      </a:lnTo>
                      <a:lnTo>
                        <a:pt x="208168" y="64725"/>
                      </a:lnTo>
                      <a:lnTo>
                        <a:pt x="204670" y="57727"/>
                      </a:lnTo>
                      <a:lnTo>
                        <a:pt x="197672" y="22741"/>
                      </a:lnTo>
                      <a:close/>
                      <a:moveTo>
                        <a:pt x="166185" y="0"/>
                      </a:moveTo>
                      <a:lnTo>
                        <a:pt x="197672" y="0"/>
                      </a:lnTo>
                      <a:lnTo>
                        <a:pt x="204670" y="1749"/>
                      </a:lnTo>
                      <a:lnTo>
                        <a:pt x="211667" y="5248"/>
                      </a:lnTo>
                      <a:lnTo>
                        <a:pt x="216915" y="12245"/>
                      </a:lnTo>
                      <a:lnTo>
                        <a:pt x="220413" y="19243"/>
                      </a:lnTo>
                      <a:lnTo>
                        <a:pt x="227411" y="52480"/>
                      </a:lnTo>
                      <a:lnTo>
                        <a:pt x="239656" y="61226"/>
                      </a:lnTo>
                      <a:lnTo>
                        <a:pt x="271144" y="40234"/>
                      </a:lnTo>
                      <a:lnTo>
                        <a:pt x="278141" y="38485"/>
                      </a:lnTo>
                      <a:lnTo>
                        <a:pt x="283389" y="38485"/>
                      </a:lnTo>
                      <a:lnTo>
                        <a:pt x="288637" y="38485"/>
                      </a:lnTo>
                      <a:lnTo>
                        <a:pt x="295634" y="40234"/>
                      </a:lnTo>
                      <a:lnTo>
                        <a:pt x="297383" y="41984"/>
                      </a:lnTo>
                      <a:lnTo>
                        <a:pt x="320124" y="64725"/>
                      </a:lnTo>
                      <a:lnTo>
                        <a:pt x="325372" y="69973"/>
                      </a:lnTo>
                      <a:lnTo>
                        <a:pt x="328871" y="78719"/>
                      </a:lnTo>
                      <a:lnTo>
                        <a:pt x="325372" y="85716"/>
                      </a:lnTo>
                      <a:lnTo>
                        <a:pt x="323623" y="92714"/>
                      </a:lnTo>
                      <a:lnTo>
                        <a:pt x="302631" y="124201"/>
                      </a:lnTo>
                      <a:lnTo>
                        <a:pt x="311378" y="138196"/>
                      </a:lnTo>
                      <a:lnTo>
                        <a:pt x="346364" y="143444"/>
                      </a:lnTo>
                      <a:lnTo>
                        <a:pt x="351612" y="148692"/>
                      </a:lnTo>
                      <a:lnTo>
                        <a:pt x="358609" y="153940"/>
                      </a:lnTo>
                      <a:lnTo>
                        <a:pt x="360358" y="159188"/>
                      </a:lnTo>
                      <a:lnTo>
                        <a:pt x="363857" y="166185"/>
                      </a:lnTo>
                      <a:lnTo>
                        <a:pt x="363857" y="197672"/>
                      </a:lnTo>
                      <a:lnTo>
                        <a:pt x="360358" y="206419"/>
                      </a:lnTo>
                      <a:lnTo>
                        <a:pt x="358609" y="211667"/>
                      </a:lnTo>
                      <a:lnTo>
                        <a:pt x="351612" y="216915"/>
                      </a:lnTo>
                      <a:lnTo>
                        <a:pt x="346364" y="220414"/>
                      </a:lnTo>
                      <a:lnTo>
                        <a:pt x="311378" y="227411"/>
                      </a:lnTo>
                      <a:lnTo>
                        <a:pt x="302631" y="241405"/>
                      </a:lnTo>
                      <a:lnTo>
                        <a:pt x="323623" y="272893"/>
                      </a:lnTo>
                      <a:lnTo>
                        <a:pt x="325372" y="278141"/>
                      </a:lnTo>
                      <a:lnTo>
                        <a:pt x="328871" y="285138"/>
                      </a:lnTo>
                      <a:lnTo>
                        <a:pt x="325372" y="292135"/>
                      </a:lnTo>
                      <a:lnTo>
                        <a:pt x="320124" y="300882"/>
                      </a:lnTo>
                      <a:lnTo>
                        <a:pt x="297383" y="323623"/>
                      </a:lnTo>
                      <a:lnTo>
                        <a:pt x="295634" y="325372"/>
                      </a:lnTo>
                      <a:lnTo>
                        <a:pt x="288637" y="328871"/>
                      </a:lnTo>
                      <a:lnTo>
                        <a:pt x="283389" y="328871"/>
                      </a:lnTo>
                      <a:lnTo>
                        <a:pt x="278141" y="328871"/>
                      </a:lnTo>
                      <a:lnTo>
                        <a:pt x="271144" y="325372"/>
                      </a:lnTo>
                      <a:lnTo>
                        <a:pt x="239656" y="306130"/>
                      </a:lnTo>
                      <a:lnTo>
                        <a:pt x="227411" y="309628"/>
                      </a:lnTo>
                      <a:lnTo>
                        <a:pt x="220413" y="346364"/>
                      </a:lnTo>
                      <a:lnTo>
                        <a:pt x="216915" y="353361"/>
                      </a:lnTo>
                      <a:lnTo>
                        <a:pt x="211667" y="358609"/>
                      </a:lnTo>
                      <a:lnTo>
                        <a:pt x="204670" y="363857"/>
                      </a:lnTo>
                      <a:lnTo>
                        <a:pt x="197672" y="363857"/>
                      </a:lnTo>
                      <a:lnTo>
                        <a:pt x="166185" y="363857"/>
                      </a:lnTo>
                      <a:lnTo>
                        <a:pt x="159188" y="363857"/>
                      </a:lnTo>
                      <a:lnTo>
                        <a:pt x="152190" y="358609"/>
                      </a:lnTo>
                      <a:lnTo>
                        <a:pt x="146942" y="353361"/>
                      </a:lnTo>
                      <a:lnTo>
                        <a:pt x="143444" y="346364"/>
                      </a:lnTo>
                      <a:lnTo>
                        <a:pt x="136446" y="309628"/>
                      </a:lnTo>
                      <a:lnTo>
                        <a:pt x="120703" y="306130"/>
                      </a:lnTo>
                      <a:lnTo>
                        <a:pt x="94463" y="325372"/>
                      </a:lnTo>
                      <a:lnTo>
                        <a:pt x="85716" y="328871"/>
                      </a:lnTo>
                      <a:lnTo>
                        <a:pt x="80468" y="328871"/>
                      </a:lnTo>
                      <a:lnTo>
                        <a:pt x="73471" y="328871"/>
                      </a:lnTo>
                      <a:lnTo>
                        <a:pt x="68223" y="325372"/>
                      </a:lnTo>
                      <a:lnTo>
                        <a:pt x="62975" y="323623"/>
                      </a:lnTo>
                      <a:lnTo>
                        <a:pt x="43733" y="300882"/>
                      </a:lnTo>
                      <a:lnTo>
                        <a:pt x="38485" y="292135"/>
                      </a:lnTo>
                      <a:lnTo>
                        <a:pt x="34986" y="285138"/>
                      </a:lnTo>
                      <a:lnTo>
                        <a:pt x="34986" y="278141"/>
                      </a:lnTo>
                      <a:lnTo>
                        <a:pt x="40234" y="272893"/>
                      </a:lnTo>
                      <a:lnTo>
                        <a:pt x="57727" y="241405"/>
                      </a:lnTo>
                      <a:lnTo>
                        <a:pt x="54229" y="227411"/>
                      </a:lnTo>
                      <a:lnTo>
                        <a:pt x="17493" y="220414"/>
                      </a:lnTo>
                      <a:lnTo>
                        <a:pt x="10496" y="216915"/>
                      </a:lnTo>
                      <a:lnTo>
                        <a:pt x="5248" y="211667"/>
                      </a:lnTo>
                      <a:lnTo>
                        <a:pt x="0" y="206419"/>
                      </a:lnTo>
                      <a:lnTo>
                        <a:pt x="0" y="197672"/>
                      </a:lnTo>
                      <a:lnTo>
                        <a:pt x="0" y="166185"/>
                      </a:lnTo>
                      <a:lnTo>
                        <a:pt x="0" y="159188"/>
                      </a:lnTo>
                      <a:lnTo>
                        <a:pt x="5248" y="153940"/>
                      </a:lnTo>
                      <a:lnTo>
                        <a:pt x="10496" y="148692"/>
                      </a:lnTo>
                      <a:lnTo>
                        <a:pt x="17493" y="143444"/>
                      </a:lnTo>
                      <a:lnTo>
                        <a:pt x="54229" y="138196"/>
                      </a:lnTo>
                      <a:lnTo>
                        <a:pt x="57727" y="124201"/>
                      </a:lnTo>
                      <a:lnTo>
                        <a:pt x="40234" y="92714"/>
                      </a:lnTo>
                      <a:lnTo>
                        <a:pt x="34986" y="85716"/>
                      </a:lnTo>
                      <a:lnTo>
                        <a:pt x="34986" y="78719"/>
                      </a:lnTo>
                      <a:lnTo>
                        <a:pt x="38485" y="69973"/>
                      </a:lnTo>
                      <a:lnTo>
                        <a:pt x="43733" y="64725"/>
                      </a:lnTo>
                      <a:lnTo>
                        <a:pt x="62975" y="41984"/>
                      </a:lnTo>
                      <a:lnTo>
                        <a:pt x="68223" y="40234"/>
                      </a:lnTo>
                      <a:lnTo>
                        <a:pt x="73471" y="38485"/>
                      </a:lnTo>
                      <a:lnTo>
                        <a:pt x="80468" y="38485"/>
                      </a:lnTo>
                      <a:lnTo>
                        <a:pt x="85716" y="38485"/>
                      </a:lnTo>
                      <a:lnTo>
                        <a:pt x="94463" y="40234"/>
                      </a:lnTo>
                      <a:lnTo>
                        <a:pt x="120703" y="61226"/>
                      </a:lnTo>
                      <a:lnTo>
                        <a:pt x="136446" y="52480"/>
                      </a:lnTo>
                      <a:lnTo>
                        <a:pt x="143444" y="19243"/>
                      </a:lnTo>
                      <a:lnTo>
                        <a:pt x="146942" y="12245"/>
                      </a:lnTo>
                      <a:lnTo>
                        <a:pt x="152190" y="5248"/>
                      </a:lnTo>
                      <a:lnTo>
                        <a:pt x="159188" y="1749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  <a:prstDash val="solid"/>
                  <a:round/>
                </a:ln>
              </p:spPr>
              <p:txBody>
                <a:bodyPr wrap="square" lIns="91440" tIns="45720" rIns="91440" bIns="45720" anchor="ctr" anchorCtr="0">
                  <a:noAutofit/>
                </a:bodyPr>
                <a:lstStyle/>
                <a:p>
                  <a:pPr algn="ctr"/>
                </a:p>
              </p:txBody>
            </p:sp>
            <p:grpSp>
              <p:nvGrpSpPr>
                <p:cNvPr id="26" name="组合 25" descr="82aad39f-c5fb-431b-b0c9-3be98c831d39"/>
                <p:cNvGrpSpPr/>
                <p:nvPr/>
              </p:nvGrpSpPr>
              <p:grpSpPr>
                <a:xfrm>
                  <a:off x="2650529" y="2977418"/>
                  <a:ext cx="8868371" cy="885380"/>
                  <a:chOff x="2650529" y="2977418"/>
                  <a:chExt cx="8868371" cy="885380"/>
                </a:xfrm>
              </p:grpSpPr>
              <p:sp>
                <p:nvSpPr>
                  <p:cNvPr id="12" name="Bullet2" descr="0ae4d3f1-fd07-42d0-bd77-3c5b900be7f8"/>
                  <p:cNvSpPr/>
                  <p:nvPr/>
                </p:nvSpPr>
                <p:spPr bwMode="auto">
                  <a:xfrm>
                    <a:off x="2650529" y="2977418"/>
                    <a:ext cx="4472584" cy="885380"/>
                  </a:xfrm>
                  <a:prstGeom prst="homePlat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0">
                    <a:noFill/>
                    <a:prstDash val="solid"/>
                    <a:miter lim="800000"/>
                  </a:ln>
                </p:spPr>
                <p:txBody>
                  <a:bodyPr wrap="square" lIns="91440" tIns="45720" rIns="91440" bIns="45720" anchor="ctr" anchorCtr="0">
                    <a:normAutofit/>
                  </a:bodyPr>
                  <a:lstStyle/>
                  <a:p>
                    <a:pPr algn="ctr"/>
                    <a:r>
                      <a:rPr lang="en-US" sz="1800" b="1" i="0" u="none">
                        <a:solidFill>
                          <a:srgbClr val="FFFFFF"/>
                        </a:solidFill>
                        <a:ea typeface="微软雅黑" panose="020B0503020204020204" charset="-122"/>
                      </a:rPr>
                      <a:t>权衡必要性</a:t>
                    </a:r>
                    <a:endParaRPr lang="en-US" sz="1800" b="1" i="0" u="none">
                      <a:solidFill>
                        <a:srgbClr val="FFFFFF"/>
                      </a:solidFill>
                      <a:ea typeface="微软雅黑" panose="020B0503020204020204" charset="-122"/>
                    </a:endParaRPr>
                  </a:p>
                </p:txBody>
              </p:sp>
              <p:sp>
                <p:nvSpPr>
                  <p:cNvPr id="13" name="Text2" descr="e4e6cba3-e0c6-4912-b40a-6915f811df97"/>
                  <p:cNvSpPr/>
                  <p:nvPr/>
                </p:nvSpPr>
                <p:spPr>
                  <a:xfrm>
                    <a:off x="7123113" y="2977418"/>
                    <a:ext cx="4395787" cy="885380"/>
                  </a:xfrm>
                  <a:prstGeom prst="rect">
                    <a:avLst/>
                  </a:prstGeom>
                  <a:ln w="12700">
                    <a:miter lim="400000"/>
                  </a:ln>
                </p:spPr>
                <p:txBody>
                  <a:bodyPr wrap="square" lIns="91440" tIns="45720" rIns="91440" bIns="45720" anchor="ctr" anchorCtr="0">
                    <a:normAutofit/>
                  </a:bodyPr>
                  <a:lstStyle/>
                  <a:p>
                    <a:pPr algn="l">
                      <a:lnSpc>
                        <a:spcPct val="120000"/>
                      </a:lnSpc>
                      <a:spcBef>
                        <a:spcPct val="0"/>
                      </a:spcBef>
                    </a:pPr>
                    <a:r>
                      <a:rPr lang="en-US" sz="1200" b="0" i="0" u="none">
                        <a:solidFill>
                          <a:srgbClr val="FFFFFF"/>
                        </a:solidFill>
                        <a:ea typeface="微软雅黑" panose="020B0503020204020204" charset="-122"/>
                      </a:rPr>
                      <a:t>资源有限、目标冲突，同样的选择在不同上下文中价值不同，权衡是必然的。</a:t>
                    </a:r>
                    <a:endParaRPr lang="en-US" sz="1200" b="0" i="0" u="none">
                      <a:solidFill>
                        <a:srgbClr val="FFFFFF"/>
                      </a:solidFill>
                      <a:ea typeface="微软雅黑" panose="020B0503020204020204" charset="-122"/>
                    </a:endParaRPr>
                  </a:p>
                </p:txBody>
              </p:sp>
            </p:grpSp>
          </p:grpSp>
        </p:grpSp>
        <p:sp>
          <p:nvSpPr>
            <p:cNvPr id="14" name="Number3" descr="d475fbb2-321b-41a2-95d3-11e382c483ca"/>
            <p:cNvSpPr/>
            <p:nvPr/>
          </p:nvSpPr>
          <p:spPr bwMode="auto">
            <a:xfrm>
              <a:off x="0" y="4248595"/>
              <a:ext cx="1533784" cy="8853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  <a:prstDash val="solid"/>
              <a:miter lim="800000"/>
            </a:ln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ctr"/>
              <a:r>
                <a:rPr lang="en-US" sz="2000" b="1" i="0" u="none">
                  <a:solidFill>
                    <a:srgbClr val="FFCFB3"/>
                  </a:solidFill>
                  <a:latin typeface="Arial" panose="020B0604020202020204"/>
                </a:rPr>
                <a:t>03</a:t>
              </a:r>
              <a:endParaRPr lang="en-US" sz="2000" b="1" i="0" u="none">
                <a:solidFill>
                  <a:srgbClr val="FFCFB3"/>
                </a:solidFill>
                <a:latin typeface="Arial" panose="020B0604020202020204"/>
              </a:endParaRPr>
            </a:p>
          </p:txBody>
        </p:sp>
        <p:sp>
          <p:nvSpPr>
            <p:cNvPr id="15" name="îṧļîďe" descr="337327fb-9013-44ce-adf3-d6728681219d"/>
            <p:cNvSpPr/>
            <p:nvPr/>
          </p:nvSpPr>
          <p:spPr>
            <a:xfrm rot="16200000" flipV="1">
              <a:off x="1509891" y="3999848"/>
              <a:ext cx="1162941" cy="1118332"/>
            </a:xfrm>
            <a:prstGeom prst="parallelogram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</a:p>
          </p:txBody>
        </p:sp>
        <p:grpSp>
          <p:nvGrpSpPr>
            <p:cNvPr id="32" name="组合 31" descr="af0054dc-a79b-4c4a-bc66-c884b2ef5e09"/>
            <p:cNvGrpSpPr/>
            <p:nvPr/>
          </p:nvGrpSpPr>
          <p:grpSpPr>
            <a:xfrm>
              <a:off x="1879261" y="3977543"/>
              <a:ext cx="9639638" cy="885380"/>
              <a:chOff x="1879261" y="3977543"/>
              <a:chExt cx="9639638" cy="885380"/>
            </a:xfrm>
          </p:grpSpPr>
          <p:sp>
            <p:nvSpPr>
              <p:cNvPr id="16" name="Icon3" descr="5600a692-332e-482b-9d1c-366f1d5ee36a"/>
              <p:cNvSpPr/>
              <p:nvPr/>
            </p:nvSpPr>
            <p:spPr bwMode="auto">
              <a:xfrm>
                <a:off x="1879261" y="4346915"/>
                <a:ext cx="424202" cy="424200"/>
              </a:xfrm>
              <a:custGeom>
                <a:avLst/>
                <a:gdLst>
                  <a:gd name="connsiteX0" fmla="*/ 181928 w 363857"/>
                  <a:gd name="connsiteY0" fmla="*/ 148691 h 363857"/>
                  <a:gd name="connsiteX1" fmla="*/ 171432 w 363857"/>
                  <a:gd name="connsiteY1" fmla="*/ 152190 h 363857"/>
                  <a:gd name="connsiteX2" fmla="*/ 162686 w 363857"/>
                  <a:gd name="connsiteY2" fmla="*/ 153939 h 363857"/>
                  <a:gd name="connsiteX3" fmla="*/ 153939 w 363857"/>
                  <a:gd name="connsiteY3" fmla="*/ 160936 h 363857"/>
                  <a:gd name="connsiteX4" fmla="*/ 148691 w 363857"/>
                  <a:gd name="connsiteY4" fmla="*/ 171432 h 363857"/>
                  <a:gd name="connsiteX5" fmla="*/ 146942 w 363857"/>
                  <a:gd name="connsiteY5" fmla="*/ 181928 h 363857"/>
                  <a:gd name="connsiteX6" fmla="*/ 148691 w 363857"/>
                  <a:gd name="connsiteY6" fmla="*/ 194173 h 363857"/>
                  <a:gd name="connsiteX7" fmla="*/ 153939 w 363857"/>
                  <a:gd name="connsiteY7" fmla="*/ 201171 h 363857"/>
                  <a:gd name="connsiteX8" fmla="*/ 162686 w 363857"/>
                  <a:gd name="connsiteY8" fmla="*/ 209917 h 363857"/>
                  <a:gd name="connsiteX9" fmla="*/ 171432 w 363857"/>
                  <a:gd name="connsiteY9" fmla="*/ 215165 h 363857"/>
                  <a:gd name="connsiteX10" fmla="*/ 181928 w 363857"/>
                  <a:gd name="connsiteY10" fmla="*/ 216914 h 363857"/>
                  <a:gd name="connsiteX11" fmla="*/ 192424 w 363857"/>
                  <a:gd name="connsiteY11" fmla="*/ 215165 h 363857"/>
                  <a:gd name="connsiteX12" fmla="*/ 202920 w 363857"/>
                  <a:gd name="connsiteY12" fmla="*/ 209917 h 363857"/>
                  <a:gd name="connsiteX13" fmla="*/ 209917 w 363857"/>
                  <a:gd name="connsiteY13" fmla="*/ 201171 h 363857"/>
                  <a:gd name="connsiteX14" fmla="*/ 215165 w 363857"/>
                  <a:gd name="connsiteY14" fmla="*/ 194173 h 363857"/>
                  <a:gd name="connsiteX15" fmla="*/ 215165 w 363857"/>
                  <a:gd name="connsiteY15" fmla="*/ 181928 h 363857"/>
                  <a:gd name="connsiteX16" fmla="*/ 215165 w 363857"/>
                  <a:gd name="connsiteY16" fmla="*/ 171432 h 363857"/>
                  <a:gd name="connsiteX17" fmla="*/ 209917 w 363857"/>
                  <a:gd name="connsiteY17" fmla="*/ 160936 h 363857"/>
                  <a:gd name="connsiteX18" fmla="*/ 202920 w 363857"/>
                  <a:gd name="connsiteY18" fmla="*/ 153939 h 363857"/>
                  <a:gd name="connsiteX19" fmla="*/ 192424 w 363857"/>
                  <a:gd name="connsiteY19" fmla="*/ 152190 h 363857"/>
                  <a:gd name="connsiteX20" fmla="*/ 181928 w 363857"/>
                  <a:gd name="connsiteY20" fmla="*/ 136446 h 363857"/>
                  <a:gd name="connsiteX21" fmla="*/ 204669 w 363857"/>
                  <a:gd name="connsiteY21" fmla="*/ 143443 h 363857"/>
                  <a:gd name="connsiteX22" fmla="*/ 220413 w 363857"/>
                  <a:gd name="connsiteY22" fmla="*/ 159187 h 363857"/>
                  <a:gd name="connsiteX23" fmla="*/ 227410 w 363857"/>
                  <a:gd name="connsiteY23" fmla="*/ 181928 h 363857"/>
                  <a:gd name="connsiteX24" fmla="*/ 220413 w 363857"/>
                  <a:gd name="connsiteY24" fmla="*/ 204669 h 363857"/>
                  <a:gd name="connsiteX25" fmla="*/ 204669 w 363857"/>
                  <a:gd name="connsiteY25" fmla="*/ 222162 h 363857"/>
                  <a:gd name="connsiteX26" fmla="*/ 181928 w 363857"/>
                  <a:gd name="connsiteY26" fmla="*/ 227410 h 363857"/>
                  <a:gd name="connsiteX27" fmla="*/ 159187 w 363857"/>
                  <a:gd name="connsiteY27" fmla="*/ 222162 h 363857"/>
                  <a:gd name="connsiteX28" fmla="*/ 141694 w 363857"/>
                  <a:gd name="connsiteY28" fmla="*/ 204669 h 363857"/>
                  <a:gd name="connsiteX29" fmla="*/ 136446 w 363857"/>
                  <a:gd name="connsiteY29" fmla="*/ 181928 h 363857"/>
                  <a:gd name="connsiteX30" fmla="*/ 141694 w 363857"/>
                  <a:gd name="connsiteY30" fmla="*/ 159187 h 363857"/>
                  <a:gd name="connsiteX31" fmla="*/ 159187 w 363857"/>
                  <a:gd name="connsiteY31" fmla="*/ 143443 h 363857"/>
                  <a:gd name="connsiteX32" fmla="*/ 181929 w 363857"/>
                  <a:gd name="connsiteY32" fmla="*/ 113705 h 363857"/>
                  <a:gd name="connsiteX33" fmla="*/ 153940 w 363857"/>
                  <a:gd name="connsiteY33" fmla="*/ 118953 h 363857"/>
                  <a:gd name="connsiteX34" fmla="*/ 131198 w 363857"/>
                  <a:gd name="connsiteY34" fmla="*/ 132947 h 363857"/>
                  <a:gd name="connsiteX35" fmla="*/ 118953 w 363857"/>
                  <a:gd name="connsiteY35" fmla="*/ 155688 h 363857"/>
                  <a:gd name="connsiteX36" fmla="*/ 111956 w 363857"/>
                  <a:gd name="connsiteY36" fmla="*/ 181928 h 363857"/>
                  <a:gd name="connsiteX37" fmla="*/ 118953 w 363857"/>
                  <a:gd name="connsiteY37" fmla="*/ 209917 h 363857"/>
                  <a:gd name="connsiteX38" fmla="*/ 131198 w 363857"/>
                  <a:gd name="connsiteY38" fmla="*/ 232658 h 363857"/>
                  <a:gd name="connsiteX39" fmla="*/ 153940 w 363857"/>
                  <a:gd name="connsiteY39" fmla="*/ 246652 h 363857"/>
                  <a:gd name="connsiteX40" fmla="*/ 181929 w 363857"/>
                  <a:gd name="connsiteY40" fmla="*/ 251900 h 363857"/>
                  <a:gd name="connsiteX41" fmla="*/ 209918 w 363857"/>
                  <a:gd name="connsiteY41" fmla="*/ 246652 h 363857"/>
                  <a:gd name="connsiteX42" fmla="*/ 229160 w 363857"/>
                  <a:gd name="connsiteY42" fmla="*/ 232658 h 363857"/>
                  <a:gd name="connsiteX43" fmla="*/ 244904 w 363857"/>
                  <a:gd name="connsiteY43" fmla="*/ 209917 h 363857"/>
                  <a:gd name="connsiteX44" fmla="*/ 250152 w 363857"/>
                  <a:gd name="connsiteY44" fmla="*/ 181928 h 363857"/>
                  <a:gd name="connsiteX45" fmla="*/ 244904 w 363857"/>
                  <a:gd name="connsiteY45" fmla="*/ 155688 h 363857"/>
                  <a:gd name="connsiteX46" fmla="*/ 229160 w 363857"/>
                  <a:gd name="connsiteY46" fmla="*/ 132947 h 363857"/>
                  <a:gd name="connsiteX47" fmla="*/ 209918 w 363857"/>
                  <a:gd name="connsiteY47" fmla="*/ 118953 h 363857"/>
                  <a:gd name="connsiteX48" fmla="*/ 181929 w 363857"/>
                  <a:gd name="connsiteY48" fmla="*/ 103209 h 363857"/>
                  <a:gd name="connsiteX49" fmla="*/ 211667 w 363857"/>
                  <a:gd name="connsiteY49" fmla="*/ 108457 h 363857"/>
                  <a:gd name="connsiteX50" fmla="*/ 237907 w 363857"/>
                  <a:gd name="connsiteY50" fmla="*/ 125950 h 363857"/>
                  <a:gd name="connsiteX51" fmla="*/ 255400 w 363857"/>
                  <a:gd name="connsiteY51" fmla="*/ 152190 h 363857"/>
                  <a:gd name="connsiteX52" fmla="*/ 260648 w 363857"/>
                  <a:gd name="connsiteY52" fmla="*/ 181928 h 363857"/>
                  <a:gd name="connsiteX53" fmla="*/ 255400 w 363857"/>
                  <a:gd name="connsiteY53" fmla="*/ 215165 h 363857"/>
                  <a:gd name="connsiteX54" fmla="*/ 237907 w 363857"/>
                  <a:gd name="connsiteY54" fmla="*/ 239655 h 363857"/>
                  <a:gd name="connsiteX55" fmla="*/ 211667 w 363857"/>
                  <a:gd name="connsiteY55" fmla="*/ 255399 h 363857"/>
                  <a:gd name="connsiteX56" fmla="*/ 181929 w 363857"/>
                  <a:gd name="connsiteY56" fmla="*/ 262396 h 363857"/>
                  <a:gd name="connsiteX57" fmla="*/ 152190 w 363857"/>
                  <a:gd name="connsiteY57" fmla="*/ 255399 h 363857"/>
                  <a:gd name="connsiteX58" fmla="*/ 125951 w 363857"/>
                  <a:gd name="connsiteY58" fmla="*/ 239655 h 363857"/>
                  <a:gd name="connsiteX59" fmla="*/ 108457 w 363857"/>
                  <a:gd name="connsiteY59" fmla="*/ 215165 h 363857"/>
                  <a:gd name="connsiteX60" fmla="*/ 101460 w 363857"/>
                  <a:gd name="connsiteY60" fmla="*/ 181928 h 363857"/>
                  <a:gd name="connsiteX61" fmla="*/ 108457 w 363857"/>
                  <a:gd name="connsiteY61" fmla="*/ 152190 h 363857"/>
                  <a:gd name="connsiteX62" fmla="*/ 125951 w 363857"/>
                  <a:gd name="connsiteY62" fmla="*/ 125950 h 363857"/>
                  <a:gd name="connsiteX63" fmla="*/ 152190 w 363857"/>
                  <a:gd name="connsiteY63" fmla="*/ 108457 h 363857"/>
                  <a:gd name="connsiteX64" fmla="*/ 166185 w 363857"/>
                  <a:gd name="connsiteY64" fmla="*/ 22741 h 363857"/>
                  <a:gd name="connsiteX65" fmla="*/ 159188 w 363857"/>
                  <a:gd name="connsiteY65" fmla="*/ 57727 h 363857"/>
                  <a:gd name="connsiteX66" fmla="*/ 157438 w 363857"/>
                  <a:gd name="connsiteY66" fmla="*/ 64725 h 363857"/>
                  <a:gd name="connsiteX67" fmla="*/ 152190 w 363857"/>
                  <a:gd name="connsiteY67" fmla="*/ 69973 h 363857"/>
                  <a:gd name="connsiteX68" fmla="*/ 143444 w 363857"/>
                  <a:gd name="connsiteY68" fmla="*/ 75221 h 363857"/>
                  <a:gd name="connsiteX69" fmla="*/ 131199 w 363857"/>
                  <a:gd name="connsiteY69" fmla="*/ 80469 h 363857"/>
                  <a:gd name="connsiteX70" fmla="*/ 125951 w 363857"/>
                  <a:gd name="connsiteY70" fmla="*/ 83967 h 363857"/>
                  <a:gd name="connsiteX71" fmla="*/ 120703 w 363857"/>
                  <a:gd name="connsiteY71" fmla="*/ 83967 h 363857"/>
                  <a:gd name="connsiteX72" fmla="*/ 117204 w 363857"/>
                  <a:gd name="connsiteY72" fmla="*/ 80469 h 363857"/>
                  <a:gd name="connsiteX73" fmla="*/ 108457 w 363857"/>
                  <a:gd name="connsiteY73" fmla="*/ 78719 h 363857"/>
                  <a:gd name="connsiteX74" fmla="*/ 80468 w 363857"/>
                  <a:gd name="connsiteY74" fmla="*/ 61226 h 363857"/>
                  <a:gd name="connsiteX75" fmla="*/ 57727 w 363857"/>
                  <a:gd name="connsiteY75" fmla="*/ 80469 h 363857"/>
                  <a:gd name="connsiteX76" fmla="*/ 78719 w 363857"/>
                  <a:gd name="connsiteY76" fmla="*/ 110207 h 363857"/>
                  <a:gd name="connsiteX77" fmla="*/ 80468 w 363857"/>
                  <a:gd name="connsiteY77" fmla="*/ 118953 h 363857"/>
                  <a:gd name="connsiteX78" fmla="*/ 80468 w 363857"/>
                  <a:gd name="connsiteY78" fmla="*/ 125951 h 363857"/>
                  <a:gd name="connsiteX79" fmla="*/ 78719 w 363857"/>
                  <a:gd name="connsiteY79" fmla="*/ 132948 h 363857"/>
                  <a:gd name="connsiteX80" fmla="*/ 73471 w 363857"/>
                  <a:gd name="connsiteY80" fmla="*/ 146942 h 363857"/>
                  <a:gd name="connsiteX81" fmla="*/ 71722 w 363857"/>
                  <a:gd name="connsiteY81" fmla="*/ 152190 h 363857"/>
                  <a:gd name="connsiteX82" fmla="*/ 66474 w 363857"/>
                  <a:gd name="connsiteY82" fmla="*/ 155689 h 363857"/>
                  <a:gd name="connsiteX83" fmla="*/ 57727 w 363857"/>
                  <a:gd name="connsiteY83" fmla="*/ 160937 h 363857"/>
                  <a:gd name="connsiteX84" fmla="*/ 22741 w 363857"/>
                  <a:gd name="connsiteY84" fmla="*/ 166185 h 363857"/>
                  <a:gd name="connsiteX85" fmla="*/ 22741 w 363857"/>
                  <a:gd name="connsiteY85" fmla="*/ 197672 h 363857"/>
                  <a:gd name="connsiteX86" fmla="*/ 57727 w 363857"/>
                  <a:gd name="connsiteY86" fmla="*/ 204670 h 363857"/>
                  <a:gd name="connsiteX87" fmla="*/ 66474 w 363857"/>
                  <a:gd name="connsiteY87" fmla="*/ 206419 h 363857"/>
                  <a:gd name="connsiteX88" fmla="*/ 71722 w 363857"/>
                  <a:gd name="connsiteY88" fmla="*/ 211667 h 363857"/>
                  <a:gd name="connsiteX89" fmla="*/ 73471 w 363857"/>
                  <a:gd name="connsiteY89" fmla="*/ 220414 h 363857"/>
                  <a:gd name="connsiteX90" fmla="*/ 78719 w 363857"/>
                  <a:gd name="connsiteY90" fmla="*/ 232659 h 363857"/>
                  <a:gd name="connsiteX91" fmla="*/ 80468 w 363857"/>
                  <a:gd name="connsiteY91" fmla="*/ 239656 h 363857"/>
                  <a:gd name="connsiteX92" fmla="*/ 80468 w 363857"/>
                  <a:gd name="connsiteY92" fmla="*/ 246653 h 363857"/>
                  <a:gd name="connsiteX93" fmla="*/ 78719 w 363857"/>
                  <a:gd name="connsiteY93" fmla="*/ 255400 h 363857"/>
                  <a:gd name="connsiteX94" fmla="*/ 57727 w 363857"/>
                  <a:gd name="connsiteY94" fmla="*/ 285138 h 363857"/>
                  <a:gd name="connsiteX95" fmla="*/ 80468 w 363857"/>
                  <a:gd name="connsiteY95" fmla="*/ 306130 h 363857"/>
                  <a:gd name="connsiteX96" fmla="*/ 108457 w 363857"/>
                  <a:gd name="connsiteY96" fmla="*/ 285138 h 363857"/>
                  <a:gd name="connsiteX97" fmla="*/ 117204 w 363857"/>
                  <a:gd name="connsiteY97" fmla="*/ 283389 h 363857"/>
                  <a:gd name="connsiteX98" fmla="*/ 120703 w 363857"/>
                  <a:gd name="connsiteY98" fmla="*/ 283389 h 363857"/>
                  <a:gd name="connsiteX99" fmla="*/ 125951 w 363857"/>
                  <a:gd name="connsiteY99" fmla="*/ 283389 h 363857"/>
                  <a:gd name="connsiteX100" fmla="*/ 131199 w 363857"/>
                  <a:gd name="connsiteY100" fmla="*/ 285138 h 363857"/>
                  <a:gd name="connsiteX101" fmla="*/ 143444 w 363857"/>
                  <a:gd name="connsiteY101" fmla="*/ 290386 h 363857"/>
                  <a:gd name="connsiteX102" fmla="*/ 152190 w 363857"/>
                  <a:gd name="connsiteY102" fmla="*/ 292135 h 363857"/>
                  <a:gd name="connsiteX103" fmla="*/ 157438 w 363857"/>
                  <a:gd name="connsiteY103" fmla="*/ 300882 h 363857"/>
                  <a:gd name="connsiteX104" fmla="*/ 159188 w 363857"/>
                  <a:gd name="connsiteY104" fmla="*/ 307879 h 363857"/>
                  <a:gd name="connsiteX105" fmla="*/ 166185 w 363857"/>
                  <a:gd name="connsiteY105" fmla="*/ 341116 h 363857"/>
                  <a:gd name="connsiteX106" fmla="*/ 197672 w 363857"/>
                  <a:gd name="connsiteY106" fmla="*/ 341116 h 363857"/>
                  <a:gd name="connsiteX107" fmla="*/ 204670 w 363857"/>
                  <a:gd name="connsiteY107" fmla="*/ 307879 h 363857"/>
                  <a:gd name="connsiteX108" fmla="*/ 208168 w 363857"/>
                  <a:gd name="connsiteY108" fmla="*/ 300882 h 363857"/>
                  <a:gd name="connsiteX109" fmla="*/ 211667 w 363857"/>
                  <a:gd name="connsiteY109" fmla="*/ 292135 h 363857"/>
                  <a:gd name="connsiteX110" fmla="*/ 220413 w 363857"/>
                  <a:gd name="connsiteY110" fmla="*/ 290386 h 363857"/>
                  <a:gd name="connsiteX111" fmla="*/ 229160 w 363857"/>
                  <a:gd name="connsiteY111" fmla="*/ 285138 h 363857"/>
                  <a:gd name="connsiteX112" fmla="*/ 234408 w 363857"/>
                  <a:gd name="connsiteY112" fmla="*/ 283389 h 363857"/>
                  <a:gd name="connsiteX113" fmla="*/ 239656 w 363857"/>
                  <a:gd name="connsiteY113" fmla="*/ 283389 h 363857"/>
                  <a:gd name="connsiteX114" fmla="*/ 248402 w 363857"/>
                  <a:gd name="connsiteY114" fmla="*/ 283389 h 363857"/>
                  <a:gd name="connsiteX115" fmla="*/ 251901 w 363857"/>
                  <a:gd name="connsiteY115" fmla="*/ 285138 h 363857"/>
                  <a:gd name="connsiteX116" fmla="*/ 283389 w 363857"/>
                  <a:gd name="connsiteY116" fmla="*/ 306130 h 363857"/>
                  <a:gd name="connsiteX117" fmla="*/ 306130 w 363857"/>
                  <a:gd name="connsiteY117" fmla="*/ 285138 h 363857"/>
                  <a:gd name="connsiteX118" fmla="*/ 285138 w 363857"/>
                  <a:gd name="connsiteY118" fmla="*/ 255400 h 363857"/>
                  <a:gd name="connsiteX119" fmla="*/ 283389 w 363857"/>
                  <a:gd name="connsiteY119" fmla="*/ 246653 h 363857"/>
                  <a:gd name="connsiteX120" fmla="*/ 279890 w 363857"/>
                  <a:gd name="connsiteY120" fmla="*/ 239656 h 363857"/>
                  <a:gd name="connsiteX121" fmla="*/ 283389 w 363857"/>
                  <a:gd name="connsiteY121" fmla="*/ 232659 h 363857"/>
                  <a:gd name="connsiteX122" fmla="*/ 288637 w 363857"/>
                  <a:gd name="connsiteY122" fmla="*/ 220414 h 363857"/>
                  <a:gd name="connsiteX123" fmla="*/ 293885 w 363857"/>
                  <a:gd name="connsiteY123" fmla="*/ 211667 h 363857"/>
                  <a:gd name="connsiteX124" fmla="*/ 297383 w 363857"/>
                  <a:gd name="connsiteY124" fmla="*/ 206419 h 363857"/>
                  <a:gd name="connsiteX125" fmla="*/ 306130 w 363857"/>
                  <a:gd name="connsiteY125" fmla="*/ 204670 h 363857"/>
                  <a:gd name="connsiteX126" fmla="*/ 341116 w 363857"/>
                  <a:gd name="connsiteY126" fmla="*/ 197672 h 363857"/>
                  <a:gd name="connsiteX127" fmla="*/ 341116 w 363857"/>
                  <a:gd name="connsiteY127" fmla="*/ 166185 h 363857"/>
                  <a:gd name="connsiteX128" fmla="*/ 306130 w 363857"/>
                  <a:gd name="connsiteY128" fmla="*/ 159188 h 363857"/>
                  <a:gd name="connsiteX129" fmla="*/ 297383 w 363857"/>
                  <a:gd name="connsiteY129" fmla="*/ 155689 h 363857"/>
                  <a:gd name="connsiteX130" fmla="*/ 293885 w 363857"/>
                  <a:gd name="connsiteY130" fmla="*/ 152190 h 363857"/>
                  <a:gd name="connsiteX131" fmla="*/ 288637 w 363857"/>
                  <a:gd name="connsiteY131" fmla="*/ 146942 h 363857"/>
                  <a:gd name="connsiteX132" fmla="*/ 283389 w 363857"/>
                  <a:gd name="connsiteY132" fmla="*/ 132948 h 363857"/>
                  <a:gd name="connsiteX133" fmla="*/ 279890 w 363857"/>
                  <a:gd name="connsiteY133" fmla="*/ 125951 h 363857"/>
                  <a:gd name="connsiteX134" fmla="*/ 283389 w 363857"/>
                  <a:gd name="connsiteY134" fmla="*/ 118953 h 363857"/>
                  <a:gd name="connsiteX135" fmla="*/ 285138 w 363857"/>
                  <a:gd name="connsiteY135" fmla="*/ 110207 h 363857"/>
                  <a:gd name="connsiteX136" fmla="*/ 306130 w 363857"/>
                  <a:gd name="connsiteY136" fmla="*/ 80469 h 363857"/>
                  <a:gd name="connsiteX137" fmla="*/ 283389 w 363857"/>
                  <a:gd name="connsiteY137" fmla="*/ 61226 h 363857"/>
                  <a:gd name="connsiteX138" fmla="*/ 251901 w 363857"/>
                  <a:gd name="connsiteY138" fmla="*/ 78719 h 363857"/>
                  <a:gd name="connsiteX139" fmla="*/ 248402 w 363857"/>
                  <a:gd name="connsiteY139" fmla="*/ 80469 h 363857"/>
                  <a:gd name="connsiteX140" fmla="*/ 239656 w 363857"/>
                  <a:gd name="connsiteY140" fmla="*/ 83967 h 363857"/>
                  <a:gd name="connsiteX141" fmla="*/ 234408 w 363857"/>
                  <a:gd name="connsiteY141" fmla="*/ 83967 h 363857"/>
                  <a:gd name="connsiteX142" fmla="*/ 229160 w 363857"/>
                  <a:gd name="connsiteY142" fmla="*/ 80469 h 363857"/>
                  <a:gd name="connsiteX143" fmla="*/ 220413 w 363857"/>
                  <a:gd name="connsiteY143" fmla="*/ 75221 h 363857"/>
                  <a:gd name="connsiteX144" fmla="*/ 211667 w 363857"/>
                  <a:gd name="connsiteY144" fmla="*/ 69973 h 363857"/>
                  <a:gd name="connsiteX145" fmla="*/ 208168 w 363857"/>
                  <a:gd name="connsiteY145" fmla="*/ 64725 h 363857"/>
                  <a:gd name="connsiteX146" fmla="*/ 204670 w 363857"/>
                  <a:gd name="connsiteY146" fmla="*/ 57727 h 363857"/>
                  <a:gd name="connsiteX147" fmla="*/ 197672 w 363857"/>
                  <a:gd name="connsiteY147" fmla="*/ 22741 h 363857"/>
                  <a:gd name="connsiteX148" fmla="*/ 166185 w 363857"/>
                  <a:gd name="connsiteY148" fmla="*/ 0 h 363857"/>
                  <a:gd name="connsiteX149" fmla="*/ 197672 w 363857"/>
                  <a:gd name="connsiteY149" fmla="*/ 0 h 363857"/>
                  <a:gd name="connsiteX150" fmla="*/ 204670 w 363857"/>
                  <a:gd name="connsiteY150" fmla="*/ 1749 h 363857"/>
                  <a:gd name="connsiteX151" fmla="*/ 211667 w 363857"/>
                  <a:gd name="connsiteY151" fmla="*/ 5248 h 363857"/>
                  <a:gd name="connsiteX152" fmla="*/ 216915 w 363857"/>
                  <a:gd name="connsiteY152" fmla="*/ 12245 h 363857"/>
                  <a:gd name="connsiteX153" fmla="*/ 220413 w 363857"/>
                  <a:gd name="connsiteY153" fmla="*/ 19243 h 363857"/>
                  <a:gd name="connsiteX154" fmla="*/ 227411 w 363857"/>
                  <a:gd name="connsiteY154" fmla="*/ 52480 h 363857"/>
                  <a:gd name="connsiteX155" fmla="*/ 239656 w 363857"/>
                  <a:gd name="connsiteY155" fmla="*/ 61226 h 363857"/>
                  <a:gd name="connsiteX156" fmla="*/ 271144 w 363857"/>
                  <a:gd name="connsiteY156" fmla="*/ 40234 h 363857"/>
                  <a:gd name="connsiteX157" fmla="*/ 278141 w 363857"/>
                  <a:gd name="connsiteY157" fmla="*/ 38485 h 363857"/>
                  <a:gd name="connsiteX158" fmla="*/ 283389 w 363857"/>
                  <a:gd name="connsiteY158" fmla="*/ 38485 h 363857"/>
                  <a:gd name="connsiteX159" fmla="*/ 288637 w 363857"/>
                  <a:gd name="connsiteY159" fmla="*/ 38485 h 363857"/>
                  <a:gd name="connsiteX160" fmla="*/ 295634 w 363857"/>
                  <a:gd name="connsiteY160" fmla="*/ 40234 h 363857"/>
                  <a:gd name="connsiteX161" fmla="*/ 297383 w 363857"/>
                  <a:gd name="connsiteY161" fmla="*/ 41984 h 363857"/>
                  <a:gd name="connsiteX162" fmla="*/ 320124 w 363857"/>
                  <a:gd name="connsiteY162" fmla="*/ 64725 h 363857"/>
                  <a:gd name="connsiteX163" fmla="*/ 325372 w 363857"/>
                  <a:gd name="connsiteY163" fmla="*/ 69973 h 363857"/>
                  <a:gd name="connsiteX164" fmla="*/ 328871 w 363857"/>
                  <a:gd name="connsiteY164" fmla="*/ 78719 h 363857"/>
                  <a:gd name="connsiteX165" fmla="*/ 325372 w 363857"/>
                  <a:gd name="connsiteY165" fmla="*/ 85716 h 363857"/>
                  <a:gd name="connsiteX166" fmla="*/ 323623 w 363857"/>
                  <a:gd name="connsiteY166" fmla="*/ 92714 h 363857"/>
                  <a:gd name="connsiteX167" fmla="*/ 302631 w 363857"/>
                  <a:gd name="connsiteY167" fmla="*/ 124201 h 363857"/>
                  <a:gd name="connsiteX168" fmla="*/ 311378 w 363857"/>
                  <a:gd name="connsiteY168" fmla="*/ 138196 h 363857"/>
                  <a:gd name="connsiteX169" fmla="*/ 346364 w 363857"/>
                  <a:gd name="connsiteY169" fmla="*/ 143444 h 363857"/>
                  <a:gd name="connsiteX170" fmla="*/ 351612 w 363857"/>
                  <a:gd name="connsiteY170" fmla="*/ 148692 h 363857"/>
                  <a:gd name="connsiteX171" fmla="*/ 358609 w 363857"/>
                  <a:gd name="connsiteY171" fmla="*/ 153940 h 363857"/>
                  <a:gd name="connsiteX172" fmla="*/ 360358 w 363857"/>
                  <a:gd name="connsiteY172" fmla="*/ 159188 h 363857"/>
                  <a:gd name="connsiteX173" fmla="*/ 363857 w 363857"/>
                  <a:gd name="connsiteY173" fmla="*/ 166185 h 363857"/>
                  <a:gd name="connsiteX174" fmla="*/ 363857 w 363857"/>
                  <a:gd name="connsiteY174" fmla="*/ 197672 h 363857"/>
                  <a:gd name="connsiteX175" fmla="*/ 360358 w 363857"/>
                  <a:gd name="connsiteY175" fmla="*/ 206419 h 363857"/>
                  <a:gd name="connsiteX176" fmla="*/ 358609 w 363857"/>
                  <a:gd name="connsiteY176" fmla="*/ 211667 h 363857"/>
                  <a:gd name="connsiteX177" fmla="*/ 351612 w 363857"/>
                  <a:gd name="connsiteY177" fmla="*/ 216915 h 363857"/>
                  <a:gd name="connsiteX178" fmla="*/ 346364 w 363857"/>
                  <a:gd name="connsiteY178" fmla="*/ 220414 h 363857"/>
                  <a:gd name="connsiteX179" fmla="*/ 311378 w 363857"/>
                  <a:gd name="connsiteY179" fmla="*/ 227411 h 363857"/>
                  <a:gd name="connsiteX180" fmla="*/ 302631 w 363857"/>
                  <a:gd name="connsiteY180" fmla="*/ 241405 h 363857"/>
                  <a:gd name="connsiteX181" fmla="*/ 323623 w 363857"/>
                  <a:gd name="connsiteY181" fmla="*/ 272893 h 363857"/>
                  <a:gd name="connsiteX182" fmla="*/ 325372 w 363857"/>
                  <a:gd name="connsiteY182" fmla="*/ 278141 h 363857"/>
                  <a:gd name="connsiteX183" fmla="*/ 328871 w 363857"/>
                  <a:gd name="connsiteY183" fmla="*/ 285138 h 363857"/>
                  <a:gd name="connsiteX184" fmla="*/ 325372 w 363857"/>
                  <a:gd name="connsiteY184" fmla="*/ 292135 h 363857"/>
                  <a:gd name="connsiteX185" fmla="*/ 320124 w 363857"/>
                  <a:gd name="connsiteY185" fmla="*/ 300882 h 363857"/>
                  <a:gd name="connsiteX186" fmla="*/ 297383 w 363857"/>
                  <a:gd name="connsiteY186" fmla="*/ 323623 h 363857"/>
                  <a:gd name="connsiteX187" fmla="*/ 295634 w 363857"/>
                  <a:gd name="connsiteY187" fmla="*/ 325372 h 363857"/>
                  <a:gd name="connsiteX188" fmla="*/ 288637 w 363857"/>
                  <a:gd name="connsiteY188" fmla="*/ 328871 h 363857"/>
                  <a:gd name="connsiteX189" fmla="*/ 283389 w 363857"/>
                  <a:gd name="connsiteY189" fmla="*/ 328871 h 363857"/>
                  <a:gd name="connsiteX190" fmla="*/ 278141 w 363857"/>
                  <a:gd name="connsiteY190" fmla="*/ 328871 h 363857"/>
                  <a:gd name="connsiteX191" fmla="*/ 271144 w 363857"/>
                  <a:gd name="connsiteY191" fmla="*/ 325372 h 363857"/>
                  <a:gd name="connsiteX192" fmla="*/ 239656 w 363857"/>
                  <a:gd name="connsiteY192" fmla="*/ 306130 h 363857"/>
                  <a:gd name="connsiteX193" fmla="*/ 227411 w 363857"/>
                  <a:gd name="connsiteY193" fmla="*/ 309628 h 363857"/>
                  <a:gd name="connsiteX194" fmla="*/ 220413 w 363857"/>
                  <a:gd name="connsiteY194" fmla="*/ 346364 h 363857"/>
                  <a:gd name="connsiteX195" fmla="*/ 216915 w 363857"/>
                  <a:gd name="connsiteY195" fmla="*/ 353361 h 363857"/>
                  <a:gd name="connsiteX196" fmla="*/ 211667 w 363857"/>
                  <a:gd name="connsiteY196" fmla="*/ 358609 h 363857"/>
                  <a:gd name="connsiteX197" fmla="*/ 204670 w 363857"/>
                  <a:gd name="connsiteY197" fmla="*/ 363857 h 363857"/>
                  <a:gd name="connsiteX198" fmla="*/ 197672 w 363857"/>
                  <a:gd name="connsiteY198" fmla="*/ 363857 h 363857"/>
                  <a:gd name="connsiteX199" fmla="*/ 166185 w 363857"/>
                  <a:gd name="connsiteY199" fmla="*/ 363857 h 363857"/>
                  <a:gd name="connsiteX200" fmla="*/ 159188 w 363857"/>
                  <a:gd name="connsiteY200" fmla="*/ 363857 h 363857"/>
                  <a:gd name="connsiteX201" fmla="*/ 152190 w 363857"/>
                  <a:gd name="connsiteY201" fmla="*/ 358609 h 363857"/>
                  <a:gd name="connsiteX202" fmla="*/ 146942 w 363857"/>
                  <a:gd name="connsiteY202" fmla="*/ 353361 h 363857"/>
                  <a:gd name="connsiteX203" fmla="*/ 143444 w 363857"/>
                  <a:gd name="connsiteY203" fmla="*/ 346364 h 363857"/>
                  <a:gd name="connsiteX204" fmla="*/ 136446 w 363857"/>
                  <a:gd name="connsiteY204" fmla="*/ 309628 h 363857"/>
                  <a:gd name="connsiteX205" fmla="*/ 120703 w 363857"/>
                  <a:gd name="connsiteY205" fmla="*/ 306130 h 363857"/>
                  <a:gd name="connsiteX206" fmla="*/ 94463 w 363857"/>
                  <a:gd name="connsiteY206" fmla="*/ 325372 h 363857"/>
                  <a:gd name="connsiteX207" fmla="*/ 85716 w 363857"/>
                  <a:gd name="connsiteY207" fmla="*/ 328871 h 363857"/>
                  <a:gd name="connsiteX208" fmla="*/ 80468 w 363857"/>
                  <a:gd name="connsiteY208" fmla="*/ 328871 h 363857"/>
                  <a:gd name="connsiteX209" fmla="*/ 73471 w 363857"/>
                  <a:gd name="connsiteY209" fmla="*/ 328871 h 363857"/>
                  <a:gd name="connsiteX210" fmla="*/ 68223 w 363857"/>
                  <a:gd name="connsiteY210" fmla="*/ 325372 h 363857"/>
                  <a:gd name="connsiteX211" fmla="*/ 62975 w 363857"/>
                  <a:gd name="connsiteY211" fmla="*/ 323623 h 363857"/>
                  <a:gd name="connsiteX212" fmla="*/ 43733 w 363857"/>
                  <a:gd name="connsiteY212" fmla="*/ 300882 h 363857"/>
                  <a:gd name="connsiteX213" fmla="*/ 38485 w 363857"/>
                  <a:gd name="connsiteY213" fmla="*/ 292135 h 363857"/>
                  <a:gd name="connsiteX214" fmla="*/ 34986 w 363857"/>
                  <a:gd name="connsiteY214" fmla="*/ 285138 h 363857"/>
                  <a:gd name="connsiteX215" fmla="*/ 34986 w 363857"/>
                  <a:gd name="connsiteY215" fmla="*/ 278141 h 363857"/>
                  <a:gd name="connsiteX216" fmla="*/ 40234 w 363857"/>
                  <a:gd name="connsiteY216" fmla="*/ 272893 h 363857"/>
                  <a:gd name="connsiteX217" fmla="*/ 57727 w 363857"/>
                  <a:gd name="connsiteY217" fmla="*/ 241405 h 363857"/>
                  <a:gd name="connsiteX218" fmla="*/ 54229 w 363857"/>
                  <a:gd name="connsiteY218" fmla="*/ 227411 h 363857"/>
                  <a:gd name="connsiteX219" fmla="*/ 17493 w 363857"/>
                  <a:gd name="connsiteY219" fmla="*/ 220414 h 363857"/>
                  <a:gd name="connsiteX220" fmla="*/ 10496 w 363857"/>
                  <a:gd name="connsiteY220" fmla="*/ 216915 h 363857"/>
                  <a:gd name="connsiteX221" fmla="*/ 5248 w 363857"/>
                  <a:gd name="connsiteY221" fmla="*/ 211667 h 363857"/>
                  <a:gd name="connsiteX222" fmla="*/ 0 w 363857"/>
                  <a:gd name="connsiteY222" fmla="*/ 206419 h 363857"/>
                  <a:gd name="connsiteX223" fmla="*/ 0 w 363857"/>
                  <a:gd name="connsiteY223" fmla="*/ 197672 h 363857"/>
                  <a:gd name="connsiteX224" fmla="*/ 0 w 363857"/>
                  <a:gd name="connsiteY224" fmla="*/ 166185 h 363857"/>
                  <a:gd name="connsiteX225" fmla="*/ 0 w 363857"/>
                  <a:gd name="connsiteY225" fmla="*/ 159188 h 363857"/>
                  <a:gd name="connsiteX226" fmla="*/ 5248 w 363857"/>
                  <a:gd name="connsiteY226" fmla="*/ 153940 h 363857"/>
                  <a:gd name="connsiteX227" fmla="*/ 10496 w 363857"/>
                  <a:gd name="connsiteY227" fmla="*/ 148692 h 363857"/>
                  <a:gd name="connsiteX228" fmla="*/ 17493 w 363857"/>
                  <a:gd name="connsiteY228" fmla="*/ 143444 h 363857"/>
                  <a:gd name="connsiteX229" fmla="*/ 54229 w 363857"/>
                  <a:gd name="connsiteY229" fmla="*/ 138196 h 363857"/>
                  <a:gd name="connsiteX230" fmla="*/ 57727 w 363857"/>
                  <a:gd name="connsiteY230" fmla="*/ 124201 h 363857"/>
                  <a:gd name="connsiteX231" fmla="*/ 40234 w 363857"/>
                  <a:gd name="connsiteY231" fmla="*/ 92714 h 363857"/>
                  <a:gd name="connsiteX232" fmla="*/ 34986 w 363857"/>
                  <a:gd name="connsiteY232" fmla="*/ 85716 h 363857"/>
                  <a:gd name="connsiteX233" fmla="*/ 34986 w 363857"/>
                  <a:gd name="connsiteY233" fmla="*/ 78719 h 363857"/>
                  <a:gd name="connsiteX234" fmla="*/ 38485 w 363857"/>
                  <a:gd name="connsiteY234" fmla="*/ 69973 h 363857"/>
                  <a:gd name="connsiteX235" fmla="*/ 43733 w 363857"/>
                  <a:gd name="connsiteY235" fmla="*/ 64725 h 363857"/>
                  <a:gd name="connsiteX236" fmla="*/ 62975 w 363857"/>
                  <a:gd name="connsiteY236" fmla="*/ 41984 h 363857"/>
                  <a:gd name="connsiteX237" fmla="*/ 68223 w 363857"/>
                  <a:gd name="connsiteY237" fmla="*/ 40234 h 363857"/>
                  <a:gd name="connsiteX238" fmla="*/ 73471 w 363857"/>
                  <a:gd name="connsiteY238" fmla="*/ 38485 h 363857"/>
                  <a:gd name="connsiteX239" fmla="*/ 80468 w 363857"/>
                  <a:gd name="connsiteY239" fmla="*/ 38485 h 363857"/>
                  <a:gd name="connsiteX240" fmla="*/ 85716 w 363857"/>
                  <a:gd name="connsiteY240" fmla="*/ 38485 h 363857"/>
                  <a:gd name="connsiteX241" fmla="*/ 94463 w 363857"/>
                  <a:gd name="connsiteY241" fmla="*/ 40234 h 363857"/>
                  <a:gd name="connsiteX242" fmla="*/ 120703 w 363857"/>
                  <a:gd name="connsiteY242" fmla="*/ 61226 h 363857"/>
                  <a:gd name="connsiteX243" fmla="*/ 136446 w 363857"/>
                  <a:gd name="connsiteY243" fmla="*/ 52480 h 363857"/>
                  <a:gd name="connsiteX244" fmla="*/ 143444 w 363857"/>
                  <a:gd name="connsiteY244" fmla="*/ 19243 h 363857"/>
                  <a:gd name="connsiteX245" fmla="*/ 146942 w 363857"/>
                  <a:gd name="connsiteY245" fmla="*/ 12245 h 363857"/>
                  <a:gd name="connsiteX246" fmla="*/ 152190 w 363857"/>
                  <a:gd name="connsiteY246" fmla="*/ 5248 h 363857"/>
                  <a:gd name="connsiteX247" fmla="*/ 159188 w 363857"/>
                  <a:gd name="connsiteY247" fmla="*/ 1749 h 363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</a:cxnLst>
                <a:rect l="l" t="t" r="r" b="b"/>
                <a:pathLst>
                  <a:path w="363857" h="363857">
                    <a:moveTo>
                      <a:pt x="181928" y="148691"/>
                    </a:moveTo>
                    <a:lnTo>
                      <a:pt x="171432" y="152190"/>
                    </a:lnTo>
                    <a:lnTo>
                      <a:pt x="162686" y="153939"/>
                    </a:lnTo>
                    <a:lnTo>
                      <a:pt x="153939" y="160936"/>
                    </a:lnTo>
                    <a:lnTo>
                      <a:pt x="148691" y="171432"/>
                    </a:lnTo>
                    <a:lnTo>
                      <a:pt x="146942" y="181928"/>
                    </a:lnTo>
                    <a:lnTo>
                      <a:pt x="148691" y="194173"/>
                    </a:lnTo>
                    <a:lnTo>
                      <a:pt x="153939" y="201171"/>
                    </a:lnTo>
                    <a:lnTo>
                      <a:pt x="162686" y="209917"/>
                    </a:lnTo>
                    <a:lnTo>
                      <a:pt x="171432" y="215165"/>
                    </a:lnTo>
                    <a:lnTo>
                      <a:pt x="181928" y="216914"/>
                    </a:lnTo>
                    <a:lnTo>
                      <a:pt x="192424" y="215165"/>
                    </a:lnTo>
                    <a:lnTo>
                      <a:pt x="202920" y="209917"/>
                    </a:lnTo>
                    <a:lnTo>
                      <a:pt x="209917" y="201171"/>
                    </a:lnTo>
                    <a:lnTo>
                      <a:pt x="215165" y="194173"/>
                    </a:lnTo>
                    <a:lnTo>
                      <a:pt x="215165" y="181928"/>
                    </a:lnTo>
                    <a:lnTo>
                      <a:pt x="215165" y="171432"/>
                    </a:lnTo>
                    <a:lnTo>
                      <a:pt x="209917" y="160936"/>
                    </a:lnTo>
                    <a:lnTo>
                      <a:pt x="202920" y="153939"/>
                    </a:lnTo>
                    <a:lnTo>
                      <a:pt x="192424" y="152190"/>
                    </a:lnTo>
                    <a:close/>
                    <a:moveTo>
                      <a:pt x="181928" y="136446"/>
                    </a:moveTo>
                    <a:lnTo>
                      <a:pt x="204669" y="143443"/>
                    </a:lnTo>
                    <a:lnTo>
                      <a:pt x="220413" y="159187"/>
                    </a:lnTo>
                    <a:lnTo>
                      <a:pt x="227410" y="181928"/>
                    </a:lnTo>
                    <a:lnTo>
                      <a:pt x="220413" y="204669"/>
                    </a:lnTo>
                    <a:lnTo>
                      <a:pt x="204669" y="222162"/>
                    </a:lnTo>
                    <a:lnTo>
                      <a:pt x="181928" y="227410"/>
                    </a:lnTo>
                    <a:lnTo>
                      <a:pt x="159187" y="222162"/>
                    </a:lnTo>
                    <a:lnTo>
                      <a:pt x="141694" y="204669"/>
                    </a:lnTo>
                    <a:lnTo>
                      <a:pt x="136446" y="181928"/>
                    </a:lnTo>
                    <a:lnTo>
                      <a:pt x="141694" y="159187"/>
                    </a:lnTo>
                    <a:lnTo>
                      <a:pt x="159187" y="143443"/>
                    </a:lnTo>
                    <a:close/>
                    <a:moveTo>
                      <a:pt x="181929" y="113705"/>
                    </a:moveTo>
                    <a:lnTo>
                      <a:pt x="153940" y="118953"/>
                    </a:lnTo>
                    <a:lnTo>
                      <a:pt x="131198" y="132947"/>
                    </a:lnTo>
                    <a:lnTo>
                      <a:pt x="118953" y="155688"/>
                    </a:lnTo>
                    <a:lnTo>
                      <a:pt x="111956" y="181928"/>
                    </a:lnTo>
                    <a:lnTo>
                      <a:pt x="118953" y="209917"/>
                    </a:lnTo>
                    <a:lnTo>
                      <a:pt x="131198" y="232658"/>
                    </a:lnTo>
                    <a:lnTo>
                      <a:pt x="153940" y="246652"/>
                    </a:lnTo>
                    <a:lnTo>
                      <a:pt x="181929" y="251900"/>
                    </a:lnTo>
                    <a:lnTo>
                      <a:pt x="209918" y="246652"/>
                    </a:lnTo>
                    <a:lnTo>
                      <a:pt x="229160" y="232658"/>
                    </a:lnTo>
                    <a:lnTo>
                      <a:pt x="244904" y="209917"/>
                    </a:lnTo>
                    <a:lnTo>
                      <a:pt x="250152" y="181928"/>
                    </a:lnTo>
                    <a:lnTo>
                      <a:pt x="244904" y="155688"/>
                    </a:lnTo>
                    <a:lnTo>
                      <a:pt x="229160" y="132947"/>
                    </a:lnTo>
                    <a:lnTo>
                      <a:pt x="209918" y="118953"/>
                    </a:lnTo>
                    <a:close/>
                    <a:moveTo>
                      <a:pt x="181929" y="103209"/>
                    </a:moveTo>
                    <a:lnTo>
                      <a:pt x="211667" y="108457"/>
                    </a:lnTo>
                    <a:lnTo>
                      <a:pt x="237907" y="125950"/>
                    </a:lnTo>
                    <a:lnTo>
                      <a:pt x="255400" y="152190"/>
                    </a:lnTo>
                    <a:lnTo>
                      <a:pt x="260648" y="181928"/>
                    </a:lnTo>
                    <a:lnTo>
                      <a:pt x="255400" y="215165"/>
                    </a:lnTo>
                    <a:lnTo>
                      <a:pt x="237907" y="239655"/>
                    </a:lnTo>
                    <a:lnTo>
                      <a:pt x="211667" y="255399"/>
                    </a:lnTo>
                    <a:lnTo>
                      <a:pt x="181929" y="262396"/>
                    </a:lnTo>
                    <a:lnTo>
                      <a:pt x="152190" y="255399"/>
                    </a:lnTo>
                    <a:lnTo>
                      <a:pt x="125951" y="239655"/>
                    </a:lnTo>
                    <a:lnTo>
                      <a:pt x="108457" y="215165"/>
                    </a:lnTo>
                    <a:lnTo>
                      <a:pt x="101460" y="181928"/>
                    </a:lnTo>
                    <a:lnTo>
                      <a:pt x="108457" y="152190"/>
                    </a:lnTo>
                    <a:lnTo>
                      <a:pt x="125951" y="125950"/>
                    </a:lnTo>
                    <a:lnTo>
                      <a:pt x="152190" y="108457"/>
                    </a:lnTo>
                    <a:close/>
                    <a:moveTo>
                      <a:pt x="166185" y="22741"/>
                    </a:moveTo>
                    <a:lnTo>
                      <a:pt x="159188" y="57727"/>
                    </a:lnTo>
                    <a:lnTo>
                      <a:pt x="157438" y="64725"/>
                    </a:lnTo>
                    <a:lnTo>
                      <a:pt x="152190" y="69973"/>
                    </a:lnTo>
                    <a:lnTo>
                      <a:pt x="143444" y="75221"/>
                    </a:lnTo>
                    <a:lnTo>
                      <a:pt x="131199" y="80469"/>
                    </a:lnTo>
                    <a:lnTo>
                      <a:pt x="125951" y="83967"/>
                    </a:lnTo>
                    <a:lnTo>
                      <a:pt x="120703" y="83967"/>
                    </a:lnTo>
                    <a:lnTo>
                      <a:pt x="117204" y="80469"/>
                    </a:lnTo>
                    <a:lnTo>
                      <a:pt x="108457" y="78719"/>
                    </a:lnTo>
                    <a:lnTo>
                      <a:pt x="80468" y="61226"/>
                    </a:lnTo>
                    <a:lnTo>
                      <a:pt x="57727" y="80469"/>
                    </a:lnTo>
                    <a:lnTo>
                      <a:pt x="78719" y="110207"/>
                    </a:lnTo>
                    <a:lnTo>
                      <a:pt x="80468" y="118953"/>
                    </a:lnTo>
                    <a:lnTo>
                      <a:pt x="80468" y="125951"/>
                    </a:lnTo>
                    <a:lnTo>
                      <a:pt x="78719" y="132948"/>
                    </a:lnTo>
                    <a:lnTo>
                      <a:pt x="73471" y="146942"/>
                    </a:lnTo>
                    <a:lnTo>
                      <a:pt x="71722" y="152190"/>
                    </a:lnTo>
                    <a:lnTo>
                      <a:pt x="66474" y="155689"/>
                    </a:lnTo>
                    <a:lnTo>
                      <a:pt x="57727" y="160937"/>
                    </a:lnTo>
                    <a:lnTo>
                      <a:pt x="22741" y="166185"/>
                    </a:lnTo>
                    <a:lnTo>
                      <a:pt x="22741" y="197672"/>
                    </a:lnTo>
                    <a:lnTo>
                      <a:pt x="57727" y="204670"/>
                    </a:lnTo>
                    <a:lnTo>
                      <a:pt x="66474" y="206419"/>
                    </a:lnTo>
                    <a:lnTo>
                      <a:pt x="71722" y="211667"/>
                    </a:lnTo>
                    <a:lnTo>
                      <a:pt x="73471" y="220414"/>
                    </a:lnTo>
                    <a:lnTo>
                      <a:pt x="78719" y="232659"/>
                    </a:lnTo>
                    <a:lnTo>
                      <a:pt x="80468" y="239656"/>
                    </a:lnTo>
                    <a:lnTo>
                      <a:pt x="80468" y="246653"/>
                    </a:lnTo>
                    <a:lnTo>
                      <a:pt x="78719" y="255400"/>
                    </a:lnTo>
                    <a:lnTo>
                      <a:pt x="57727" y="285138"/>
                    </a:lnTo>
                    <a:lnTo>
                      <a:pt x="80468" y="306130"/>
                    </a:lnTo>
                    <a:lnTo>
                      <a:pt x="108457" y="285138"/>
                    </a:lnTo>
                    <a:lnTo>
                      <a:pt x="117204" y="283389"/>
                    </a:lnTo>
                    <a:lnTo>
                      <a:pt x="120703" y="283389"/>
                    </a:lnTo>
                    <a:lnTo>
                      <a:pt x="125951" y="283389"/>
                    </a:lnTo>
                    <a:lnTo>
                      <a:pt x="131199" y="285138"/>
                    </a:lnTo>
                    <a:lnTo>
                      <a:pt x="143444" y="290386"/>
                    </a:lnTo>
                    <a:lnTo>
                      <a:pt x="152190" y="292135"/>
                    </a:lnTo>
                    <a:lnTo>
                      <a:pt x="157438" y="300882"/>
                    </a:lnTo>
                    <a:lnTo>
                      <a:pt x="159188" y="307879"/>
                    </a:lnTo>
                    <a:lnTo>
                      <a:pt x="166185" y="341116"/>
                    </a:lnTo>
                    <a:lnTo>
                      <a:pt x="197672" y="341116"/>
                    </a:lnTo>
                    <a:lnTo>
                      <a:pt x="204670" y="307879"/>
                    </a:lnTo>
                    <a:lnTo>
                      <a:pt x="208168" y="300882"/>
                    </a:lnTo>
                    <a:lnTo>
                      <a:pt x="211667" y="292135"/>
                    </a:lnTo>
                    <a:lnTo>
                      <a:pt x="220413" y="290386"/>
                    </a:lnTo>
                    <a:lnTo>
                      <a:pt x="229160" y="285138"/>
                    </a:lnTo>
                    <a:lnTo>
                      <a:pt x="234408" y="283389"/>
                    </a:lnTo>
                    <a:lnTo>
                      <a:pt x="239656" y="283389"/>
                    </a:lnTo>
                    <a:lnTo>
                      <a:pt x="248402" y="283389"/>
                    </a:lnTo>
                    <a:lnTo>
                      <a:pt x="251901" y="285138"/>
                    </a:lnTo>
                    <a:lnTo>
                      <a:pt x="283389" y="306130"/>
                    </a:lnTo>
                    <a:lnTo>
                      <a:pt x="306130" y="285138"/>
                    </a:lnTo>
                    <a:lnTo>
                      <a:pt x="285138" y="255400"/>
                    </a:lnTo>
                    <a:lnTo>
                      <a:pt x="283389" y="246653"/>
                    </a:lnTo>
                    <a:lnTo>
                      <a:pt x="279890" y="239656"/>
                    </a:lnTo>
                    <a:lnTo>
                      <a:pt x="283389" y="232659"/>
                    </a:lnTo>
                    <a:lnTo>
                      <a:pt x="288637" y="220414"/>
                    </a:lnTo>
                    <a:lnTo>
                      <a:pt x="293885" y="211667"/>
                    </a:lnTo>
                    <a:lnTo>
                      <a:pt x="297383" y="206419"/>
                    </a:lnTo>
                    <a:lnTo>
                      <a:pt x="306130" y="204670"/>
                    </a:lnTo>
                    <a:lnTo>
                      <a:pt x="341116" y="197672"/>
                    </a:lnTo>
                    <a:lnTo>
                      <a:pt x="341116" y="166185"/>
                    </a:lnTo>
                    <a:lnTo>
                      <a:pt x="306130" y="159188"/>
                    </a:lnTo>
                    <a:lnTo>
                      <a:pt x="297383" y="155689"/>
                    </a:lnTo>
                    <a:lnTo>
                      <a:pt x="293885" y="152190"/>
                    </a:lnTo>
                    <a:lnTo>
                      <a:pt x="288637" y="146942"/>
                    </a:lnTo>
                    <a:lnTo>
                      <a:pt x="283389" y="132948"/>
                    </a:lnTo>
                    <a:lnTo>
                      <a:pt x="279890" y="125951"/>
                    </a:lnTo>
                    <a:lnTo>
                      <a:pt x="283389" y="118953"/>
                    </a:lnTo>
                    <a:lnTo>
                      <a:pt x="285138" y="110207"/>
                    </a:lnTo>
                    <a:lnTo>
                      <a:pt x="306130" y="80469"/>
                    </a:lnTo>
                    <a:lnTo>
                      <a:pt x="283389" y="61226"/>
                    </a:lnTo>
                    <a:lnTo>
                      <a:pt x="251901" y="78719"/>
                    </a:lnTo>
                    <a:lnTo>
                      <a:pt x="248402" y="80469"/>
                    </a:lnTo>
                    <a:lnTo>
                      <a:pt x="239656" y="83967"/>
                    </a:lnTo>
                    <a:lnTo>
                      <a:pt x="234408" y="83967"/>
                    </a:lnTo>
                    <a:lnTo>
                      <a:pt x="229160" y="80469"/>
                    </a:lnTo>
                    <a:lnTo>
                      <a:pt x="220413" y="75221"/>
                    </a:lnTo>
                    <a:lnTo>
                      <a:pt x="211667" y="69973"/>
                    </a:lnTo>
                    <a:lnTo>
                      <a:pt x="208168" y="64725"/>
                    </a:lnTo>
                    <a:lnTo>
                      <a:pt x="204670" y="57727"/>
                    </a:lnTo>
                    <a:lnTo>
                      <a:pt x="197672" y="22741"/>
                    </a:lnTo>
                    <a:close/>
                    <a:moveTo>
                      <a:pt x="166185" y="0"/>
                    </a:moveTo>
                    <a:lnTo>
                      <a:pt x="197672" y="0"/>
                    </a:lnTo>
                    <a:lnTo>
                      <a:pt x="204670" y="1749"/>
                    </a:lnTo>
                    <a:lnTo>
                      <a:pt x="211667" y="5248"/>
                    </a:lnTo>
                    <a:lnTo>
                      <a:pt x="216915" y="12245"/>
                    </a:lnTo>
                    <a:lnTo>
                      <a:pt x="220413" y="19243"/>
                    </a:lnTo>
                    <a:lnTo>
                      <a:pt x="227411" y="52480"/>
                    </a:lnTo>
                    <a:lnTo>
                      <a:pt x="239656" y="61226"/>
                    </a:lnTo>
                    <a:lnTo>
                      <a:pt x="271144" y="40234"/>
                    </a:lnTo>
                    <a:lnTo>
                      <a:pt x="278141" y="38485"/>
                    </a:lnTo>
                    <a:lnTo>
                      <a:pt x="283389" y="38485"/>
                    </a:lnTo>
                    <a:lnTo>
                      <a:pt x="288637" y="38485"/>
                    </a:lnTo>
                    <a:lnTo>
                      <a:pt x="295634" y="40234"/>
                    </a:lnTo>
                    <a:lnTo>
                      <a:pt x="297383" y="41984"/>
                    </a:lnTo>
                    <a:lnTo>
                      <a:pt x="320124" y="64725"/>
                    </a:lnTo>
                    <a:lnTo>
                      <a:pt x="325372" y="69973"/>
                    </a:lnTo>
                    <a:lnTo>
                      <a:pt x="328871" y="78719"/>
                    </a:lnTo>
                    <a:lnTo>
                      <a:pt x="325372" y="85716"/>
                    </a:lnTo>
                    <a:lnTo>
                      <a:pt x="323623" y="92714"/>
                    </a:lnTo>
                    <a:lnTo>
                      <a:pt x="302631" y="124201"/>
                    </a:lnTo>
                    <a:lnTo>
                      <a:pt x="311378" y="138196"/>
                    </a:lnTo>
                    <a:lnTo>
                      <a:pt x="346364" y="143444"/>
                    </a:lnTo>
                    <a:lnTo>
                      <a:pt x="351612" y="148692"/>
                    </a:lnTo>
                    <a:lnTo>
                      <a:pt x="358609" y="153940"/>
                    </a:lnTo>
                    <a:lnTo>
                      <a:pt x="360358" y="159188"/>
                    </a:lnTo>
                    <a:lnTo>
                      <a:pt x="363857" y="166185"/>
                    </a:lnTo>
                    <a:lnTo>
                      <a:pt x="363857" y="197672"/>
                    </a:lnTo>
                    <a:lnTo>
                      <a:pt x="360358" y="206419"/>
                    </a:lnTo>
                    <a:lnTo>
                      <a:pt x="358609" y="211667"/>
                    </a:lnTo>
                    <a:lnTo>
                      <a:pt x="351612" y="216915"/>
                    </a:lnTo>
                    <a:lnTo>
                      <a:pt x="346364" y="220414"/>
                    </a:lnTo>
                    <a:lnTo>
                      <a:pt x="311378" y="227411"/>
                    </a:lnTo>
                    <a:lnTo>
                      <a:pt x="302631" y="241405"/>
                    </a:lnTo>
                    <a:lnTo>
                      <a:pt x="323623" y="272893"/>
                    </a:lnTo>
                    <a:lnTo>
                      <a:pt x="325372" y="278141"/>
                    </a:lnTo>
                    <a:lnTo>
                      <a:pt x="328871" y="285138"/>
                    </a:lnTo>
                    <a:lnTo>
                      <a:pt x="325372" y="292135"/>
                    </a:lnTo>
                    <a:lnTo>
                      <a:pt x="320124" y="300882"/>
                    </a:lnTo>
                    <a:lnTo>
                      <a:pt x="297383" y="323623"/>
                    </a:lnTo>
                    <a:lnTo>
                      <a:pt x="295634" y="325372"/>
                    </a:lnTo>
                    <a:lnTo>
                      <a:pt x="288637" y="328871"/>
                    </a:lnTo>
                    <a:lnTo>
                      <a:pt x="283389" y="328871"/>
                    </a:lnTo>
                    <a:lnTo>
                      <a:pt x="278141" y="328871"/>
                    </a:lnTo>
                    <a:lnTo>
                      <a:pt x="271144" y="325372"/>
                    </a:lnTo>
                    <a:lnTo>
                      <a:pt x="239656" y="306130"/>
                    </a:lnTo>
                    <a:lnTo>
                      <a:pt x="227411" y="309628"/>
                    </a:lnTo>
                    <a:lnTo>
                      <a:pt x="220413" y="346364"/>
                    </a:lnTo>
                    <a:lnTo>
                      <a:pt x="216915" y="353361"/>
                    </a:lnTo>
                    <a:lnTo>
                      <a:pt x="211667" y="358609"/>
                    </a:lnTo>
                    <a:lnTo>
                      <a:pt x="204670" y="363857"/>
                    </a:lnTo>
                    <a:lnTo>
                      <a:pt x="197672" y="363857"/>
                    </a:lnTo>
                    <a:lnTo>
                      <a:pt x="166185" y="363857"/>
                    </a:lnTo>
                    <a:lnTo>
                      <a:pt x="159188" y="363857"/>
                    </a:lnTo>
                    <a:lnTo>
                      <a:pt x="152190" y="358609"/>
                    </a:lnTo>
                    <a:lnTo>
                      <a:pt x="146942" y="353361"/>
                    </a:lnTo>
                    <a:lnTo>
                      <a:pt x="143444" y="346364"/>
                    </a:lnTo>
                    <a:lnTo>
                      <a:pt x="136446" y="309628"/>
                    </a:lnTo>
                    <a:lnTo>
                      <a:pt x="120703" y="306130"/>
                    </a:lnTo>
                    <a:lnTo>
                      <a:pt x="94463" y="325372"/>
                    </a:lnTo>
                    <a:lnTo>
                      <a:pt x="85716" y="328871"/>
                    </a:lnTo>
                    <a:lnTo>
                      <a:pt x="80468" y="328871"/>
                    </a:lnTo>
                    <a:lnTo>
                      <a:pt x="73471" y="328871"/>
                    </a:lnTo>
                    <a:lnTo>
                      <a:pt x="68223" y="325372"/>
                    </a:lnTo>
                    <a:lnTo>
                      <a:pt x="62975" y="323623"/>
                    </a:lnTo>
                    <a:lnTo>
                      <a:pt x="43733" y="300882"/>
                    </a:lnTo>
                    <a:lnTo>
                      <a:pt x="38485" y="292135"/>
                    </a:lnTo>
                    <a:lnTo>
                      <a:pt x="34986" y="285138"/>
                    </a:lnTo>
                    <a:lnTo>
                      <a:pt x="34986" y="278141"/>
                    </a:lnTo>
                    <a:lnTo>
                      <a:pt x="40234" y="272893"/>
                    </a:lnTo>
                    <a:lnTo>
                      <a:pt x="57727" y="241405"/>
                    </a:lnTo>
                    <a:lnTo>
                      <a:pt x="54229" y="227411"/>
                    </a:lnTo>
                    <a:lnTo>
                      <a:pt x="17493" y="220414"/>
                    </a:lnTo>
                    <a:lnTo>
                      <a:pt x="10496" y="216915"/>
                    </a:lnTo>
                    <a:lnTo>
                      <a:pt x="5248" y="211667"/>
                    </a:lnTo>
                    <a:lnTo>
                      <a:pt x="0" y="206419"/>
                    </a:lnTo>
                    <a:lnTo>
                      <a:pt x="0" y="197672"/>
                    </a:lnTo>
                    <a:lnTo>
                      <a:pt x="0" y="166185"/>
                    </a:lnTo>
                    <a:lnTo>
                      <a:pt x="0" y="159188"/>
                    </a:lnTo>
                    <a:lnTo>
                      <a:pt x="5248" y="153940"/>
                    </a:lnTo>
                    <a:lnTo>
                      <a:pt x="10496" y="148692"/>
                    </a:lnTo>
                    <a:lnTo>
                      <a:pt x="17493" y="143444"/>
                    </a:lnTo>
                    <a:lnTo>
                      <a:pt x="54229" y="138196"/>
                    </a:lnTo>
                    <a:lnTo>
                      <a:pt x="57727" y="124201"/>
                    </a:lnTo>
                    <a:lnTo>
                      <a:pt x="40234" y="92714"/>
                    </a:lnTo>
                    <a:lnTo>
                      <a:pt x="34986" y="85716"/>
                    </a:lnTo>
                    <a:lnTo>
                      <a:pt x="34986" y="78719"/>
                    </a:lnTo>
                    <a:lnTo>
                      <a:pt x="38485" y="69973"/>
                    </a:lnTo>
                    <a:lnTo>
                      <a:pt x="43733" y="64725"/>
                    </a:lnTo>
                    <a:lnTo>
                      <a:pt x="62975" y="41984"/>
                    </a:lnTo>
                    <a:lnTo>
                      <a:pt x="68223" y="40234"/>
                    </a:lnTo>
                    <a:lnTo>
                      <a:pt x="73471" y="38485"/>
                    </a:lnTo>
                    <a:lnTo>
                      <a:pt x="80468" y="38485"/>
                    </a:lnTo>
                    <a:lnTo>
                      <a:pt x="85716" y="38485"/>
                    </a:lnTo>
                    <a:lnTo>
                      <a:pt x="94463" y="40234"/>
                    </a:lnTo>
                    <a:lnTo>
                      <a:pt x="120703" y="61226"/>
                    </a:lnTo>
                    <a:lnTo>
                      <a:pt x="136446" y="52480"/>
                    </a:lnTo>
                    <a:lnTo>
                      <a:pt x="143444" y="19243"/>
                    </a:lnTo>
                    <a:lnTo>
                      <a:pt x="146942" y="12245"/>
                    </a:lnTo>
                    <a:lnTo>
                      <a:pt x="152190" y="5248"/>
                    </a:lnTo>
                    <a:lnTo>
                      <a:pt x="159188" y="1749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  <a:prstDash val="solid"/>
                <a:round/>
              </a:ln>
            </p:spPr>
            <p:txBody>
              <a:bodyPr wrap="square" lIns="91440" tIns="45720" rIns="91440" bIns="45720" anchor="ctr" anchorCtr="0">
                <a:noAutofit/>
              </a:bodyPr>
              <a:lstStyle/>
              <a:p>
                <a:pPr algn="ctr"/>
              </a:p>
            </p:txBody>
          </p:sp>
          <p:grpSp>
            <p:nvGrpSpPr>
              <p:cNvPr id="27" name="组合 26" descr="34c82036-f5b1-4e95-8e37-4fbc04c3328e"/>
              <p:cNvGrpSpPr/>
              <p:nvPr/>
            </p:nvGrpSpPr>
            <p:grpSpPr>
              <a:xfrm>
                <a:off x="2650529" y="3977543"/>
                <a:ext cx="8868370" cy="885380"/>
                <a:chOff x="2650529" y="3977543"/>
                <a:chExt cx="8868370" cy="885380"/>
              </a:xfrm>
            </p:grpSpPr>
            <p:sp>
              <p:nvSpPr>
                <p:cNvPr id="17" name="Bullet3" descr="99da4833-095e-4e19-afa8-1219c6a59fee"/>
                <p:cNvSpPr/>
                <p:nvPr/>
              </p:nvSpPr>
              <p:spPr bwMode="auto">
                <a:xfrm>
                  <a:off x="2650529" y="3977543"/>
                  <a:ext cx="4472584" cy="885380"/>
                </a:xfrm>
                <a:prstGeom prst="homePlate">
                  <a:avLst/>
                </a:prstGeom>
                <a:solidFill>
                  <a:schemeClr val="bg1">
                    <a:lumMod val="95000"/>
                  </a:schemeClr>
                </a:solidFill>
                <a:ln w="0">
                  <a:noFill/>
                  <a:prstDash val="solid"/>
                  <a:miter lim="800000"/>
                </a:ln>
              </p:spPr>
              <p:txBody>
                <a:bodyPr wrap="square" lIns="91440" tIns="45720" rIns="91440" bIns="45720" anchor="ctr" anchorCtr="0">
                  <a:normAutofit/>
                </a:bodyPr>
                <a:lstStyle/>
                <a:p>
                  <a:pPr algn="ctr"/>
                  <a:r>
                    <a:rPr lang="en-US" sz="1800" b="1" i="0" u="none">
                      <a:solidFill>
                        <a:srgbClr val="FFFFFF"/>
                      </a:solidFill>
                      <a:ea typeface="微软雅黑" panose="020B0503020204020204" charset="-122"/>
                    </a:rPr>
                    <a:t>权衡决策框架</a:t>
                  </a:r>
                  <a:endPara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18" name="Text3" descr="05698561-6ae2-4e14-ab06-176a1ee700e3"/>
                <p:cNvSpPr/>
                <p:nvPr/>
              </p:nvSpPr>
              <p:spPr>
                <a:xfrm>
                  <a:off x="7123113" y="3977543"/>
                  <a:ext cx="4395786" cy="885380"/>
                </a:xfrm>
                <a:prstGeom prst="rect">
                  <a:avLst/>
                </a:prstGeom>
                <a:ln w="12700">
                  <a:miter lim="400000"/>
                </a:ln>
              </p:spPr>
              <p:txBody>
                <a:bodyPr wrap="square" lIns="91440" tIns="45720" rIns="91440" bIns="45720" anchor="ctr" anchorCtr="0">
                  <a:normAutofit/>
                </a:bodyPr>
                <a:lstStyle/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</a:pPr>
                  <a:r>
                    <a:rPr lang="en-US" sz="1200" b="0" i="0" u="none">
                      <a:solidFill>
                        <a:srgbClr val="FFFFFF"/>
                      </a:solidFill>
                      <a:latin typeface="Arial" panose="020B0604020202020204"/>
                    </a:rPr>
                    <a:t>TRADE模型提供系统化方法，明确目标、评估资源、生成方案、基于证据决策并持续监控。</a:t>
                  </a:r>
                  <a:endParaRPr lang="en-US" sz="1200" b="0" i="0" u="none">
                    <a:solidFill>
                      <a:srgbClr val="FFFFFF"/>
                    </a:solidFill>
                    <a:latin typeface="Arial" panose="020B0604020202020204"/>
                  </a:endParaRPr>
                </a:p>
              </p:txBody>
            </p:sp>
          </p:grpSp>
        </p:grpSp>
        <p:sp>
          <p:nvSpPr>
            <p:cNvPr id="20" name="íṥḷïḋe" descr="73a7bc54-9e04-4b36-a26e-6489e022fa37"/>
            <p:cNvSpPr/>
            <p:nvPr/>
          </p:nvSpPr>
          <p:spPr>
            <a:xfrm rot="16200000" flipV="1">
              <a:off x="1509891" y="4993463"/>
              <a:ext cx="1162942" cy="1118332"/>
            </a:xfrm>
            <a:prstGeom prst="parallelogram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</a:p>
          </p:txBody>
        </p:sp>
        <p:grpSp>
          <p:nvGrpSpPr>
            <p:cNvPr id="38" name="组合 37" descr="b09f8032-a6eb-4d93-8b6d-f5e3049607c2"/>
            <p:cNvGrpSpPr/>
            <p:nvPr/>
          </p:nvGrpSpPr>
          <p:grpSpPr>
            <a:xfrm>
              <a:off x="0" y="4968143"/>
              <a:ext cx="11518900" cy="1165957"/>
              <a:chOff x="0" y="4968143"/>
              <a:chExt cx="11518900" cy="1165957"/>
            </a:xfrm>
          </p:grpSpPr>
          <p:sp>
            <p:nvSpPr>
              <p:cNvPr id="19" name="Number4" descr="f94e6570-da4b-45a0-9a60-33e473a9c252"/>
              <p:cNvSpPr/>
              <p:nvPr/>
            </p:nvSpPr>
            <p:spPr bwMode="auto">
              <a:xfrm>
                <a:off x="0" y="5248720"/>
                <a:ext cx="1533784" cy="885380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  <a:prstDash val="solid"/>
                <a:miter lim="800000"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/>
                <a:r>
                  <a:rPr lang="en-US" sz="2000" b="1" i="0" u="none">
                    <a:solidFill>
                      <a:srgbClr val="000000"/>
                    </a:solidFill>
                    <a:latin typeface="Arial" panose="020B0604020202020204"/>
                  </a:rPr>
                  <a:t>04</a:t>
                </a:r>
                <a:endParaRPr lang="en-US" sz="2000" b="1" i="0" u="non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grpSp>
            <p:nvGrpSpPr>
              <p:cNvPr id="33" name="组合 32" descr="2a9bfca2-df1f-4f5b-909b-2d6aa549c8b1"/>
              <p:cNvGrpSpPr/>
              <p:nvPr/>
            </p:nvGrpSpPr>
            <p:grpSpPr>
              <a:xfrm>
                <a:off x="1879261" y="4968143"/>
                <a:ext cx="9639639" cy="894905"/>
                <a:chOff x="1879261" y="4968143"/>
                <a:chExt cx="9639639" cy="894905"/>
              </a:xfrm>
            </p:grpSpPr>
            <p:sp>
              <p:nvSpPr>
                <p:cNvPr id="21" name="Icon4" descr="4f0b7fbb-1834-4603-90d6-e2dd76758887"/>
                <p:cNvSpPr/>
                <p:nvPr/>
              </p:nvSpPr>
              <p:spPr bwMode="auto">
                <a:xfrm>
                  <a:off x="1879261" y="5347040"/>
                  <a:ext cx="424202" cy="424200"/>
                </a:xfrm>
                <a:custGeom>
                  <a:avLst/>
                  <a:gdLst>
                    <a:gd name="connsiteX0" fmla="*/ 181928 w 363857"/>
                    <a:gd name="connsiteY0" fmla="*/ 148691 h 363857"/>
                    <a:gd name="connsiteX1" fmla="*/ 171432 w 363857"/>
                    <a:gd name="connsiteY1" fmla="*/ 152190 h 363857"/>
                    <a:gd name="connsiteX2" fmla="*/ 162686 w 363857"/>
                    <a:gd name="connsiteY2" fmla="*/ 153939 h 363857"/>
                    <a:gd name="connsiteX3" fmla="*/ 153939 w 363857"/>
                    <a:gd name="connsiteY3" fmla="*/ 160936 h 363857"/>
                    <a:gd name="connsiteX4" fmla="*/ 148691 w 363857"/>
                    <a:gd name="connsiteY4" fmla="*/ 171432 h 363857"/>
                    <a:gd name="connsiteX5" fmla="*/ 146942 w 363857"/>
                    <a:gd name="connsiteY5" fmla="*/ 181928 h 363857"/>
                    <a:gd name="connsiteX6" fmla="*/ 148691 w 363857"/>
                    <a:gd name="connsiteY6" fmla="*/ 194173 h 363857"/>
                    <a:gd name="connsiteX7" fmla="*/ 153939 w 363857"/>
                    <a:gd name="connsiteY7" fmla="*/ 201171 h 363857"/>
                    <a:gd name="connsiteX8" fmla="*/ 162686 w 363857"/>
                    <a:gd name="connsiteY8" fmla="*/ 209917 h 363857"/>
                    <a:gd name="connsiteX9" fmla="*/ 171432 w 363857"/>
                    <a:gd name="connsiteY9" fmla="*/ 215165 h 363857"/>
                    <a:gd name="connsiteX10" fmla="*/ 181928 w 363857"/>
                    <a:gd name="connsiteY10" fmla="*/ 216914 h 363857"/>
                    <a:gd name="connsiteX11" fmla="*/ 192424 w 363857"/>
                    <a:gd name="connsiteY11" fmla="*/ 215165 h 363857"/>
                    <a:gd name="connsiteX12" fmla="*/ 202920 w 363857"/>
                    <a:gd name="connsiteY12" fmla="*/ 209917 h 363857"/>
                    <a:gd name="connsiteX13" fmla="*/ 209917 w 363857"/>
                    <a:gd name="connsiteY13" fmla="*/ 201171 h 363857"/>
                    <a:gd name="connsiteX14" fmla="*/ 215165 w 363857"/>
                    <a:gd name="connsiteY14" fmla="*/ 194173 h 363857"/>
                    <a:gd name="connsiteX15" fmla="*/ 215165 w 363857"/>
                    <a:gd name="connsiteY15" fmla="*/ 181928 h 363857"/>
                    <a:gd name="connsiteX16" fmla="*/ 215165 w 363857"/>
                    <a:gd name="connsiteY16" fmla="*/ 171432 h 363857"/>
                    <a:gd name="connsiteX17" fmla="*/ 209917 w 363857"/>
                    <a:gd name="connsiteY17" fmla="*/ 160936 h 363857"/>
                    <a:gd name="connsiteX18" fmla="*/ 202920 w 363857"/>
                    <a:gd name="connsiteY18" fmla="*/ 153939 h 363857"/>
                    <a:gd name="connsiteX19" fmla="*/ 192424 w 363857"/>
                    <a:gd name="connsiteY19" fmla="*/ 152190 h 363857"/>
                    <a:gd name="connsiteX20" fmla="*/ 181928 w 363857"/>
                    <a:gd name="connsiteY20" fmla="*/ 136446 h 363857"/>
                    <a:gd name="connsiteX21" fmla="*/ 204669 w 363857"/>
                    <a:gd name="connsiteY21" fmla="*/ 143443 h 363857"/>
                    <a:gd name="connsiteX22" fmla="*/ 220413 w 363857"/>
                    <a:gd name="connsiteY22" fmla="*/ 159187 h 363857"/>
                    <a:gd name="connsiteX23" fmla="*/ 227410 w 363857"/>
                    <a:gd name="connsiteY23" fmla="*/ 181928 h 363857"/>
                    <a:gd name="connsiteX24" fmla="*/ 220413 w 363857"/>
                    <a:gd name="connsiteY24" fmla="*/ 204669 h 363857"/>
                    <a:gd name="connsiteX25" fmla="*/ 204669 w 363857"/>
                    <a:gd name="connsiteY25" fmla="*/ 222162 h 363857"/>
                    <a:gd name="connsiteX26" fmla="*/ 181928 w 363857"/>
                    <a:gd name="connsiteY26" fmla="*/ 227410 h 363857"/>
                    <a:gd name="connsiteX27" fmla="*/ 159187 w 363857"/>
                    <a:gd name="connsiteY27" fmla="*/ 222162 h 363857"/>
                    <a:gd name="connsiteX28" fmla="*/ 141694 w 363857"/>
                    <a:gd name="connsiteY28" fmla="*/ 204669 h 363857"/>
                    <a:gd name="connsiteX29" fmla="*/ 136446 w 363857"/>
                    <a:gd name="connsiteY29" fmla="*/ 181928 h 363857"/>
                    <a:gd name="connsiteX30" fmla="*/ 141694 w 363857"/>
                    <a:gd name="connsiteY30" fmla="*/ 159187 h 363857"/>
                    <a:gd name="connsiteX31" fmla="*/ 159187 w 363857"/>
                    <a:gd name="connsiteY31" fmla="*/ 143443 h 363857"/>
                    <a:gd name="connsiteX32" fmla="*/ 181929 w 363857"/>
                    <a:gd name="connsiteY32" fmla="*/ 113705 h 363857"/>
                    <a:gd name="connsiteX33" fmla="*/ 153940 w 363857"/>
                    <a:gd name="connsiteY33" fmla="*/ 118953 h 363857"/>
                    <a:gd name="connsiteX34" fmla="*/ 131198 w 363857"/>
                    <a:gd name="connsiteY34" fmla="*/ 132947 h 363857"/>
                    <a:gd name="connsiteX35" fmla="*/ 118953 w 363857"/>
                    <a:gd name="connsiteY35" fmla="*/ 155688 h 363857"/>
                    <a:gd name="connsiteX36" fmla="*/ 111956 w 363857"/>
                    <a:gd name="connsiteY36" fmla="*/ 181928 h 363857"/>
                    <a:gd name="connsiteX37" fmla="*/ 118953 w 363857"/>
                    <a:gd name="connsiteY37" fmla="*/ 209917 h 363857"/>
                    <a:gd name="connsiteX38" fmla="*/ 131198 w 363857"/>
                    <a:gd name="connsiteY38" fmla="*/ 232658 h 363857"/>
                    <a:gd name="connsiteX39" fmla="*/ 153940 w 363857"/>
                    <a:gd name="connsiteY39" fmla="*/ 246652 h 363857"/>
                    <a:gd name="connsiteX40" fmla="*/ 181929 w 363857"/>
                    <a:gd name="connsiteY40" fmla="*/ 251900 h 363857"/>
                    <a:gd name="connsiteX41" fmla="*/ 209918 w 363857"/>
                    <a:gd name="connsiteY41" fmla="*/ 246652 h 363857"/>
                    <a:gd name="connsiteX42" fmla="*/ 229160 w 363857"/>
                    <a:gd name="connsiteY42" fmla="*/ 232658 h 363857"/>
                    <a:gd name="connsiteX43" fmla="*/ 244904 w 363857"/>
                    <a:gd name="connsiteY43" fmla="*/ 209917 h 363857"/>
                    <a:gd name="connsiteX44" fmla="*/ 250152 w 363857"/>
                    <a:gd name="connsiteY44" fmla="*/ 181928 h 363857"/>
                    <a:gd name="connsiteX45" fmla="*/ 244904 w 363857"/>
                    <a:gd name="connsiteY45" fmla="*/ 155688 h 363857"/>
                    <a:gd name="connsiteX46" fmla="*/ 229160 w 363857"/>
                    <a:gd name="connsiteY46" fmla="*/ 132947 h 363857"/>
                    <a:gd name="connsiteX47" fmla="*/ 209918 w 363857"/>
                    <a:gd name="connsiteY47" fmla="*/ 118953 h 363857"/>
                    <a:gd name="connsiteX48" fmla="*/ 181929 w 363857"/>
                    <a:gd name="connsiteY48" fmla="*/ 103209 h 363857"/>
                    <a:gd name="connsiteX49" fmla="*/ 211667 w 363857"/>
                    <a:gd name="connsiteY49" fmla="*/ 108457 h 363857"/>
                    <a:gd name="connsiteX50" fmla="*/ 237907 w 363857"/>
                    <a:gd name="connsiteY50" fmla="*/ 125950 h 363857"/>
                    <a:gd name="connsiteX51" fmla="*/ 255400 w 363857"/>
                    <a:gd name="connsiteY51" fmla="*/ 152190 h 363857"/>
                    <a:gd name="connsiteX52" fmla="*/ 260648 w 363857"/>
                    <a:gd name="connsiteY52" fmla="*/ 181928 h 363857"/>
                    <a:gd name="connsiteX53" fmla="*/ 255400 w 363857"/>
                    <a:gd name="connsiteY53" fmla="*/ 215165 h 363857"/>
                    <a:gd name="connsiteX54" fmla="*/ 237907 w 363857"/>
                    <a:gd name="connsiteY54" fmla="*/ 239655 h 363857"/>
                    <a:gd name="connsiteX55" fmla="*/ 211667 w 363857"/>
                    <a:gd name="connsiteY55" fmla="*/ 255399 h 363857"/>
                    <a:gd name="connsiteX56" fmla="*/ 181929 w 363857"/>
                    <a:gd name="connsiteY56" fmla="*/ 262396 h 363857"/>
                    <a:gd name="connsiteX57" fmla="*/ 152190 w 363857"/>
                    <a:gd name="connsiteY57" fmla="*/ 255399 h 363857"/>
                    <a:gd name="connsiteX58" fmla="*/ 125951 w 363857"/>
                    <a:gd name="connsiteY58" fmla="*/ 239655 h 363857"/>
                    <a:gd name="connsiteX59" fmla="*/ 108457 w 363857"/>
                    <a:gd name="connsiteY59" fmla="*/ 215165 h 363857"/>
                    <a:gd name="connsiteX60" fmla="*/ 101460 w 363857"/>
                    <a:gd name="connsiteY60" fmla="*/ 181928 h 363857"/>
                    <a:gd name="connsiteX61" fmla="*/ 108457 w 363857"/>
                    <a:gd name="connsiteY61" fmla="*/ 152190 h 363857"/>
                    <a:gd name="connsiteX62" fmla="*/ 125951 w 363857"/>
                    <a:gd name="connsiteY62" fmla="*/ 125950 h 363857"/>
                    <a:gd name="connsiteX63" fmla="*/ 152190 w 363857"/>
                    <a:gd name="connsiteY63" fmla="*/ 108457 h 363857"/>
                    <a:gd name="connsiteX64" fmla="*/ 166185 w 363857"/>
                    <a:gd name="connsiteY64" fmla="*/ 22741 h 363857"/>
                    <a:gd name="connsiteX65" fmla="*/ 159188 w 363857"/>
                    <a:gd name="connsiteY65" fmla="*/ 57727 h 363857"/>
                    <a:gd name="connsiteX66" fmla="*/ 157438 w 363857"/>
                    <a:gd name="connsiteY66" fmla="*/ 64725 h 363857"/>
                    <a:gd name="connsiteX67" fmla="*/ 152190 w 363857"/>
                    <a:gd name="connsiteY67" fmla="*/ 69973 h 363857"/>
                    <a:gd name="connsiteX68" fmla="*/ 143444 w 363857"/>
                    <a:gd name="connsiteY68" fmla="*/ 75221 h 363857"/>
                    <a:gd name="connsiteX69" fmla="*/ 131199 w 363857"/>
                    <a:gd name="connsiteY69" fmla="*/ 80469 h 363857"/>
                    <a:gd name="connsiteX70" fmla="*/ 125951 w 363857"/>
                    <a:gd name="connsiteY70" fmla="*/ 83967 h 363857"/>
                    <a:gd name="connsiteX71" fmla="*/ 120703 w 363857"/>
                    <a:gd name="connsiteY71" fmla="*/ 83967 h 363857"/>
                    <a:gd name="connsiteX72" fmla="*/ 117204 w 363857"/>
                    <a:gd name="connsiteY72" fmla="*/ 80469 h 363857"/>
                    <a:gd name="connsiteX73" fmla="*/ 108457 w 363857"/>
                    <a:gd name="connsiteY73" fmla="*/ 78719 h 363857"/>
                    <a:gd name="connsiteX74" fmla="*/ 80468 w 363857"/>
                    <a:gd name="connsiteY74" fmla="*/ 61226 h 363857"/>
                    <a:gd name="connsiteX75" fmla="*/ 57727 w 363857"/>
                    <a:gd name="connsiteY75" fmla="*/ 80469 h 363857"/>
                    <a:gd name="connsiteX76" fmla="*/ 78719 w 363857"/>
                    <a:gd name="connsiteY76" fmla="*/ 110207 h 363857"/>
                    <a:gd name="connsiteX77" fmla="*/ 80468 w 363857"/>
                    <a:gd name="connsiteY77" fmla="*/ 118953 h 363857"/>
                    <a:gd name="connsiteX78" fmla="*/ 80468 w 363857"/>
                    <a:gd name="connsiteY78" fmla="*/ 125951 h 363857"/>
                    <a:gd name="connsiteX79" fmla="*/ 78719 w 363857"/>
                    <a:gd name="connsiteY79" fmla="*/ 132948 h 363857"/>
                    <a:gd name="connsiteX80" fmla="*/ 73471 w 363857"/>
                    <a:gd name="connsiteY80" fmla="*/ 146942 h 363857"/>
                    <a:gd name="connsiteX81" fmla="*/ 71722 w 363857"/>
                    <a:gd name="connsiteY81" fmla="*/ 152190 h 363857"/>
                    <a:gd name="connsiteX82" fmla="*/ 66474 w 363857"/>
                    <a:gd name="connsiteY82" fmla="*/ 155689 h 363857"/>
                    <a:gd name="connsiteX83" fmla="*/ 57727 w 363857"/>
                    <a:gd name="connsiteY83" fmla="*/ 160937 h 363857"/>
                    <a:gd name="connsiteX84" fmla="*/ 22741 w 363857"/>
                    <a:gd name="connsiteY84" fmla="*/ 166185 h 363857"/>
                    <a:gd name="connsiteX85" fmla="*/ 22741 w 363857"/>
                    <a:gd name="connsiteY85" fmla="*/ 197672 h 363857"/>
                    <a:gd name="connsiteX86" fmla="*/ 57727 w 363857"/>
                    <a:gd name="connsiteY86" fmla="*/ 204670 h 363857"/>
                    <a:gd name="connsiteX87" fmla="*/ 66474 w 363857"/>
                    <a:gd name="connsiteY87" fmla="*/ 206419 h 363857"/>
                    <a:gd name="connsiteX88" fmla="*/ 71722 w 363857"/>
                    <a:gd name="connsiteY88" fmla="*/ 211667 h 363857"/>
                    <a:gd name="connsiteX89" fmla="*/ 73471 w 363857"/>
                    <a:gd name="connsiteY89" fmla="*/ 220414 h 363857"/>
                    <a:gd name="connsiteX90" fmla="*/ 78719 w 363857"/>
                    <a:gd name="connsiteY90" fmla="*/ 232659 h 363857"/>
                    <a:gd name="connsiteX91" fmla="*/ 80468 w 363857"/>
                    <a:gd name="connsiteY91" fmla="*/ 239656 h 363857"/>
                    <a:gd name="connsiteX92" fmla="*/ 80468 w 363857"/>
                    <a:gd name="connsiteY92" fmla="*/ 246653 h 363857"/>
                    <a:gd name="connsiteX93" fmla="*/ 78719 w 363857"/>
                    <a:gd name="connsiteY93" fmla="*/ 255400 h 363857"/>
                    <a:gd name="connsiteX94" fmla="*/ 57727 w 363857"/>
                    <a:gd name="connsiteY94" fmla="*/ 285138 h 363857"/>
                    <a:gd name="connsiteX95" fmla="*/ 80468 w 363857"/>
                    <a:gd name="connsiteY95" fmla="*/ 306130 h 363857"/>
                    <a:gd name="connsiteX96" fmla="*/ 108457 w 363857"/>
                    <a:gd name="connsiteY96" fmla="*/ 285138 h 363857"/>
                    <a:gd name="connsiteX97" fmla="*/ 117204 w 363857"/>
                    <a:gd name="connsiteY97" fmla="*/ 283389 h 363857"/>
                    <a:gd name="connsiteX98" fmla="*/ 120703 w 363857"/>
                    <a:gd name="connsiteY98" fmla="*/ 283389 h 363857"/>
                    <a:gd name="connsiteX99" fmla="*/ 125951 w 363857"/>
                    <a:gd name="connsiteY99" fmla="*/ 283389 h 363857"/>
                    <a:gd name="connsiteX100" fmla="*/ 131199 w 363857"/>
                    <a:gd name="connsiteY100" fmla="*/ 285138 h 363857"/>
                    <a:gd name="connsiteX101" fmla="*/ 143444 w 363857"/>
                    <a:gd name="connsiteY101" fmla="*/ 290386 h 363857"/>
                    <a:gd name="connsiteX102" fmla="*/ 152190 w 363857"/>
                    <a:gd name="connsiteY102" fmla="*/ 292135 h 363857"/>
                    <a:gd name="connsiteX103" fmla="*/ 157438 w 363857"/>
                    <a:gd name="connsiteY103" fmla="*/ 300882 h 363857"/>
                    <a:gd name="connsiteX104" fmla="*/ 159188 w 363857"/>
                    <a:gd name="connsiteY104" fmla="*/ 307879 h 363857"/>
                    <a:gd name="connsiteX105" fmla="*/ 166185 w 363857"/>
                    <a:gd name="connsiteY105" fmla="*/ 341116 h 363857"/>
                    <a:gd name="connsiteX106" fmla="*/ 197672 w 363857"/>
                    <a:gd name="connsiteY106" fmla="*/ 341116 h 363857"/>
                    <a:gd name="connsiteX107" fmla="*/ 204670 w 363857"/>
                    <a:gd name="connsiteY107" fmla="*/ 307879 h 363857"/>
                    <a:gd name="connsiteX108" fmla="*/ 208168 w 363857"/>
                    <a:gd name="connsiteY108" fmla="*/ 300882 h 363857"/>
                    <a:gd name="connsiteX109" fmla="*/ 211667 w 363857"/>
                    <a:gd name="connsiteY109" fmla="*/ 292135 h 363857"/>
                    <a:gd name="connsiteX110" fmla="*/ 220413 w 363857"/>
                    <a:gd name="connsiteY110" fmla="*/ 290386 h 363857"/>
                    <a:gd name="connsiteX111" fmla="*/ 229160 w 363857"/>
                    <a:gd name="connsiteY111" fmla="*/ 285138 h 363857"/>
                    <a:gd name="connsiteX112" fmla="*/ 234408 w 363857"/>
                    <a:gd name="connsiteY112" fmla="*/ 283389 h 363857"/>
                    <a:gd name="connsiteX113" fmla="*/ 239656 w 363857"/>
                    <a:gd name="connsiteY113" fmla="*/ 283389 h 363857"/>
                    <a:gd name="connsiteX114" fmla="*/ 248402 w 363857"/>
                    <a:gd name="connsiteY114" fmla="*/ 283389 h 363857"/>
                    <a:gd name="connsiteX115" fmla="*/ 251901 w 363857"/>
                    <a:gd name="connsiteY115" fmla="*/ 285138 h 363857"/>
                    <a:gd name="connsiteX116" fmla="*/ 283389 w 363857"/>
                    <a:gd name="connsiteY116" fmla="*/ 306130 h 363857"/>
                    <a:gd name="connsiteX117" fmla="*/ 306130 w 363857"/>
                    <a:gd name="connsiteY117" fmla="*/ 285138 h 363857"/>
                    <a:gd name="connsiteX118" fmla="*/ 285138 w 363857"/>
                    <a:gd name="connsiteY118" fmla="*/ 255400 h 363857"/>
                    <a:gd name="connsiteX119" fmla="*/ 283389 w 363857"/>
                    <a:gd name="connsiteY119" fmla="*/ 246653 h 363857"/>
                    <a:gd name="connsiteX120" fmla="*/ 279890 w 363857"/>
                    <a:gd name="connsiteY120" fmla="*/ 239656 h 363857"/>
                    <a:gd name="connsiteX121" fmla="*/ 283389 w 363857"/>
                    <a:gd name="connsiteY121" fmla="*/ 232659 h 363857"/>
                    <a:gd name="connsiteX122" fmla="*/ 288637 w 363857"/>
                    <a:gd name="connsiteY122" fmla="*/ 220414 h 363857"/>
                    <a:gd name="connsiteX123" fmla="*/ 293885 w 363857"/>
                    <a:gd name="connsiteY123" fmla="*/ 211667 h 363857"/>
                    <a:gd name="connsiteX124" fmla="*/ 297383 w 363857"/>
                    <a:gd name="connsiteY124" fmla="*/ 206419 h 363857"/>
                    <a:gd name="connsiteX125" fmla="*/ 306130 w 363857"/>
                    <a:gd name="connsiteY125" fmla="*/ 204670 h 363857"/>
                    <a:gd name="connsiteX126" fmla="*/ 341116 w 363857"/>
                    <a:gd name="connsiteY126" fmla="*/ 197672 h 363857"/>
                    <a:gd name="connsiteX127" fmla="*/ 341116 w 363857"/>
                    <a:gd name="connsiteY127" fmla="*/ 166185 h 363857"/>
                    <a:gd name="connsiteX128" fmla="*/ 306130 w 363857"/>
                    <a:gd name="connsiteY128" fmla="*/ 159188 h 363857"/>
                    <a:gd name="connsiteX129" fmla="*/ 297383 w 363857"/>
                    <a:gd name="connsiteY129" fmla="*/ 155689 h 363857"/>
                    <a:gd name="connsiteX130" fmla="*/ 293885 w 363857"/>
                    <a:gd name="connsiteY130" fmla="*/ 152190 h 363857"/>
                    <a:gd name="connsiteX131" fmla="*/ 288637 w 363857"/>
                    <a:gd name="connsiteY131" fmla="*/ 146942 h 363857"/>
                    <a:gd name="connsiteX132" fmla="*/ 283389 w 363857"/>
                    <a:gd name="connsiteY132" fmla="*/ 132948 h 363857"/>
                    <a:gd name="connsiteX133" fmla="*/ 279890 w 363857"/>
                    <a:gd name="connsiteY133" fmla="*/ 125951 h 363857"/>
                    <a:gd name="connsiteX134" fmla="*/ 283389 w 363857"/>
                    <a:gd name="connsiteY134" fmla="*/ 118953 h 363857"/>
                    <a:gd name="connsiteX135" fmla="*/ 285138 w 363857"/>
                    <a:gd name="connsiteY135" fmla="*/ 110207 h 363857"/>
                    <a:gd name="connsiteX136" fmla="*/ 306130 w 363857"/>
                    <a:gd name="connsiteY136" fmla="*/ 80469 h 363857"/>
                    <a:gd name="connsiteX137" fmla="*/ 283389 w 363857"/>
                    <a:gd name="connsiteY137" fmla="*/ 61226 h 363857"/>
                    <a:gd name="connsiteX138" fmla="*/ 251901 w 363857"/>
                    <a:gd name="connsiteY138" fmla="*/ 78719 h 363857"/>
                    <a:gd name="connsiteX139" fmla="*/ 248402 w 363857"/>
                    <a:gd name="connsiteY139" fmla="*/ 80469 h 363857"/>
                    <a:gd name="connsiteX140" fmla="*/ 239656 w 363857"/>
                    <a:gd name="connsiteY140" fmla="*/ 83967 h 363857"/>
                    <a:gd name="connsiteX141" fmla="*/ 234408 w 363857"/>
                    <a:gd name="connsiteY141" fmla="*/ 83967 h 363857"/>
                    <a:gd name="connsiteX142" fmla="*/ 229160 w 363857"/>
                    <a:gd name="connsiteY142" fmla="*/ 80469 h 363857"/>
                    <a:gd name="connsiteX143" fmla="*/ 220413 w 363857"/>
                    <a:gd name="connsiteY143" fmla="*/ 75221 h 363857"/>
                    <a:gd name="connsiteX144" fmla="*/ 211667 w 363857"/>
                    <a:gd name="connsiteY144" fmla="*/ 69973 h 363857"/>
                    <a:gd name="connsiteX145" fmla="*/ 208168 w 363857"/>
                    <a:gd name="connsiteY145" fmla="*/ 64725 h 363857"/>
                    <a:gd name="connsiteX146" fmla="*/ 204670 w 363857"/>
                    <a:gd name="connsiteY146" fmla="*/ 57727 h 363857"/>
                    <a:gd name="connsiteX147" fmla="*/ 197672 w 363857"/>
                    <a:gd name="connsiteY147" fmla="*/ 22741 h 363857"/>
                    <a:gd name="connsiteX148" fmla="*/ 166185 w 363857"/>
                    <a:gd name="connsiteY148" fmla="*/ 0 h 363857"/>
                    <a:gd name="connsiteX149" fmla="*/ 197672 w 363857"/>
                    <a:gd name="connsiteY149" fmla="*/ 0 h 363857"/>
                    <a:gd name="connsiteX150" fmla="*/ 204670 w 363857"/>
                    <a:gd name="connsiteY150" fmla="*/ 1749 h 363857"/>
                    <a:gd name="connsiteX151" fmla="*/ 211667 w 363857"/>
                    <a:gd name="connsiteY151" fmla="*/ 5248 h 363857"/>
                    <a:gd name="connsiteX152" fmla="*/ 216915 w 363857"/>
                    <a:gd name="connsiteY152" fmla="*/ 12245 h 363857"/>
                    <a:gd name="connsiteX153" fmla="*/ 220413 w 363857"/>
                    <a:gd name="connsiteY153" fmla="*/ 19243 h 363857"/>
                    <a:gd name="connsiteX154" fmla="*/ 227411 w 363857"/>
                    <a:gd name="connsiteY154" fmla="*/ 52480 h 363857"/>
                    <a:gd name="connsiteX155" fmla="*/ 239656 w 363857"/>
                    <a:gd name="connsiteY155" fmla="*/ 61226 h 363857"/>
                    <a:gd name="connsiteX156" fmla="*/ 271144 w 363857"/>
                    <a:gd name="connsiteY156" fmla="*/ 40234 h 363857"/>
                    <a:gd name="connsiteX157" fmla="*/ 278141 w 363857"/>
                    <a:gd name="connsiteY157" fmla="*/ 38485 h 363857"/>
                    <a:gd name="connsiteX158" fmla="*/ 283389 w 363857"/>
                    <a:gd name="connsiteY158" fmla="*/ 38485 h 363857"/>
                    <a:gd name="connsiteX159" fmla="*/ 288637 w 363857"/>
                    <a:gd name="connsiteY159" fmla="*/ 38485 h 363857"/>
                    <a:gd name="connsiteX160" fmla="*/ 295634 w 363857"/>
                    <a:gd name="connsiteY160" fmla="*/ 40234 h 363857"/>
                    <a:gd name="connsiteX161" fmla="*/ 297383 w 363857"/>
                    <a:gd name="connsiteY161" fmla="*/ 41984 h 363857"/>
                    <a:gd name="connsiteX162" fmla="*/ 320124 w 363857"/>
                    <a:gd name="connsiteY162" fmla="*/ 64725 h 363857"/>
                    <a:gd name="connsiteX163" fmla="*/ 325372 w 363857"/>
                    <a:gd name="connsiteY163" fmla="*/ 69973 h 363857"/>
                    <a:gd name="connsiteX164" fmla="*/ 328871 w 363857"/>
                    <a:gd name="connsiteY164" fmla="*/ 78719 h 363857"/>
                    <a:gd name="connsiteX165" fmla="*/ 325372 w 363857"/>
                    <a:gd name="connsiteY165" fmla="*/ 85716 h 363857"/>
                    <a:gd name="connsiteX166" fmla="*/ 323623 w 363857"/>
                    <a:gd name="connsiteY166" fmla="*/ 92714 h 363857"/>
                    <a:gd name="connsiteX167" fmla="*/ 302631 w 363857"/>
                    <a:gd name="connsiteY167" fmla="*/ 124201 h 363857"/>
                    <a:gd name="connsiteX168" fmla="*/ 311378 w 363857"/>
                    <a:gd name="connsiteY168" fmla="*/ 138196 h 363857"/>
                    <a:gd name="connsiteX169" fmla="*/ 346364 w 363857"/>
                    <a:gd name="connsiteY169" fmla="*/ 143444 h 363857"/>
                    <a:gd name="connsiteX170" fmla="*/ 351612 w 363857"/>
                    <a:gd name="connsiteY170" fmla="*/ 148692 h 363857"/>
                    <a:gd name="connsiteX171" fmla="*/ 358609 w 363857"/>
                    <a:gd name="connsiteY171" fmla="*/ 153940 h 363857"/>
                    <a:gd name="connsiteX172" fmla="*/ 360358 w 363857"/>
                    <a:gd name="connsiteY172" fmla="*/ 159188 h 363857"/>
                    <a:gd name="connsiteX173" fmla="*/ 363857 w 363857"/>
                    <a:gd name="connsiteY173" fmla="*/ 166185 h 363857"/>
                    <a:gd name="connsiteX174" fmla="*/ 363857 w 363857"/>
                    <a:gd name="connsiteY174" fmla="*/ 197672 h 363857"/>
                    <a:gd name="connsiteX175" fmla="*/ 360358 w 363857"/>
                    <a:gd name="connsiteY175" fmla="*/ 206419 h 363857"/>
                    <a:gd name="connsiteX176" fmla="*/ 358609 w 363857"/>
                    <a:gd name="connsiteY176" fmla="*/ 211667 h 363857"/>
                    <a:gd name="connsiteX177" fmla="*/ 351612 w 363857"/>
                    <a:gd name="connsiteY177" fmla="*/ 216915 h 363857"/>
                    <a:gd name="connsiteX178" fmla="*/ 346364 w 363857"/>
                    <a:gd name="connsiteY178" fmla="*/ 220414 h 363857"/>
                    <a:gd name="connsiteX179" fmla="*/ 311378 w 363857"/>
                    <a:gd name="connsiteY179" fmla="*/ 227411 h 363857"/>
                    <a:gd name="connsiteX180" fmla="*/ 302631 w 363857"/>
                    <a:gd name="connsiteY180" fmla="*/ 241405 h 363857"/>
                    <a:gd name="connsiteX181" fmla="*/ 323623 w 363857"/>
                    <a:gd name="connsiteY181" fmla="*/ 272893 h 363857"/>
                    <a:gd name="connsiteX182" fmla="*/ 325372 w 363857"/>
                    <a:gd name="connsiteY182" fmla="*/ 278141 h 363857"/>
                    <a:gd name="connsiteX183" fmla="*/ 328871 w 363857"/>
                    <a:gd name="connsiteY183" fmla="*/ 285138 h 363857"/>
                    <a:gd name="connsiteX184" fmla="*/ 325372 w 363857"/>
                    <a:gd name="connsiteY184" fmla="*/ 292135 h 363857"/>
                    <a:gd name="connsiteX185" fmla="*/ 320124 w 363857"/>
                    <a:gd name="connsiteY185" fmla="*/ 300882 h 363857"/>
                    <a:gd name="connsiteX186" fmla="*/ 297383 w 363857"/>
                    <a:gd name="connsiteY186" fmla="*/ 323623 h 363857"/>
                    <a:gd name="connsiteX187" fmla="*/ 295634 w 363857"/>
                    <a:gd name="connsiteY187" fmla="*/ 325372 h 363857"/>
                    <a:gd name="connsiteX188" fmla="*/ 288637 w 363857"/>
                    <a:gd name="connsiteY188" fmla="*/ 328871 h 363857"/>
                    <a:gd name="connsiteX189" fmla="*/ 283389 w 363857"/>
                    <a:gd name="connsiteY189" fmla="*/ 328871 h 363857"/>
                    <a:gd name="connsiteX190" fmla="*/ 278141 w 363857"/>
                    <a:gd name="connsiteY190" fmla="*/ 328871 h 363857"/>
                    <a:gd name="connsiteX191" fmla="*/ 271144 w 363857"/>
                    <a:gd name="connsiteY191" fmla="*/ 325372 h 363857"/>
                    <a:gd name="connsiteX192" fmla="*/ 239656 w 363857"/>
                    <a:gd name="connsiteY192" fmla="*/ 306130 h 363857"/>
                    <a:gd name="connsiteX193" fmla="*/ 227411 w 363857"/>
                    <a:gd name="connsiteY193" fmla="*/ 309628 h 363857"/>
                    <a:gd name="connsiteX194" fmla="*/ 220413 w 363857"/>
                    <a:gd name="connsiteY194" fmla="*/ 346364 h 363857"/>
                    <a:gd name="connsiteX195" fmla="*/ 216915 w 363857"/>
                    <a:gd name="connsiteY195" fmla="*/ 353361 h 363857"/>
                    <a:gd name="connsiteX196" fmla="*/ 211667 w 363857"/>
                    <a:gd name="connsiteY196" fmla="*/ 358609 h 363857"/>
                    <a:gd name="connsiteX197" fmla="*/ 204670 w 363857"/>
                    <a:gd name="connsiteY197" fmla="*/ 363857 h 363857"/>
                    <a:gd name="connsiteX198" fmla="*/ 197672 w 363857"/>
                    <a:gd name="connsiteY198" fmla="*/ 363857 h 363857"/>
                    <a:gd name="connsiteX199" fmla="*/ 166185 w 363857"/>
                    <a:gd name="connsiteY199" fmla="*/ 363857 h 363857"/>
                    <a:gd name="connsiteX200" fmla="*/ 159188 w 363857"/>
                    <a:gd name="connsiteY200" fmla="*/ 363857 h 363857"/>
                    <a:gd name="connsiteX201" fmla="*/ 152190 w 363857"/>
                    <a:gd name="connsiteY201" fmla="*/ 358609 h 363857"/>
                    <a:gd name="connsiteX202" fmla="*/ 146942 w 363857"/>
                    <a:gd name="connsiteY202" fmla="*/ 353361 h 363857"/>
                    <a:gd name="connsiteX203" fmla="*/ 143444 w 363857"/>
                    <a:gd name="connsiteY203" fmla="*/ 346364 h 363857"/>
                    <a:gd name="connsiteX204" fmla="*/ 136446 w 363857"/>
                    <a:gd name="connsiteY204" fmla="*/ 309628 h 363857"/>
                    <a:gd name="connsiteX205" fmla="*/ 120703 w 363857"/>
                    <a:gd name="connsiteY205" fmla="*/ 306130 h 363857"/>
                    <a:gd name="connsiteX206" fmla="*/ 94463 w 363857"/>
                    <a:gd name="connsiteY206" fmla="*/ 325372 h 363857"/>
                    <a:gd name="connsiteX207" fmla="*/ 85716 w 363857"/>
                    <a:gd name="connsiteY207" fmla="*/ 328871 h 363857"/>
                    <a:gd name="connsiteX208" fmla="*/ 80468 w 363857"/>
                    <a:gd name="connsiteY208" fmla="*/ 328871 h 363857"/>
                    <a:gd name="connsiteX209" fmla="*/ 73471 w 363857"/>
                    <a:gd name="connsiteY209" fmla="*/ 328871 h 363857"/>
                    <a:gd name="connsiteX210" fmla="*/ 68223 w 363857"/>
                    <a:gd name="connsiteY210" fmla="*/ 325372 h 363857"/>
                    <a:gd name="connsiteX211" fmla="*/ 62975 w 363857"/>
                    <a:gd name="connsiteY211" fmla="*/ 323623 h 363857"/>
                    <a:gd name="connsiteX212" fmla="*/ 43733 w 363857"/>
                    <a:gd name="connsiteY212" fmla="*/ 300882 h 363857"/>
                    <a:gd name="connsiteX213" fmla="*/ 38485 w 363857"/>
                    <a:gd name="connsiteY213" fmla="*/ 292135 h 363857"/>
                    <a:gd name="connsiteX214" fmla="*/ 34986 w 363857"/>
                    <a:gd name="connsiteY214" fmla="*/ 285138 h 363857"/>
                    <a:gd name="connsiteX215" fmla="*/ 34986 w 363857"/>
                    <a:gd name="connsiteY215" fmla="*/ 278141 h 363857"/>
                    <a:gd name="connsiteX216" fmla="*/ 40234 w 363857"/>
                    <a:gd name="connsiteY216" fmla="*/ 272893 h 363857"/>
                    <a:gd name="connsiteX217" fmla="*/ 57727 w 363857"/>
                    <a:gd name="connsiteY217" fmla="*/ 241405 h 363857"/>
                    <a:gd name="connsiteX218" fmla="*/ 54229 w 363857"/>
                    <a:gd name="connsiteY218" fmla="*/ 227411 h 363857"/>
                    <a:gd name="connsiteX219" fmla="*/ 17493 w 363857"/>
                    <a:gd name="connsiteY219" fmla="*/ 220414 h 363857"/>
                    <a:gd name="connsiteX220" fmla="*/ 10496 w 363857"/>
                    <a:gd name="connsiteY220" fmla="*/ 216915 h 363857"/>
                    <a:gd name="connsiteX221" fmla="*/ 5248 w 363857"/>
                    <a:gd name="connsiteY221" fmla="*/ 211667 h 363857"/>
                    <a:gd name="connsiteX222" fmla="*/ 0 w 363857"/>
                    <a:gd name="connsiteY222" fmla="*/ 206419 h 363857"/>
                    <a:gd name="connsiteX223" fmla="*/ 0 w 363857"/>
                    <a:gd name="connsiteY223" fmla="*/ 197672 h 363857"/>
                    <a:gd name="connsiteX224" fmla="*/ 0 w 363857"/>
                    <a:gd name="connsiteY224" fmla="*/ 166185 h 363857"/>
                    <a:gd name="connsiteX225" fmla="*/ 0 w 363857"/>
                    <a:gd name="connsiteY225" fmla="*/ 159188 h 363857"/>
                    <a:gd name="connsiteX226" fmla="*/ 5248 w 363857"/>
                    <a:gd name="connsiteY226" fmla="*/ 153940 h 363857"/>
                    <a:gd name="connsiteX227" fmla="*/ 10496 w 363857"/>
                    <a:gd name="connsiteY227" fmla="*/ 148692 h 363857"/>
                    <a:gd name="connsiteX228" fmla="*/ 17493 w 363857"/>
                    <a:gd name="connsiteY228" fmla="*/ 143444 h 363857"/>
                    <a:gd name="connsiteX229" fmla="*/ 54229 w 363857"/>
                    <a:gd name="connsiteY229" fmla="*/ 138196 h 363857"/>
                    <a:gd name="connsiteX230" fmla="*/ 57727 w 363857"/>
                    <a:gd name="connsiteY230" fmla="*/ 124201 h 363857"/>
                    <a:gd name="connsiteX231" fmla="*/ 40234 w 363857"/>
                    <a:gd name="connsiteY231" fmla="*/ 92714 h 363857"/>
                    <a:gd name="connsiteX232" fmla="*/ 34986 w 363857"/>
                    <a:gd name="connsiteY232" fmla="*/ 85716 h 363857"/>
                    <a:gd name="connsiteX233" fmla="*/ 34986 w 363857"/>
                    <a:gd name="connsiteY233" fmla="*/ 78719 h 363857"/>
                    <a:gd name="connsiteX234" fmla="*/ 38485 w 363857"/>
                    <a:gd name="connsiteY234" fmla="*/ 69973 h 363857"/>
                    <a:gd name="connsiteX235" fmla="*/ 43733 w 363857"/>
                    <a:gd name="connsiteY235" fmla="*/ 64725 h 363857"/>
                    <a:gd name="connsiteX236" fmla="*/ 62975 w 363857"/>
                    <a:gd name="connsiteY236" fmla="*/ 41984 h 363857"/>
                    <a:gd name="connsiteX237" fmla="*/ 68223 w 363857"/>
                    <a:gd name="connsiteY237" fmla="*/ 40234 h 363857"/>
                    <a:gd name="connsiteX238" fmla="*/ 73471 w 363857"/>
                    <a:gd name="connsiteY238" fmla="*/ 38485 h 363857"/>
                    <a:gd name="connsiteX239" fmla="*/ 80468 w 363857"/>
                    <a:gd name="connsiteY239" fmla="*/ 38485 h 363857"/>
                    <a:gd name="connsiteX240" fmla="*/ 85716 w 363857"/>
                    <a:gd name="connsiteY240" fmla="*/ 38485 h 363857"/>
                    <a:gd name="connsiteX241" fmla="*/ 94463 w 363857"/>
                    <a:gd name="connsiteY241" fmla="*/ 40234 h 363857"/>
                    <a:gd name="connsiteX242" fmla="*/ 120703 w 363857"/>
                    <a:gd name="connsiteY242" fmla="*/ 61226 h 363857"/>
                    <a:gd name="connsiteX243" fmla="*/ 136446 w 363857"/>
                    <a:gd name="connsiteY243" fmla="*/ 52480 h 363857"/>
                    <a:gd name="connsiteX244" fmla="*/ 143444 w 363857"/>
                    <a:gd name="connsiteY244" fmla="*/ 19243 h 363857"/>
                    <a:gd name="connsiteX245" fmla="*/ 146942 w 363857"/>
                    <a:gd name="connsiteY245" fmla="*/ 12245 h 363857"/>
                    <a:gd name="connsiteX246" fmla="*/ 152190 w 363857"/>
                    <a:gd name="connsiteY246" fmla="*/ 5248 h 363857"/>
                    <a:gd name="connsiteX247" fmla="*/ 159188 w 363857"/>
                    <a:gd name="connsiteY247" fmla="*/ 1749 h 363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</a:cxnLst>
                  <a:rect l="l" t="t" r="r" b="b"/>
                  <a:pathLst>
                    <a:path w="363857" h="363857">
                      <a:moveTo>
                        <a:pt x="181928" y="148691"/>
                      </a:moveTo>
                      <a:lnTo>
                        <a:pt x="171432" y="152190"/>
                      </a:lnTo>
                      <a:lnTo>
                        <a:pt x="162686" y="153939"/>
                      </a:lnTo>
                      <a:lnTo>
                        <a:pt x="153939" y="160936"/>
                      </a:lnTo>
                      <a:lnTo>
                        <a:pt x="148691" y="171432"/>
                      </a:lnTo>
                      <a:lnTo>
                        <a:pt x="146942" y="181928"/>
                      </a:lnTo>
                      <a:lnTo>
                        <a:pt x="148691" y="194173"/>
                      </a:lnTo>
                      <a:lnTo>
                        <a:pt x="153939" y="201171"/>
                      </a:lnTo>
                      <a:lnTo>
                        <a:pt x="162686" y="209917"/>
                      </a:lnTo>
                      <a:lnTo>
                        <a:pt x="171432" y="215165"/>
                      </a:lnTo>
                      <a:lnTo>
                        <a:pt x="181928" y="216914"/>
                      </a:lnTo>
                      <a:lnTo>
                        <a:pt x="192424" y="215165"/>
                      </a:lnTo>
                      <a:lnTo>
                        <a:pt x="202920" y="209917"/>
                      </a:lnTo>
                      <a:lnTo>
                        <a:pt x="209917" y="201171"/>
                      </a:lnTo>
                      <a:lnTo>
                        <a:pt x="215165" y="194173"/>
                      </a:lnTo>
                      <a:lnTo>
                        <a:pt x="215165" y="181928"/>
                      </a:lnTo>
                      <a:lnTo>
                        <a:pt x="215165" y="171432"/>
                      </a:lnTo>
                      <a:lnTo>
                        <a:pt x="209917" y="160936"/>
                      </a:lnTo>
                      <a:lnTo>
                        <a:pt x="202920" y="153939"/>
                      </a:lnTo>
                      <a:lnTo>
                        <a:pt x="192424" y="152190"/>
                      </a:lnTo>
                      <a:close/>
                      <a:moveTo>
                        <a:pt x="181928" y="136446"/>
                      </a:moveTo>
                      <a:lnTo>
                        <a:pt x="204669" y="143443"/>
                      </a:lnTo>
                      <a:lnTo>
                        <a:pt x="220413" y="159187"/>
                      </a:lnTo>
                      <a:lnTo>
                        <a:pt x="227410" y="181928"/>
                      </a:lnTo>
                      <a:lnTo>
                        <a:pt x="220413" y="204669"/>
                      </a:lnTo>
                      <a:lnTo>
                        <a:pt x="204669" y="222162"/>
                      </a:lnTo>
                      <a:lnTo>
                        <a:pt x="181928" y="227410"/>
                      </a:lnTo>
                      <a:lnTo>
                        <a:pt x="159187" y="222162"/>
                      </a:lnTo>
                      <a:lnTo>
                        <a:pt x="141694" y="204669"/>
                      </a:lnTo>
                      <a:lnTo>
                        <a:pt x="136446" y="181928"/>
                      </a:lnTo>
                      <a:lnTo>
                        <a:pt x="141694" y="159187"/>
                      </a:lnTo>
                      <a:lnTo>
                        <a:pt x="159187" y="143443"/>
                      </a:lnTo>
                      <a:close/>
                      <a:moveTo>
                        <a:pt x="181929" y="113705"/>
                      </a:moveTo>
                      <a:lnTo>
                        <a:pt x="153940" y="118953"/>
                      </a:lnTo>
                      <a:lnTo>
                        <a:pt x="131198" y="132947"/>
                      </a:lnTo>
                      <a:lnTo>
                        <a:pt x="118953" y="155688"/>
                      </a:lnTo>
                      <a:lnTo>
                        <a:pt x="111956" y="181928"/>
                      </a:lnTo>
                      <a:lnTo>
                        <a:pt x="118953" y="209917"/>
                      </a:lnTo>
                      <a:lnTo>
                        <a:pt x="131198" y="232658"/>
                      </a:lnTo>
                      <a:lnTo>
                        <a:pt x="153940" y="246652"/>
                      </a:lnTo>
                      <a:lnTo>
                        <a:pt x="181929" y="251900"/>
                      </a:lnTo>
                      <a:lnTo>
                        <a:pt x="209918" y="246652"/>
                      </a:lnTo>
                      <a:lnTo>
                        <a:pt x="229160" y="232658"/>
                      </a:lnTo>
                      <a:lnTo>
                        <a:pt x="244904" y="209917"/>
                      </a:lnTo>
                      <a:lnTo>
                        <a:pt x="250152" y="181928"/>
                      </a:lnTo>
                      <a:lnTo>
                        <a:pt x="244904" y="155688"/>
                      </a:lnTo>
                      <a:lnTo>
                        <a:pt x="229160" y="132947"/>
                      </a:lnTo>
                      <a:lnTo>
                        <a:pt x="209918" y="118953"/>
                      </a:lnTo>
                      <a:close/>
                      <a:moveTo>
                        <a:pt x="181929" y="103209"/>
                      </a:moveTo>
                      <a:lnTo>
                        <a:pt x="211667" y="108457"/>
                      </a:lnTo>
                      <a:lnTo>
                        <a:pt x="237907" y="125950"/>
                      </a:lnTo>
                      <a:lnTo>
                        <a:pt x="255400" y="152190"/>
                      </a:lnTo>
                      <a:lnTo>
                        <a:pt x="260648" y="181928"/>
                      </a:lnTo>
                      <a:lnTo>
                        <a:pt x="255400" y="215165"/>
                      </a:lnTo>
                      <a:lnTo>
                        <a:pt x="237907" y="239655"/>
                      </a:lnTo>
                      <a:lnTo>
                        <a:pt x="211667" y="255399"/>
                      </a:lnTo>
                      <a:lnTo>
                        <a:pt x="181929" y="262396"/>
                      </a:lnTo>
                      <a:lnTo>
                        <a:pt x="152190" y="255399"/>
                      </a:lnTo>
                      <a:lnTo>
                        <a:pt x="125951" y="239655"/>
                      </a:lnTo>
                      <a:lnTo>
                        <a:pt x="108457" y="215165"/>
                      </a:lnTo>
                      <a:lnTo>
                        <a:pt x="101460" y="181928"/>
                      </a:lnTo>
                      <a:lnTo>
                        <a:pt x="108457" y="152190"/>
                      </a:lnTo>
                      <a:lnTo>
                        <a:pt x="125951" y="125950"/>
                      </a:lnTo>
                      <a:lnTo>
                        <a:pt x="152190" y="108457"/>
                      </a:lnTo>
                      <a:close/>
                      <a:moveTo>
                        <a:pt x="166185" y="22741"/>
                      </a:moveTo>
                      <a:lnTo>
                        <a:pt x="159188" y="57727"/>
                      </a:lnTo>
                      <a:lnTo>
                        <a:pt x="157438" y="64725"/>
                      </a:lnTo>
                      <a:lnTo>
                        <a:pt x="152190" y="69973"/>
                      </a:lnTo>
                      <a:lnTo>
                        <a:pt x="143444" y="75221"/>
                      </a:lnTo>
                      <a:lnTo>
                        <a:pt x="131199" y="80469"/>
                      </a:lnTo>
                      <a:lnTo>
                        <a:pt x="125951" y="83967"/>
                      </a:lnTo>
                      <a:lnTo>
                        <a:pt x="120703" y="83967"/>
                      </a:lnTo>
                      <a:lnTo>
                        <a:pt x="117204" y="80469"/>
                      </a:lnTo>
                      <a:lnTo>
                        <a:pt x="108457" y="78719"/>
                      </a:lnTo>
                      <a:lnTo>
                        <a:pt x="80468" y="61226"/>
                      </a:lnTo>
                      <a:lnTo>
                        <a:pt x="57727" y="80469"/>
                      </a:lnTo>
                      <a:lnTo>
                        <a:pt x="78719" y="110207"/>
                      </a:lnTo>
                      <a:lnTo>
                        <a:pt x="80468" y="118953"/>
                      </a:lnTo>
                      <a:lnTo>
                        <a:pt x="80468" y="125951"/>
                      </a:lnTo>
                      <a:lnTo>
                        <a:pt x="78719" y="132948"/>
                      </a:lnTo>
                      <a:lnTo>
                        <a:pt x="73471" y="146942"/>
                      </a:lnTo>
                      <a:lnTo>
                        <a:pt x="71722" y="152190"/>
                      </a:lnTo>
                      <a:lnTo>
                        <a:pt x="66474" y="155689"/>
                      </a:lnTo>
                      <a:lnTo>
                        <a:pt x="57727" y="160937"/>
                      </a:lnTo>
                      <a:lnTo>
                        <a:pt x="22741" y="166185"/>
                      </a:lnTo>
                      <a:lnTo>
                        <a:pt x="22741" y="197672"/>
                      </a:lnTo>
                      <a:lnTo>
                        <a:pt x="57727" y="204670"/>
                      </a:lnTo>
                      <a:lnTo>
                        <a:pt x="66474" y="206419"/>
                      </a:lnTo>
                      <a:lnTo>
                        <a:pt x="71722" y="211667"/>
                      </a:lnTo>
                      <a:lnTo>
                        <a:pt x="73471" y="220414"/>
                      </a:lnTo>
                      <a:lnTo>
                        <a:pt x="78719" y="232659"/>
                      </a:lnTo>
                      <a:lnTo>
                        <a:pt x="80468" y="239656"/>
                      </a:lnTo>
                      <a:lnTo>
                        <a:pt x="80468" y="246653"/>
                      </a:lnTo>
                      <a:lnTo>
                        <a:pt x="78719" y="255400"/>
                      </a:lnTo>
                      <a:lnTo>
                        <a:pt x="57727" y="285138"/>
                      </a:lnTo>
                      <a:lnTo>
                        <a:pt x="80468" y="306130"/>
                      </a:lnTo>
                      <a:lnTo>
                        <a:pt x="108457" y="285138"/>
                      </a:lnTo>
                      <a:lnTo>
                        <a:pt x="117204" y="283389"/>
                      </a:lnTo>
                      <a:lnTo>
                        <a:pt x="120703" y="283389"/>
                      </a:lnTo>
                      <a:lnTo>
                        <a:pt x="125951" y="283389"/>
                      </a:lnTo>
                      <a:lnTo>
                        <a:pt x="131199" y="285138"/>
                      </a:lnTo>
                      <a:lnTo>
                        <a:pt x="143444" y="290386"/>
                      </a:lnTo>
                      <a:lnTo>
                        <a:pt x="152190" y="292135"/>
                      </a:lnTo>
                      <a:lnTo>
                        <a:pt x="157438" y="300882"/>
                      </a:lnTo>
                      <a:lnTo>
                        <a:pt x="159188" y="307879"/>
                      </a:lnTo>
                      <a:lnTo>
                        <a:pt x="166185" y="341116"/>
                      </a:lnTo>
                      <a:lnTo>
                        <a:pt x="197672" y="341116"/>
                      </a:lnTo>
                      <a:lnTo>
                        <a:pt x="204670" y="307879"/>
                      </a:lnTo>
                      <a:lnTo>
                        <a:pt x="208168" y="300882"/>
                      </a:lnTo>
                      <a:lnTo>
                        <a:pt x="211667" y="292135"/>
                      </a:lnTo>
                      <a:lnTo>
                        <a:pt x="220413" y="290386"/>
                      </a:lnTo>
                      <a:lnTo>
                        <a:pt x="229160" y="285138"/>
                      </a:lnTo>
                      <a:lnTo>
                        <a:pt x="234408" y="283389"/>
                      </a:lnTo>
                      <a:lnTo>
                        <a:pt x="239656" y="283389"/>
                      </a:lnTo>
                      <a:lnTo>
                        <a:pt x="248402" y="283389"/>
                      </a:lnTo>
                      <a:lnTo>
                        <a:pt x="251901" y="285138"/>
                      </a:lnTo>
                      <a:lnTo>
                        <a:pt x="283389" y="306130"/>
                      </a:lnTo>
                      <a:lnTo>
                        <a:pt x="306130" y="285138"/>
                      </a:lnTo>
                      <a:lnTo>
                        <a:pt x="285138" y="255400"/>
                      </a:lnTo>
                      <a:lnTo>
                        <a:pt x="283389" y="246653"/>
                      </a:lnTo>
                      <a:lnTo>
                        <a:pt x="279890" y="239656"/>
                      </a:lnTo>
                      <a:lnTo>
                        <a:pt x="283389" y="232659"/>
                      </a:lnTo>
                      <a:lnTo>
                        <a:pt x="288637" y="220414"/>
                      </a:lnTo>
                      <a:lnTo>
                        <a:pt x="293885" y="211667"/>
                      </a:lnTo>
                      <a:lnTo>
                        <a:pt x="297383" y="206419"/>
                      </a:lnTo>
                      <a:lnTo>
                        <a:pt x="306130" y="204670"/>
                      </a:lnTo>
                      <a:lnTo>
                        <a:pt x="341116" y="197672"/>
                      </a:lnTo>
                      <a:lnTo>
                        <a:pt x="341116" y="166185"/>
                      </a:lnTo>
                      <a:lnTo>
                        <a:pt x="306130" y="159188"/>
                      </a:lnTo>
                      <a:lnTo>
                        <a:pt x="297383" y="155689"/>
                      </a:lnTo>
                      <a:lnTo>
                        <a:pt x="293885" y="152190"/>
                      </a:lnTo>
                      <a:lnTo>
                        <a:pt x="288637" y="146942"/>
                      </a:lnTo>
                      <a:lnTo>
                        <a:pt x="283389" y="132948"/>
                      </a:lnTo>
                      <a:lnTo>
                        <a:pt x="279890" y="125951"/>
                      </a:lnTo>
                      <a:lnTo>
                        <a:pt x="283389" y="118953"/>
                      </a:lnTo>
                      <a:lnTo>
                        <a:pt x="285138" y="110207"/>
                      </a:lnTo>
                      <a:lnTo>
                        <a:pt x="306130" y="80469"/>
                      </a:lnTo>
                      <a:lnTo>
                        <a:pt x="283389" y="61226"/>
                      </a:lnTo>
                      <a:lnTo>
                        <a:pt x="251901" y="78719"/>
                      </a:lnTo>
                      <a:lnTo>
                        <a:pt x="248402" y="80469"/>
                      </a:lnTo>
                      <a:lnTo>
                        <a:pt x="239656" y="83967"/>
                      </a:lnTo>
                      <a:lnTo>
                        <a:pt x="234408" y="83967"/>
                      </a:lnTo>
                      <a:lnTo>
                        <a:pt x="229160" y="80469"/>
                      </a:lnTo>
                      <a:lnTo>
                        <a:pt x="220413" y="75221"/>
                      </a:lnTo>
                      <a:lnTo>
                        <a:pt x="211667" y="69973"/>
                      </a:lnTo>
                      <a:lnTo>
                        <a:pt x="208168" y="64725"/>
                      </a:lnTo>
                      <a:lnTo>
                        <a:pt x="204670" y="57727"/>
                      </a:lnTo>
                      <a:lnTo>
                        <a:pt x="197672" y="22741"/>
                      </a:lnTo>
                      <a:close/>
                      <a:moveTo>
                        <a:pt x="166185" y="0"/>
                      </a:moveTo>
                      <a:lnTo>
                        <a:pt x="197672" y="0"/>
                      </a:lnTo>
                      <a:lnTo>
                        <a:pt x="204670" y="1749"/>
                      </a:lnTo>
                      <a:lnTo>
                        <a:pt x="211667" y="5248"/>
                      </a:lnTo>
                      <a:lnTo>
                        <a:pt x="216915" y="12245"/>
                      </a:lnTo>
                      <a:lnTo>
                        <a:pt x="220413" y="19243"/>
                      </a:lnTo>
                      <a:lnTo>
                        <a:pt x="227411" y="52480"/>
                      </a:lnTo>
                      <a:lnTo>
                        <a:pt x="239656" y="61226"/>
                      </a:lnTo>
                      <a:lnTo>
                        <a:pt x="271144" y="40234"/>
                      </a:lnTo>
                      <a:lnTo>
                        <a:pt x="278141" y="38485"/>
                      </a:lnTo>
                      <a:lnTo>
                        <a:pt x="283389" y="38485"/>
                      </a:lnTo>
                      <a:lnTo>
                        <a:pt x="288637" y="38485"/>
                      </a:lnTo>
                      <a:lnTo>
                        <a:pt x="295634" y="40234"/>
                      </a:lnTo>
                      <a:lnTo>
                        <a:pt x="297383" y="41984"/>
                      </a:lnTo>
                      <a:lnTo>
                        <a:pt x="320124" y="64725"/>
                      </a:lnTo>
                      <a:lnTo>
                        <a:pt x="325372" y="69973"/>
                      </a:lnTo>
                      <a:lnTo>
                        <a:pt x="328871" y="78719"/>
                      </a:lnTo>
                      <a:lnTo>
                        <a:pt x="325372" y="85716"/>
                      </a:lnTo>
                      <a:lnTo>
                        <a:pt x="323623" y="92714"/>
                      </a:lnTo>
                      <a:lnTo>
                        <a:pt x="302631" y="124201"/>
                      </a:lnTo>
                      <a:lnTo>
                        <a:pt x="311378" y="138196"/>
                      </a:lnTo>
                      <a:lnTo>
                        <a:pt x="346364" y="143444"/>
                      </a:lnTo>
                      <a:lnTo>
                        <a:pt x="351612" y="148692"/>
                      </a:lnTo>
                      <a:lnTo>
                        <a:pt x="358609" y="153940"/>
                      </a:lnTo>
                      <a:lnTo>
                        <a:pt x="360358" y="159188"/>
                      </a:lnTo>
                      <a:lnTo>
                        <a:pt x="363857" y="166185"/>
                      </a:lnTo>
                      <a:lnTo>
                        <a:pt x="363857" y="197672"/>
                      </a:lnTo>
                      <a:lnTo>
                        <a:pt x="360358" y="206419"/>
                      </a:lnTo>
                      <a:lnTo>
                        <a:pt x="358609" y="211667"/>
                      </a:lnTo>
                      <a:lnTo>
                        <a:pt x="351612" y="216915"/>
                      </a:lnTo>
                      <a:lnTo>
                        <a:pt x="346364" y="220414"/>
                      </a:lnTo>
                      <a:lnTo>
                        <a:pt x="311378" y="227411"/>
                      </a:lnTo>
                      <a:lnTo>
                        <a:pt x="302631" y="241405"/>
                      </a:lnTo>
                      <a:lnTo>
                        <a:pt x="323623" y="272893"/>
                      </a:lnTo>
                      <a:lnTo>
                        <a:pt x="325372" y="278141"/>
                      </a:lnTo>
                      <a:lnTo>
                        <a:pt x="328871" y="285138"/>
                      </a:lnTo>
                      <a:lnTo>
                        <a:pt x="325372" y="292135"/>
                      </a:lnTo>
                      <a:lnTo>
                        <a:pt x="320124" y="300882"/>
                      </a:lnTo>
                      <a:lnTo>
                        <a:pt x="297383" y="323623"/>
                      </a:lnTo>
                      <a:lnTo>
                        <a:pt x="295634" y="325372"/>
                      </a:lnTo>
                      <a:lnTo>
                        <a:pt x="288637" y="328871"/>
                      </a:lnTo>
                      <a:lnTo>
                        <a:pt x="283389" y="328871"/>
                      </a:lnTo>
                      <a:lnTo>
                        <a:pt x="278141" y="328871"/>
                      </a:lnTo>
                      <a:lnTo>
                        <a:pt x="271144" y="325372"/>
                      </a:lnTo>
                      <a:lnTo>
                        <a:pt x="239656" y="306130"/>
                      </a:lnTo>
                      <a:lnTo>
                        <a:pt x="227411" y="309628"/>
                      </a:lnTo>
                      <a:lnTo>
                        <a:pt x="220413" y="346364"/>
                      </a:lnTo>
                      <a:lnTo>
                        <a:pt x="216915" y="353361"/>
                      </a:lnTo>
                      <a:lnTo>
                        <a:pt x="211667" y="358609"/>
                      </a:lnTo>
                      <a:lnTo>
                        <a:pt x="204670" y="363857"/>
                      </a:lnTo>
                      <a:lnTo>
                        <a:pt x="197672" y="363857"/>
                      </a:lnTo>
                      <a:lnTo>
                        <a:pt x="166185" y="363857"/>
                      </a:lnTo>
                      <a:lnTo>
                        <a:pt x="159188" y="363857"/>
                      </a:lnTo>
                      <a:lnTo>
                        <a:pt x="152190" y="358609"/>
                      </a:lnTo>
                      <a:lnTo>
                        <a:pt x="146942" y="353361"/>
                      </a:lnTo>
                      <a:lnTo>
                        <a:pt x="143444" y="346364"/>
                      </a:lnTo>
                      <a:lnTo>
                        <a:pt x="136446" y="309628"/>
                      </a:lnTo>
                      <a:lnTo>
                        <a:pt x="120703" y="306130"/>
                      </a:lnTo>
                      <a:lnTo>
                        <a:pt x="94463" y="325372"/>
                      </a:lnTo>
                      <a:lnTo>
                        <a:pt x="85716" y="328871"/>
                      </a:lnTo>
                      <a:lnTo>
                        <a:pt x="80468" y="328871"/>
                      </a:lnTo>
                      <a:lnTo>
                        <a:pt x="73471" y="328871"/>
                      </a:lnTo>
                      <a:lnTo>
                        <a:pt x="68223" y="325372"/>
                      </a:lnTo>
                      <a:lnTo>
                        <a:pt x="62975" y="323623"/>
                      </a:lnTo>
                      <a:lnTo>
                        <a:pt x="43733" y="300882"/>
                      </a:lnTo>
                      <a:lnTo>
                        <a:pt x="38485" y="292135"/>
                      </a:lnTo>
                      <a:lnTo>
                        <a:pt x="34986" y="285138"/>
                      </a:lnTo>
                      <a:lnTo>
                        <a:pt x="34986" y="278141"/>
                      </a:lnTo>
                      <a:lnTo>
                        <a:pt x="40234" y="272893"/>
                      </a:lnTo>
                      <a:lnTo>
                        <a:pt x="57727" y="241405"/>
                      </a:lnTo>
                      <a:lnTo>
                        <a:pt x="54229" y="227411"/>
                      </a:lnTo>
                      <a:lnTo>
                        <a:pt x="17493" y="220414"/>
                      </a:lnTo>
                      <a:lnTo>
                        <a:pt x="10496" y="216915"/>
                      </a:lnTo>
                      <a:lnTo>
                        <a:pt x="5248" y="211667"/>
                      </a:lnTo>
                      <a:lnTo>
                        <a:pt x="0" y="206419"/>
                      </a:lnTo>
                      <a:lnTo>
                        <a:pt x="0" y="197672"/>
                      </a:lnTo>
                      <a:lnTo>
                        <a:pt x="0" y="166185"/>
                      </a:lnTo>
                      <a:lnTo>
                        <a:pt x="0" y="159188"/>
                      </a:lnTo>
                      <a:lnTo>
                        <a:pt x="5248" y="153940"/>
                      </a:lnTo>
                      <a:lnTo>
                        <a:pt x="10496" y="148692"/>
                      </a:lnTo>
                      <a:lnTo>
                        <a:pt x="17493" y="143444"/>
                      </a:lnTo>
                      <a:lnTo>
                        <a:pt x="54229" y="138196"/>
                      </a:lnTo>
                      <a:lnTo>
                        <a:pt x="57727" y="124201"/>
                      </a:lnTo>
                      <a:lnTo>
                        <a:pt x="40234" y="92714"/>
                      </a:lnTo>
                      <a:lnTo>
                        <a:pt x="34986" y="85716"/>
                      </a:lnTo>
                      <a:lnTo>
                        <a:pt x="34986" y="78719"/>
                      </a:lnTo>
                      <a:lnTo>
                        <a:pt x="38485" y="69973"/>
                      </a:lnTo>
                      <a:lnTo>
                        <a:pt x="43733" y="64725"/>
                      </a:lnTo>
                      <a:lnTo>
                        <a:pt x="62975" y="41984"/>
                      </a:lnTo>
                      <a:lnTo>
                        <a:pt x="68223" y="40234"/>
                      </a:lnTo>
                      <a:lnTo>
                        <a:pt x="73471" y="38485"/>
                      </a:lnTo>
                      <a:lnTo>
                        <a:pt x="80468" y="38485"/>
                      </a:lnTo>
                      <a:lnTo>
                        <a:pt x="85716" y="38485"/>
                      </a:lnTo>
                      <a:lnTo>
                        <a:pt x="94463" y="40234"/>
                      </a:lnTo>
                      <a:lnTo>
                        <a:pt x="120703" y="61226"/>
                      </a:lnTo>
                      <a:lnTo>
                        <a:pt x="136446" y="52480"/>
                      </a:lnTo>
                      <a:lnTo>
                        <a:pt x="143444" y="19243"/>
                      </a:lnTo>
                      <a:lnTo>
                        <a:pt x="146942" y="12245"/>
                      </a:lnTo>
                      <a:lnTo>
                        <a:pt x="152190" y="5248"/>
                      </a:lnTo>
                      <a:lnTo>
                        <a:pt x="159188" y="1749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  <a:prstDash val="solid"/>
                  <a:round/>
                </a:ln>
              </p:spPr>
              <p:txBody>
                <a:bodyPr wrap="square" lIns="91440" tIns="45720" rIns="91440" bIns="45720" anchor="ctr" anchorCtr="0">
                  <a:noAutofit/>
                </a:bodyPr>
                <a:lstStyle/>
                <a:p>
                  <a:pPr algn="ctr"/>
                </a:p>
              </p:txBody>
            </p:sp>
            <p:grpSp>
              <p:nvGrpSpPr>
                <p:cNvPr id="29" name="组合 28" descr="39578284-cd52-4168-ae25-1b159b92a380"/>
                <p:cNvGrpSpPr/>
                <p:nvPr/>
              </p:nvGrpSpPr>
              <p:grpSpPr>
                <a:xfrm>
                  <a:off x="2650528" y="4968143"/>
                  <a:ext cx="8868372" cy="894905"/>
                  <a:chOff x="2650528" y="4968143"/>
                  <a:chExt cx="8868372" cy="894905"/>
                </a:xfrm>
              </p:grpSpPr>
              <p:sp>
                <p:nvSpPr>
                  <p:cNvPr id="22" name="Bullet4" descr="f9c83d4d-8bb6-4f27-b965-de133cc21f49"/>
                  <p:cNvSpPr/>
                  <p:nvPr/>
                </p:nvSpPr>
                <p:spPr bwMode="auto">
                  <a:xfrm>
                    <a:off x="2650528" y="4968143"/>
                    <a:ext cx="4967883" cy="894905"/>
                  </a:xfrm>
                  <a:prstGeom prst="homePlate">
                    <a:avLst/>
                  </a:prstGeom>
                  <a:solidFill>
                    <a:schemeClr val="accent1"/>
                  </a:solidFill>
                  <a:ln w="0">
                    <a:noFill/>
                    <a:prstDash val="solid"/>
                    <a:miter lim="800000"/>
                  </a:ln>
                </p:spPr>
                <p:txBody>
                  <a:bodyPr wrap="square" lIns="91440" tIns="45720" rIns="91440" bIns="45720" anchor="ctr" anchorCtr="0">
                    <a:normAutofit/>
                  </a:bodyPr>
                  <a:lstStyle/>
                  <a:p>
                    <a:pPr algn="ctr"/>
                    <a:r>
                      <a:rPr lang="en-US" sz="1800" b="1" i="0" u="none">
                        <a:solidFill>
                          <a:srgbClr val="000000"/>
                        </a:solidFill>
                        <a:ea typeface="微软雅黑" panose="020B0503020204020204" charset="-122"/>
                      </a:rPr>
                      <a:t>权衡新规则</a:t>
                    </a:r>
                    <a:endParaRPr lang="en-US" sz="1800" b="1" i="0" u="none">
                      <a:solidFill>
                        <a:srgbClr val="000000"/>
                      </a:solidFill>
                      <a:ea typeface="微软雅黑" panose="020B0503020204020204" charset="-122"/>
                    </a:endParaRPr>
                  </a:p>
                </p:txBody>
              </p:sp>
              <p:sp>
                <p:nvSpPr>
                  <p:cNvPr id="23" name="Text4" descr="fdb4ed50-c205-455b-8056-46023c4d9668"/>
                  <p:cNvSpPr/>
                  <p:nvPr/>
                </p:nvSpPr>
                <p:spPr>
                  <a:xfrm>
                    <a:off x="7618410" y="4968143"/>
                    <a:ext cx="3900490" cy="894905"/>
                  </a:xfrm>
                  <a:prstGeom prst="rect">
                    <a:avLst/>
                  </a:prstGeom>
                  <a:ln w="12700">
                    <a:miter lim="400000"/>
                  </a:ln>
                </p:spPr>
                <p:txBody>
                  <a:bodyPr wrap="square" lIns="91440" tIns="45720" rIns="91440" bIns="45720" anchor="ctr" anchorCtr="0">
                    <a:normAutofit/>
                  </a:bodyPr>
                  <a:lstStyle/>
                  <a:p>
                    <a:pPr algn="l">
                      <a:lnSpc>
                        <a:spcPct val="120000"/>
                      </a:lnSpc>
                      <a:spcBef>
                        <a:spcPct val="0"/>
                      </a:spcBef>
                    </a:pPr>
                    <a:r>
                      <a:rPr lang="en-US" sz="1200" b="0" i="0" u="none">
                        <a:solidFill>
                          <a:srgbClr val="FFFFFF"/>
                        </a:solidFill>
                        <a:latin typeface="Arial" panose="020B0604020202020204"/>
                      </a:rPr>
                      <a:t>AI时代速度优先但不牺牲核心质量，拥抱不确定性但保持方向感，利用AI能力但保持人类判断。</a:t>
                    </a:r>
                    <a:endParaRPr lang="en-US" sz="1200" b="0" i="0" u="none">
                      <a:solidFill>
                        <a:srgbClr val="FFFFFF"/>
                      </a:solidFill>
                      <a:latin typeface="Arial" panose="020B0604020202020204"/>
                    </a:endParaRPr>
                  </a:p>
                </p:txBody>
              </p:sp>
            </p:grpSp>
          </p:grpSp>
        </p:grpSp>
        <p:sp>
          <p:nvSpPr>
            <p:cNvPr id="24" name="Title" descr="b9ca4975-e098-4dec-a258-d4680dd08fb7"/>
            <p:cNvSpPr txBox="1"/>
            <p:nvPr/>
          </p:nvSpPr>
          <p:spPr>
            <a:xfrm>
              <a:off x="660400" y="1130300"/>
              <a:ext cx="10858500" cy="461665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FFFFFF"/>
                  </a:solidFill>
                  <a:ea typeface="微软雅黑" panose="020B0503020204020204" charset="-122"/>
                </a:rPr>
                <a:t>约束中的最优解</a:t>
              </a:r>
              <a:endParaRPr lang="en-US" sz="2400" b="1" i="0" u="none">
                <a:solidFill>
                  <a:srgbClr val="FFFFFF"/>
                </a:solidFill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5a12860-57d0-435d-97c1-4c6d2d8d7d77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FFFFFF"/>
                </a:solidFill>
                <a:ea typeface="微软雅黑" panose="020B0503020204020204" charset="-122"/>
              </a:rPr>
              <a:t>协作之道</a:t>
            </a:r>
            <a:endParaRPr lang="en-US" sz="2800" b="1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grpSp>
        <p:nvGrpSpPr>
          <p:cNvPr id="9" name="20383f94-b131-438e-aec3-067c6c002b7d.source.4.zh-Hans.pptx" descr="e94a3c02-46d5-40b5-a1c7-14c60cded616"/>
          <p:cNvGrpSpPr/>
          <p:nvPr/>
        </p:nvGrpSpPr>
        <p:grpSpPr>
          <a:xfrm>
            <a:off x="660401" y="1130302"/>
            <a:ext cx="10858500" cy="4953269"/>
            <a:chOff x="660401" y="1130300"/>
            <a:chExt cx="10858500" cy="4953269"/>
          </a:xfrm>
        </p:grpSpPr>
        <p:sp>
          <p:nvSpPr>
            <p:cNvPr id="57" name="圆角矩形 56" descr="11ef6d36-e9ae-4152-b759-2bf51d56ba0c"/>
            <p:cNvSpPr/>
            <p:nvPr/>
          </p:nvSpPr>
          <p:spPr>
            <a:xfrm>
              <a:off x="682558" y="2543753"/>
              <a:ext cx="2572197" cy="3533992"/>
            </a:xfrm>
            <a:prstGeom prst="roundRect">
              <a:avLst>
                <a:gd name="adj" fmla="val 5600"/>
              </a:avLst>
            </a:prstGeom>
            <a:solidFill>
              <a:schemeClr val="tx2">
                <a:alpha val="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</a:p>
          </p:txBody>
        </p:sp>
        <p:sp>
          <p:nvSpPr>
            <p:cNvPr id="34" name="任意多边形 33" descr="704fca54-dc86-477b-aa07-74654bfd658d"/>
            <p:cNvSpPr/>
            <p:nvPr/>
          </p:nvSpPr>
          <p:spPr>
            <a:xfrm>
              <a:off x="1113554" y="3333266"/>
              <a:ext cx="1551505" cy="2009166"/>
            </a:xfrm>
            <a:custGeom>
              <a:avLst/>
              <a:gdLst>
                <a:gd name="T0" fmla="*/ 331 w 812"/>
                <a:gd name="T1" fmla="*/ 803 h 1053"/>
                <a:gd name="T2" fmla="*/ 537 w 812"/>
                <a:gd name="T3" fmla="*/ 507 h 1053"/>
                <a:gd name="T4" fmla="*/ 594 w 812"/>
                <a:gd name="T5" fmla="*/ 419 h 1053"/>
                <a:gd name="T6" fmla="*/ 632 w 812"/>
                <a:gd name="T7" fmla="*/ 418 h 1053"/>
                <a:gd name="T8" fmla="*/ 426 w 812"/>
                <a:gd name="T9" fmla="*/ 0 h 1053"/>
                <a:gd name="T10" fmla="*/ 501 w 812"/>
                <a:gd name="T11" fmla="*/ 497 h 1053"/>
                <a:gd name="T12" fmla="*/ 256 w 812"/>
                <a:gd name="T13" fmla="*/ 306 h 1053"/>
                <a:gd name="T14" fmla="*/ 501 w 812"/>
                <a:gd name="T15" fmla="*/ 497 h 1053"/>
                <a:gd name="T16" fmla="*/ 503 w 812"/>
                <a:gd name="T17" fmla="*/ 939 h 1053"/>
                <a:gd name="T18" fmla="*/ 173 w 812"/>
                <a:gd name="T19" fmla="*/ 1053 h 1053"/>
                <a:gd name="T20" fmla="*/ 544 w 812"/>
                <a:gd name="T21" fmla="*/ 898 h 1053"/>
                <a:gd name="T22" fmla="*/ 241 w 812"/>
                <a:gd name="T23" fmla="*/ 917 h 1053"/>
                <a:gd name="T24" fmla="*/ 167 w 812"/>
                <a:gd name="T25" fmla="*/ 702 h 1053"/>
                <a:gd name="T26" fmla="*/ 209 w 812"/>
                <a:gd name="T27" fmla="*/ 843 h 1053"/>
                <a:gd name="T28" fmla="*/ 435 w 812"/>
                <a:gd name="T29" fmla="*/ 875 h 1053"/>
                <a:gd name="T30" fmla="*/ 747 w 812"/>
                <a:gd name="T31" fmla="*/ 780 h 1053"/>
                <a:gd name="T32" fmla="*/ 766 w 812"/>
                <a:gd name="T33" fmla="*/ 740 h 1053"/>
                <a:gd name="T34" fmla="*/ 635 w 812"/>
                <a:gd name="T35" fmla="*/ 481 h 1053"/>
                <a:gd name="T36" fmla="*/ 604 w 812"/>
                <a:gd name="T37" fmla="*/ 494 h 1053"/>
                <a:gd name="T38" fmla="*/ 640 w 812"/>
                <a:gd name="T39" fmla="*/ 643 h 1053"/>
                <a:gd name="T40" fmla="*/ 583 w 812"/>
                <a:gd name="T41" fmla="*/ 720 h 1053"/>
                <a:gd name="T42" fmla="*/ 570 w 812"/>
                <a:gd name="T43" fmla="*/ 678 h 1053"/>
                <a:gd name="T44" fmla="*/ 598 w 812"/>
                <a:gd name="T45" fmla="*/ 672 h 1053"/>
                <a:gd name="T46" fmla="*/ 562 w 812"/>
                <a:gd name="T47" fmla="*/ 526 h 1053"/>
                <a:gd name="T48" fmla="*/ 616 w 812"/>
                <a:gd name="T49" fmla="*/ 441 h 1053"/>
                <a:gd name="T50" fmla="*/ 722 w 812"/>
                <a:gd name="T51" fmla="*/ 495 h 1053"/>
                <a:gd name="T52" fmla="*/ 803 w 812"/>
                <a:gd name="T53" fmla="*/ 782 h 1053"/>
                <a:gd name="T54" fmla="*/ 544 w 812"/>
                <a:gd name="T55" fmla="*/ 898 h 1053"/>
                <a:gd name="T56" fmla="*/ 309 w 812"/>
                <a:gd name="T57" fmla="*/ 388 h 1053"/>
                <a:gd name="T58" fmla="*/ 374 w 812"/>
                <a:gd name="T59" fmla="*/ 355 h 1053"/>
                <a:gd name="T60" fmla="*/ 339 w 812"/>
                <a:gd name="T61" fmla="*/ 431 h 1053"/>
                <a:gd name="T62" fmla="*/ 357 w 812"/>
                <a:gd name="T63" fmla="*/ 445 h 1053"/>
                <a:gd name="T64" fmla="*/ 419 w 812"/>
                <a:gd name="T65" fmla="*/ 398 h 1053"/>
                <a:gd name="T66" fmla="*/ 406 w 812"/>
                <a:gd name="T67" fmla="*/ 466 h 1053"/>
                <a:gd name="T68" fmla="*/ 456 w 812"/>
                <a:gd name="T69" fmla="*/ 401 h 1053"/>
                <a:gd name="T70" fmla="*/ 451 w 812"/>
                <a:gd name="T71" fmla="*/ 354 h 1053"/>
                <a:gd name="T72" fmla="*/ 468 w 812"/>
                <a:gd name="T73" fmla="*/ 464 h 1053"/>
                <a:gd name="T74" fmla="*/ 359 w 812"/>
                <a:gd name="T75" fmla="*/ 475 h 1053"/>
                <a:gd name="T76" fmla="*/ 325 w 812"/>
                <a:gd name="T77" fmla="*/ 486 h 1053"/>
                <a:gd name="T78" fmla="*/ 333 w 812"/>
                <a:gd name="T79" fmla="*/ 457 h 1053"/>
                <a:gd name="T80" fmla="*/ 304 w 812"/>
                <a:gd name="T81" fmla="*/ 477 h 1053"/>
                <a:gd name="T82" fmla="*/ 310 w 812"/>
                <a:gd name="T83" fmla="*/ 437 h 1053"/>
                <a:gd name="T84" fmla="*/ 299 w 812"/>
                <a:gd name="T85" fmla="*/ 328 h 1053"/>
                <a:gd name="T86" fmla="*/ 396 w 812"/>
                <a:gd name="T87" fmla="*/ 313 h 1053"/>
                <a:gd name="T88" fmla="*/ 347 w 812"/>
                <a:gd name="T89" fmla="*/ 324 h 10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12" h="1053">
                  <a:moveTo>
                    <a:pt x="0" y="544"/>
                  </a:moveTo>
                  <a:lnTo>
                    <a:pt x="331" y="803"/>
                  </a:lnTo>
                  <a:lnTo>
                    <a:pt x="544" y="531"/>
                  </a:lnTo>
                  <a:lnTo>
                    <a:pt x="537" y="507"/>
                  </a:lnTo>
                  <a:cubicBezTo>
                    <a:pt x="531" y="487"/>
                    <a:pt x="534" y="466"/>
                    <a:pt x="545" y="450"/>
                  </a:cubicBezTo>
                  <a:cubicBezTo>
                    <a:pt x="556" y="433"/>
                    <a:pt x="573" y="422"/>
                    <a:pt x="594" y="419"/>
                  </a:cubicBezTo>
                  <a:lnTo>
                    <a:pt x="607" y="417"/>
                  </a:lnTo>
                  <a:cubicBezTo>
                    <a:pt x="616" y="416"/>
                    <a:pt x="624" y="417"/>
                    <a:pt x="632" y="418"/>
                  </a:cubicBezTo>
                  <a:lnTo>
                    <a:pt x="757" y="259"/>
                  </a:lnTo>
                  <a:lnTo>
                    <a:pt x="426" y="0"/>
                  </a:lnTo>
                  <a:lnTo>
                    <a:pt x="0" y="544"/>
                  </a:lnTo>
                  <a:close/>
                  <a:moveTo>
                    <a:pt x="501" y="497"/>
                  </a:moveTo>
                  <a:cubicBezTo>
                    <a:pt x="448" y="565"/>
                    <a:pt x="350" y="576"/>
                    <a:pt x="283" y="524"/>
                  </a:cubicBezTo>
                  <a:cubicBezTo>
                    <a:pt x="215" y="471"/>
                    <a:pt x="204" y="373"/>
                    <a:pt x="256" y="306"/>
                  </a:cubicBezTo>
                  <a:cubicBezTo>
                    <a:pt x="309" y="238"/>
                    <a:pt x="407" y="226"/>
                    <a:pt x="474" y="279"/>
                  </a:cubicBezTo>
                  <a:cubicBezTo>
                    <a:pt x="542" y="332"/>
                    <a:pt x="554" y="430"/>
                    <a:pt x="501" y="497"/>
                  </a:cubicBezTo>
                  <a:close/>
                  <a:moveTo>
                    <a:pt x="173" y="939"/>
                  </a:moveTo>
                  <a:lnTo>
                    <a:pt x="503" y="939"/>
                  </a:lnTo>
                  <a:lnTo>
                    <a:pt x="503" y="1053"/>
                  </a:lnTo>
                  <a:lnTo>
                    <a:pt x="173" y="1053"/>
                  </a:lnTo>
                  <a:lnTo>
                    <a:pt x="173" y="939"/>
                  </a:lnTo>
                  <a:close/>
                  <a:moveTo>
                    <a:pt x="544" y="898"/>
                  </a:moveTo>
                  <a:cubicBezTo>
                    <a:pt x="515" y="908"/>
                    <a:pt x="467" y="917"/>
                    <a:pt x="435" y="917"/>
                  </a:cubicBezTo>
                  <a:lnTo>
                    <a:pt x="241" y="917"/>
                  </a:lnTo>
                  <a:cubicBezTo>
                    <a:pt x="200" y="917"/>
                    <a:pt x="167" y="884"/>
                    <a:pt x="167" y="843"/>
                  </a:cubicBezTo>
                  <a:lnTo>
                    <a:pt x="167" y="702"/>
                  </a:lnTo>
                  <a:cubicBezTo>
                    <a:pt x="181" y="713"/>
                    <a:pt x="195" y="725"/>
                    <a:pt x="209" y="736"/>
                  </a:cubicBezTo>
                  <a:lnTo>
                    <a:pt x="209" y="843"/>
                  </a:lnTo>
                  <a:cubicBezTo>
                    <a:pt x="209" y="861"/>
                    <a:pt x="223" y="875"/>
                    <a:pt x="241" y="875"/>
                  </a:cubicBezTo>
                  <a:lnTo>
                    <a:pt x="435" y="875"/>
                  </a:lnTo>
                  <a:cubicBezTo>
                    <a:pt x="462" y="875"/>
                    <a:pt x="505" y="867"/>
                    <a:pt x="530" y="858"/>
                  </a:cubicBezTo>
                  <a:lnTo>
                    <a:pt x="747" y="780"/>
                  </a:lnTo>
                  <a:cubicBezTo>
                    <a:pt x="755" y="778"/>
                    <a:pt x="762" y="772"/>
                    <a:pt x="765" y="764"/>
                  </a:cubicBezTo>
                  <a:cubicBezTo>
                    <a:pt x="769" y="757"/>
                    <a:pt x="769" y="748"/>
                    <a:pt x="766" y="740"/>
                  </a:cubicBezTo>
                  <a:lnTo>
                    <a:pt x="682" y="509"/>
                  </a:lnTo>
                  <a:cubicBezTo>
                    <a:pt x="676" y="492"/>
                    <a:pt x="654" y="478"/>
                    <a:pt x="635" y="481"/>
                  </a:cubicBezTo>
                  <a:lnTo>
                    <a:pt x="622" y="483"/>
                  </a:lnTo>
                  <a:cubicBezTo>
                    <a:pt x="614" y="484"/>
                    <a:pt x="608" y="488"/>
                    <a:pt x="604" y="494"/>
                  </a:cubicBezTo>
                  <a:cubicBezTo>
                    <a:pt x="601" y="499"/>
                    <a:pt x="600" y="507"/>
                    <a:pt x="602" y="514"/>
                  </a:cubicBezTo>
                  <a:lnTo>
                    <a:pt x="640" y="643"/>
                  </a:lnTo>
                  <a:lnTo>
                    <a:pt x="663" y="720"/>
                  </a:lnTo>
                  <a:lnTo>
                    <a:pt x="583" y="720"/>
                  </a:lnTo>
                  <a:lnTo>
                    <a:pt x="548" y="720"/>
                  </a:lnTo>
                  <a:lnTo>
                    <a:pt x="570" y="678"/>
                  </a:lnTo>
                  <a:lnTo>
                    <a:pt x="583" y="678"/>
                  </a:lnTo>
                  <a:cubicBezTo>
                    <a:pt x="588" y="678"/>
                    <a:pt x="594" y="677"/>
                    <a:pt x="598" y="672"/>
                  </a:cubicBezTo>
                  <a:cubicBezTo>
                    <a:pt x="601" y="668"/>
                    <a:pt x="601" y="662"/>
                    <a:pt x="599" y="654"/>
                  </a:cubicBezTo>
                  <a:lnTo>
                    <a:pt x="562" y="526"/>
                  </a:lnTo>
                  <a:cubicBezTo>
                    <a:pt x="556" y="507"/>
                    <a:pt x="559" y="487"/>
                    <a:pt x="569" y="471"/>
                  </a:cubicBezTo>
                  <a:cubicBezTo>
                    <a:pt x="579" y="455"/>
                    <a:pt x="596" y="444"/>
                    <a:pt x="616" y="441"/>
                  </a:cubicBezTo>
                  <a:lnTo>
                    <a:pt x="629" y="440"/>
                  </a:lnTo>
                  <a:cubicBezTo>
                    <a:pt x="668" y="434"/>
                    <a:pt x="708" y="458"/>
                    <a:pt x="722" y="495"/>
                  </a:cubicBezTo>
                  <a:lnTo>
                    <a:pt x="806" y="726"/>
                  </a:lnTo>
                  <a:cubicBezTo>
                    <a:pt x="812" y="744"/>
                    <a:pt x="812" y="764"/>
                    <a:pt x="803" y="782"/>
                  </a:cubicBezTo>
                  <a:cubicBezTo>
                    <a:pt x="795" y="800"/>
                    <a:pt x="780" y="813"/>
                    <a:pt x="762" y="820"/>
                  </a:cubicBezTo>
                  <a:lnTo>
                    <a:pt x="544" y="898"/>
                  </a:lnTo>
                  <a:close/>
                  <a:moveTo>
                    <a:pt x="318" y="342"/>
                  </a:moveTo>
                  <a:cubicBezTo>
                    <a:pt x="307" y="356"/>
                    <a:pt x="304" y="371"/>
                    <a:pt x="309" y="388"/>
                  </a:cubicBezTo>
                  <a:cubicBezTo>
                    <a:pt x="312" y="398"/>
                    <a:pt x="317" y="407"/>
                    <a:pt x="325" y="417"/>
                  </a:cubicBezTo>
                  <a:lnTo>
                    <a:pt x="374" y="355"/>
                  </a:lnTo>
                  <a:lnTo>
                    <a:pt x="386" y="372"/>
                  </a:lnTo>
                  <a:lnTo>
                    <a:pt x="339" y="431"/>
                  </a:lnTo>
                  <a:cubicBezTo>
                    <a:pt x="343" y="435"/>
                    <a:pt x="347" y="438"/>
                    <a:pt x="351" y="441"/>
                  </a:cubicBezTo>
                  <a:cubicBezTo>
                    <a:pt x="353" y="443"/>
                    <a:pt x="355" y="444"/>
                    <a:pt x="357" y="445"/>
                  </a:cubicBezTo>
                  <a:lnTo>
                    <a:pt x="407" y="381"/>
                  </a:lnTo>
                  <a:lnTo>
                    <a:pt x="419" y="398"/>
                  </a:lnTo>
                  <a:lnTo>
                    <a:pt x="374" y="456"/>
                  </a:lnTo>
                  <a:cubicBezTo>
                    <a:pt x="385" y="462"/>
                    <a:pt x="396" y="465"/>
                    <a:pt x="406" y="466"/>
                  </a:cubicBezTo>
                  <a:cubicBezTo>
                    <a:pt x="424" y="468"/>
                    <a:pt x="439" y="462"/>
                    <a:pt x="450" y="447"/>
                  </a:cubicBezTo>
                  <a:cubicBezTo>
                    <a:pt x="461" y="433"/>
                    <a:pt x="463" y="418"/>
                    <a:pt x="456" y="401"/>
                  </a:cubicBezTo>
                  <a:cubicBezTo>
                    <a:pt x="452" y="392"/>
                    <a:pt x="446" y="382"/>
                    <a:pt x="437" y="372"/>
                  </a:cubicBezTo>
                  <a:lnTo>
                    <a:pt x="451" y="354"/>
                  </a:lnTo>
                  <a:cubicBezTo>
                    <a:pt x="467" y="369"/>
                    <a:pt x="477" y="386"/>
                    <a:pt x="481" y="404"/>
                  </a:cubicBezTo>
                  <a:cubicBezTo>
                    <a:pt x="487" y="426"/>
                    <a:pt x="482" y="446"/>
                    <a:pt x="468" y="464"/>
                  </a:cubicBezTo>
                  <a:cubicBezTo>
                    <a:pt x="455" y="480"/>
                    <a:pt x="439" y="489"/>
                    <a:pt x="419" y="491"/>
                  </a:cubicBezTo>
                  <a:cubicBezTo>
                    <a:pt x="401" y="493"/>
                    <a:pt x="381" y="487"/>
                    <a:pt x="359" y="475"/>
                  </a:cubicBezTo>
                  <a:lnTo>
                    <a:pt x="337" y="503"/>
                  </a:lnTo>
                  <a:lnTo>
                    <a:pt x="325" y="486"/>
                  </a:lnTo>
                  <a:lnTo>
                    <a:pt x="342" y="464"/>
                  </a:lnTo>
                  <a:cubicBezTo>
                    <a:pt x="339" y="462"/>
                    <a:pt x="336" y="460"/>
                    <a:pt x="333" y="457"/>
                  </a:cubicBezTo>
                  <a:cubicBezTo>
                    <a:pt x="330" y="455"/>
                    <a:pt x="327" y="453"/>
                    <a:pt x="325" y="451"/>
                  </a:cubicBezTo>
                  <a:lnTo>
                    <a:pt x="304" y="477"/>
                  </a:lnTo>
                  <a:lnTo>
                    <a:pt x="292" y="460"/>
                  </a:lnTo>
                  <a:lnTo>
                    <a:pt x="310" y="437"/>
                  </a:lnTo>
                  <a:cubicBezTo>
                    <a:pt x="299" y="423"/>
                    <a:pt x="291" y="410"/>
                    <a:pt x="286" y="395"/>
                  </a:cubicBezTo>
                  <a:cubicBezTo>
                    <a:pt x="279" y="371"/>
                    <a:pt x="283" y="348"/>
                    <a:pt x="299" y="328"/>
                  </a:cubicBezTo>
                  <a:cubicBezTo>
                    <a:pt x="312" y="310"/>
                    <a:pt x="328" y="301"/>
                    <a:pt x="346" y="300"/>
                  </a:cubicBezTo>
                  <a:cubicBezTo>
                    <a:pt x="365" y="299"/>
                    <a:pt x="381" y="304"/>
                    <a:pt x="396" y="313"/>
                  </a:cubicBezTo>
                  <a:lnTo>
                    <a:pt x="382" y="331"/>
                  </a:lnTo>
                  <a:cubicBezTo>
                    <a:pt x="370" y="325"/>
                    <a:pt x="358" y="323"/>
                    <a:pt x="347" y="324"/>
                  </a:cubicBezTo>
                  <a:cubicBezTo>
                    <a:pt x="336" y="325"/>
                    <a:pt x="326" y="331"/>
                    <a:pt x="318" y="342"/>
                  </a:cubicBezTo>
                  <a:close/>
                </a:path>
              </a:pathLst>
            </a:custGeom>
            <a:gradFill>
              <a:gsLst>
                <a:gs pos="0">
                  <a:schemeClr val="accent3">
                    <a:lumMod val="60000"/>
                    <a:lumOff val="40000"/>
                  </a:schemeClr>
                </a:gs>
                <a:gs pos="60000">
                  <a:schemeClr val="accent3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3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/>
            </a:p>
          </p:txBody>
        </p:sp>
        <p:sp>
          <p:nvSpPr>
            <p:cNvPr id="3" name="Title" descr="18a3235d-471c-43d5-b07e-800a0afc2758"/>
            <p:cNvSpPr/>
            <p:nvPr/>
          </p:nvSpPr>
          <p:spPr>
            <a:xfrm>
              <a:off x="660401" y="1130300"/>
              <a:ext cx="10858500" cy="723900"/>
            </a:xfrm>
            <a:prstGeom prst="rect">
              <a:avLst/>
            </a:prstGeom>
          </p:spPr>
          <p:txBody>
            <a:bodyPr wrap="square" anchor="t" anchorCtr="1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FFFFFF"/>
                  </a:solidFill>
                  <a:ea typeface="微软雅黑" panose="020B0503020204020204" charset="-122"/>
                </a:rPr>
                <a:t>人机共生的艺术</a:t>
              </a:r>
              <a:endParaRPr lang="en-US" sz="2400" b="1" i="0" u="none">
                <a:solidFill>
                  <a:srgbClr val="FFFFFF"/>
                </a:solidFill>
                <a:ea typeface="微软雅黑" panose="020B0503020204020204" charset="-122"/>
              </a:endParaRPr>
            </a:p>
          </p:txBody>
        </p:sp>
        <p:grpSp>
          <p:nvGrpSpPr>
            <p:cNvPr id="4" name="组合 3" descr="b346043a-0b0d-481a-bd7f-d9e95989669c"/>
            <p:cNvGrpSpPr/>
            <p:nvPr/>
          </p:nvGrpSpPr>
          <p:grpSpPr>
            <a:xfrm>
              <a:off x="3500470" y="2543753"/>
              <a:ext cx="8018430" cy="795337"/>
              <a:chOff x="3500470" y="2543753"/>
              <a:chExt cx="8018430" cy="795337"/>
            </a:xfrm>
          </p:grpSpPr>
          <p:sp>
            <p:nvSpPr>
              <p:cNvPr id="35" name="Bullet1" descr="fc0f4614-d73a-48b6-a1be-5d89e3322fc4"/>
              <p:cNvSpPr/>
              <p:nvPr/>
            </p:nvSpPr>
            <p:spPr>
              <a:xfrm>
                <a:off x="3500470" y="2543753"/>
                <a:ext cx="3444875" cy="795337"/>
              </a:xfrm>
              <a:prstGeom prst="roundRect">
                <a:avLst>
                  <a:gd name="adj" fmla="val 7000"/>
                </a:avLst>
              </a:prstGeom>
              <a:solidFill>
                <a:schemeClr val="tx2">
                  <a:alpha val="5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协作定义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36" name="shape1" descr="144abd23-0634-45b9-9092-dd33e4d68c9f"/>
              <p:cNvSpPr/>
              <p:nvPr/>
            </p:nvSpPr>
            <p:spPr>
              <a:xfrm>
                <a:off x="3506820" y="2543753"/>
                <a:ext cx="415925" cy="500062"/>
              </a:xfrm>
              <a:custGeom>
                <a:avLst/>
                <a:gdLst>
                  <a:gd name="connsiteX0" fmla="*/ 111347 w 415925"/>
                  <a:gd name="connsiteY0" fmla="*/ 0 h 500062"/>
                  <a:gd name="connsiteX1" fmla="*/ 405138 w 415925"/>
                  <a:gd name="connsiteY1" fmla="*/ 0 h 500062"/>
                  <a:gd name="connsiteX2" fmla="*/ 407604 w 415925"/>
                  <a:gd name="connsiteY2" fmla="*/ 7944 h 500062"/>
                  <a:gd name="connsiteX3" fmla="*/ 415925 w 415925"/>
                  <a:gd name="connsiteY3" fmla="*/ 90487 h 500062"/>
                  <a:gd name="connsiteX4" fmla="*/ 6350 w 415925"/>
                  <a:gd name="connsiteY4" fmla="*/ 500062 h 500062"/>
                  <a:gd name="connsiteX5" fmla="*/ 0 w 415925"/>
                  <a:gd name="connsiteY5" fmla="*/ 499422 h 500062"/>
                  <a:gd name="connsiteX6" fmla="*/ 0 w 415925"/>
                  <a:gd name="connsiteY6" fmla="*/ 111347 h 500062"/>
                  <a:gd name="connsiteX7" fmla="*/ 111347 w 415925"/>
                  <a:gd name="connsiteY7" fmla="*/ 0 h 5000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5925" h="500062">
                    <a:moveTo>
                      <a:pt x="111347" y="0"/>
                    </a:moveTo>
                    <a:lnTo>
                      <a:pt x="405138" y="0"/>
                    </a:lnTo>
                    <a:lnTo>
                      <a:pt x="407604" y="7944"/>
                    </a:lnTo>
                    <a:cubicBezTo>
                      <a:pt x="413060" y="34606"/>
                      <a:pt x="415925" y="62212"/>
                      <a:pt x="415925" y="90487"/>
                    </a:cubicBezTo>
                    <a:cubicBezTo>
                      <a:pt x="415925" y="316689"/>
                      <a:pt x="232552" y="500062"/>
                      <a:pt x="6350" y="500062"/>
                    </a:cubicBezTo>
                    <a:lnTo>
                      <a:pt x="0" y="499422"/>
                    </a:lnTo>
                    <a:lnTo>
                      <a:pt x="0" y="111347"/>
                    </a:lnTo>
                    <a:cubicBezTo>
                      <a:pt x="0" y="49852"/>
                      <a:pt x="49852" y="0"/>
                      <a:pt x="11134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4">
                      <a:lumMod val="60000"/>
                      <a:lumOff val="40000"/>
                    </a:schemeClr>
                  </a:gs>
                  <a:gs pos="60000">
                    <a:schemeClr val="accent4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4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/>
              </a:p>
            </p:txBody>
          </p:sp>
          <p:sp>
            <p:nvSpPr>
              <p:cNvPr id="40" name="Text1" descr="c59428bb-61fc-4dfa-b625-e031a0a02aee"/>
              <p:cNvSpPr/>
              <p:nvPr/>
            </p:nvSpPr>
            <p:spPr>
              <a:xfrm>
                <a:off x="7191061" y="2543753"/>
                <a:ext cx="4327839" cy="789513"/>
              </a:xfrm>
              <a:prstGeom prst="roundRect">
                <a:avLst>
                  <a:gd name="adj" fmla="val 7000"/>
                </a:avLst>
              </a:prstGeom>
              <a:solidFill>
                <a:schemeClr val="tx2">
                  <a:alpha val="5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软件开发从二维协作扩展到三维协作网络，协作是将不同主体优势编织成更强整体能力。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5" name="组合 4" descr="e18e7f06-670d-40eb-92a0-4d2ffacfa7ba"/>
            <p:cNvGrpSpPr/>
            <p:nvPr/>
          </p:nvGrpSpPr>
          <p:grpSpPr>
            <a:xfrm>
              <a:off x="3500470" y="3449360"/>
              <a:ext cx="8018430" cy="795337"/>
              <a:chOff x="3500470" y="3449360"/>
              <a:chExt cx="8018430" cy="795337"/>
            </a:xfrm>
          </p:grpSpPr>
          <p:sp>
            <p:nvSpPr>
              <p:cNvPr id="41" name="Bullet2" descr="85f57f85-0054-499f-9037-7de32e778373"/>
              <p:cNvSpPr/>
              <p:nvPr/>
            </p:nvSpPr>
            <p:spPr>
              <a:xfrm>
                <a:off x="3500470" y="3449360"/>
                <a:ext cx="3444875" cy="795337"/>
              </a:xfrm>
              <a:prstGeom prst="roundRect">
                <a:avLst>
                  <a:gd name="adj" fmla="val 7000"/>
                </a:avLst>
              </a:prstGeom>
              <a:solidFill>
                <a:schemeClr val="tx2">
                  <a:alpha val="5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人类角色演化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42" name="shape2" descr="be3bbca1-8808-44ce-b840-9cb112631d0f"/>
              <p:cNvSpPr/>
              <p:nvPr/>
            </p:nvSpPr>
            <p:spPr>
              <a:xfrm>
                <a:off x="3506820" y="3449360"/>
                <a:ext cx="415925" cy="500062"/>
              </a:xfrm>
              <a:custGeom>
                <a:avLst/>
                <a:gdLst>
                  <a:gd name="connsiteX0" fmla="*/ 111347 w 415925"/>
                  <a:gd name="connsiteY0" fmla="*/ 0 h 500062"/>
                  <a:gd name="connsiteX1" fmla="*/ 405138 w 415925"/>
                  <a:gd name="connsiteY1" fmla="*/ 0 h 500062"/>
                  <a:gd name="connsiteX2" fmla="*/ 407604 w 415925"/>
                  <a:gd name="connsiteY2" fmla="*/ 7944 h 500062"/>
                  <a:gd name="connsiteX3" fmla="*/ 415925 w 415925"/>
                  <a:gd name="connsiteY3" fmla="*/ 90487 h 500062"/>
                  <a:gd name="connsiteX4" fmla="*/ 6350 w 415925"/>
                  <a:gd name="connsiteY4" fmla="*/ 500062 h 500062"/>
                  <a:gd name="connsiteX5" fmla="*/ 0 w 415925"/>
                  <a:gd name="connsiteY5" fmla="*/ 499422 h 500062"/>
                  <a:gd name="connsiteX6" fmla="*/ 0 w 415925"/>
                  <a:gd name="connsiteY6" fmla="*/ 111347 h 500062"/>
                  <a:gd name="connsiteX7" fmla="*/ 111347 w 415925"/>
                  <a:gd name="connsiteY7" fmla="*/ 0 h 5000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5925" h="500062">
                    <a:moveTo>
                      <a:pt x="111347" y="0"/>
                    </a:moveTo>
                    <a:lnTo>
                      <a:pt x="405138" y="0"/>
                    </a:lnTo>
                    <a:lnTo>
                      <a:pt x="407604" y="7944"/>
                    </a:lnTo>
                    <a:cubicBezTo>
                      <a:pt x="413060" y="34606"/>
                      <a:pt x="415925" y="62212"/>
                      <a:pt x="415925" y="90487"/>
                    </a:cubicBezTo>
                    <a:cubicBezTo>
                      <a:pt x="415925" y="316689"/>
                      <a:pt x="232552" y="500062"/>
                      <a:pt x="6350" y="500062"/>
                    </a:cubicBezTo>
                    <a:lnTo>
                      <a:pt x="0" y="499422"/>
                    </a:lnTo>
                    <a:lnTo>
                      <a:pt x="0" y="111347"/>
                    </a:lnTo>
                    <a:cubicBezTo>
                      <a:pt x="0" y="49852"/>
                      <a:pt x="49852" y="0"/>
                      <a:pt x="11134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60000">
                    <a:schemeClr val="accent2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2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/>
              </a:p>
            </p:txBody>
          </p:sp>
          <p:sp>
            <p:nvSpPr>
              <p:cNvPr id="45" name="Text2" descr="20bc0d1a-f92f-483e-bede-3d88c4ea051e"/>
              <p:cNvSpPr/>
              <p:nvPr/>
            </p:nvSpPr>
            <p:spPr>
              <a:xfrm>
                <a:off x="7191061" y="3449360"/>
                <a:ext cx="4327839" cy="789513"/>
              </a:xfrm>
              <a:prstGeom prst="roundRect">
                <a:avLst>
                  <a:gd name="adj" fmla="val 7000"/>
                </a:avLst>
              </a:prstGeom>
              <a:solidFill>
                <a:schemeClr val="tx2">
                  <a:alpha val="5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人类成为架构师、价值守护者、创意源泉和质量把关者，这些角色无法被AI替代。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6" name="组合 5" descr="104230b8-8675-48a4-8a79-054b521ec675"/>
            <p:cNvGrpSpPr/>
            <p:nvPr/>
          </p:nvGrpSpPr>
          <p:grpSpPr>
            <a:xfrm>
              <a:off x="3500470" y="4365884"/>
              <a:ext cx="8018430" cy="795337"/>
              <a:chOff x="3500470" y="4365884"/>
              <a:chExt cx="8018430" cy="795337"/>
            </a:xfrm>
          </p:grpSpPr>
          <p:sp>
            <p:nvSpPr>
              <p:cNvPr id="46" name="Bullet3" descr="1a04c4c4-d041-4b7e-931d-710d3925ab20"/>
              <p:cNvSpPr/>
              <p:nvPr/>
            </p:nvSpPr>
            <p:spPr>
              <a:xfrm>
                <a:off x="3500470" y="4365884"/>
                <a:ext cx="3444875" cy="795337"/>
              </a:xfrm>
              <a:prstGeom prst="roundRect">
                <a:avLst>
                  <a:gd name="adj" fmla="val 7000"/>
                </a:avLst>
              </a:prstGeom>
              <a:solidFill>
                <a:schemeClr val="tx2">
                  <a:alpha val="5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人机协作模式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47" name="shape3" descr="0ac1957d-f357-43a3-b34c-caa9d8886533"/>
              <p:cNvSpPr/>
              <p:nvPr/>
            </p:nvSpPr>
            <p:spPr>
              <a:xfrm>
                <a:off x="3506820" y="4365884"/>
                <a:ext cx="415925" cy="500062"/>
              </a:xfrm>
              <a:custGeom>
                <a:avLst/>
                <a:gdLst>
                  <a:gd name="connsiteX0" fmla="*/ 111347 w 415925"/>
                  <a:gd name="connsiteY0" fmla="*/ 0 h 500062"/>
                  <a:gd name="connsiteX1" fmla="*/ 405138 w 415925"/>
                  <a:gd name="connsiteY1" fmla="*/ 0 h 500062"/>
                  <a:gd name="connsiteX2" fmla="*/ 407604 w 415925"/>
                  <a:gd name="connsiteY2" fmla="*/ 7944 h 500062"/>
                  <a:gd name="connsiteX3" fmla="*/ 415925 w 415925"/>
                  <a:gd name="connsiteY3" fmla="*/ 90487 h 500062"/>
                  <a:gd name="connsiteX4" fmla="*/ 6350 w 415925"/>
                  <a:gd name="connsiteY4" fmla="*/ 500062 h 500062"/>
                  <a:gd name="connsiteX5" fmla="*/ 0 w 415925"/>
                  <a:gd name="connsiteY5" fmla="*/ 499422 h 500062"/>
                  <a:gd name="connsiteX6" fmla="*/ 0 w 415925"/>
                  <a:gd name="connsiteY6" fmla="*/ 111347 h 500062"/>
                  <a:gd name="connsiteX7" fmla="*/ 111347 w 415925"/>
                  <a:gd name="connsiteY7" fmla="*/ 0 h 5000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5925" h="500062">
                    <a:moveTo>
                      <a:pt x="111347" y="0"/>
                    </a:moveTo>
                    <a:lnTo>
                      <a:pt x="405138" y="0"/>
                    </a:lnTo>
                    <a:lnTo>
                      <a:pt x="407604" y="7944"/>
                    </a:lnTo>
                    <a:cubicBezTo>
                      <a:pt x="413060" y="34606"/>
                      <a:pt x="415925" y="62212"/>
                      <a:pt x="415925" y="90487"/>
                    </a:cubicBezTo>
                    <a:cubicBezTo>
                      <a:pt x="415925" y="316689"/>
                      <a:pt x="232552" y="500062"/>
                      <a:pt x="6350" y="500062"/>
                    </a:cubicBezTo>
                    <a:lnTo>
                      <a:pt x="0" y="499422"/>
                    </a:lnTo>
                    <a:lnTo>
                      <a:pt x="0" y="111347"/>
                    </a:lnTo>
                    <a:cubicBezTo>
                      <a:pt x="0" y="49852"/>
                      <a:pt x="49852" y="0"/>
                      <a:pt x="11134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60000">
                    <a:schemeClr val="accent3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3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/>
              </a:p>
            </p:txBody>
          </p:sp>
          <p:sp>
            <p:nvSpPr>
              <p:cNvPr id="51" name="Text3" descr="4ae8e21d-bbb9-44fd-b9f6-e7fe7c779fe1"/>
              <p:cNvSpPr/>
              <p:nvPr/>
            </p:nvSpPr>
            <p:spPr>
              <a:xfrm>
                <a:off x="7191061" y="4365884"/>
                <a:ext cx="4327839" cy="789513"/>
              </a:xfrm>
              <a:prstGeom prst="roundRect">
                <a:avLst>
                  <a:gd name="adj" fmla="val 7000"/>
                </a:avLst>
              </a:prstGeom>
              <a:solidFill>
                <a:schemeClr val="tx2">
                  <a:alpha val="5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包括共同愿景、动态平衡和持续学习等新模式。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7" name="组合 6" descr="e4ad0786-d55b-4afb-9189-2204cf27a3f9"/>
            <p:cNvGrpSpPr/>
            <p:nvPr/>
          </p:nvGrpSpPr>
          <p:grpSpPr>
            <a:xfrm>
              <a:off x="3500470" y="5288232"/>
              <a:ext cx="8018430" cy="795337"/>
              <a:chOff x="3500470" y="5288232"/>
              <a:chExt cx="8018430" cy="795337"/>
            </a:xfrm>
          </p:grpSpPr>
          <p:sp>
            <p:nvSpPr>
              <p:cNvPr id="52" name="Bullet4" descr="b7a0489a-df80-4e23-8e52-2a450f0e9331"/>
              <p:cNvSpPr/>
              <p:nvPr/>
            </p:nvSpPr>
            <p:spPr>
              <a:xfrm>
                <a:off x="3500470" y="5288232"/>
                <a:ext cx="3444875" cy="795337"/>
              </a:xfrm>
              <a:prstGeom prst="roundRect">
                <a:avLst>
                  <a:gd name="adj" fmla="val 7000"/>
                </a:avLst>
              </a:prstGeom>
              <a:solidFill>
                <a:schemeClr val="tx2">
                  <a:alpha val="5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协作成功要素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53" name="shape4" descr="f06bca90-8be5-4067-8919-8f1d2d6680a1"/>
              <p:cNvSpPr/>
              <p:nvPr/>
            </p:nvSpPr>
            <p:spPr>
              <a:xfrm>
                <a:off x="3506820" y="5288232"/>
                <a:ext cx="415925" cy="500062"/>
              </a:xfrm>
              <a:custGeom>
                <a:avLst/>
                <a:gdLst>
                  <a:gd name="connsiteX0" fmla="*/ 111347 w 415925"/>
                  <a:gd name="connsiteY0" fmla="*/ 0 h 500062"/>
                  <a:gd name="connsiteX1" fmla="*/ 405138 w 415925"/>
                  <a:gd name="connsiteY1" fmla="*/ 0 h 500062"/>
                  <a:gd name="connsiteX2" fmla="*/ 407604 w 415925"/>
                  <a:gd name="connsiteY2" fmla="*/ 7944 h 500062"/>
                  <a:gd name="connsiteX3" fmla="*/ 415925 w 415925"/>
                  <a:gd name="connsiteY3" fmla="*/ 90487 h 500062"/>
                  <a:gd name="connsiteX4" fmla="*/ 6350 w 415925"/>
                  <a:gd name="connsiteY4" fmla="*/ 500062 h 500062"/>
                  <a:gd name="connsiteX5" fmla="*/ 0 w 415925"/>
                  <a:gd name="connsiteY5" fmla="*/ 499422 h 500062"/>
                  <a:gd name="connsiteX6" fmla="*/ 0 w 415925"/>
                  <a:gd name="connsiteY6" fmla="*/ 111347 h 500062"/>
                  <a:gd name="connsiteX7" fmla="*/ 111347 w 415925"/>
                  <a:gd name="connsiteY7" fmla="*/ 0 h 5000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5925" h="500062">
                    <a:moveTo>
                      <a:pt x="111347" y="0"/>
                    </a:moveTo>
                    <a:lnTo>
                      <a:pt x="405138" y="0"/>
                    </a:lnTo>
                    <a:lnTo>
                      <a:pt x="407604" y="7944"/>
                    </a:lnTo>
                    <a:cubicBezTo>
                      <a:pt x="413060" y="34606"/>
                      <a:pt x="415925" y="62212"/>
                      <a:pt x="415925" y="90487"/>
                    </a:cubicBezTo>
                    <a:cubicBezTo>
                      <a:pt x="415925" y="316689"/>
                      <a:pt x="232552" y="500062"/>
                      <a:pt x="6350" y="500062"/>
                    </a:cubicBezTo>
                    <a:lnTo>
                      <a:pt x="0" y="499422"/>
                    </a:lnTo>
                    <a:lnTo>
                      <a:pt x="0" y="111347"/>
                    </a:lnTo>
                    <a:cubicBezTo>
                      <a:pt x="0" y="49852"/>
                      <a:pt x="49852" y="0"/>
                      <a:pt x="11134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6">
                      <a:lumMod val="60000"/>
                      <a:lumOff val="40000"/>
                    </a:schemeClr>
                  </a:gs>
                  <a:gs pos="60000">
                    <a:schemeClr val="accent6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6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/>
              </a:p>
            </p:txBody>
          </p:sp>
          <p:sp>
            <p:nvSpPr>
              <p:cNvPr id="56" name="Text4" descr="075f05d5-0528-409c-8ad9-12d49cbd05c5"/>
              <p:cNvSpPr/>
              <p:nvPr/>
            </p:nvSpPr>
            <p:spPr>
              <a:xfrm>
                <a:off x="7191061" y="5288232"/>
                <a:ext cx="4327839" cy="789513"/>
              </a:xfrm>
              <a:prstGeom prst="roundRect">
                <a:avLst>
                  <a:gd name="adj" fmla="val 7000"/>
                </a:avLst>
              </a:prstGeom>
              <a:solidFill>
                <a:schemeClr val="tx2">
                  <a:alpha val="5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沟通表达能力、协作设计能力和系统整合能力是协作成功的关键。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</p:grp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b9ca036a-98b6-46f8-b8a2-797843b2c00b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600" b="1" i="0" u="none">
                <a:solidFill>
                  <a:srgbClr val="FFFFFF"/>
                </a:solidFill>
                <a:ea typeface="微软雅黑" panose="020B0503020204020204" charset="-122"/>
              </a:rPr>
              <a:t>法：实践的智慧结晶</a:t>
            </a:r>
            <a:endParaRPr lang="en-US" sz="3600" b="1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sp>
        <p:nvSpPr>
          <p:cNvPr id="3" name="文本占位符 2" descr="940db717-0ce0-4017-b1dc-fabda493c3bb"/>
          <p:cNvSpPr>
            <a:spLocks noGrp="1"/>
          </p:cNvSpPr>
          <p:nvPr>
            <p:ph type="body" idx="1" hasCustomPrompt="1"/>
          </p:nvPr>
        </p:nvSpPr>
        <p:spPr/>
        <p:txBody>
          <a:bodyPr anchorCtr="0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 sz="1600" b="0" i="0" u="none">
                <a:solidFill>
                  <a:srgbClr val="FFFFFF"/>
                </a:solidFill>
                <a:ea typeface="微软雅黑" panose="020B0503020204020204" charset="-122"/>
              </a:rPr>
              <a:t>探讨可复制的成功模式</a:t>
            </a:r>
            <a:endParaRPr lang="en-US" sz="1600" b="0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5a12860-57d0-435d-97c1-4c6d2d8d7d77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FFFFFF"/>
                </a:solidFill>
                <a:ea typeface="微软雅黑" panose="020B0503020204020204" charset="-122"/>
              </a:rPr>
              <a:t>敏捷与精益法</a:t>
            </a:r>
            <a:endParaRPr lang="en-US" sz="2800" b="1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grpSp>
        <p:nvGrpSpPr>
          <p:cNvPr id="3" name="faf0eef8-c691-418e-8a25-0d1e98dc8a62.source.4.zh-Hans.pptx" descr="ec162bd7-edf8-40f3-a2d6-fdfe02016e2a"/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9" name="Title" descr="fd695f18-2a8b-4c7c-83f0-4575e33cd097"/>
            <p:cNvSpPr/>
            <p:nvPr/>
          </p:nvSpPr>
          <p:spPr>
            <a:xfrm>
              <a:off x="660400" y="1130300"/>
              <a:ext cx="10858500" cy="87588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FFFFFF"/>
                  </a:solidFill>
                  <a:ea typeface="微软雅黑" panose="020B0503020204020204" charset="-122"/>
                </a:rPr>
                <a:t>价值流动的艺术</a:t>
              </a:r>
              <a:endParaRPr lang="en-US" sz="2400" b="1" i="0" u="none">
                <a:solidFill>
                  <a:srgbClr val="FFFFFF"/>
                </a:solidFill>
                <a:ea typeface="微软雅黑" panose="020B0503020204020204" charset="-122"/>
              </a:endParaRPr>
            </a:p>
          </p:txBody>
        </p:sp>
        <p:grpSp>
          <p:nvGrpSpPr>
            <p:cNvPr id="14" name="组合 13" descr="b4c21778-3d05-45b0-9008-8300dfa69fef"/>
            <p:cNvGrpSpPr/>
            <p:nvPr/>
          </p:nvGrpSpPr>
          <p:grpSpPr>
            <a:xfrm>
              <a:off x="3573275" y="2676195"/>
              <a:ext cx="5032750" cy="2955987"/>
              <a:chOff x="3468135" y="2188231"/>
              <a:chExt cx="5032750" cy="2955987"/>
            </a:xfrm>
          </p:grpSpPr>
          <p:sp>
            <p:nvSpPr>
              <p:cNvPr id="12" name="Shape1" descr="1a9375a2-f514-4d1e-b003-45a3bc20fa6e"/>
              <p:cNvSpPr/>
              <p:nvPr/>
            </p:nvSpPr>
            <p:spPr>
              <a:xfrm rot="10800000">
                <a:off x="3468135" y="3634689"/>
                <a:ext cx="2051971" cy="1509529"/>
              </a:xfrm>
              <a:custGeom>
                <a:avLst/>
                <a:gdLst>
                  <a:gd name="connsiteX0" fmla="*/ 1339850 w 2349500"/>
                  <a:gd name="connsiteY0" fmla="*/ 0 h 1728406"/>
                  <a:gd name="connsiteX1" fmla="*/ 2349500 w 2349500"/>
                  <a:gd name="connsiteY1" fmla="*/ 655574 h 1728406"/>
                  <a:gd name="connsiteX2" fmla="*/ 1339850 w 2349500"/>
                  <a:gd name="connsiteY2" fmla="*/ 1311148 h 1728406"/>
                  <a:gd name="connsiteX3" fmla="*/ 1339850 w 2349500"/>
                  <a:gd name="connsiteY3" fmla="*/ 964867 h 1728406"/>
                  <a:gd name="connsiteX4" fmla="*/ 1264968 w 2349500"/>
                  <a:gd name="connsiteY4" fmla="*/ 976295 h 1728406"/>
                  <a:gd name="connsiteX5" fmla="*/ 593649 w 2349500"/>
                  <a:gd name="connsiteY5" fmla="*/ 1718815 h 1728406"/>
                  <a:gd name="connsiteX6" fmla="*/ 593165 w 2349500"/>
                  <a:gd name="connsiteY6" fmla="*/ 1728406 h 1728406"/>
                  <a:gd name="connsiteX7" fmla="*/ 0 w 2349500"/>
                  <a:gd name="connsiteY7" fmla="*/ 1728406 h 1728406"/>
                  <a:gd name="connsiteX8" fmla="*/ 0 w 2349500"/>
                  <a:gd name="connsiteY8" fmla="*/ 1679387 h 1728406"/>
                  <a:gd name="connsiteX9" fmla="*/ 1309563 w 2349500"/>
                  <a:gd name="connsiteY9" fmla="*/ 369824 h 1728406"/>
                  <a:gd name="connsiteX10" fmla="*/ 1339850 w 2349500"/>
                  <a:gd name="connsiteY10" fmla="*/ 369824 h 17284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349500" h="1728406">
                    <a:moveTo>
                      <a:pt x="1339850" y="0"/>
                    </a:moveTo>
                    <a:lnTo>
                      <a:pt x="2349500" y="655574"/>
                    </a:lnTo>
                    <a:lnTo>
                      <a:pt x="1339850" y="1311148"/>
                    </a:lnTo>
                    <a:lnTo>
                      <a:pt x="1339850" y="964867"/>
                    </a:lnTo>
                    <a:lnTo>
                      <a:pt x="1264968" y="976295"/>
                    </a:lnTo>
                    <a:cubicBezTo>
                      <a:pt x="906898" y="1049567"/>
                      <a:pt x="631207" y="1348992"/>
                      <a:pt x="593649" y="1718815"/>
                    </a:cubicBezTo>
                    <a:lnTo>
                      <a:pt x="593165" y="1728406"/>
                    </a:lnTo>
                    <a:lnTo>
                      <a:pt x="0" y="1728406"/>
                    </a:lnTo>
                    <a:lnTo>
                      <a:pt x="0" y="1679387"/>
                    </a:lnTo>
                    <a:cubicBezTo>
                      <a:pt x="0" y="956135"/>
                      <a:pt x="586311" y="369824"/>
                      <a:pt x="1309563" y="369824"/>
                    </a:cubicBezTo>
                    <a:lnTo>
                      <a:pt x="1339850" y="369824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89000">
                    <a:schemeClr val="accent1">
                      <a:alpha val="21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 w="12700"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16200000" scaled="1"/>
                  <a:tileRect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</a:p>
            </p:txBody>
          </p:sp>
          <p:sp>
            <p:nvSpPr>
              <p:cNvPr id="13" name="Shape2" descr="8d5aaadc-a5af-451e-913d-84b13cdec390"/>
              <p:cNvSpPr/>
              <p:nvPr/>
            </p:nvSpPr>
            <p:spPr>
              <a:xfrm rot="10800000" flipH="1" flipV="1">
                <a:off x="6448914" y="2188231"/>
                <a:ext cx="2051971" cy="1509529"/>
              </a:xfrm>
              <a:custGeom>
                <a:avLst/>
                <a:gdLst>
                  <a:gd name="connsiteX0" fmla="*/ 1339850 w 2349500"/>
                  <a:gd name="connsiteY0" fmla="*/ 0 h 1728406"/>
                  <a:gd name="connsiteX1" fmla="*/ 2349500 w 2349500"/>
                  <a:gd name="connsiteY1" fmla="*/ 655574 h 1728406"/>
                  <a:gd name="connsiteX2" fmla="*/ 1339850 w 2349500"/>
                  <a:gd name="connsiteY2" fmla="*/ 1311148 h 1728406"/>
                  <a:gd name="connsiteX3" fmla="*/ 1339850 w 2349500"/>
                  <a:gd name="connsiteY3" fmla="*/ 964867 h 1728406"/>
                  <a:gd name="connsiteX4" fmla="*/ 1264968 w 2349500"/>
                  <a:gd name="connsiteY4" fmla="*/ 976295 h 1728406"/>
                  <a:gd name="connsiteX5" fmla="*/ 593649 w 2349500"/>
                  <a:gd name="connsiteY5" fmla="*/ 1718815 h 1728406"/>
                  <a:gd name="connsiteX6" fmla="*/ 593165 w 2349500"/>
                  <a:gd name="connsiteY6" fmla="*/ 1728406 h 1728406"/>
                  <a:gd name="connsiteX7" fmla="*/ 0 w 2349500"/>
                  <a:gd name="connsiteY7" fmla="*/ 1728406 h 1728406"/>
                  <a:gd name="connsiteX8" fmla="*/ 0 w 2349500"/>
                  <a:gd name="connsiteY8" fmla="*/ 1679387 h 1728406"/>
                  <a:gd name="connsiteX9" fmla="*/ 1309563 w 2349500"/>
                  <a:gd name="connsiteY9" fmla="*/ 369824 h 1728406"/>
                  <a:gd name="connsiteX10" fmla="*/ 1339850 w 2349500"/>
                  <a:gd name="connsiteY10" fmla="*/ 369824 h 17284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349500" h="1728406">
                    <a:moveTo>
                      <a:pt x="1339850" y="0"/>
                    </a:moveTo>
                    <a:lnTo>
                      <a:pt x="2349500" y="655574"/>
                    </a:lnTo>
                    <a:lnTo>
                      <a:pt x="1339850" y="1311148"/>
                    </a:lnTo>
                    <a:lnTo>
                      <a:pt x="1339850" y="964867"/>
                    </a:lnTo>
                    <a:lnTo>
                      <a:pt x="1264968" y="976295"/>
                    </a:lnTo>
                    <a:cubicBezTo>
                      <a:pt x="906898" y="1049567"/>
                      <a:pt x="631207" y="1348992"/>
                      <a:pt x="593649" y="1718815"/>
                    </a:cubicBezTo>
                    <a:lnTo>
                      <a:pt x="593165" y="1728406"/>
                    </a:lnTo>
                    <a:lnTo>
                      <a:pt x="0" y="1728406"/>
                    </a:lnTo>
                    <a:lnTo>
                      <a:pt x="0" y="1679387"/>
                    </a:lnTo>
                    <a:cubicBezTo>
                      <a:pt x="0" y="956135"/>
                      <a:pt x="586311" y="369824"/>
                      <a:pt x="1309563" y="369824"/>
                    </a:cubicBezTo>
                    <a:lnTo>
                      <a:pt x="1339850" y="369824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89000">
                    <a:schemeClr val="accent2">
                      <a:alpha val="21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 w="12700">
                <a:gradFill flip="none" rotWithShape="1">
                  <a:gsLst>
                    <a:gs pos="0">
                      <a:schemeClr val="accent2">
                        <a:alpha val="0"/>
                      </a:schemeClr>
                    </a:gs>
                    <a:gs pos="100000">
                      <a:schemeClr val="accent2"/>
                    </a:gs>
                  </a:gsLst>
                  <a:lin ang="16200000" scaled="1"/>
                  <a:tileRect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</a:p>
            </p:txBody>
          </p:sp>
        </p:grpSp>
        <p:grpSp>
          <p:nvGrpSpPr>
            <p:cNvPr id="10" name="组合 9" descr="df18ad4b-d8d9-4209-a989-53b1355a9597"/>
            <p:cNvGrpSpPr/>
            <p:nvPr/>
          </p:nvGrpSpPr>
          <p:grpSpPr>
            <a:xfrm>
              <a:off x="4801579" y="2832093"/>
              <a:ext cx="2576142" cy="2576142"/>
              <a:chOff x="4801579" y="2784229"/>
              <a:chExt cx="2576142" cy="2576142"/>
            </a:xfrm>
          </p:grpSpPr>
          <p:sp>
            <p:nvSpPr>
              <p:cNvPr id="8" name="Rounded Rectangle 1_1_1" descr="05ed7d1b-0f87-40f5-840e-f4b5629755f3"/>
              <p:cNvSpPr/>
              <p:nvPr/>
            </p:nvSpPr>
            <p:spPr>
              <a:xfrm>
                <a:off x="4801579" y="2784229"/>
                <a:ext cx="2576142" cy="2576142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12700" cap="rnd">
                <a:gradFill>
                  <a:gsLst>
                    <a:gs pos="0">
                      <a:schemeClr val="accent1">
                        <a:lumMod val="45000"/>
                        <a:lumOff val="55000"/>
                      </a:schemeClr>
                    </a:gs>
                    <a:gs pos="50000">
                      <a:schemeClr val="accent1">
                        <a:lumMod val="30000"/>
                        <a:lumOff val="70000"/>
                        <a:alpha val="0"/>
                      </a:schemeClr>
                    </a:gs>
                  </a:gsLst>
                  <a:lin ang="2700000" scaled="0"/>
                </a:gradFill>
                <a:prstDash val="solid"/>
                <a:round/>
              </a:ln>
              <a:effectLst>
                <a:outerShdw blurRad="254000" dist="127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rmAutofit/>
              </a:bodyPr>
              <a:lstStyle/>
              <a:p>
                <a:pPr algn="ctr"/>
              </a:p>
            </p:txBody>
          </p:sp>
          <p:sp>
            <p:nvSpPr>
              <p:cNvPr id="56" name="NumberMisc" descr="0e2a6b62-5401-46f7-9f56-ac1d4e913460"/>
              <p:cNvSpPr/>
              <p:nvPr/>
            </p:nvSpPr>
            <p:spPr>
              <a:xfrm>
                <a:off x="5270500" y="3253150"/>
                <a:ext cx="1638300" cy="16383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0000">
                    <a:schemeClr val="accent1"/>
                  </a:gs>
                </a:gsLst>
                <a:lin ang="2700000" scaled="1"/>
                <a:tileRect/>
              </a:gradFill>
              <a:ln w="12700">
                <a:solidFill>
                  <a:schemeClr val="bg1"/>
                </a:solidFill>
              </a:ln>
              <a:effectLst>
                <a:outerShdw blurRad="127000" dist="50800" dir="5400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anchorCtr="0">
                <a:normAutofit fontScale="92500"/>
              </a:bodyPr>
              <a:lstStyle/>
              <a:p>
                <a:pPr algn="ctr"/>
                <a:r>
                  <a:rPr lang="en-US" sz="6000" b="1" i="0" u="none">
                    <a:solidFill>
                      <a:srgbClr val="FFFFFF"/>
                    </a:solidFill>
                    <a:latin typeface="Arial" panose="020B0604020202020204"/>
                  </a:rPr>
                  <a:t>VS</a:t>
                </a:r>
                <a:endParaRPr lang="en-US" sz="60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</p:grpSp>
        <p:grpSp>
          <p:nvGrpSpPr>
            <p:cNvPr id="49" name="组合 48" descr="e0073187-692b-4feb-afae-1b747f8d5cae"/>
            <p:cNvGrpSpPr/>
            <p:nvPr/>
          </p:nvGrpSpPr>
          <p:grpSpPr>
            <a:xfrm>
              <a:off x="660400" y="2331640"/>
              <a:ext cx="3420357" cy="1757574"/>
              <a:chOff x="1109339" y="1792384"/>
              <a:chExt cx="1863202" cy="3001719"/>
            </a:xfrm>
          </p:grpSpPr>
          <p:sp>
            <p:nvSpPr>
              <p:cNvPr id="101" name="ComponentBackground1" descr="3bdd51e4-2d7d-42c4-bf1b-daa087229bbc"/>
              <p:cNvSpPr/>
              <p:nvPr/>
            </p:nvSpPr>
            <p:spPr>
              <a:xfrm>
                <a:off x="1109339" y="1792384"/>
                <a:ext cx="1863202" cy="3001719"/>
              </a:xfrm>
              <a:prstGeom prst="roundRect">
                <a:avLst>
                  <a:gd name="adj" fmla="val 5843"/>
                </a:avLst>
              </a:prstGeom>
              <a:gradFill flip="none" rotWithShape="1">
                <a:gsLst>
                  <a:gs pos="0">
                    <a:schemeClr val="accent1">
                      <a:alpha val="15000"/>
                    </a:schemeClr>
                  </a:gs>
                  <a:gs pos="88000">
                    <a:schemeClr val="bg1">
                      <a:alpha val="0"/>
                    </a:schemeClr>
                  </a:gs>
                </a:gsLst>
                <a:lin ang="5400000" scaled="1"/>
                <a:tileRect/>
              </a:gradFill>
              <a:ln w="12700"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16200000" scaled="1"/>
                  <a:tileRect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</a:p>
            </p:txBody>
          </p:sp>
          <p:sp>
            <p:nvSpPr>
              <p:cNvPr id="102" name="Text1" descr="fd85353a-a2af-49d0-87bb-9d104f412697"/>
              <p:cNvSpPr/>
              <p:nvPr/>
            </p:nvSpPr>
            <p:spPr bwMode="auto">
              <a:xfrm>
                <a:off x="1214707" y="2618815"/>
                <a:ext cx="1652466" cy="21540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敏捷与精益不是流程和工具，而是应对不确定性的生存策略，关注价值流动。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03" name="Bullet1" descr="689a0d72-fc93-4e69-9cad-ff218e9f691a"/>
              <p:cNvSpPr txBox="1"/>
              <p:nvPr/>
            </p:nvSpPr>
            <p:spPr bwMode="auto">
              <a:xfrm>
                <a:off x="1214707" y="1903353"/>
                <a:ext cx="1652466" cy="64307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敏捷精益定义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50" name="组合 49" descr="7222b6d9-0ebc-46bc-8d2c-519d9ff563f9"/>
            <p:cNvGrpSpPr/>
            <p:nvPr/>
          </p:nvGrpSpPr>
          <p:grpSpPr>
            <a:xfrm>
              <a:off x="660400" y="4376526"/>
              <a:ext cx="2719445" cy="1757574"/>
              <a:chOff x="1109339" y="1792385"/>
              <a:chExt cx="1863202" cy="2400606"/>
            </a:xfrm>
          </p:grpSpPr>
          <p:sp>
            <p:nvSpPr>
              <p:cNvPr id="98" name="ComponentBackground2" descr="f228e30c-fc46-462d-afd2-b6d084c97b94"/>
              <p:cNvSpPr/>
              <p:nvPr/>
            </p:nvSpPr>
            <p:spPr>
              <a:xfrm>
                <a:off x="1109339" y="1792385"/>
                <a:ext cx="1863202" cy="2400606"/>
              </a:xfrm>
              <a:prstGeom prst="roundRect">
                <a:avLst>
                  <a:gd name="adj" fmla="val 5843"/>
                </a:avLst>
              </a:prstGeom>
              <a:gradFill flip="none" rotWithShape="1">
                <a:gsLst>
                  <a:gs pos="0">
                    <a:schemeClr val="accent1">
                      <a:alpha val="15000"/>
                    </a:schemeClr>
                  </a:gs>
                  <a:gs pos="88000">
                    <a:schemeClr val="bg1">
                      <a:alpha val="0"/>
                    </a:schemeClr>
                  </a:gs>
                </a:gsLst>
                <a:lin ang="5400000" scaled="1"/>
                <a:tileRect/>
              </a:gradFill>
              <a:ln w="12700"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16200000" scaled="1"/>
                  <a:tileRect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</a:p>
            </p:txBody>
          </p:sp>
          <p:sp>
            <p:nvSpPr>
              <p:cNvPr id="99" name="Text2" descr="cc5f39dc-ad06-4e96-b957-74b384c90b03"/>
              <p:cNvSpPr/>
              <p:nvPr/>
            </p:nvSpPr>
            <p:spPr bwMode="auto">
              <a:xfrm>
                <a:off x="1214707" y="2618816"/>
                <a:ext cx="1652466" cy="12278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寻找从需求到价值的最短路径，消除不增值活动，关注反馈环缩短和学习即时性。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00" name="Bullet2" descr="d6856e6c-6ceb-4df3-833b-a6fbf758194a"/>
              <p:cNvSpPr txBox="1"/>
              <p:nvPr/>
            </p:nvSpPr>
            <p:spPr bwMode="auto">
              <a:xfrm>
                <a:off x="1214707" y="1903353"/>
                <a:ext cx="1652466" cy="64307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价值流期望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52" name="组合 51" descr="6f7ba72c-5da8-4f0e-bf54-9cf028b49a5e"/>
            <p:cNvGrpSpPr/>
            <p:nvPr/>
          </p:nvGrpSpPr>
          <p:grpSpPr>
            <a:xfrm>
              <a:off x="8799455" y="2331640"/>
              <a:ext cx="2719445" cy="1757574"/>
              <a:chOff x="1109339" y="1792384"/>
              <a:chExt cx="1863202" cy="3001719"/>
            </a:xfrm>
          </p:grpSpPr>
          <p:sp>
            <p:nvSpPr>
              <p:cNvPr id="92" name="ComponentBackground3" descr="97ea23ca-1a5d-40cb-a740-7ac5896bf2ad"/>
              <p:cNvSpPr/>
              <p:nvPr/>
            </p:nvSpPr>
            <p:spPr>
              <a:xfrm>
                <a:off x="1109339" y="1792384"/>
                <a:ext cx="1863202" cy="3001719"/>
              </a:xfrm>
              <a:prstGeom prst="roundRect">
                <a:avLst>
                  <a:gd name="adj" fmla="val 5843"/>
                </a:avLst>
              </a:prstGeom>
              <a:gradFill flip="none" rotWithShape="1">
                <a:gsLst>
                  <a:gs pos="0">
                    <a:schemeClr val="accent2">
                      <a:alpha val="15000"/>
                    </a:schemeClr>
                  </a:gs>
                  <a:gs pos="88000">
                    <a:schemeClr val="bg1">
                      <a:alpha val="0"/>
                    </a:schemeClr>
                  </a:gs>
                </a:gsLst>
                <a:lin ang="5400000" scaled="1"/>
                <a:tileRect/>
              </a:gradFill>
              <a:ln w="12700">
                <a:gradFill flip="none" rotWithShape="1">
                  <a:gsLst>
                    <a:gs pos="0">
                      <a:schemeClr val="accent2">
                        <a:alpha val="0"/>
                      </a:schemeClr>
                    </a:gs>
                    <a:gs pos="100000">
                      <a:schemeClr val="accent2"/>
                    </a:gs>
                  </a:gsLst>
                  <a:lin ang="16200000" scaled="1"/>
                  <a:tileRect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</a:p>
            </p:txBody>
          </p:sp>
          <p:sp>
            <p:nvSpPr>
              <p:cNvPr id="93" name="Text3" descr="f1850e6e-a479-4f26-9c9f-7b099ee68b10"/>
              <p:cNvSpPr/>
              <p:nvPr/>
            </p:nvSpPr>
            <p:spPr bwMode="auto">
              <a:xfrm>
                <a:off x="1214707" y="2618815"/>
                <a:ext cx="1652466" cy="21540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传统敏捷以人为中心，AI增强敏捷像人机融合的连续流，带来根本性变革。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94" name="Bullet3" descr="21d8b5d9-d67f-48a3-9c51-e540b496ff10"/>
              <p:cNvSpPr txBox="1"/>
              <p:nvPr/>
            </p:nvSpPr>
            <p:spPr bwMode="auto">
              <a:xfrm>
                <a:off x="1214707" y="1903353"/>
                <a:ext cx="1652466" cy="64307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FFFFFF"/>
                    </a:solidFill>
                    <a:latin typeface="Arial" panose="020B0604020202020204"/>
                  </a:rPr>
                  <a:t>AI增强模型</a:t>
                </a:r>
                <a:endParaRPr lang="en-US" sz="18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</p:grpSp>
        <p:grpSp>
          <p:nvGrpSpPr>
            <p:cNvPr id="51" name="组合 50" descr="baac8145-747d-43c1-bb89-2ba6e417e7ac"/>
            <p:cNvGrpSpPr/>
            <p:nvPr/>
          </p:nvGrpSpPr>
          <p:grpSpPr>
            <a:xfrm>
              <a:off x="8098543" y="4376526"/>
              <a:ext cx="3420357" cy="1757574"/>
              <a:chOff x="1109339" y="1792385"/>
              <a:chExt cx="1863202" cy="2400606"/>
            </a:xfrm>
          </p:grpSpPr>
          <p:sp>
            <p:nvSpPr>
              <p:cNvPr id="95" name="ComponentBackground4" descr="ea6c5c2c-2226-4e0a-9106-e453a804982e"/>
              <p:cNvSpPr/>
              <p:nvPr/>
            </p:nvSpPr>
            <p:spPr>
              <a:xfrm>
                <a:off x="1109339" y="1792385"/>
                <a:ext cx="1863202" cy="2400606"/>
              </a:xfrm>
              <a:prstGeom prst="roundRect">
                <a:avLst>
                  <a:gd name="adj" fmla="val 5843"/>
                </a:avLst>
              </a:prstGeom>
              <a:gradFill flip="none" rotWithShape="1">
                <a:gsLst>
                  <a:gs pos="0">
                    <a:schemeClr val="accent2">
                      <a:alpha val="15000"/>
                    </a:schemeClr>
                  </a:gs>
                  <a:gs pos="88000">
                    <a:schemeClr val="bg1">
                      <a:alpha val="0"/>
                    </a:schemeClr>
                  </a:gs>
                </a:gsLst>
                <a:lin ang="5400000" scaled="1"/>
                <a:tileRect/>
              </a:gradFill>
              <a:ln w="12700">
                <a:gradFill flip="none" rotWithShape="1">
                  <a:gsLst>
                    <a:gs pos="0">
                      <a:schemeClr val="accent2">
                        <a:alpha val="0"/>
                      </a:schemeClr>
                    </a:gs>
                    <a:gs pos="100000">
                      <a:schemeClr val="accent2"/>
                    </a:gs>
                  </a:gsLst>
                  <a:lin ang="16200000" scaled="1"/>
                  <a:tileRect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</a:p>
            </p:txBody>
          </p:sp>
          <p:sp>
            <p:nvSpPr>
              <p:cNvPr id="96" name="Text4" descr="68349f7b-4b1f-408a-97c5-62ee1ea6f17a"/>
              <p:cNvSpPr/>
              <p:nvPr/>
            </p:nvSpPr>
            <p:spPr bwMode="auto">
              <a:xfrm>
                <a:off x="1214707" y="2618816"/>
                <a:ext cx="1652466" cy="12278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包括微迭代、可视化价值流动、持续实验等新思维。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97" name="Bullet4" descr="9c173440-1fdd-4105-a540-3670c9353b75"/>
              <p:cNvSpPr txBox="1"/>
              <p:nvPr/>
            </p:nvSpPr>
            <p:spPr bwMode="auto">
              <a:xfrm>
                <a:off x="1214707" y="1903353"/>
                <a:ext cx="1652466" cy="64307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敏捷精益实践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71" name="组合 70" descr="32d0a4c7-d142-4953-8e8d-ba0031b427eb"/>
            <p:cNvGrpSpPr/>
            <p:nvPr/>
          </p:nvGrpSpPr>
          <p:grpSpPr>
            <a:xfrm>
              <a:off x="3669795" y="2775416"/>
              <a:ext cx="870022" cy="870022"/>
              <a:chOff x="2394867" y="4453434"/>
              <a:chExt cx="870022" cy="870022"/>
            </a:xfrm>
          </p:grpSpPr>
          <p:sp>
            <p:nvSpPr>
              <p:cNvPr id="88" name="Shape1" descr="9090f153-5939-484a-9928-356b3b27a7e7"/>
              <p:cNvSpPr/>
              <p:nvPr/>
            </p:nvSpPr>
            <p:spPr>
              <a:xfrm>
                <a:off x="2394867" y="4453434"/>
                <a:ext cx="870022" cy="870022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accent1"/>
                </a:solidFill>
                <a:prstDash val="solid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</a:p>
            </p:txBody>
          </p:sp>
          <p:grpSp>
            <p:nvGrpSpPr>
              <p:cNvPr id="89" name="组合 88" descr="03795252-75d7-43ee-8278-c8f1928e98dc"/>
              <p:cNvGrpSpPr/>
              <p:nvPr/>
            </p:nvGrpSpPr>
            <p:grpSpPr>
              <a:xfrm>
                <a:off x="2492580" y="4551147"/>
                <a:ext cx="674596" cy="674596"/>
                <a:chOff x="1432470" y="5477475"/>
                <a:chExt cx="540000" cy="540000"/>
              </a:xfrm>
            </p:grpSpPr>
            <p:sp>
              <p:nvSpPr>
                <p:cNvPr id="90" name="IconBackground1" descr="8a3bc744-5608-4571-a917-b051cc2d8617"/>
                <p:cNvSpPr txBox="1">
                  <a:spLocks noChangeAspect="1"/>
                </p:cNvSpPr>
                <p:nvPr/>
              </p:nvSpPr>
              <p:spPr>
                <a:xfrm>
                  <a:off x="1432470" y="5477475"/>
                  <a:ext cx="540000" cy="540000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 anchorCtr="0">
                  <a:normAutofit/>
                </a:bodyPr>
                <a:lstStyle>
                  <a:defPPr>
                    <a:defRPr lang="en-US"/>
                  </a:defPPr>
                  <a:lvl1pPr algn="ctr">
                    <a:defRPr b="1">
                      <a:solidFill>
                        <a:srgbClr val="FFFFFF"/>
                      </a:solidFill>
                      <a:cs typeface="+mn-ea"/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</a:p>
              </p:txBody>
            </p:sp>
            <p:sp>
              <p:nvSpPr>
                <p:cNvPr id="91" name="IconMisc1" descr="76338922-96cb-4d65-8751-b17db064294e"/>
                <p:cNvSpPr>
                  <a:spLocks noChangeAspect="1"/>
                </p:cNvSpPr>
                <p:nvPr/>
              </p:nvSpPr>
              <p:spPr bwMode="auto">
                <a:xfrm>
                  <a:off x="1566987" y="5607922"/>
                  <a:ext cx="270966" cy="279106"/>
                </a:xfrm>
                <a:custGeom>
                  <a:avLst/>
                  <a:gdLst>
                    <a:gd name="connsiteX0" fmla="*/ 266700 w 533400"/>
                    <a:gd name="connsiteY0" fmla="*/ 285750 h 533400"/>
                    <a:gd name="connsiteX1" fmla="*/ 409575 w 533400"/>
                    <a:gd name="connsiteY1" fmla="*/ 142875 h 533400"/>
                    <a:gd name="connsiteX2" fmla="*/ 266700 w 533400"/>
                    <a:gd name="connsiteY2" fmla="*/ 0 h 533400"/>
                    <a:gd name="connsiteX3" fmla="*/ 123825 w 533400"/>
                    <a:gd name="connsiteY3" fmla="*/ 142875 h 533400"/>
                    <a:gd name="connsiteX4" fmla="*/ 266700 w 533400"/>
                    <a:gd name="connsiteY4" fmla="*/ 285750 h 533400"/>
                    <a:gd name="connsiteX5" fmla="*/ 266700 w 533400"/>
                    <a:gd name="connsiteY5" fmla="*/ 19050 h 533400"/>
                    <a:gd name="connsiteX6" fmla="*/ 390525 w 533400"/>
                    <a:gd name="connsiteY6" fmla="*/ 142875 h 533400"/>
                    <a:gd name="connsiteX7" fmla="*/ 266700 w 533400"/>
                    <a:gd name="connsiteY7" fmla="*/ 266700 h 533400"/>
                    <a:gd name="connsiteX8" fmla="*/ 142875 w 533400"/>
                    <a:gd name="connsiteY8" fmla="*/ 142875 h 533400"/>
                    <a:gd name="connsiteX9" fmla="*/ 266700 w 533400"/>
                    <a:gd name="connsiteY9" fmla="*/ 19050 h 533400"/>
                    <a:gd name="connsiteX10" fmla="*/ 419100 w 533400"/>
                    <a:gd name="connsiteY10" fmla="*/ 333375 h 533400"/>
                    <a:gd name="connsiteX11" fmla="*/ 114300 w 533400"/>
                    <a:gd name="connsiteY11" fmla="*/ 333375 h 533400"/>
                    <a:gd name="connsiteX12" fmla="*/ 0 w 533400"/>
                    <a:gd name="connsiteY12" fmla="*/ 447675 h 533400"/>
                    <a:gd name="connsiteX13" fmla="*/ 0 w 533400"/>
                    <a:gd name="connsiteY13" fmla="*/ 533400 h 533400"/>
                    <a:gd name="connsiteX14" fmla="*/ 19050 w 533400"/>
                    <a:gd name="connsiteY14" fmla="*/ 533400 h 533400"/>
                    <a:gd name="connsiteX15" fmla="*/ 19050 w 533400"/>
                    <a:gd name="connsiteY15" fmla="*/ 447675 h 533400"/>
                    <a:gd name="connsiteX16" fmla="*/ 114300 w 533400"/>
                    <a:gd name="connsiteY16" fmla="*/ 352425 h 533400"/>
                    <a:gd name="connsiteX17" fmla="*/ 419100 w 533400"/>
                    <a:gd name="connsiteY17" fmla="*/ 352425 h 533400"/>
                    <a:gd name="connsiteX18" fmla="*/ 514350 w 533400"/>
                    <a:gd name="connsiteY18" fmla="*/ 447675 h 533400"/>
                    <a:gd name="connsiteX19" fmla="*/ 514350 w 533400"/>
                    <a:gd name="connsiteY19" fmla="*/ 533400 h 533400"/>
                    <a:gd name="connsiteX20" fmla="*/ 533400 w 533400"/>
                    <a:gd name="connsiteY20" fmla="*/ 533400 h 533400"/>
                    <a:gd name="connsiteX21" fmla="*/ 533400 w 533400"/>
                    <a:gd name="connsiteY21" fmla="*/ 447675 h 533400"/>
                    <a:gd name="connsiteX22" fmla="*/ 419100 w 533400"/>
                    <a:gd name="connsiteY22" fmla="*/ 333375 h 533400"/>
                    <a:gd name="connsiteX23" fmla="*/ 342900 w 533400"/>
                    <a:gd name="connsiteY23" fmla="*/ 466725 h 533400"/>
                    <a:gd name="connsiteX24" fmla="*/ 457200 w 533400"/>
                    <a:gd name="connsiteY24" fmla="*/ 466725 h 533400"/>
                    <a:gd name="connsiteX25" fmla="*/ 457200 w 533400"/>
                    <a:gd name="connsiteY25" fmla="*/ 447675 h 533400"/>
                    <a:gd name="connsiteX26" fmla="*/ 342900 w 533400"/>
                    <a:gd name="connsiteY26" fmla="*/ 447675 h 533400"/>
                    <a:gd name="connsiteX27" fmla="*/ 342900 w 533400"/>
                    <a:gd name="connsiteY27" fmla="*/ 466725 h 533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533400" h="533400">
                      <a:moveTo>
                        <a:pt x="266700" y="285750"/>
                      </a:moveTo>
                      <a:cubicBezTo>
                        <a:pt x="345758" y="285750"/>
                        <a:pt x="409575" y="221933"/>
                        <a:pt x="409575" y="142875"/>
                      </a:cubicBezTo>
                      <a:cubicBezTo>
                        <a:pt x="409575" y="63818"/>
                        <a:pt x="345758" y="0"/>
                        <a:pt x="266700" y="0"/>
                      </a:cubicBezTo>
                      <a:cubicBezTo>
                        <a:pt x="187643" y="0"/>
                        <a:pt x="123825" y="63818"/>
                        <a:pt x="123825" y="142875"/>
                      </a:cubicBezTo>
                      <a:cubicBezTo>
                        <a:pt x="123825" y="221933"/>
                        <a:pt x="187643" y="285750"/>
                        <a:pt x="266700" y="285750"/>
                      </a:cubicBezTo>
                      <a:close/>
                      <a:moveTo>
                        <a:pt x="266700" y="19050"/>
                      </a:moveTo>
                      <a:cubicBezTo>
                        <a:pt x="335280" y="19050"/>
                        <a:pt x="390525" y="74295"/>
                        <a:pt x="390525" y="142875"/>
                      </a:cubicBezTo>
                      <a:cubicBezTo>
                        <a:pt x="390525" y="211455"/>
                        <a:pt x="335280" y="266700"/>
                        <a:pt x="266700" y="266700"/>
                      </a:cubicBezTo>
                      <a:cubicBezTo>
                        <a:pt x="198120" y="266700"/>
                        <a:pt x="142875" y="211455"/>
                        <a:pt x="142875" y="142875"/>
                      </a:cubicBezTo>
                      <a:cubicBezTo>
                        <a:pt x="142875" y="74295"/>
                        <a:pt x="198120" y="19050"/>
                        <a:pt x="266700" y="19050"/>
                      </a:cubicBezTo>
                      <a:close/>
                      <a:moveTo>
                        <a:pt x="419100" y="333375"/>
                      </a:moveTo>
                      <a:lnTo>
                        <a:pt x="114300" y="333375"/>
                      </a:lnTo>
                      <a:cubicBezTo>
                        <a:pt x="51435" y="333375"/>
                        <a:pt x="0" y="384810"/>
                        <a:pt x="0" y="447675"/>
                      </a:cubicBezTo>
                      <a:lnTo>
                        <a:pt x="0" y="533400"/>
                      </a:lnTo>
                      <a:lnTo>
                        <a:pt x="19050" y="533400"/>
                      </a:lnTo>
                      <a:lnTo>
                        <a:pt x="19050" y="447675"/>
                      </a:lnTo>
                      <a:cubicBezTo>
                        <a:pt x="19050" y="395288"/>
                        <a:pt x="61913" y="352425"/>
                        <a:pt x="114300" y="352425"/>
                      </a:cubicBezTo>
                      <a:lnTo>
                        <a:pt x="419100" y="352425"/>
                      </a:lnTo>
                      <a:cubicBezTo>
                        <a:pt x="471488" y="352425"/>
                        <a:pt x="514350" y="395288"/>
                        <a:pt x="514350" y="447675"/>
                      </a:cubicBezTo>
                      <a:lnTo>
                        <a:pt x="514350" y="533400"/>
                      </a:lnTo>
                      <a:lnTo>
                        <a:pt x="533400" y="533400"/>
                      </a:lnTo>
                      <a:lnTo>
                        <a:pt x="533400" y="447675"/>
                      </a:lnTo>
                      <a:cubicBezTo>
                        <a:pt x="533400" y="384810"/>
                        <a:pt x="481965" y="333375"/>
                        <a:pt x="419100" y="333375"/>
                      </a:cubicBezTo>
                      <a:close/>
                      <a:moveTo>
                        <a:pt x="342900" y="466725"/>
                      </a:moveTo>
                      <a:lnTo>
                        <a:pt x="457200" y="466725"/>
                      </a:lnTo>
                      <a:lnTo>
                        <a:pt x="457200" y="447675"/>
                      </a:lnTo>
                      <a:lnTo>
                        <a:pt x="342900" y="447675"/>
                      </a:lnTo>
                      <a:lnTo>
                        <a:pt x="342900" y="46672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/>
                <a:lstStyle/>
                <a:p>
                  <a:pPr algn="l"/>
                </a:p>
              </p:txBody>
            </p:sp>
          </p:grpSp>
        </p:grpSp>
        <p:grpSp>
          <p:nvGrpSpPr>
            <p:cNvPr id="74" name="组合 73" descr="1f43efe7-609b-4b17-a75c-d635f938af94"/>
            <p:cNvGrpSpPr/>
            <p:nvPr/>
          </p:nvGrpSpPr>
          <p:grpSpPr>
            <a:xfrm>
              <a:off x="7663531" y="4820302"/>
              <a:ext cx="870022" cy="870022"/>
              <a:chOff x="6618632" y="5187624"/>
              <a:chExt cx="870022" cy="870022"/>
            </a:xfrm>
          </p:grpSpPr>
          <p:sp>
            <p:nvSpPr>
              <p:cNvPr id="76" name="Shape2" descr="8a95c85d-3bb3-427f-9414-089ef14ef57e"/>
              <p:cNvSpPr/>
              <p:nvPr/>
            </p:nvSpPr>
            <p:spPr>
              <a:xfrm>
                <a:off x="6618632" y="5187624"/>
                <a:ext cx="870022" cy="870022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accent2"/>
                </a:solidFill>
                <a:prstDash val="solid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</a:p>
            </p:txBody>
          </p:sp>
          <p:grpSp>
            <p:nvGrpSpPr>
              <p:cNvPr id="77" name="组合 76" descr="b8a9e6be-3614-4a49-b661-bec2d31ff214"/>
              <p:cNvGrpSpPr/>
              <p:nvPr/>
            </p:nvGrpSpPr>
            <p:grpSpPr>
              <a:xfrm>
                <a:off x="6716345" y="5285338"/>
                <a:ext cx="674595" cy="674595"/>
                <a:chOff x="3176116" y="5477475"/>
                <a:chExt cx="540000" cy="540000"/>
              </a:xfrm>
            </p:grpSpPr>
            <p:sp>
              <p:nvSpPr>
                <p:cNvPr id="78" name="IconBackground2" descr="c1d6f73f-dbe0-4b3a-bf1b-b55053f14d38"/>
                <p:cNvSpPr txBox="1">
                  <a:spLocks noChangeAspect="1"/>
                </p:cNvSpPr>
                <p:nvPr/>
              </p:nvSpPr>
              <p:spPr>
                <a:xfrm>
                  <a:off x="3176116" y="5477475"/>
                  <a:ext cx="540000" cy="540000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75000">
                      <a:schemeClr val="accent2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2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 anchorCtr="0">
                  <a:normAutofit/>
                </a:bodyPr>
                <a:lstStyle>
                  <a:defPPr>
                    <a:defRPr lang="en-US"/>
                  </a:defPPr>
                  <a:lvl1pPr algn="ctr">
                    <a:defRPr b="1">
                      <a:solidFill>
                        <a:srgbClr val="FFFFFF"/>
                      </a:solidFill>
                      <a:cs typeface="+mn-ea"/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</a:p>
              </p:txBody>
            </p:sp>
            <p:sp>
              <p:nvSpPr>
                <p:cNvPr id="79" name="IconMisc2" descr="4b3661bb-6d47-43a0-a02e-59803da567f0"/>
                <p:cNvSpPr>
                  <a:spLocks noChangeAspect="1"/>
                </p:cNvSpPr>
                <p:nvPr/>
              </p:nvSpPr>
              <p:spPr bwMode="auto">
                <a:xfrm>
                  <a:off x="3334826" y="5607922"/>
                  <a:ext cx="222580" cy="279106"/>
                </a:xfrm>
                <a:custGeom>
                  <a:avLst/>
                  <a:gdLst>
                    <a:gd name="connsiteX0" fmla="*/ 284197 w 438150"/>
                    <a:gd name="connsiteY0" fmla="*/ 621 h 533400"/>
                    <a:gd name="connsiteX1" fmla="*/ 310867 w 438150"/>
                    <a:gd name="connsiteY1" fmla="*/ 12051 h 533400"/>
                    <a:gd name="connsiteX2" fmla="*/ 310867 w 438150"/>
                    <a:gd name="connsiteY2" fmla="*/ 12051 h 533400"/>
                    <a:gd name="connsiteX3" fmla="*/ 427072 w 438150"/>
                    <a:gd name="connsiteY3" fmla="*/ 128256 h 533400"/>
                    <a:gd name="connsiteX4" fmla="*/ 438502 w 438150"/>
                    <a:gd name="connsiteY4" fmla="*/ 154926 h 533400"/>
                    <a:gd name="connsiteX5" fmla="*/ 438502 w 438150"/>
                    <a:gd name="connsiteY5" fmla="*/ 154926 h 533400"/>
                    <a:gd name="connsiteX6" fmla="*/ 438502 w 438150"/>
                    <a:gd name="connsiteY6" fmla="*/ 495921 h 533400"/>
                    <a:gd name="connsiteX7" fmla="*/ 400402 w 438150"/>
                    <a:gd name="connsiteY7" fmla="*/ 534021 h 533400"/>
                    <a:gd name="connsiteX8" fmla="*/ 400402 w 438150"/>
                    <a:gd name="connsiteY8" fmla="*/ 534021 h 533400"/>
                    <a:gd name="connsiteX9" fmla="*/ 38452 w 438150"/>
                    <a:gd name="connsiteY9" fmla="*/ 534021 h 533400"/>
                    <a:gd name="connsiteX10" fmla="*/ 352 w 438150"/>
                    <a:gd name="connsiteY10" fmla="*/ 495921 h 533400"/>
                    <a:gd name="connsiteX11" fmla="*/ 352 w 438150"/>
                    <a:gd name="connsiteY11" fmla="*/ 495921 h 533400"/>
                    <a:gd name="connsiteX12" fmla="*/ 352 w 438150"/>
                    <a:gd name="connsiteY12" fmla="*/ 38721 h 533400"/>
                    <a:gd name="connsiteX13" fmla="*/ 38452 w 438150"/>
                    <a:gd name="connsiteY13" fmla="*/ 621 h 533400"/>
                    <a:gd name="connsiteX14" fmla="*/ 38452 w 438150"/>
                    <a:gd name="connsiteY14" fmla="*/ 621 h 533400"/>
                    <a:gd name="connsiteX15" fmla="*/ 284197 w 438150"/>
                    <a:gd name="connsiteY15" fmla="*/ 621 h 533400"/>
                    <a:gd name="connsiteX16" fmla="*/ 284197 w 438150"/>
                    <a:gd name="connsiteY16" fmla="*/ 19671 h 533400"/>
                    <a:gd name="connsiteX17" fmla="*/ 38452 w 438150"/>
                    <a:gd name="connsiteY17" fmla="*/ 19671 h 533400"/>
                    <a:gd name="connsiteX18" fmla="*/ 19402 w 438150"/>
                    <a:gd name="connsiteY18" fmla="*/ 38721 h 533400"/>
                    <a:gd name="connsiteX19" fmla="*/ 19402 w 438150"/>
                    <a:gd name="connsiteY19" fmla="*/ 38721 h 533400"/>
                    <a:gd name="connsiteX20" fmla="*/ 19402 w 438150"/>
                    <a:gd name="connsiteY20" fmla="*/ 495921 h 533400"/>
                    <a:gd name="connsiteX21" fmla="*/ 38452 w 438150"/>
                    <a:gd name="connsiteY21" fmla="*/ 514971 h 533400"/>
                    <a:gd name="connsiteX22" fmla="*/ 38452 w 438150"/>
                    <a:gd name="connsiteY22" fmla="*/ 514971 h 533400"/>
                    <a:gd name="connsiteX23" fmla="*/ 400402 w 438150"/>
                    <a:gd name="connsiteY23" fmla="*/ 514971 h 533400"/>
                    <a:gd name="connsiteX24" fmla="*/ 419452 w 438150"/>
                    <a:gd name="connsiteY24" fmla="*/ 495921 h 533400"/>
                    <a:gd name="connsiteX25" fmla="*/ 419452 w 438150"/>
                    <a:gd name="connsiteY25" fmla="*/ 495921 h 533400"/>
                    <a:gd name="connsiteX26" fmla="*/ 419452 w 438150"/>
                    <a:gd name="connsiteY26" fmla="*/ 154926 h 533400"/>
                    <a:gd name="connsiteX27" fmla="*/ 419452 w 438150"/>
                    <a:gd name="connsiteY27" fmla="*/ 153021 h 533400"/>
                    <a:gd name="connsiteX28" fmla="*/ 314677 w 438150"/>
                    <a:gd name="connsiteY28" fmla="*/ 153021 h 533400"/>
                    <a:gd name="connsiteX29" fmla="*/ 286102 w 438150"/>
                    <a:gd name="connsiteY29" fmla="*/ 126351 h 533400"/>
                    <a:gd name="connsiteX30" fmla="*/ 286102 w 438150"/>
                    <a:gd name="connsiteY30" fmla="*/ 124446 h 533400"/>
                    <a:gd name="connsiteX31" fmla="*/ 286102 w 438150"/>
                    <a:gd name="connsiteY31" fmla="*/ 19671 h 533400"/>
                    <a:gd name="connsiteX32" fmla="*/ 284197 w 438150"/>
                    <a:gd name="connsiteY32" fmla="*/ 19671 h 533400"/>
                    <a:gd name="connsiteX33" fmla="*/ 284197 w 438150"/>
                    <a:gd name="connsiteY33" fmla="*/ 19671 h 533400"/>
                    <a:gd name="connsiteX34" fmla="*/ 248002 w 438150"/>
                    <a:gd name="connsiteY34" fmla="*/ 200646 h 533400"/>
                    <a:gd name="connsiteX35" fmla="*/ 305152 w 438150"/>
                    <a:gd name="connsiteY35" fmla="*/ 257796 h 533400"/>
                    <a:gd name="connsiteX36" fmla="*/ 248002 w 438150"/>
                    <a:gd name="connsiteY36" fmla="*/ 314946 h 533400"/>
                    <a:gd name="connsiteX37" fmla="*/ 248002 w 438150"/>
                    <a:gd name="connsiteY37" fmla="*/ 314946 h 533400"/>
                    <a:gd name="connsiteX38" fmla="*/ 171802 w 438150"/>
                    <a:gd name="connsiteY38" fmla="*/ 314946 h 533400"/>
                    <a:gd name="connsiteX39" fmla="*/ 171802 w 438150"/>
                    <a:gd name="connsiteY39" fmla="*/ 410196 h 533400"/>
                    <a:gd name="connsiteX40" fmla="*/ 152752 w 438150"/>
                    <a:gd name="connsiteY40" fmla="*/ 410196 h 533400"/>
                    <a:gd name="connsiteX41" fmla="*/ 152752 w 438150"/>
                    <a:gd name="connsiteY41" fmla="*/ 200646 h 533400"/>
                    <a:gd name="connsiteX42" fmla="*/ 248002 w 438150"/>
                    <a:gd name="connsiteY42" fmla="*/ 200646 h 533400"/>
                    <a:gd name="connsiteX43" fmla="*/ 248002 w 438150"/>
                    <a:gd name="connsiteY43" fmla="*/ 219696 h 533400"/>
                    <a:gd name="connsiteX44" fmla="*/ 171802 w 438150"/>
                    <a:gd name="connsiteY44" fmla="*/ 219696 h 533400"/>
                    <a:gd name="connsiteX45" fmla="*/ 171802 w 438150"/>
                    <a:gd name="connsiteY45" fmla="*/ 295896 h 533400"/>
                    <a:gd name="connsiteX46" fmla="*/ 248002 w 438150"/>
                    <a:gd name="connsiteY46" fmla="*/ 295896 h 533400"/>
                    <a:gd name="connsiteX47" fmla="*/ 286102 w 438150"/>
                    <a:gd name="connsiteY47" fmla="*/ 257796 h 533400"/>
                    <a:gd name="connsiteX48" fmla="*/ 248002 w 438150"/>
                    <a:gd name="connsiteY48" fmla="*/ 219696 h 533400"/>
                    <a:gd name="connsiteX49" fmla="*/ 248002 w 438150"/>
                    <a:gd name="connsiteY49" fmla="*/ 219696 h 533400"/>
                    <a:gd name="connsiteX50" fmla="*/ 305152 w 438150"/>
                    <a:gd name="connsiteY50" fmla="*/ 33006 h 533400"/>
                    <a:gd name="connsiteX51" fmla="*/ 305152 w 438150"/>
                    <a:gd name="connsiteY51" fmla="*/ 124446 h 533400"/>
                    <a:gd name="connsiteX52" fmla="*/ 313724 w 438150"/>
                    <a:gd name="connsiteY52" fmla="*/ 133971 h 533400"/>
                    <a:gd name="connsiteX53" fmla="*/ 314677 w 438150"/>
                    <a:gd name="connsiteY53" fmla="*/ 133971 h 533400"/>
                    <a:gd name="connsiteX54" fmla="*/ 406117 w 438150"/>
                    <a:gd name="connsiteY54" fmla="*/ 133971 h 533400"/>
                    <a:gd name="connsiteX55" fmla="*/ 305152 w 438150"/>
                    <a:gd name="connsiteY55" fmla="*/ 33006 h 533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</a:cxnLst>
                  <a:rect l="l" t="t" r="r" b="b"/>
                  <a:pathLst>
                    <a:path w="438150" h="533400">
                      <a:moveTo>
                        <a:pt x="284197" y="621"/>
                      </a:moveTo>
                      <a:cubicBezTo>
                        <a:pt x="294674" y="621"/>
                        <a:pt x="304199" y="4431"/>
                        <a:pt x="310867" y="12051"/>
                      </a:cubicBezTo>
                      <a:lnTo>
                        <a:pt x="310867" y="12051"/>
                      </a:lnTo>
                      <a:lnTo>
                        <a:pt x="427072" y="128256"/>
                      </a:lnTo>
                      <a:cubicBezTo>
                        <a:pt x="434692" y="135876"/>
                        <a:pt x="438502" y="145401"/>
                        <a:pt x="438502" y="154926"/>
                      </a:cubicBezTo>
                      <a:lnTo>
                        <a:pt x="438502" y="154926"/>
                      </a:lnTo>
                      <a:lnTo>
                        <a:pt x="438502" y="495921"/>
                      </a:lnTo>
                      <a:cubicBezTo>
                        <a:pt x="438502" y="516876"/>
                        <a:pt x="421357" y="534021"/>
                        <a:pt x="400402" y="534021"/>
                      </a:cubicBezTo>
                      <a:lnTo>
                        <a:pt x="400402" y="534021"/>
                      </a:lnTo>
                      <a:lnTo>
                        <a:pt x="38452" y="534021"/>
                      </a:lnTo>
                      <a:cubicBezTo>
                        <a:pt x="17497" y="534021"/>
                        <a:pt x="352" y="516876"/>
                        <a:pt x="352" y="495921"/>
                      </a:cubicBezTo>
                      <a:lnTo>
                        <a:pt x="352" y="495921"/>
                      </a:lnTo>
                      <a:lnTo>
                        <a:pt x="352" y="38721"/>
                      </a:lnTo>
                      <a:cubicBezTo>
                        <a:pt x="352" y="17766"/>
                        <a:pt x="17497" y="621"/>
                        <a:pt x="38452" y="621"/>
                      </a:cubicBezTo>
                      <a:lnTo>
                        <a:pt x="38452" y="621"/>
                      </a:lnTo>
                      <a:lnTo>
                        <a:pt x="284197" y="621"/>
                      </a:lnTo>
                      <a:close/>
                      <a:moveTo>
                        <a:pt x="284197" y="19671"/>
                      </a:moveTo>
                      <a:lnTo>
                        <a:pt x="38452" y="19671"/>
                      </a:lnTo>
                      <a:cubicBezTo>
                        <a:pt x="27974" y="19671"/>
                        <a:pt x="19402" y="28244"/>
                        <a:pt x="19402" y="38721"/>
                      </a:cubicBezTo>
                      <a:lnTo>
                        <a:pt x="19402" y="38721"/>
                      </a:lnTo>
                      <a:lnTo>
                        <a:pt x="19402" y="495921"/>
                      </a:lnTo>
                      <a:cubicBezTo>
                        <a:pt x="19402" y="506398"/>
                        <a:pt x="27974" y="514971"/>
                        <a:pt x="38452" y="514971"/>
                      </a:cubicBezTo>
                      <a:lnTo>
                        <a:pt x="38452" y="514971"/>
                      </a:lnTo>
                      <a:lnTo>
                        <a:pt x="400402" y="514971"/>
                      </a:lnTo>
                      <a:cubicBezTo>
                        <a:pt x="410880" y="514971"/>
                        <a:pt x="419452" y="506398"/>
                        <a:pt x="419452" y="495921"/>
                      </a:cubicBezTo>
                      <a:lnTo>
                        <a:pt x="419452" y="495921"/>
                      </a:lnTo>
                      <a:lnTo>
                        <a:pt x="419452" y="154926"/>
                      </a:lnTo>
                      <a:cubicBezTo>
                        <a:pt x="419452" y="153973"/>
                        <a:pt x="419452" y="153021"/>
                        <a:pt x="419452" y="153021"/>
                      </a:cubicBezTo>
                      <a:lnTo>
                        <a:pt x="314677" y="153021"/>
                      </a:lnTo>
                      <a:cubicBezTo>
                        <a:pt x="299437" y="153021"/>
                        <a:pt x="287055" y="141591"/>
                        <a:pt x="286102" y="126351"/>
                      </a:cubicBezTo>
                      <a:lnTo>
                        <a:pt x="286102" y="124446"/>
                      </a:lnTo>
                      <a:lnTo>
                        <a:pt x="286102" y="19671"/>
                      </a:lnTo>
                      <a:cubicBezTo>
                        <a:pt x="285149" y="19671"/>
                        <a:pt x="284197" y="19671"/>
                        <a:pt x="284197" y="19671"/>
                      </a:cubicBezTo>
                      <a:lnTo>
                        <a:pt x="284197" y="19671"/>
                      </a:lnTo>
                      <a:close/>
                      <a:moveTo>
                        <a:pt x="248002" y="200646"/>
                      </a:moveTo>
                      <a:cubicBezTo>
                        <a:pt x="279434" y="200646"/>
                        <a:pt x="305152" y="226364"/>
                        <a:pt x="305152" y="257796"/>
                      </a:cubicBezTo>
                      <a:cubicBezTo>
                        <a:pt x="305152" y="289228"/>
                        <a:pt x="279434" y="314946"/>
                        <a:pt x="248002" y="314946"/>
                      </a:cubicBezTo>
                      <a:lnTo>
                        <a:pt x="248002" y="314946"/>
                      </a:lnTo>
                      <a:lnTo>
                        <a:pt x="171802" y="314946"/>
                      </a:lnTo>
                      <a:lnTo>
                        <a:pt x="171802" y="410196"/>
                      </a:lnTo>
                      <a:lnTo>
                        <a:pt x="152752" y="410196"/>
                      </a:lnTo>
                      <a:lnTo>
                        <a:pt x="152752" y="200646"/>
                      </a:lnTo>
                      <a:lnTo>
                        <a:pt x="248002" y="200646"/>
                      </a:lnTo>
                      <a:close/>
                      <a:moveTo>
                        <a:pt x="248002" y="219696"/>
                      </a:moveTo>
                      <a:lnTo>
                        <a:pt x="171802" y="219696"/>
                      </a:lnTo>
                      <a:lnTo>
                        <a:pt x="171802" y="295896"/>
                      </a:lnTo>
                      <a:lnTo>
                        <a:pt x="248002" y="295896"/>
                      </a:lnTo>
                      <a:cubicBezTo>
                        <a:pt x="268957" y="295896"/>
                        <a:pt x="286102" y="278751"/>
                        <a:pt x="286102" y="257796"/>
                      </a:cubicBezTo>
                      <a:cubicBezTo>
                        <a:pt x="286102" y="236841"/>
                        <a:pt x="268957" y="219696"/>
                        <a:pt x="248002" y="219696"/>
                      </a:cubicBezTo>
                      <a:lnTo>
                        <a:pt x="248002" y="219696"/>
                      </a:lnTo>
                      <a:close/>
                      <a:moveTo>
                        <a:pt x="305152" y="33006"/>
                      </a:moveTo>
                      <a:lnTo>
                        <a:pt x="305152" y="124446"/>
                      </a:lnTo>
                      <a:cubicBezTo>
                        <a:pt x="305152" y="129209"/>
                        <a:pt x="308962" y="133019"/>
                        <a:pt x="313724" y="133971"/>
                      </a:cubicBezTo>
                      <a:lnTo>
                        <a:pt x="314677" y="133971"/>
                      </a:lnTo>
                      <a:lnTo>
                        <a:pt x="406117" y="133971"/>
                      </a:lnTo>
                      <a:lnTo>
                        <a:pt x="305152" y="3300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/>
                <a:lstStyle/>
                <a:p>
                  <a:pPr algn="l"/>
                </a:p>
              </p:txBody>
            </p:sp>
          </p:grpSp>
        </p:grpSp>
      </p:grp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5a12860-57d0-435d-97c1-4c6d2d8d7d77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FFFFFF"/>
                </a:solidFill>
                <a:ea typeface="微软雅黑" panose="020B0503020204020204" charset="-122"/>
              </a:rPr>
              <a:t>设计原则与模式</a:t>
            </a:r>
            <a:endParaRPr lang="en-US" sz="2800" b="1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grpSp>
        <p:nvGrpSpPr>
          <p:cNvPr id="60" name="1eb30008-eb81-40b0-8568-193ef6ddb647.source.4.zh-Hans.pptx" descr="d41a11d8-9370-4680-84ab-6dff08727cf1"/>
          <p:cNvGrpSpPr/>
          <p:nvPr/>
        </p:nvGrpSpPr>
        <p:grpSpPr>
          <a:xfrm>
            <a:off x="660400" y="1130303"/>
            <a:ext cx="10858500" cy="5003797"/>
            <a:chOff x="660400" y="1130303"/>
            <a:chExt cx="10858500" cy="5003797"/>
          </a:xfrm>
        </p:grpSpPr>
        <p:sp>
          <p:nvSpPr>
            <p:cNvPr id="9" name="Title" descr="d1d96b06-99f5-4c91-b9dd-d556659aa632"/>
            <p:cNvSpPr txBox="1"/>
            <p:nvPr/>
          </p:nvSpPr>
          <p:spPr>
            <a:xfrm>
              <a:off x="660400" y="1130303"/>
              <a:ext cx="10858500" cy="778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1">
              <a:norm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 i="0" u="none" strike="noStrike">
                  <a:solidFill>
                    <a:srgbClr val="FFFFFF"/>
                  </a:solidFill>
                  <a:ea typeface="微软雅黑" panose="020B0503020204020204" charset="-122"/>
                </a:rPr>
                <a:t>架构智慧的传承</a:t>
              </a:r>
              <a:endParaRPr lang="en-US" sz="2400" b="1" i="0" u="none" strike="noStrike">
                <a:solidFill>
                  <a:srgbClr val="FFFFFF"/>
                </a:solidFill>
                <a:ea typeface="微软雅黑" panose="020B0503020204020204" charset="-122"/>
              </a:endParaRPr>
            </a:p>
          </p:txBody>
        </p:sp>
        <p:grpSp>
          <p:nvGrpSpPr>
            <p:cNvPr id="10" name="组合 9" descr="ae80d261-652b-4d81-9cfe-e70aa2ac15ff"/>
            <p:cNvGrpSpPr/>
            <p:nvPr/>
          </p:nvGrpSpPr>
          <p:grpSpPr>
            <a:xfrm>
              <a:off x="1088302" y="2356338"/>
              <a:ext cx="4272845" cy="1796632"/>
              <a:chOff x="660400" y="2356338"/>
              <a:chExt cx="3390566" cy="1796632"/>
            </a:xfrm>
          </p:grpSpPr>
          <p:cxnSp>
            <p:nvCxnSpPr>
              <p:cNvPr id="56" name="line1" descr="647f0a29-87da-4bd2-a31a-d0c6b60387b3"/>
              <p:cNvCxnSpPr/>
              <p:nvPr/>
            </p:nvCxnSpPr>
            <p:spPr>
              <a:xfrm>
                <a:off x="679450" y="2815039"/>
                <a:ext cx="0" cy="879231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ComponentBackground1" descr="2d1c6962-a183-44fb-af17-95aadbe948e5"/>
              <p:cNvSpPr/>
              <p:nvPr/>
            </p:nvSpPr>
            <p:spPr>
              <a:xfrm>
                <a:off x="660400" y="2356338"/>
                <a:ext cx="3390566" cy="1796632"/>
              </a:xfrm>
              <a:prstGeom prst="roundRect">
                <a:avLst>
                  <a:gd name="adj" fmla="val 8000"/>
                </a:avLst>
              </a:prstGeom>
              <a:solidFill>
                <a:schemeClr val="tx2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</a:p>
            </p:txBody>
          </p:sp>
          <p:sp>
            <p:nvSpPr>
              <p:cNvPr id="58" name="Text1" descr="aa997049-a853-4293-b31b-df1df7f40d53"/>
              <p:cNvSpPr/>
              <p:nvPr/>
            </p:nvSpPr>
            <p:spPr>
              <a:xfrm>
                <a:off x="883692" y="3196911"/>
                <a:ext cx="3034073" cy="78682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设计模式是软件工程的设计语言，提供共享词汇，让架构决策可被讨论、理解和复用。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59" name="Bullet1" descr="e8d79e76-2a84-4626-9585-cec90d9bc626"/>
              <p:cNvSpPr/>
              <p:nvPr/>
            </p:nvSpPr>
            <p:spPr>
              <a:xfrm>
                <a:off x="883697" y="2501900"/>
                <a:ext cx="3034073" cy="69501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/>
              <a:p>
                <a:pPr algn="l"/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设计模式定义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17" name="组合 16" descr="e13dbeea-3624-444c-93f1-20a79de82c34"/>
            <p:cNvGrpSpPr/>
            <p:nvPr/>
          </p:nvGrpSpPr>
          <p:grpSpPr>
            <a:xfrm>
              <a:off x="6818153" y="2356338"/>
              <a:ext cx="4272845" cy="1796632"/>
              <a:chOff x="4400717" y="2356338"/>
              <a:chExt cx="3390566" cy="1796632"/>
            </a:xfrm>
          </p:grpSpPr>
          <p:cxnSp>
            <p:nvCxnSpPr>
              <p:cNvPr id="52" name="line2" descr="b4ea317a-7ad6-4474-840c-18b2bfbc5115"/>
              <p:cNvCxnSpPr/>
              <p:nvPr/>
            </p:nvCxnSpPr>
            <p:spPr>
              <a:xfrm>
                <a:off x="4419767" y="2815039"/>
                <a:ext cx="0" cy="879231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ComponentBackground2" descr="e1997336-3f19-4bf6-8b82-266e4454ed48"/>
              <p:cNvSpPr/>
              <p:nvPr/>
            </p:nvSpPr>
            <p:spPr>
              <a:xfrm>
                <a:off x="4400717" y="2356338"/>
                <a:ext cx="3390566" cy="1796632"/>
              </a:xfrm>
              <a:prstGeom prst="roundRect">
                <a:avLst>
                  <a:gd name="adj" fmla="val 8000"/>
                </a:avLst>
              </a:prstGeom>
              <a:solidFill>
                <a:schemeClr val="tx2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</a:p>
            </p:txBody>
          </p:sp>
          <p:sp>
            <p:nvSpPr>
              <p:cNvPr id="54" name="Text2" descr="9d2dc7b8-3522-4cd5-875a-dcd974fac9d8"/>
              <p:cNvSpPr/>
              <p:nvPr/>
            </p:nvSpPr>
            <p:spPr>
              <a:xfrm>
                <a:off x="4624009" y="3196911"/>
                <a:ext cx="3034073" cy="78682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设计模式可减少解释成本，提高协作效率，避免重复发明轮子，是集体智慧的结晶。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55" name="Bullet2" descr="d7a5cd30-3840-46f6-8782-03cb3f807ff6"/>
              <p:cNvSpPr/>
              <p:nvPr/>
            </p:nvSpPr>
            <p:spPr>
              <a:xfrm>
                <a:off x="4624014" y="2501900"/>
                <a:ext cx="3034073" cy="69501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/>
              <a:p>
                <a:pPr algn="l"/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设计模式价值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18" name="组合 17" descr="0f2d34bb-2832-413e-a318-d0ca43a57eac"/>
            <p:cNvGrpSpPr/>
            <p:nvPr/>
          </p:nvGrpSpPr>
          <p:grpSpPr>
            <a:xfrm>
              <a:off x="1088302" y="4337468"/>
              <a:ext cx="4272845" cy="1796632"/>
              <a:chOff x="8128334" y="2356338"/>
              <a:chExt cx="3390566" cy="1796632"/>
            </a:xfrm>
          </p:grpSpPr>
          <p:cxnSp>
            <p:nvCxnSpPr>
              <p:cNvPr id="48" name="line3" descr="2ba9c506-7f60-412d-9a38-c8f4ed10c9ab"/>
              <p:cNvCxnSpPr/>
              <p:nvPr/>
            </p:nvCxnSpPr>
            <p:spPr>
              <a:xfrm>
                <a:off x="8147384" y="2815039"/>
                <a:ext cx="0" cy="879231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ComponentBackground3" descr="26d322bc-2726-4b78-9c88-cccd8b3a49a7"/>
              <p:cNvSpPr/>
              <p:nvPr/>
            </p:nvSpPr>
            <p:spPr>
              <a:xfrm>
                <a:off x="8128334" y="2356338"/>
                <a:ext cx="3390566" cy="1796632"/>
              </a:xfrm>
              <a:prstGeom prst="roundRect">
                <a:avLst>
                  <a:gd name="adj" fmla="val 8000"/>
                </a:avLst>
              </a:prstGeom>
              <a:solidFill>
                <a:schemeClr val="tx2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</a:p>
            </p:txBody>
          </p:sp>
          <p:sp>
            <p:nvSpPr>
              <p:cNvPr id="50" name="Text3" descr="da1a37eb-939c-4efd-9801-b2b78db5a665"/>
              <p:cNvSpPr/>
              <p:nvPr/>
            </p:nvSpPr>
            <p:spPr>
              <a:xfrm>
                <a:off x="8351626" y="3196911"/>
                <a:ext cx="3034073" cy="78682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模式从静态模板演变为动态的设计智慧，AI提供模式识别和推荐、自动实现和优化。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51" name="Bullet3" descr="e23271bc-9ae4-4910-9abc-5a44c0c72027"/>
              <p:cNvSpPr/>
              <p:nvPr/>
            </p:nvSpPr>
            <p:spPr>
              <a:xfrm>
                <a:off x="8351631" y="2501900"/>
                <a:ext cx="3034073" cy="69501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/>
              <a:p>
                <a:pPr algn="l"/>
                <a:r>
                  <a:rPr lang="en-US" sz="1800" b="1" i="0" u="none">
                    <a:solidFill>
                      <a:srgbClr val="FFFFFF"/>
                    </a:solidFill>
                    <a:latin typeface="Arial" panose="020B0604020202020204"/>
                  </a:rPr>
                  <a:t>AI时代设计模式</a:t>
                </a:r>
                <a:endParaRPr lang="en-US" sz="18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</p:grpSp>
        <p:grpSp>
          <p:nvGrpSpPr>
            <p:cNvPr id="25" name="组合 24" descr="bff4ca15-e44e-4f86-a18e-fdeaf7d6e145"/>
            <p:cNvGrpSpPr/>
            <p:nvPr/>
          </p:nvGrpSpPr>
          <p:grpSpPr>
            <a:xfrm>
              <a:off x="6811803" y="4337468"/>
              <a:ext cx="4272845" cy="1796632"/>
              <a:chOff x="660400" y="4337468"/>
              <a:chExt cx="3390566" cy="1796632"/>
            </a:xfrm>
          </p:grpSpPr>
          <p:cxnSp>
            <p:nvCxnSpPr>
              <p:cNvPr id="44" name="line4" descr="67f816d0-3c76-4277-a7af-a4fbdc4f62a9"/>
              <p:cNvCxnSpPr/>
              <p:nvPr/>
            </p:nvCxnSpPr>
            <p:spPr>
              <a:xfrm>
                <a:off x="679450" y="4796169"/>
                <a:ext cx="0" cy="879231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ComponentBackground4" descr="c13cc982-9a40-4e32-b046-2bbfedc2c493"/>
              <p:cNvSpPr/>
              <p:nvPr/>
            </p:nvSpPr>
            <p:spPr>
              <a:xfrm>
                <a:off x="660400" y="4337468"/>
                <a:ext cx="3390566" cy="1796632"/>
              </a:xfrm>
              <a:prstGeom prst="roundRect">
                <a:avLst>
                  <a:gd name="adj" fmla="val 8000"/>
                </a:avLst>
              </a:prstGeom>
              <a:solidFill>
                <a:schemeClr val="tx2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</a:p>
            </p:txBody>
          </p:sp>
          <p:sp>
            <p:nvSpPr>
              <p:cNvPr id="46" name="Text4" descr="242f4817-6ef3-43e0-9bd7-194256f13e50"/>
              <p:cNvSpPr/>
              <p:nvPr/>
            </p:nvSpPr>
            <p:spPr>
              <a:xfrm>
                <a:off x="883692" y="5178041"/>
                <a:ext cx="3034073" cy="78682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共同语言更重要，模式识别更快速，创新空间更广阔，质量保证更可靠。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47" name="Bullet4" descr="93ac58a5-3411-46ac-bb3f-1a163a09ca05"/>
              <p:cNvSpPr/>
              <p:nvPr/>
            </p:nvSpPr>
            <p:spPr>
              <a:xfrm>
                <a:off x="883697" y="4483030"/>
                <a:ext cx="3034073" cy="69501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/>
              <a:p>
                <a:pPr algn="l"/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设计模式增强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</p:grp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5a12860-57d0-435d-97c1-4c6d2d8d7d77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FFFFFF"/>
                </a:solidFill>
                <a:ea typeface="微软雅黑" panose="020B0503020204020204" charset="-122"/>
              </a:rPr>
              <a:t>质量保证之法</a:t>
            </a:r>
            <a:endParaRPr lang="en-US" sz="2800" b="1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grpSp>
        <p:nvGrpSpPr>
          <p:cNvPr id="7" name="a540b524-486e-440b-9a84-2e6df53507a8.source.4.zh-Hans.pptx" descr="158a287d-1201-465b-89d0-a13c5d937bdb"/>
          <p:cNvGrpSpPr/>
          <p:nvPr/>
        </p:nvGrpSpPr>
        <p:grpSpPr>
          <a:xfrm>
            <a:off x="660380" y="1130300"/>
            <a:ext cx="10858520" cy="5003800"/>
            <a:chOff x="660380" y="1130300"/>
            <a:chExt cx="10858520" cy="5003800"/>
          </a:xfrm>
        </p:grpSpPr>
        <p:sp>
          <p:nvSpPr>
            <p:cNvPr id="3" name="椭圆 2" descr="96ac9c29-dab7-490b-b3f6-35aff676648f"/>
            <p:cNvSpPr/>
            <p:nvPr/>
          </p:nvSpPr>
          <p:spPr>
            <a:xfrm>
              <a:off x="4199891" y="1742441"/>
              <a:ext cx="3779518" cy="3779518"/>
            </a:xfrm>
            <a:prstGeom prst="ellipse">
              <a:avLst/>
            </a:prstGeom>
            <a:noFill/>
            <a:ln w="6350" cap="sq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</a:p>
          </p:txBody>
        </p:sp>
        <p:sp>
          <p:nvSpPr>
            <p:cNvPr id="6" name="PictureMisc1" descr="7c74214d-9ce4-4bf5-ab7f-ea89fd25bda8"/>
            <p:cNvSpPr/>
            <p:nvPr/>
          </p:nvSpPr>
          <p:spPr>
            <a:xfrm>
              <a:off x="4214114" y="1756665"/>
              <a:ext cx="3751071" cy="3751069"/>
            </a:xfrm>
            <a:prstGeom prst="ellipse">
              <a:avLst/>
            </a:prstGeom>
            <a:blipFill rotWithShape="1">
              <a:blip r:embed="rId1"/>
              <a:stretch>
                <a:fillRect l="-39348" r="-39082"/>
              </a:stretch>
            </a:blip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l"/>
            </a:p>
          </p:txBody>
        </p:sp>
        <p:sp>
          <p:nvSpPr>
            <p:cNvPr id="4" name="Title" descr="311ab840-1c39-4405-9a77-710503f85e18"/>
            <p:cNvSpPr/>
            <p:nvPr/>
          </p:nvSpPr>
          <p:spPr>
            <a:xfrm>
              <a:off x="4521199" y="2063750"/>
              <a:ext cx="3136900" cy="3136898"/>
            </a:xfrm>
            <a:prstGeom prst="ellipse">
              <a:avLst/>
            </a:prstGeom>
            <a:solidFill>
              <a:schemeClr val="bg1">
                <a:alpha val="9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l"/>
              <a:r>
                <a:rPr lang="en-US" sz="2400" b="1" i="0" u="none" strike="noStrike">
                  <a:solidFill>
                    <a:srgbClr val="FFFFFF"/>
                  </a:solidFill>
                  <a:latin typeface="Arial" panose="020B0604020202020204"/>
                </a:rPr>
                <a:t>TDD / BDD的应用</a:t>
              </a:r>
              <a:endParaRPr lang="en-US" sz="2400" b="1" i="0" u="none" strike="noStrike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grpSp>
          <p:nvGrpSpPr>
            <p:cNvPr id="5" name="组合 4" descr="6cf7f9b4-5e63-4bce-ab3e-7307e69a9863"/>
            <p:cNvGrpSpPr/>
            <p:nvPr/>
          </p:nvGrpSpPr>
          <p:grpSpPr>
            <a:xfrm>
              <a:off x="660380" y="1130300"/>
              <a:ext cx="3340626" cy="2298700"/>
              <a:chOff x="660380" y="1081532"/>
              <a:chExt cx="3340626" cy="2298700"/>
            </a:xfrm>
          </p:grpSpPr>
          <p:sp>
            <p:nvSpPr>
              <p:cNvPr id="18" name="Text1" descr="4edcee41-8191-4d80-927d-37255ef17cac"/>
              <p:cNvSpPr txBox="1"/>
              <p:nvPr/>
            </p:nvSpPr>
            <p:spPr>
              <a:xfrm flipH="1">
                <a:off x="660380" y="1532032"/>
                <a:ext cx="3340613" cy="1848200"/>
              </a:xfrm>
              <a:prstGeom prst="rect">
                <a:avLst/>
              </a:prstGeom>
              <a:noFill/>
            </p:spPr>
            <p:txBody>
              <a:bodyPr wrap="square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质量不是测试出来的，而是设计和构建出来的，TDD/BDD通过测试驱动思考和设计。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9" name="Bullet1" descr="9c8ba698-43ae-4102-9e79-5aca0a8d57e5"/>
              <p:cNvSpPr txBox="1"/>
              <p:nvPr/>
            </p:nvSpPr>
            <p:spPr>
              <a:xfrm flipH="1">
                <a:off x="660393" y="1081532"/>
                <a:ext cx="3340613" cy="4017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/>
              <a:p>
                <a:pPr algn="l"/>
                <a:r>
                  <a:rPr lang="en-US" sz="1800" b="1" i="0" u="none" strike="noStrike">
                    <a:solidFill>
                      <a:srgbClr val="FFFFFF"/>
                    </a:solidFill>
                    <a:ea typeface="微软雅黑" panose="020B0503020204020204" charset="-122"/>
                  </a:rPr>
                  <a:t>质量保证理念</a:t>
                </a:r>
                <a:endParaRPr lang="en-US" sz="1800" b="1" i="0" u="none" strike="noStrik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cxnSp>
            <p:nvCxnSpPr>
              <p:cNvPr id="20" name="Line1" descr="90505235-4412-483a-82a2-124082f432bc"/>
              <p:cNvCxnSpPr/>
              <p:nvPr/>
            </p:nvCxnSpPr>
            <p:spPr>
              <a:xfrm>
                <a:off x="660392" y="1485900"/>
                <a:ext cx="3326392" cy="0"/>
              </a:xfrm>
              <a:prstGeom prst="line">
                <a:avLst/>
              </a:prstGeom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 descr="0bd3fdcb-ac3d-4891-91eb-aa7263f5ef93"/>
            <p:cNvGrpSpPr/>
            <p:nvPr/>
          </p:nvGrpSpPr>
          <p:grpSpPr>
            <a:xfrm>
              <a:off x="8178274" y="1130300"/>
              <a:ext cx="3340626" cy="2298700"/>
              <a:chOff x="660380" y="1081532"/>
              <a:chExt cx="3340626" cy="2298700"/>
            </a:xfrm>
          </p:grpSpPr>
          <p:sp>
            <p:nvSpPr>
              <p:cNvPr id="10" name="Text2" descr="a7993416-b54a-4fc1-ab42-b429512214b5"/>
              <p:cNvSpPr txBox="1"/>
              <p:nvPr/>
            </p:nvSpPr>
            <p:spPr>
              <a:xfrm flipH="1">
                <a:off x="660380" y="1532032"/>
                <a:ext cx="3340613" cy="1848200"/>
              </a:xfrm>
              <a:prstGeom prst="rect">
                <a:avLst/>
              </a:prstGeom>
              <a:noFill/>
            </p:spPr>
            <p:txBody>
              <a:bodyPr wrap="square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latin typeface="Arial" panose="020B0604020202020204"/>
                  </a:rPr>
                  <a:t>AI可以理解需求生成完备测试集，自动发现边界条件和异常场景，生成回归测试。</a:t>
                </a:r>
                <a:endParaRPr lang="en-US" sz="1200" b="0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11" name="Bullet2" descr="6957c96d-4f2e-4307-a9b4-202159378c02"/>
              <p:cNvSpPr txBox="1"/>
              <p:nvPr/>
            </p:nvSpPr>
            <p:spPr>
              <a:xfrm flipH="1">
                <a:off x="660393" y="1081532"/>
                <a:ext cx="3340613" cy="4017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/>
              <a:p>
                <a:pPr algn="l"/>
                <a:r>
                  <a:rPr lang="en-US" sz="1800" b="1" i="0" u="none" strike="noStrike">
                    <a:solidFill>
                      <a:srgbClr val="FFFFFF"/>
                    </a:solidFill>
                    <a:latin typeface="Arial" panose="020B0604020202020204"/>
                  </a:rPr>
                  <a:t>AI生成测试</a:t>
                </a:r>
                <a:endParaRPr lang="en-US" sz="1800" b="1" i="0" u="none" strike="noStrik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cxnSp>
            <p:nvCxnSpPr>
              <p:cNvPr id="15" name="Line2" descr="f947cd08-ffed-4eef-86ab-964120d49546"/>
              <p:cNvCxnSpPr/>
              <p:nvPr/>
            </p:nvCxnSpPr>
            <p:spPr>
              <a:xfrm>
                <a:off x="660392" y="1485900"/>
                <a:ext cx="3326392" cy="0"/>
              </a:xfrm>
              <a:prstGeom prst="line">
                <a:avLst/>
              </a:prstGeom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组合 15" descr="39f9ebdf-5b81-4a66-ae7d-af104c832671"/>
            <p:cNvGrpSpPr/>
            <p:nvPr/>
          </p:nvGrpSpPr>
          <p:grpSpPr>
            <a:xfrm>
              <a:off x="660380" y="3835400"/>
              <a:ext cx="3340626" cy="2298700"/>
              <a:chOff x="660380" y="1081532"/>
              <a:chExt cx="3340626" cy="2298700"/>
            </a:xfrm>
          </p:grpSpPr>
          <p:sp>
            <p:nvSpPr>
              <p:cNvPr id="17" name="Text3" descr="dee32b86-63e2-4412-8c17-841f11c5d50d"/>
              <p:cNvSpPr txBox="1"/>
              <p:nvPr/>
            </p:nvSpPr>
            <p:spPr>
              <a:xfrm flipH="1">
                <a:off x="660380" y="1532032"/>
                <a:ext cx="3340613" cy="1848200"/>
              </a:xfrm>
              <a:prstGeom prst="rect">
                <a:avLst/>
              </a:prstGeom>
              <a:noFill/>
            </p:spPr>
            <p:txBody>
              <a:bodyPr wrap="square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采用“人机兵乓”协作模式，开发者编写失败用例，AI生成通过测试的代码，双方共同审查优化。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2" name="Bullet3" descr="0aec1fcc-92c7-4bd2-80c1-bf842cf222ba"/>
              <p:cNvSpPr txBox="1"/>
              <p:nvPr/>
            </p:nvSpPr>
            <p:spPr>
              <a:xfrm flipH="1">
                <a:off x="660393" y="1081532"/>
                <a:ext cx="3340613" cy="4017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/>
              <a:p>
                <a:pPr algn="l"/>
                <a:r>
                  <a:rPr lang="en-US" sz="1800" b="1" i="0" u="none" strike="noStrike">
                    <a:solidFill>
                      <a:srgbClr val="FFFFFF"/>
                    </a:solidFill>
                    <a:ea typeface="微软雅黑" panose="020B0503020204020204" charset="-122"/>
                  </a:rPr>
                  <a:t>协作模式</a:t>
                </a:r>
                <a:endParaRPr lang="en-US" sz="1800" b="1" i="0" u="none" strike="noStrik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cxnSp>
            <p:nvCxnSpPr>
              <p:cNvPr id="23" name="Line3" descr="5263e438-7fd7-413d-b7b1-3924152fd5c3"/>
              <p:cNvCxnSpPr/>
              <p:nvPr/>
            </p:nvCxnSpPr>
            <p:spPr>
              <a:xfrm>
                <a:off x="660392" y="1485900"/>
                <a:ext cx="3326392" cy="0"/>
              </a:xfrm>
              <a:prstGeom prst="line">
                <a:avLst/>
              </a:prstGeom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组合 23" descr="91de5883-eb73-4899-a653-a011586331ce"/>
            <p:cNvGrpSpPr/>
            <p:nvPr/>
          </p:nvGrpSpPr>
          <p:grpSpPr>
            <a:xfrm>
              <a:off x="8178274" y="3835400"/>
              <a:ext cx="3340626" cy="2298700"/>
              <a:chOff x="660380" y="1081532"/>
              <a:chExt cx="3340626" cy="2298700"/>
            </a:xfrm>
          </p:grpSpPr>
          <p:sp>
            <p:nvSpPr>
              <p:cNvPr id="25" name="Text4" descr="fd71318b-97fb-4a1f-b543-28179c95ca13"/>
              <p:cNvSpPr txBox="1"/>
              <p:nvPr/>
            </p:nvSpPr>
            <p:spPr>
              <a:xfrm flipH="1">
                <a:off x="660380" y="1532032"/>
                <a:ext cx="3340613" cy="1848200"/>
              </a:xfrm>
              <a:prstGeom prst="rect">
                <a:avLst/>
              </a:prstGeom>
              <a:noFill/>
            </p:spPr>
            <p:txBody>
              <a:bodyPr wrap="square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定义更重要，验证更快速，信心更充足，协作更高效。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6" name="Bullet4" descr="8c61d791-cde7-4d84-ae06-c59b3473b4aa"/>
              <p:cNvSpPr txBox="1"/>
              <p:nvPr/>
            </p:nvSpPr>
            <p:spPr>
              <a:xfrm flipH="1">
                <a:off x="660393" y="1081532"/>
                <a:ext cx="3340613" cy="4017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/>
              <a:p>
                <a:pPr algn="l"/>
                <a:r>
                  <a:rPr lang="en-US" sz="1800" b="1" i="0" u="none" strike="noStrike">
                    <a:solidFill>
                      <a:srgbClr val="FFFFFF"/>
                    </a:solidFill>
                    <a:ea typeface="微软雅黑" panose="020B0503020204020204" charset="-122"/>
                  </a:rPr>
                  <a:t>质量保证价值</a:t>
                </a:r>
                <a:endParaRPr lang="en-US" sz="1800" b="1" i="0" u="none" strike="noStrik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cxnSp>
            <p:nvCxnSpPr>
              <p:cNvPr id="27" name="Line4" descr="50e6dc39-7101-45e9-8fd8-9d7a9bc5abf0"/>
              <p:cNvCxnSpPr/>
              <p:nvPr/>
            </p:nvCxnSpPr>
            <p:spPr>
              <a:xfrm>
                <a:off x="660392" y="1485900"/>
                <a:ext cx="3326392" cy="0"/>
              </a:xfrm>
              <a:prstGeom prst="line">
                <a:avLst/>
              </a:prstGeom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5a12860-57d0-435d-97c1-4c6d2d8d7d77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FFFFFF"/>
                </a:solidFill>
                <a:ea typeface="微软雅黑" panose="020B0503020204020204" charset="-122"/>
              </a:rPr>
              <a:t>持续集成之法</a:t>
            </a:r>
            <a:endParaRPr lang="en-US" sz="2800" b="1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grpSp>
        <p:nvGrpSpPr>
          <p:cNvPr id="28" name="479c3527-9e63-44f9-bb6e-32cf1f53ec02.source.4.zh-Hans.pptx" descr="45d3c87e-8d18-4c76-95ce-937a2f15487c"/>
          <p:cNvGrpSpPr/>
          <p:nvPr/>
        </p:nvGrpSpPr>
        <p:grpSpPr>
          <a:xfrm>
            <a:off x="1536088" y="1495764"/>
            <a:ext cx="9101983" cy="4314243"/>
            <a:chOff x="1536088" y="1495764"/>
            <a:chExt cx="9101983" cy="4314243"/>
          </a:xfrm>
        </p:grpSpPr>
        <p:grpSp>
          <p:nvGrpSpPr>
            <p:cNvPr id="23" name="组合 22" descr="331eccbd-e8f0-4c7b-8d12-14d37b687091"/>
            <p:cNvGrpSpPr/>
            <p:nvPr/>
          </p:nvGrpSpPr>
          <p:grpSpPr>
            <a:xfrm>
              <a:off x="1536088" y="2852453"/>
              <a:ext cx="4297375" cy="1255240"/>
              <a:chOff x="1536088" y="2852453"/>
              <a:chExt cx="4297375" cy="1255240"/>
            </a:xfrm>
          </p:grpSpPr>
          <p:sp>
            <p:nvSpPr>
              <p:cNvPr id="9" name="Number1" descr="26bebe4c-8696-4318-9b18-d26e34995554"/>
              <p:cNvSpPr/>
              <p:nvPr/>
            </p:nvSpPr>
            <p:spPr>
              <a:xfrm>
                <a:off x="1536088" y="2924490"/>
                <a:ext cx="783493" cy="396308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180000" tIns="46800" rIns="180000" bIns="46800" numCol="1" spcCol="0" rtlCol="0" fromWordArt="0" anchor="ctr" anchorCtr="0" forceAA="0" compatLnSpc="1">
                <a:noAutofit/>
              </a:bodyPr>
              <a:lstStyle/>
              <a:p>
                <a:pPr algn="l"/>
                <a:r>
                  <a:rPr lang="en-US" sz="1800" b="1" i="0" u="none">
                    <a:solidFill>
                      <a:srgbClr val="000000"/>
                    </a:solidFill>
                    <a:latin typeface="Aptos"/>
                  </a:rPr>
                  <a:t>01</a:t>
                </a:r>
                <a:endParaRPr lang="en-US" sz="1800" b="1" i="0" u="none">
                  <a:solidFill>
                    <a:srgbClr val="000000"/>
                  </a:solidFill>
                  <a:latin typeface="Aptos"/>
                </a:endParaRPr>
              </a:p>
            </p:txBody>
          </p:sp>
          <p:sp>
            <p:nvSpPr>
              <p:cNvPr id="12" name="Bullet1" descr="dad75422-8f19-4b63-9149-33641defc16c"/>
              <p:cNvSpPr txBox="1"/>
              <p:nvPr/>
            </p:nvSpPr>
            <p:spPr>
              <a:xfrm>
                <a:off x="2583859" y="2852453"/>
                <a:ext cx="3249604" cy="346113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 lnSpcReduction="10000"/>
              </a:bodyPr>
              <a:lstStyle>
                <a:defPPr>
                  <a:defRPr lang="zh-CN"/>
                </a:defPPr>
                <a:lvl1pPr algn="ctr">
                  <a:lnSpc>
                    <a:spcPct val="150000"/>
                  </a:lnSpc>
                  <a:defRPr sz="1200">
                    <a:solidFill>
                      <a:schemeClr val="bg1">
                        <a:lumMod val="50000"/>
                      </a:schemeClr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90000"/>
                  </a:lnSpc>
                </a:pPr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持续集成定义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5" name="Text1" descr="e8d9f444-036f-490e-987a-fce9c9b75971"/>
              <p:cNvSpPr txBox="1"/>
              <p:nvPr/>
            </p:nvSpPr>
            <p:spPr>
              <a:xfrm>
                <a:off x="2583859" y="3198566"/>
                <a:ext cx="3249604" cy="909127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 algn="ctr">
                  <a:lnSpc>
                    <a:spcPct val="150000"/>
                  </a:lnSpc>
                  <a:defRPr sz="1200">
                    <a:solidFill>
                      <a:schemeClr val="bg1">
                        <a:lumMod val="50000"/>
                      </a:schemeClr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持续集成是价值流动的加速器，将想法快速转化为价值的管道，通过自动化消除等待。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25" name="组合 24" descr="7422e4d9-d926-47fa-a607-d608c150b9b7"/>
            <p:cNvGrpSpPr/>
            <p:nvPr/>
          </p:nvGrpSpPr>
          <p:grpSpPr>
            <a:xfrm>
              <a:off x="6318362" y="2851138"/>
              <a:ext cx="4297375" cy="1255240"/>
              <a:chOff x="6318362" y="2851138"/>
              <a:chExt cx="4297375" cy="1255240"/>
            </a:xfrm>
          </p:grpSpPr>
          <p:sp>
            <p:nvSpPr>
              <p:cNvPr id="17" name="Number2" descr="7a774714-b50f-4ea0-bdf5-a0f738a428e2"/>
              <p:cNvSpPr/>
              <p:nvPr/>
            </p:nvSpPr>
            <p:spPr>
              <a:xfrm>
                <a:off x="6318362" y="2923175"/>
                <a:ext cx="783493" cy="396308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180000" tIns="46800" rIns="180000" bIns="46800" numCol="1" spcCol="0" rtlCol="0" fromWordArt="0" anchor="ctr" anchorCtr="0" forceAA="0" compatLnSpc="1">
                <a:noAutofit/>
              </a:bodyPr>
              <a:lstStyle/>
              <a:p>
                <a:pPr algn="l"/>
                <a:r>
                  <a:rPr lang="en-US" sz="1800" b="1" i="0" u="none">
                    <a:solidFill>
                      <a:srgbClr val="000000"/>
                    </a:solidFill>
                    <a:latin typeface="Aptos"/>
                  </a:rPr>
                  <a:t>02</a:t>
                </a:r>
                <a:endParaRPr lang="en-US" sz="1800" b="1" i="0" u="none">
                  <a:solidFill>
                    <a:srgbClr val="000000"/>
                  </a:solidFill>
                  <a:latin typeface="Aptos"/>
                </a:endParaRPr>
              </a:p>
            </p:txBody>
          </p:sp>
          <p:sp>
            <p:nvSpPr>
              <p:cNvPr id="18" name="Bullet2" descr="1eca5e7d-d24a-4a90-b0ed-6933a8a78f17"/>
              <p:cNvSpPr txBox="1"/>
              <p:nvPr/>
            </p:nvSpPr>
            <p:spPr>
              <a:xfrm>
                <a:off x="7366133" y="2851138"/>
                <a:ext cx="3249604" cy="346113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 lnSpcReduction="10000"/>
              </a:bodyPr>
              <a:lstStyle>
                <a:defPPr>
                  <a:defRPr lang="zh-CN"/>
                </a:defPPr>
                <a:lvl1pPr algn="ctr">
                  <a:lnSpc>
                    <a:spcPct val="150000"/>
                  </a:lnSpc>
                  <a:defRPr sz="1200">
                    <a:solidFill>
                      <a:schemeClr val="bg1">
                        <a:lumMod val="50000"/>
                      </a:schemeClr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90000"/>
                  </a:lnSpc>
                </a:pPr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持续集成价值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1" name="Text2" descr="a5bb4dba-8406-419d-bc2a-057df5d8b83f"/>
              <p:cNvSpPr txBox="1"/>
              <p:nvPr/>
            </p:nvSpPr>
            <p:spPr>
              <a:xfrm>
                <a:off x="7366133" y="3197251"/>
                <a:ext cx="3249604" cy="909127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 algn="ctr">
                  <a:lnSpc>
                    <a:spcPct val="150000"/>
                  </a:lnSpc>
                  <a:defRPr sz="1200">
                    <a:solidFill>
                      <a:schemeClr val="bg1">
                        <a:lumMod val="50000"/>
                      </a:schemeClr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核心价值是风险的早期暴露，快速发现问题，将大风险分解为小风险，保持开发流畅。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24" name="组合 23" descr="feb3da0f-4823-4322-b73a-43dd4315fcbc"/>
            <p:cNvGrpSpPr/>
            <p:nvPr/>
          </p:nvGrpSpPr>
          <p:grpSpPr>
            <a:xfrm>
              <a:off x="1558422" y="4554767"/>
              <a:ext cx="4297375" cy="1255240"/>
              <a:chOff x="1558422" y="4554767"/>
              <a:chExt cx="4297375" cy="1255240"/>
            </a:xfrm>
          </p:grpSpPr>
          <p:sp>
            <p:nvSpPr>
              <p:cNvPr id="5" name="Number3" descr="990ad8f5-3091-487a-a06f-adaf8a92d080"/>
              <p:cNvSpPr/>
              <p:nvPr/>
            </p:nvSpPr>
            <p:spPr>
              <a:xfrm>
                <a:off x="1558422" y="4626801"/>
                <a:ext cx="783493" cy="396309"/>
              </a:xfrm>
              <a:prstGeom prst="roundRect">
                <a:avLst>
                  <a:gd name="adj" fmla="val 50000"/>
                </a:avLst>
              </a:prstGeom>
              <a:solidFill>
                <a:schemeClr val="tx2">
                  <a:alpha val="15000"/>
                </a:schemeClr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r>
                  <a:rPr lang="en-US" sz="2000" b="1" i="0" u="none">
                    <a:solidFill>
                      <a:srgbClr val="FFFFFF"/>
                    </a:solidFill>
                    <a:latin typeface="Aptos"/>
                  </a:rPr>
                  <a:t>03</a:t>
                </a:r>
                <a:endParaRPr lang="en-US" sz="2000" b="1" i="0" u="none">
                  <a:solidFill>
                    <a:srgbClr val="FFFFFF"/>
                  </a:solidFill>
                  <a:latin typeface="Aptos"/>
                </a:endParaRPr>
              </a:p>
            </p:txBody>
          </p:sp>
          <p:sp>
            <p:nvSpPr>
              <p:cNvPr id="8" name="Bullet3" descr="34ce6d81-90f4-452f-bb32-a8d8ba9a059d"/>
              <p:cNvSpPr txBox="1"/>
              <p:nvPr/>
            </p:nvSpPr>
            <p:spPr>
              <a:xfrm>
                <a:off x="2606193" y="4554767"/>
                <a:ext cx="3249604" cy="346113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 lnSpcReduction="10000"/>
              </a:bodyPr>
              <a:lstStyle>
                <a:defPPr>
                  <a:defRPr lang="zh-CN"/>
                </a:defPPr>
                <a:lvl1pPr algn="ctr">
                  <a:lnSpc>
                    <a:spcPct val="150000"/>
                  </a:lnSpc>
                  <a:defRPr sz="1200">
                    <a:solidFill>
                      <a:schemeClr val="bg1">
                        <a:lumMod val="50000"/>
                      </a:schemeClr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90000"/>
                  </a:lnSpc>
                </a:pPr>
                <a:r>
                  <a:rPr lang="en-US" sz="1800" b="1" i="0" u="none">
                    <a:solidFill>
                      <a:srgbClr val="FFFFFF"/>
                    </a:solidFill>
                    <a:latin typeface="Arial" panose="020B0604020202020204"/>
                  </a:rPr>
                  <a:t>AI时代CI能力</a:t>
                </a:r>
                <a:endParaRPr lang="en-US" sz="18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16" name="Text3" descr="1b14452c-3db3-43b7-b97f-8c682db7c2fd"/>
              <p:cNvSpPr txBox="1"/>
              <p:nvPr/>
            </p:nvSpPr>
            <p:spPr>
              <a:xfrm>
                <a:off x="2606193" y="4900880"/>
                <a:ext cx="3249604" cy="909127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 algn="ctr">
                  <a:lnSpc>
                    <a:spcPct val="150000"/>
                  </a:lnSpc>
                  <a:defRPr sz="1200">
                    <a:solidFill>
                      <a:schemeClr val="bg1">
                        <a:lumMod val="50000"/>
                      </a:schemeClr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带来预测性集成、自愈性管道能力和优化的资源分配，变身智能化的价值管道。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26" name="组合 25" descr="f4a4284d-3d59-4277-9ee0-9e99f38c8bc8"/>
            <p:cNvGrpSpPr/>
            <p:nvPr/>
          </p:nvGrpSpPr>
          <p:grpSpPr>
            <a:xfrm>
              <a:off x="6340696" y="4553452"/>
              <a:ext cx="4297375" cy="1255240"/>
              <a:chOff x="6340696" y="4553452"/>
              <a:chExt cx="4297375" cy="1255240"/>
            </a:xfrm>
          </p:grpSpPr>
          <p:sp>
            <p:nvSpPr>
              <p:cNvPr id="19" name="Number4" descr="d8977a14-432a-4f53-831a-1123a4adc567"/>
              <p:cNvSpPr/>
              <p:nvPr/>
            </p:nvSpPr>
            <p:spPr>
              <a:xfrm>
                <a:off x="6340696" y="4625486"/>
                <a:ext cx="783493" cy="396309"/>
              </a:xfrm>
              <a:prstGeom prst="roundRect">
                <a:avLst>
                  <a:gd name="adj" fmla="val 50000"/>
                </a:avLst>
              </a:prstGeom>
              <a:solidFill>
                <a:schemeClr val="tx2">
                  <a:alpha val="15000"/>
                </a:schemeClr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r>
                  <a:rPr lang="en-US" sz="2000" b="1" i="0" u="none">
                    <a:solidFill>
                      <a:srgbClr val="FFFFFF"/>
                    </a:solidFill>
                    <a:latin typeface="Aptos"/>
                  </a:rPr>
                  <a:t>04</a:t>
                </a:r>
                <a:endParaRPr lang="en-US" sz="2000" b="1" i="0" u="none">
                  <a:solidFill>
                    <a:srgbClr val="FFFFFF"/>
                  </a:solidFill>
                  <a:latin typeface="Aptos"/>
                </a:endParaRPr>
              </a:p>
            </p:txBody>
          </p:sp>
          <p:sp>
            <p:nvSpPr>
              <p:cNvPr id="20" name="Bullet4" descr="a5365b10-0781-42a8-8ba8-86cafad8d945"/>
              <p:cNvSpPr txBox="1"/>
              <p:nvPr/>
            </p:nvSpPr>
            <p:spPr>
              <a:xfrm>
                <a:off x="7388467" y="4553452"/>
                <a:ext cx="3249604" cy="346113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 lnSpcReduction="10000"/>
              </a:bodyPr>
              <a:lstStyle>
                <a:defPPr>
                  <a:defRPr lang="zh-CN"/>
                </a:defPPr>
                <a:lvl1pPr algn="ctr">
                  <a:lnSpc>
                    <a:spcPct val="150000"/>
                  </a:lnSpc>
                  <a:defRPr sz="1200">
                    <a:solidFill>
                      <a:schemeClr val="bg1">
                        <a:lumMod val="50000"/>
                      </a:schemeClr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90000"/>
                  </a:lnSpc>
                </a:pPr>
                <a:r>
                  <a:rPr lang="en-US" sz="1800" b="1" i="0" u="none">
                    <a:solidFill>
                      <a:srgbClr val="FFFFFF"/>
                    </a:solidFill>
                    <a:latin typeface="Arial" panose="020B0604020202020204"/>
                  </a:rPr>
                  <a:t>CI演进</a:t>
                </a:r>
                <a:endParaRPr lang="en-US" sz="18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22" name="Text4" descr="f317db90-e39d-4716-b277-e1661a0545fb"/>
              <p:cNvSpPr txBox="1"/>
              <p:nvPr/>
            </p:nvSpPr>
            <p:spPr>
              <a:xfrm>
                <a:off x="7388467" y="4899565"/>
                <a:ext cx="3249604" cy="909127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 algn="ctr">
                  <a:lnSpc>
                    <a:spcPct val="150000"/>
                  </a:lnSpc>
                  <a:defRPr sz="1200">
                    <a:solidFill>
                      <a:schemeClr val="bg1">
                        <a:lumMod val="50000"/>
                      </a:schemeClr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从门卫到加速器，从阻挡到赋能，从被动到主动，从工具到智能，从局部到全局。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  <p:sp>
          <p:nvSpPr>
            <p:cNvPr id="13" name="Title" descr="dfa7b5f3-3123-497f-809d-85c6add6eba4"/>
            <p:cNvSpPr/>
            <p:nvPr/>
          </p:nvSpPr>
          <p:spPr>
            <a:xfrm>
              <a:off x="1536088" y="1495764"/>
              <a:ext cx="9079649" cy="882555"/>
            </a:xfrm>
            <a:prstGeom prst="rect">
              <a:avLst/>
            </a:prstGeom>
          </p:spPr>
          <p:txBody>
            <a:bodyPr wrap="square" anchor="t" anchorCtr="1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FFFFFF"/>
                  </a:solidFill>
                  <a:ea typeface="微软雅黑" panose="020B0503020204020204" charset="-122"/>
                </a:rPr>
                <a:t>价值流动的加速器</a:t>
              </a:r>
              <a:endParaRPr lang="en-US" sz="2400" b="1" i="0" u="none">
                <a:solidFill>
                  <a:srgbClr val="FFFFFF"/>
                </a:solidFill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5a12860-57d0-435d-97c1-4c6d2d8d7d77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FFFFFF"/>
                </a:solidFill>
                <a:ea typeface="微软雅黑" panose="020B0503020204020204" charset="-122"/>
              </a:rPr>
              <a:t>契约驱动开发</a:t>
            </a:r>
            <a:endParaRPr lang="en-US" sz="2800" b="1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grpSp>
        <p:nvGrpSpPr>
          <p:cNvPr id="19" name="b03fb61e-83d5-4e07-9815-ca9819369525.source.4.zh-Hans.pptx" descr="ac68c964-5b1e-4bf8-b200-94a14955d263"/>
          <p:cNvGrpSpPr/>
          <p:nvPr/>
        </p:nvGrpSpPr>
        <p:grpSpPr>
          <a:xfrm>
            <a:off x="671188" y="1130300"/>
            <a:ext cx="10847712" cy="5105400"/>
            <a:chOff x="671188" y="1130300"/>
            <a:chExt cx="10847712" cy="5105400"/>
          </a:xfrm>
        </p:grpSpPr>
        <p:sp>
          <p:nvSpPr>
            <p:cNvPr id="30" name="Title" descr="53877a81-8ef4-4423-9e07-95e63051f232"/>
            <p:cNvSpPr/>
            <p:nvPr/>
          </p:nvSpPr>
          <p:spPr>
            <a:xfrm>
              <a:off x="671188" y="1130300"/>
              <a:ext cx="10847712" cy="1118968"/>
            </a:xfrm>
            <a:prstGeom prst="rect">
              <a:avLst/>
            </a:prstGeom>
          </p:spPr>
          <p:txBody>
            <a:bodyPr wrap="square" anchor="t" anchorCtr="1">
              <a:norm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 i="0" u="none">
                  <a:solidFill>
                    <a:srgbClr val="FFCFB3"/>
                  </a:solidFill>
                  <a:ea typeface="微软雅黑" panose="020B0503020204020204" charset="-122"/>
                </a:rPr>
                <a:t>意图与实现的桥梁</a:t>
              </a:r>
              <a:endParaRPr lang="en-US" sz="2400" b="1" i="0" u="none">
                <a:solidFill>
                  <a:srgbClr val="FFCFB3"/>
                </a:solidFill>
                <a:ea typeface="微软雅黑" panose="020B0503020204020204" charset="-122"/>
              </a:endParaRPr>
            </a:p>
          </p:txBody>
        </p:sp>
        <p:cxnSp>
          <p:nvCxnSpPr>
            <p:cNvPr id="14" name="直接连接符 13" descr="ef695d46-a0f0-4dd5-bfec-d0dd555714c6"/>
            <p:cNvCxnSpPr/>
            <p:nvPr/>
          </p:nvCxnSpPr>
          <p:spPr>
            <a:xfrm>
              <a:off x="6095044" y="2108200"/>
              <a:ext cx="0" cy="4127500"/>
            </a:xfrm>
            <a:prstGeom prst="line">
              <a:avLst/>
            </a:prstGeom>
            <a:ln w="12700">
              <a:solidFill>
                <a:schemeClr val="tx2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组合 9" descr="f9430184-e702-45f4-9f09-1b1432865785"/>
            <p:cNvGrpSpPr/>
            <p:nvPr/>
          </p:nvGrpSpPr>
          <p:grpSpPr>
            <a:xfrm>
              <a:off x="671188" y="2249268"/>
              <a:ext cx="5009519" cy="1085508"/>
              <a:chOff x="671188" y="2249268"/>
              <a:chExt cx="5009519" cy="1085508"/>
            </a:xfrm>
          </p:grpSpPr>
          <p:sp>
            <p:nvSpPr>
              <p:cNvPr id="64" name="Bullet1" descr="558090bf-bc4a-4429-b963-1381bd4942d7"/>
              <p:cNvSpPr txBox="1"/>
              <p:nvPr/>
            </p:nvSpPr>
            <p:spPr>
              <a:xfrm>
                <a:off x="671188" y="2249268"/>
                <a:ext cx="5009519" cy="519993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 anchor="b" anchorCtr="0">
                <a:normAutofit/>
              </a:bodyPr>
              <a:lstStyle/>
              <a:p>
                <a:pPr algn="r"/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契约驱动定义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65" name="Text1" descr="951f00ff-f4c7-490a-913f-0a3c5ea0f357"/>
              <p:cNvSpPr/>
              <p:nvPr/>
            </p:nvSpPr>
            <p:spPr>
              <a:xfrm>
                <a:off x="671188" y="2780412"/>
                <a:ext cx="5009519" cy="554364"/>
              </a:xfrm>
              <a:prstGeom prst="rect">
                <a:avLst/>
              </a:prstGeom>
              <a:noFill/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0000" tIns="46800" rIns="90000" bIns="46800" numCol="1" spcCol="0" rtlCol="0" fromWordArt="0" anchor="t" anchorCtr="0" forceAA="0" compatLnSpc="1">
                <a:normAutofit/>
              </a:bodyPr>
              <a:lstStyle/>
              <a:p>
                <a:pPr algn="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契约驱动开发是意图的形式化表达，通过明确约定管理复杂性，实现解耦。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11" name="组合 10" descr="cfe5b76e-0fbb-4191-906a-c597e04ee31c"/>
            <p:cNvGrpSpPr/>
            <p:nvPr/>
          </p:nvGrpSpPr>
          <p:grpSpPr>
            <a:xfrm>
              <a:off x="6252208" y="3182376"/>
              <a:ext cx="5266689" cy="1085508"/>
              <a:chOff x="6252208" y="3182376"/>
              <a:chExt cx="5266689" cy="1085508"/>
            </a:xfrm>
          </p:grpSpPr>
          <p:sp>
            <p:nvSpPr>
              <p:cNvPr id="69" name="Bullet2" descr="7b55141e-a5b5-48b7-9bf1-96d24d8fe511"/>
              <p:cNvSpPr txBox="1"/>
              <p:nvPr/>
            </p:nvSpPr>
            <p:spPr>
              <a:xfrm flipH="1">
                <a:off x="6252208" y="3182376"/>
                <a:ext cx="5266689" cy="519993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 anchor="b" anchorCtr="0">
                <a:normAutofit/>
              </a:bodyPr>
              <a:lstStyle/>
              <a:p>
                <a:pPr algn="l"/>
                <a:r>
                  <a:rPr lang="en-US" sz="1800" b="1" i="0" u="none">
                    <a:solidFill>
                      <a:srgbClr val="FFCFB3"/>
                    </a:solidFill>
                    <a:ea typeface="微软雅黑" panose="020B0503020204020204" charset="-122"/>
                  </a:rPr>
                  <a:t>契约作用</a:t>
                </a:r>
                <a:endParaRPr lang="en-US" sz="1800" b="1" i="0" u="none">
                  <a:solidFill>
                    <a:srgbClr val="FFCFB3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70" name="Text2" descr="21261655-a831-4c57-a43e-c37232fe5c6b"/>
              <p:cNvSpPr/>
              <p:nvPr/>
            </p:nvSpPr>
            <p:spPr>
              <a:xfrm flipH="1">
                <a:off x="6252208" y="3713520"/>
                <a:ext cx="5266689" cy="554364"/>
              </a:xfrm>
              <a:prstGeom prst="rect">
                <a:avLst/>
              </a:prstGeom>
              <a:noFill/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0000" tIns="46800" rIns="90000" bIns="46800" numCol="1" spcCol="0" rtlCol="0" fromWordArt="0" anchor="t" anchorCtr="0" forceAA="0" compatLnSpc="1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契约是信任的基础，减少误解，让合作和并行开发成为可能，也是质量的保证。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12" name="组合 11" descr="58b7b275-30e8-41e8-a3d3-e7964c77bcc2"/>
            <p:cNvGrpSpPr/>
            <p:nvPr/>
          </p:nvGrpSpPr>
          <p:grpSpPr>
            <a:xfrm>
              <a:off x="671188" y="4115484"/>
              <a:ext cx="5009519" cy="1085508"/>
              <a:chOff x="671188" y="4115484"/>
              <a:chExt cx="5009519" cy="1085508"/>
            </a:xfrm>
          </p:grpSpPr>
          <p:sp>
            <p:nvSpPr>
              <p:cNvPr id="74" name="Bullet3" descr="de083a5e-2514-4588-be22-50e267310309"/>
              <p:cNvSpPr txBox="1"/>
              <p:nvPr/>
            </p:nvSpPr>
            <p:spPr>
              <a:xfrm>
                <a:off x="671188" y="4115484"/>
                <a:ext cx="5009519" cy="519993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 anchor="b" anchorCtr="0">
                <a:normAutofit/>
              </a:bodyPr>
              <a:lstStyle/>
              <a:p>
                <a:pPr algn="r"/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契约三层架构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75" name="Text3" descr="904529e5-62b6-4649-bb2d-5e21c95f89ee"/>
              <p:cNvSpPr/>
              <p:nvPr/>
            </p:nvSpPr>
            <p:spPr>
              <a:xfrm>
                <a:off x="671188" y="4646628"/>
                <a:ext cx="5009519" cy="554364"/>
              </a:xfrm>
              <a:prstGeom prst="rect">
                <a:avLst/>
              </a:prstGeom>
              <a:noFill/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0000" tIns="46800" rIns="90000" bIns="46800" numCol="1" spcCol="0" rtlCol="0" fromWordArt="0" anchor="t" anchorCtr="0" forceAA="0" compatLnSpc="1">
                <a:normAutofit/>
              </a:bodyPr>
              <a:lstStyle/>
              <a:p>
                <a:pPr algn="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包括定义层、实现层和演化层，分别对应设计时契约、运行时契约和适应性契约。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13" name="组合 12" descr="80bd1e81-7cb1-4dfd-aba5-467cd876e282"/>
            <p:cNvGrpSpPr/>
            <p:nvPr/>
          </p:nvGrpSpPr>
          <p:grpSpPr>
            <a:xfrm>
              <a:off x="6252208" y="5048592"/>
              <a:ext cx="5266689" cy="1085508"/>
              <a:chOff x="6252208" y="5048592"/>
              <a:chExt cx="5266689" cy="1085508"/>
            </a:xfrm>
          </p:grpSpPr>
          <p:sp>
            <p:nvSpPr>
              <p:cNvPr id="85" name="Bullet4" descr="3489b565-0972-4646-9af5-f0eae53b0a9e"/>
              <p:cNvSpPr txBox="1"/>
              <p:nvPr/>
            </p:nvSpPr>
            <p:spPr>
              <a:xfrm flipH="1">
                <a:off x="6252208" y="5048592"/>
                <a:ext cx="5266689" cy="519993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 anchor="b" anchorCtr="0">
                <a:normAutofit/>
              </a:bodyPr>
              <a:lstStyle/>
              <a:p>
                <a:pPr algn="l"/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契约在AI协作中作用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88" name="Text4" descr="4c3a48f6-5835-43ea-9ff0-7fa2fe5dada5"/>
              <p:cNvSpPr/>
              <p:nvPr/>
            </p:nvSpPr>
            <p:spPr>
              <a:xfrm flipH="1">
                <a:off x="6252208" y="5579736"/>
                <a:ext cx="5266689" cy="554364"/>
              </a:xfrm>
              <a:prstGeom prst="rect">
                <a:avLst/>
              </a:prstGeom>
              <a:noFill/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0000" tIns="46800" rIns="90000" bIns="46800" numCol="1" spcCol="0" rtlCol="0" fromWordArt="0" anchor="t" anchorCtr="0" forceAA="0" compatLnSpc="1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契约是意图的精确表达，质量的可控保证，演化的稳定基础。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</p:grp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5a12860-57d0-435d-97c1-4c6d2d8d7d77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FFFFFF"/>
                </a:solidFill>
                <a:ea typeface="微软雅黑" panose="020B0503020204020204" charset="-122"/>
              </a:rPr>
              <a:t>上下文工程</a:t>
            </a:r>
            <a:endParaRPr lang="en-US" sz="2800" b="1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grpSp>
        <p:nvGrpSpPr>
          <p:cNvPr id="8" name="56f47863-dbde-44fd-afff-5a3353949883.source.4.zh-Hans.pptx" descr="d338b4d4-8a23-4cd3-96c2-0bfb427165d2"/>
          <p:cNvGrpSpPr/>
          <p:nvPr/>
        </p:nvGrpSpPr>
        <p:grpSpPr>
          <a:xfrm>
            <a:off x="673100" y="1569014"/>
            <a:ext cx="10845800" cy="4043709"/>
            <a:chOff x="673100" y="1569014"/>
            <a:chExt cx="10845800" cy="4043709"/>
          </a:xfrm>
        </p:grpSpPr>
        <p:sp>
          <p:nvSpPr>
            <p:cNvPr id="118" name="Title" descr="ef2c20f8-d1e3-4a17-9587-f45b9457e22b"/>
            <p:cNvSpPr/>
            <p:nvPr/>
          </p:nvSpPr>
          <p:spPr>
            <a:xfrm>
              <a:off x="673100" y="2168285"/>
              <a:ext cx="3001922" cy="3001922"/>
            </a:xfrm>
            <a:prstGeom prst="ellipse">
              <a:avLst/>
            </a:prstGeom>
            <a:gradFill>
              <a:gsLst>
                <a:gs pos="0">
                  <a:schemeClr val="accent1">
                    <a:alpha val="15000"/>
                  </a:schemeClr>
                </a:gs>
                <a:gs pos="100000">
                  <a:schemeClr val="bg1"/>
                </a:gs>
              </a:gsLst>
              <a:lin ang="5400000" scaled="0"/>
            </a:gra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>
              <a:norm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20000"/>
                </a:lnSpc>
              </a:pPr>
              <a:r>
                <a:rPr lang="en-US" sz="2400" b="1" i="0" u="none">
                  <a:solidFill>
                    <a:srgbClr val="FFFFFF"/>
                  </a:solidFill>
                  <a:ea typeface="微软雅黑" panose="020B0503020204020204" charset="-122"/>
                </a:rPr>
                <a:t>人机认知的桥梁</a:t>
              </a:r>
              <a:endParaRPr lang="en-US" sz="2400" b="1" i="0" u="none">
                <a:solidFill>
                  <a:srgbClr val="FFFFFF"/>
                </a:solidFill>
                <a:ea typeface="微软雅黑" panose="020B0503020204020204" charset="-122"/>
              </a:endParaRPr>
            </a:p>
          </p:txBody>
        </p:sp>
        <p:grpSp>
          <p:nvGrpSpPr>
            <p:cNvPr id="3" name="组合 2" descr="4d827b79-0ae7-41b9-a66f-4ff169a7d6ef"/>
            <p:cNvGrpSpPr/>
            <p:nvPr/>
          </p:nvGrpSpPr>
          <p:grpSpPr>
            <a:xfrm>
              <a:off x="3675022" y="1569014"/>
              <a:ext cx="7843878" cy="2100232"/>
              <a:chOff x="3675022" y="1569014"/>
              <a:chExt cx="7843878" cy="2100232"/>
            </a:xfrm>
          </p:grpSpPr>
          <p:sp>
            <p:nvSpPr>
              <p:cNvPr id="139" name="Bullet1" descr="0489c0fc-ca6d-449a-964c-0bcde8944085"/>
              <p:cNvSpPr/>
              <p:nvPr/>
            </p:nvSpPr>
            <p:spPr>
              <a:xfrm>
                <a:off x="4299992" y="1569014"/>
                <a:ext cx="2134309" cy="734006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50000">
                    <a:schemeClr val="accent1"/>
                  </a:gs>
                </a:gsLst>
                <a:lin ang="2700000" scaled="0"/>
              </a:gradFill>
            </p:spPr>
            <p:txBody>
              <a:bodyPr wrap="square" lIns="108000" tIns="108000" rIns="108000" bIns="108000" rtlCol="0" anchor="ctr" anchorCtr="0">
                <a:norm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6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上下文工程定义</a:t>
                </a:r>
                <a:endParaRPr lang="en-US" sz="16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43" name="ComponentBackground1" descr="60d5ebad-f65b-49d7-bde3-1e1810e7f4d1"/>
              <p:cNvSpPr/>
              <p:nvPr/>
            </p:nvSpPr>
            <p:spPr>
              <a:xfrm>
                <a:off x="6933742" y="1569014"/>
                <a:ext cx="4585158" cy="7344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6350">
                <a:noFill/>
              </a:ln>
              <a:effectLst>
                <a:outerShdw blurRad="127000" dist="50800" dir="5400000" algn="ctr" rotWithShape="0">
                  <a:schemeClr val="bg2">
                    <a:lumMod val="75000"/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</a:p>
            </p:txBody>
          </p:sp>
          <p:sp>
            <p:nvSpPr>
              <p:cNvPr id="142" name="Text1" descr="68d29e87-ab02-45d6-9b49-1a4ad9a143e9"/>
              <p:cNvSpPr txBox="1"/>
              <p:nvPr/>
            </p:nvSpPr>
            <p:spPr>
              <a:xfrm>
                <a:off x="7717060" y="1704144"/>
                <a:ext cx="3468391" cy="464141"/>
              </a:xfrm>
              <a:prstGeom prst="rect">
                <a:avLst/>
              </a:prstGeom>
              <a:noFill/>
              <a:effectLst/>
            </p:spPr>
            <p:txBody>
              <a:bodyPr wrap="square" lIns="53950" tIns="26975" rIns="53950" bIns="26975" rtlCol="0" anchor="ctr" anchorCtr="0">
                <a:normAutofit fontScale="92500" lnSpcReduction="10000"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17000"/>
                  </a:lnSpc>
                </a:pPr>
                <a:r>
                  <a:rPr lang="en-US" sz="1200" b="0" i="0" u="none" strike="noStrike">
                    <a:solidFill>
                      <a:srgbClr val="FFFFFF"/>
                    </a:solidFill>
                    <a:ea typeface="微软雅黑" panose="020B0503020204020204" charset="-122"/>
                  </a:rPr>
                  <a:t>上下文工程是认知空间的架构设计，在人类意图和AI能力间构建语义桥梁。</a:t>
                </a:r>
                <a:endParaRPr lang="en-US" sz="1200" b="0" i="0" u="none" strike="noStrik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44" name="IconBackground1" descr="06d6c56f-912a-4e27-b5ba-9b80a66caf40"/>
              <p:cNvSpPr/>
              <p:nvPr/>
            </p:nvSpPr>
            <p:spPr>
              <a:xfrm>
                <a:off x="7029712" y="1632965"/>
                <a:ext cx="606499" cy="606499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50000">
                    <a:schemeClr val="accent1"/>
                  </a:gs>
                </a:gsLst>
                <a:lin ang="2700000" scaled="0"/>
              </a:gradFill>
            </p:spPr>
            <p:txBody>
              <a:bodyPr wrap="square" lIns="108000" tIns="108000" rIns="108000" bIns="108000" rtlCol="0" anchor="ctr" anchorCtr="0">
                <a:normAutofit fontScale="47500" lnSpcReduction="20000"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12000"/>
                  </a:lnSpc>
                </a:pPr>
              </a:p>
            </p:txBody>
          </p:sp>
          <p:sp>
            <p:nvSpPr>
              <p:cNvPr id="145" name="Icon1" descr="1b0dfa82-f3af-4408-923e-b40f82859461"/>
              <p:cNvSpPr/>
              <p:nvPr/>
            </p:nvSpPr>
            <p:spPr>
              <a:xfrm>
                <a:off x="7213664" y="1797062"/>
                <a:ext cx="238595" cy="278304"/>
              </a:xfrm>
              <a:custGeom>
                <a:avLst/>
                <a:gdLst>
                  <a:gd name="T0" fmla="*/ 6073 w 8573"/>
                  <a:gd name="T1" fmla="*/ 0 h 10000"/>
                  <a:gd name="T2" fmla="*/ 7840 w 8573"/>
                  <a:gd name="T3" fmla="*/ 521 h 10000"/>
                  <a:gd name="T4" fmla="*/ 8573 w 8573"/>
                  <a:gd name="T5" fmla="*/ 1785 h 10000"/>
                  <a:gd name="T6" fmla="*/ 8573 w 8573"/>
                  <a:gd name="T7" fmla="*/ 6785 h 10000"/>
                  <a:gd name="T8" fmla="*/ 7873 w 8573"/>
                  <a:gd name="T9" fmla="*/ 8024 h 10000"/>
                  <a:gd name="T10" fmla="*/ 6167 w 8573"/>
                  <a:gd name="T11" fmla="*/ 8565 h 10000"/>
                  <a:gd name="T12" fmla="*/ 7356 w 8573"/>
                  <a:gd name="T13" fmla="*/ 9693 h 10000"/>
                  <a:gd name="T14" fmla="*/ 7400 w 8573"/>
                  <a:gd name="T15" fmla="*/ 9888 h 10000"/>
                  <a:gd name="T16" fmla="*/ 7232 w 8573"/>
                  <a:gd name="T17" fmla="*/ 10000 h 10000"/>
                  <a:gd name="T18" fmla="*/ 1341 w 8573"/>
                  <a:gd name="T19" fmla="*/ 10000 h 10000"/>
                  <a:gd name="T20" fmla="*/ 1173 w 8573"/>
                  <a:gd name="T21" fmla="*/ 9888 h 10000"/>
                  <a:gd name="T22" fmla="*/ 1217 w 8573"/>
                  <a:gd name="T23" fmla="*/ 9693 h 10000"/>
                  <a:gd name="T24" fmla="*/ 2406 w 8573"/>
                  <a:gd name="T25" fmla="*/ 8565 h 10000"/>
                  <a:gd name="T26" fmla="*/ 700 w 8573"/>
                  <a:gd name="T27" fmla="*/ 8024 h 10000"/>
                  <a:gd name="T28" fmla="*/ 0 w 8573"/>
                  <a:gd name="T29" fmla="*/ 6785 h 10000"/>
                  <a:gd name="T30" fmla="*/ 0 w 8573"/>
                  <a:gd name="T31" fmla="*/ 1786 h 10000"/>
                  <a:gd name="T32" fmla="*/ 733 w 8573"/>
                  <a:gd name="T33" fmla="*/ 523 h 10000"/>
                  <a:gd name="T34" fmla="*/ 2500 w 8573"/>
                  <a:gd name="T35" fmla="*/ 1 h 10000"/>
                  <a:gd name="T36" fmla="*/ 6073 w 8573"/>
                  <a:gd name="T37" fmla="*/ 0 h 10000"/>
                  <a:gd name="T38" fmla="*/ 7501 w 8573"/>
                  <a:gd name="T39" fmla="*/ 4286 h 10000"/>
                  <a:gd name="T40" fmla="*/ 7501 w 8573"/>
                  <a:gd name="T41" fmla="*/ 1429 h 10000"/>
                  <a:gd name="T42" fmla="*/ 1073 w 8573"/>
                  <a:gd name="T43" fmla="*/ 1429 h 10000"/>
                  <a:gd name="T44" fmla="*/ 1073 w 8573"/>
                  <a:gd name="T45" fmla="*/ 4285 h 10000"/>
                  <a:gd name="T46" fmla="*/ 7501 w 8573"/>
                  <a:gd name="T47" fmla="*/ 4286 h 10000"/>
                  <a:gd name="T48" fmla="*/ 3528 w 8573"/>
                  <a:gd name="T49" fmla="*/ 7188 h 10000"/>
                  <a:gd name="T50" fmla="*/ 4287 w 8573"/>
                  <a:gd name="T51" fmla="*/ 7500 h 10000"/>
                  <a:gd name="T52" fmla="*/ 5046 w 8573"/>
                  <a:gd name="T53" fmla="*/ 7188 h 10000"/>
                  <a:gd name="T54" fmla="*/ 5358 w 8573"/>
                  <a:gd name="T55" fmla="*/ 6429 h 10000"/>
                  <a:gd name="T56" fmla="*/ 5046 w 8573"/>
                  <a:gd name="T57" fmla="*/ 5670 h 10000"/>
                  <a:gd name="T58" fmla="*/ 4287 w 8573"/>
                  <a:gd name="T59" fmla="*/ 5357 h 10000"/>
                  <a:gd name="T60" fmla="*/ 3528 w 8573"/>
                  <a:gd name="T61" fmla="*/ 5670 h 10000"/>
                  <a:gd name="T62" fmla="*/ 3216 w 8573"/>
                  <a:gd name="T63" fmla="*/ 6429 h 10000"/>
                  <a:gd name="T64" fmla="*/ 3528 w 8573"/>
                  <a:gd name="T65" fmla="*/ 7188 h 1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8573" h="10000">
                    <a:moveTo>
                      <a:pt x="6073" y="0"/>
                    </a:moveTo>
                    <a:cubicBezTo>
                      <a:pt x="6761" y="0"/>
                      <a:pt x="7351" y="174"/>
                      <a:pt x="7840" y="521"/>
                    </a:cubicBezTo>
                    <a:cubicBezTo>
                      <a:pt x="8330" y="869"/>
                      <a:pt x="8573" y="1290"/>
                      <a:pt x="8573" y="1785"/>
                    </a:cubicBezTo>
                    <a:lnTo>
                      <a:pt x="8573" y="6785"/>
                    </a:lnTo>
                    <a:cubicBezTo>
                      <a:pt x="8573" y="7269"/>
                      <a:pt x="8340" y="7682"/>
                      <a:pt x="7873" y="8024"/>
                    </a:cubicBezTo>
                    <a:cubicBezTo>
                      <a:pt x="7406" y="8366"/>
                      <a:pt x="6838" y="8545"/>
                      <a:pt x="6167" y="8565"/>
                    </a:cubicBezTo>
                    <a:lnTo>
                      <a:pt x="7356" y="9693"/>
                    </a:lnTo>
                    <a:cubicBezTo>
                      <a:pt x="7416" y="9749"/>
                      <a:pt x="7430" y="9813"/>
                      <a:pt x="7400" y="9888"/>
                    </a:cubicBezTo>
                    <a:cubicBezTo>
                      <a:pt x="7370" y="9961"/>
                      <a:pt x="7313" y="10000"/>
                      <a:pt x="7232" y="10000"/>
                    </a:cubicBezTo>
                    <a:lnTo>
                      <a:pt x="1341" y="10000"/>
                    </a:lnTo>
                    <a:cubicBezTo>
                      <a:pt x="1258" y="10000"/>
                      <a:pt x="1203" y="9961"/>
                      <a:pt x="1173" y="9888"/>
                    </a:cubicBezTo>
                    <a:cubicBezTo>
                      <a:pt x="1143" y="9814"/>
                      <a:pt x="1158" y="9749"/>
                      <a:pt x="1217" y="9693"/>
                    </a:cubicBezTo>
                    <a:lnTo>
                      <a:pt x="2406" y="8565"/>
                    </a:lnTo>
                    <a:cubicBezTo>
                      <a:pt x="1735" y="8546"/>
                      <a:pt x="1168" y="8366"/>
                      <a:pt x="700" y="8024"/>
                    </a:cubicBezTo>
                    <a:cubicBezTo>
                      <a:pt x="232" y="7681"/>
                      <a:pt x="0" y="7270"/>
                      <a:pt x="0" y="6785"/>
                    </a:cubicBezTo>
                    <a:lnTo>
                      <a:pt x="0" y="1786"/>
                    </a:lnTo>
                    <a:cubicBezTo>
                      <a:pt x="0" y="1291"/>
                      <a:pt x="243" y="870"/>
                      <a:pt x="733" y="523"/>
                    </a:cubicBezTo>
                    <a:cubicBezTo>
                      <a:pt x="1223" y="175"/>
                      <a:pt x="1811" y="1"/>
                      <a:pt x="2500" y="1"/>
                    </a:cubicBezTo>
                    <a:lnTo>
                      <a:pt x="6073" y="0"/>
                    </a:lnTo>
                    <a:close/>
                    <a:moveTo>
                      <a:pt x="7501" y="4286"/>
                    </a:moveTo>
                    <a:lnTo>
                      <a:pt x="7501" y="1429"/>
                    </a:lnTo>
                    <a:lnTo>
                      <a:pt x="1073" y="1429"/>
                    </a:lnTo>
                    <a:lnTo>
                      <a:pt x="1073" y="4285"/>
                    </a:lnTo>
                    <a:lnTo>
                      <a:pt x="7501" y="4286"/>
                    </a:lnTo>
                    <a:close/>
                    <a:moveTo>
                      <a:pt x="3528" y="7188"/>
                    </a:moveTo>
                    <a:cubicBezTo>
                      <a:pt x="3736" y="7396"/>
                      <a:pt x="3990" y="7500"/>
                      <a:pt x="4287" y="7500"/>
                    </a:cubicBezTo>
                    <a:cubicBezTo>
                      <a:pt x="4584" y="7500"/>
                      <a:pt x="4837" y="7395"/>
                      <a:pt x="5046" y="7188"/>
                    </a:cubicBezTo>
                    <a:cubicBezTo>
                      <a:pt x="5253" y="6980"/>
                      <a:pt x="5358" y="6726"/>
                      <a:pt x="5358" y="6429"/>
                    </a:cubicBezTo>
                    <a:cubicBezTo>
                      <a:pt x="5358" y="6131"/>
                      <a:pt x="5253" y="5879"/>
                      <a:pt x="5046" y="5670"/>
                    </a:cubicBezTo>
                    <a:cubicBezTo>
                      <a:pt x="4837" y="5462"/>
                      <a:pt x="4585" y="5357"/>
                      <a:pt x="4287" y="5357"/>
                    </a:cubicBezTo>
                    <a:cubicBezTo>
                      <a:pt x="3989" y="5357"/>
                      <a:pt x="3737" y="5462"/>
                      <a:pt x="3528" y="5670"/>
                    </a:cubicBezTo>
                    <a:cubicBezTo>
                      <a:pt x="3320" y="5879"/>
                      <a:pt x="3216" y="6131"/>
                      <a:pt x="3216" y="6429"/>
                    </a:cubicBezTo>
                    <a:cubicBezTo>
                      <a:pt x="3216" y="6726"/>
                      <a:pt x="3320" y="6980"/>
                      <a:pt x="3528" y="718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</a:p>
            </p:txBody>
          </p:sp>
          <p:cxnSp>
            <p:nvCxnSpPr>
              <p:cNvPr id="141" name="Linee1" descr="862e2890-be00-4271-aab4-17c925d220eb"/>
              <p:cNvCxnSpPr>
                <a:stCxn id="139" idx="3"/>
                <a:endCxn id="143" idx="1"/>
              </p:cNvCxnSpPr>
              <p:nvPr/>
            </p:nvCxnSpPr>
            <p:spPr>
              <a:xfrm>
                <a:off x="6434301" y="1936017"/>
                <a:ext cx="499441" cy="197"/>
              </a:xfrm>
              <a:prstGeom prst="straightConnector1">
                <a:avLst/>
              </a:prstGeom>
              <a:ln w="6350">
                <a:solidFill>
                  <a:schemeClr val="tx2">
                    <a:alpha val="50000"/>
                  </a:schemeClr>
                </a:solidFill>
                <a:tailEnd type="triangl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Line1" descr="c05cb79a-fe9c-46ba-a6f8-2d52c84a490f"/>
              <p:cNvCxnSpPr>
                <a:stCxn id="118" idx="6"/>
                <a:endCxn id="139" idx="1"/>
              </p:cNvCxnSpPr>
              <p:nvPr/>
            </p:nvCxnSpPr>
            <p:spPr>
              <a:xfrm flipV="1">
                <a:off x="3675022" y="1936017"/>
                <a:ext cx="624970" cy="1733229"/>
              </a:xfrm>
              <a:prstGeom prst="bentConnector3">
                <a:avLst>
                  <a:gd name="adj1" fmla="val 50000"/>
                </a:avLst>
              </a:prstGeom>
              <a:ln w="6350">
                <a:solidFill>
                  <a:schemeClr val="tx2">
                    <a:alpha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组合 3" descr="8abd2316-893f-48dc-b201-259e1c0271bb"/>
            <p:cNvGrpSpPr/>
            <p:nvPr/>
          </p:nvGrpSpPr>
          <p:grpSpPr>
            <a:xfrm>
              <a:off x="3675022" y="2659182"/>
              <a:ext cx="7843878" cy="1010064"/>
              <a:chOff x="3675022" y="2659182"/>
              <a:chExt cx="7843878" cy="1010064"/>
            </a:xfrm>
          </p:grpSpPr>
          <p:sp>
            <p:nvSpPr>
              <p:cNvPr id="132" name="Bullet2" descr="ef6ef1cf-c145-4531-bb6c-22c88efe3cda"/>
              <p:cNvSpPr/>
              <p:nvPr/>
            </p:nvSpPr>
            <p:spPr>
              <a:xfrm>
                <a:off x="4299992" y="2659379"/>
                <a:ext cx="2134309" cy="734006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dk2">
                      <a:lumMod val="60000"/>
                      <a:lumOff val="40000"/>
                    </a:schemeClr>
                  </a:gs>
                  <a:gs pos="50000">
                    <a:schemeClr val="dk2">
                      <a:lumMod val="100000"/>
                    </a:schemeClr>
                  </a:gs>
                </a:gsLst>
                <a:lin ang="2700000" scaled="0"/>
                <a:tileRect/>
              </a:gradFill>
            </p:spPr>
            <p:txBody>
              <a:bodyPr wrap="square" lIns="108000" tIns="108000" rIns="108000" bIns="108000" rtlCol="0" anchor="ctr" anchorCtr="0">
                <a:norm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6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上下文工程核心</a:t>
                </a:r>
                <a:endParaRPr lang="en-US" sz="16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36" name="ComponentBackground2" descr="5ad43906-00bd-417a-a45e-0ea4b767523f"/>
              <p:cNvSpPr/>
              <p:nvPr/>
            </p:nvSpPr>
            <p:spPr>
              <a:xfrm>
                <a:off x="6933742" y="2659182"/>
                <a:ext cx="4585158" cy="7344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6350">
                <a:noFill/>
              </a:ln>
              <a:effectLst>
                <a:outerShdw blurRad="127000" dist="50800" dir="5400000" algn="ctr" rotWithShape="0">
                  <a:schemeClr val="bg2">
                    <a:lumMod val="75000"/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</a:p>
            </p:txBody>
          </p:sp>
          <p:sp>
            <p:nvSpPr>
              <p:cNvPr id="135" name="Text2" descr="52eb7020-7e22-4eaa-93e0-351362502a4b"/>
              <p:cNvSpPr txBox="1"/>
              <p:nvPr/>
            </p:nvSpPr>
            <p:spPr>
              <a:xfrm>
                <a:off x="7717060" y="2794312"/>
                <a:ext cx="3468391" cy="464141"/>
              </a:xfrm>
              <a:prstGeom prst="rect">
                <a:avLst/>
              </a:prstGeom>
              <a:noFill/>
              <a:effectLst/>
            </p:spPr>
            <p:txBody>
              <a:bodyPr wrap="square" lIns="53950" tIns="26975" rIns="53950" bIns="26975" rtlCol="0" anchor="ctr" anchorCtr="0">
                <a:normAutofit fontScale="92500" lnSpcReduction="10000"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17000"/>
                  </a:lnSpc>
                </a:pPr>
                <a:r>
                  <a:rPr lang="en-US" sz="1200" b="0" i="0" u="none" strike="noStrike">
                    <a:solidFill>
                      <a:srgbClr val="FFFFFF"/>
                    </a:solidFill>
                    <a:ea typeface="微软雅黑" panose="020B0503020204020204" charset="-122"/>
                  </a:rPr>
                  <a:t>包括指令性上下文、知识性上下文、工具性上下文、记忆性上下文和状态性上下文。</a:t>
                </a:r>
                <a:endParaRPr lang="en-US" sz="1200" b="0" i="0" u="none" strike="noStrik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37" name="IconBackground2" descr="2737bca5-6a26-4d94-a1f3-ed4d7d0b21e7"/>
              <p:cNvSpPr/>
              <p:nvPr/>
            </p:nvSpPr>
            <p:spPr>
              <a:xfrm>
                <a:off x="7029712" y="2723133"/>
                <a:ext cx="606499" cy="606499"/>
              </a:xfrm>
              <a:prstGeom prst="ellipse">
                <a:avLst/>
              </a:prstGeom>
              <a:gradFill flip="none" rotWithShape="1">
                <a:gsLst>
                  <a:gs pos="0">
                    <a:schemeClr val="dk2">
                      <a:lumMod val="60000"/>
                      <a:lumOff val="40000"/>
                    </a:schemeClr>
                  </a:gs>
                  <a:gs pos="50000">
                    <a:schemeClr val="dk2">
                      <a:lumMod val="100000"/>
                    </a:schemeClr>
                  </a:gs>
                </a:gsLst>
                <a:lin ang="2700000" scaled="0"/>
                <a:tileRect/>
              </a:gradFill>
            </p:spPr>
            <p:txBody>
              <a:bodyPr wrap="square" lIns="108000" tIns="108000" rIns="108000" bIns="108000" rtlCol="0" anchor="ctr" anchorCtr="0">
                <a:normAutofit fontScale="77500" lnSpcReduction="20000"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96000"/>
                  </a:lnSpc>
                </a:pPr>
              </a:p>
            </p:txBody>
          </p:sp>
          <p:sp>
            <p:nvSpPr>
              <p:cNvPr id="138" name="Icon2" descr="28d7308f-dc93-42f3-b8d0-55ed27b704ec"/>
              <p:cNvSpPr/>
              <p:nvPr/>
            </p:nvSpPr>
            <p:spPr>
              <a:xfrm>
                <a:off x="7193809" y="2905780"/>
                <a:ext cx="278304" cy="241205"/>
              </a:xfrm>
              <a:custGeom>
                <a:avLst/>
                <a:gdLst>
                  <a:gd name="T0" fmla="*/ 8666 w 10000"/>
                  <a:gd name="T1" fmla="*/ 1334 h 8668"/>
                  <a:gd name="T2" fmla="*/ 9609 w 10000"/>
                  <a:gd name="T3" fmla="*/ 1725 h 8668"/>
                  <a:gd name="T4" fmla="*/ 10000 w 10000"/>
                  <a:gd name="T5" fmla="*/ 2668 h 8668"/>
                  <a:gd name="T6" fmla="*/ 10000 w 10000"/>
                  <a:gd name="T7" fmla="*/ 7334 h 8668"/>
                  <a:gd name="T8" fmla="*/ 9609 w 10000"/>
                  <a:gd name="T9" fmla="*/ 8277 h 8668"/>
                  <a:gd name="T10" fmla="*/ 8666 w 10000"/>
                  <a:gd name="T11" fmla="*/ 8668 h 8668"/>
                  <a:gd name="T12" fmla="*/ 1334 w 10000"/>
                  <a:gd name="T13" fmla="*/ 8668 h 8668"/>
                  <a:gd name="T14" fmla="*/ 391 w 10000"/>
                  <a:gd name="T15" fmla="*/ 8277 h 8668"/>
                  <a:gd name="T16" fmla="*/ 0 w 10000"/>
                  <a:gd name="T17" fmla="*/ 7334 h 8668"/>
                  <a:gd name="T18" fmla="*/ 0 w 10000"/>
                  <a:gd name="T19" fmla="*/ 2667 h 8668"/>
                  <a:gd name="T20" fmla="*/ 391 w 10000"/>
                  <a:gd name="T21" fmla="*/ 1724 h 8668"/>
                  <a:gd name="T22" fmla="*/ 1334 w 10000"/>
                  <a:gd name="T23" fmla="*/ 1333 h 8668"/>
                  <a:gd name="T24" fmla="*/ 2501 w 10000"/>
                  <a:gd name="T25" fmla="*/ 1333 h 8668"/>
                  <a:gd name="T26" fmla="*/ 2766 w 10000"/>
                  <a:gd name="T27" fmla="*/ 625 h 8668"/>
                  <a:gd name="T28" fmla="*/ 3129 w 10000"/>
                  <a:gd name="T29" fmla="*/ 185 h 8668"/>
                  <a:gd name="T30" fmla="*/ 3668 w 10000"/>
                  <a:gd name="T31" fmla="*/ 0 h 8668"/>
                  <a:gd name="T32" fmla="*/ 6334 w 10000"/>
                  <a:gd name="T33" fmla="*/ 0 h 8668"/>
                  <a:gd name="T34" fmla="*/ 6873 w 10000"/>
                  <a:gd name="T35" fmla="*/ 185 h 8668"/>
                  <a:gd name="T36" fmla="*/ 7235 w 10000"/>
                  <a:gd name="T37" fmla="*/ 625 h 8668"/>
                  <a:gd name="T38" fmla="*/ 7500 w 10000"/>
                  <a:gd name="T39" fmla="*/ 1333 h 8668"/>
                  <a:gd name="T40" fmla="*/ 8669 w 10000"/>
                  <a:gd name="T41" fmla="*/ 1333 h 8668"/>
                  <a:gd name="T42" fmla="*/ 8669 w 10000"/>
                  <a:gd name="T43" fmla="*/ 1334 h 8668"/>
                  <a:gd name="T44" fmla="*/ 8666 w 10000"/>
                  <a:gd name="T45" fmla="*/ 1334 h 8668"/>
                  <a:gd name="T46" fmla="*/ 3353 w 10000"/>
                  <a:gd name="T47" fmla="*/ 6648 h 8668"/>
                  <a:gd name="T48" fmla="*/ 5000 w 10000"/>
                  <a:gd name="T49" fmla="*/ 7333 h 8668"/>
                  <a:gd name="T50" fmla="*/ 6647 w 10000"/>
                  <a:gd name="T51" fmla="*/ 6648 h 8668"/>
                  <a:gd name="T52" fmla="*/ 7332 w 10000"/>
                  <a:gd name="T53" fmla="*/ 5000 h 8668"/>
                  <a:gd name="T54" fmla="*/ 6647 w 10000"/>
                  <a:gd name="T55" fmla="*/ 3353 h 8668"/>
                  <a:gd name="T56" fmla="*/ 5000 w 10000"/>
                  <a:gd name="T57" fmla="*/ 2668 h 8668"/>
                  <a:gd name="T58" fmla="*/ 3352 w 10000"/>
                  <a:gd name="T59" fmla="*/ 3353 h 8668"/>
                  <a:gd name="T60" fmla="*/ 2667 w 10000"/>
                  <a:gd name="T61" fmla="*/ 5000 h 8668"/>
                  <a:gd name="T62" fmla="*/ 3353 w 10000"/>
                  <a:gd name="T63" fmla="*/ 6648 h 8668"/>
                  <a:gd name="T64" fmla="*/ 3941 w 10000"/>
                  <a:gd name="T65" fmla="*/ 3940 h 8668"/>
                  <a:gd name="T66" fmla="*/ 5000 w 10000"/>
                  <a:gd name="T67" fmla="*/ 3500 h 8668"/>
                  <a:gd name="T68" fmla="*/ 6059 w 10000"/>
                  <a:gd name="T69" fmla="*/ 3940 h 8668"/>
                  <a:gd name="T70" fmla="*/ 6499 w 10000"/>
                  <a:gd name="T71" fmla="*/ 4999 h 8668"/>
                  <a:gd name="T72" fmla="*/ 6059 w 10000"/>
                  <a:gd name="T73" fmla="*/ 6058 h 8668"/>
                  <a:gd name="T74" fmla="*/ 5000 w 10000"/>
                  <a:gd name="T75" fmla="*/ 6498 h 8668"/>
                  <a:gd name="T76" fmla="*/ 3941 w 10000"/>
                  <a:gd name="T77" fmla="*/ 6058 h 8668"/>
                  <a:gd name="T78" fmla="*/ 3501 w 10000"/>
                  <a:gd name="T79" fmla="*/ 4999 h 8668"/>
                  <a:gd name="T80" fmla="*/ 3941 w 10000"/>
                  <a:gd name="T81" fmla="*/ 3940 h 86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0000" h="8668">
                    <a:moveTo>
                      <a:pt x="8666" y="1334"/>
                    </a:moveTo>
                    <a:cubicBezTo>
                      <a:pt x="9034" y="1334"/>
                      <a:pt x="9349" y="1464"/>
                      <a:pt x="9609" y="1725"/>
                    </a:cubicBezTo>
                    <a:cubicBezTo>
                      <a:pt x="9870" y="1987"/>
                      <a:pt x="10000" y="2299"/>
                      <a:pt x="10000" y="2668"/>
                    </a:cubicBezTo>
                    <a:lnTo>
                      <a:pt x="10000" y="7334"/>
                    </a:lnTo>
                    <a:cubicBezTo>
                      <a:pt x="10000" y="7702"/>
                      <a:pt x="9870" y="8017"/>
                      <a:pt x="9609" y="8277"/>
                    </a:cubicBezTo>
                    <a:cubicBezTo>
                      <a:pt x="9348" y="8538"/>
                      <a:pt x="9035" y="8668"/>
                      <a:pt x="8666" y="8668"/>
                    </a:cubicBezTo>
                    <a:lnTo>
                      <a:pt x="1334" y="8668"/>
                    </a:lnTo>
                    <a:cubicBezTo>
                      <a:pt x="966" y="8668"/>
                      <a:pt x="651" y="8538"/>
                      <a:pt x="391" y="8277"/>
                    </a:cubicBezTo>
                    <a:cubicBezTo>
                      <a:pt x="131" y="8015"/>
                      <a:pt x="0" y="7703"/>
                      <a:pt x="0" y="7334"/>
                    </a:cubicBezTo>
                    <a:lnTo>
                      <a:pt x="0" y="2667"/>
                    </a:lnTo>
                    <a:cubicBezTo>
                      <a:pt x="0" y="2299"/>
                      <a:pt x="130" y="1984"/>
                      <a:pt x="391" y="1724"/>
                    </a:cubicBezTo>
                    <a:cubicBezTo>
                      <a:pt x="653" y="1464"/>
                      <a:pt x="965" y="1333"/>
                      <a:pt x="1334" y="1333"/>
                    </a:cubicBezTo>
                    <a:lnTo>
                      <a:pt x="2501" y="1333"/>
                    </a:lnTo>
                    <a:lnTo>
                      <a:pt x="2766" y="625"/>
                    </a:lnTo>
                    <a:cubicBezTo>
                      <a:pt x="2831" y="455"/>
                      <a:pt x="2954" y="308"/>
                      <a:pt x="3129" y="185"/>
                    </a:cubicBezTo>
                    <a:cubicBezTo>
                      <a:pt x="3304" y="63"/>
                      <a:pt x="3484" y="0"/>
                      <a:pt x="3668" y="0"/>
                    </a:cubicBezTo>
                    <a:lnTo>
                      <a:pt x="6334" y="0"/>
                    </a:lnTo>
                    <a:cubicBezTo>
                      <a:pt x="6519" y="0"/>
                      <a:pt x="6698" y="62"/>
                      <a:pt x="6873" y="185"/>
                    </a:cubicBezTo>
                    <a:cubicBezTo>
                      <a:pt x="7048" y="308"/>
                      <a:pt x="7169" y="455"/>
                      <a:pt x="7235" y="625"/>
                    </a:cubicBezTo>
                    <a:lnTo>
                      <a:pt x="7500" y="1333"/>
                    </a:lnTo>
                    <a:lnTo>
                      <a:pt x="8669" y="1333"/>
                    </a:lnTo>
                    <a:lnTo>
                      <a:pt x="8669" y="1334"/>
                    </a:lnTo>
                    <a:lnTo>
                      <a:pt x="8666" y="1334"/>
                    </a:lnTo>
                    <a:close/>
                    <a:moveTo>
                      <a:pt x="3353" y="6648"/>
                    </a:moveTo>
                    <a:cubicBezTo>
                      <a:pt x="3809" y="7104"/>
                      <a:pt x="4359" y="7333"/>
                      <a:pt x="5000" y="7333"/>
                    </a:cubicBezTo>
                    <a:cubicBezTo>
                      <a:pt x="5643" y="7333"/>
                      <a:pt x="6191" y="7104"/>
                      <a:pt x="6647" y="6648"/>
                    </a:cubicBezTo>
                    <a:cubicBezTo>
                      <a:pt x="7104" y="6192"/>
                      <a:pt x="7332" y="5642"/>
                      <a:pt x="7332" y="5000"/>
                    </a:cubicBezTo>
                    <a:cubicBezTo>
                      <a:pt x="7332" y="4358"/>
                      <a:pt x="7104" y="3809"/>
                      <a:pt x="6647" y="3353"/>
                    </a:cubicBezTo>
                    <a:cubicBezTo>
                      <a:pt x="6191" y="2896"/>
                      <a:pt x="5641" y="2668"/>
                      <a:pt x="5000" y="2668"/>
                    </a:cubicBezTo>
                    <a:cubicBezTo>
                      <a:pt x="4359" y="2668"/>
                      <a:pt x="3809" y="2896"/>
                      <a:pt x="3352" y="3353"/>
                    </a:cubicBezTo>
                    <a:cubicBezTo>
                      <a:pt x="2896" y="3809"/>
                      <a:pt x="2667" y="4359"/>
                      <a:pt x="2667" y="5000"/>
                    </a:cubicBezTo>
                    <a:cubicBezTo>
                      <a:pt x="2667" y="5641"/>
                      <a:pt x="2895" y="6191"/>
                      <a:pt x="3353" y="6648"/>
                    </a:cubicBezTo>
                    <a:close/>
                    <a:moveTo>
                      <a:pt x="3941" y="3940"/>
                    </a:moveTo>
                    <a:cubicBezTo>
                      <a:pt x="4235" y="3647"/>
                      <a:pt x="4588" y="3500"/>
                      <a:pt x="5000" y="3500"/>
                    </a:cubicBezTo>
                    <a:cubicBezTo>
                      <a:pt x="5413" y="3500"/>
                      <a:pt x="5766" y="3647"/>
                      <a:pt x="6059" y="3940"/>
                    </a:cubicBezTo>
                    <a:cubicBezTo>
                      <a:pt x="6353" y="4234"/>
                      <a:pt x="6499" y="4587"/>
                      <a:pt x="6499" y="4999"/>
                    </a:cubicBezTo>
                    <a:cubicBezTo>
                      <a:pt x="6499" y="5412"/>
                      <a:pt x="6353" y="5765"/>
                      <a:pt x="6059" y="6058"/>
                    </a:cubicBezTo>
                    <a:cubicBezTo>
                      <a:pt x="5765" y="6352"/>
                      <a:pt x="5413" y="6498"/>
                      <a:pt x="5000" y="6498"/>
                    </a:cubicBezTo>
                    <a:cubicBezTo>
                      <a:pt x="4588" y="6498"/>
                      <a:pt x="4234" y="6352"/>
                      <a:pt x="3941" y="6058"/>
                    </a:cubicBezTo>
                    <a:cubicBezTo>
                      <a:pt x="3648" y="5764"/>
                      <a:pt x="3501" y="5412"/>
                      <a:pt x="3501" y="4999"/>
                    </a:cubicBezTo>
                    <a:cubicBezTo>
                      <a:pt x="3501" y="4587"/>
                      <a:pt x="3648" y="4234"/>
                      <a:pt x="3941" y="394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</a:p>
            </p:txBody>
          </p:sp>
          <p:cxnSp>
            <p:nvCxnSpPr>
              <p:cNvPr id="134" name="Linee2" descr="e2bb8885-904e-4c90-a16b-f4c7bb6cf20d"/>
              <p:cNvCxnSpPr>
                <a:stCxn id="132" idx="3"/>
                <a:endCxn id="136" idx="1"/>
              </p:cNvCxnSpPr>
              <p:nvPr/>
            </p:nvCxnSpPr>
            <p:spPr>
              <a:xfrm>
                <a:off x="6434301" y="3026382"/>
                <a:ext cx="499441" cy="0"/>
              </a:xfrm>
              <a:prstGeom prst="straightConnector1">
                <a:avLst/>
              </a:prstGeom>
              <a:ln w="6350">
                <a:solidFill>
                  <a:schemeClr val="tx2">
                    <a:alpha val="50000"/>
                  </a:schemeClr>
                </a:solidFill>
                <a:tailEnd type="triangl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Line2" descr="05a811d0-fd3c-4aa2-b6b6-c5fb6f307e39"/>
              <p:cNvCxnSpPr>
                <a:stCxn id="118" idx="6"/>
                <a:endCxn id="132" idx="1"/>
              </p:cNvCxnSpPr>
              <p:nvPr/>
            </p:nvCxnSpPr>
            <p:spPr>
              <a:xfrm flipV="1">
                <a:off x="3675022" y="3026382"/>
                <a:ext cx="624970" cy="642864"/>
              </a:xfrm>
              <a:prstGeom prst="bentConnector3">
                <a:avLst>
                  <a:gd name="adj1" fmla="val 50000"/>
                </a:avLst>
              </a:prstGeom>
              <a:ln w="6350">
                <a:solidFill>
                  <a:schemeClr val="tx2">
                    <a:alpha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组合 4" descr="fff2dab5-56f7-4621-99b5-0cd92203b27d"/>
            <p:cNvGrpSpPr/>
            <p:nvPr/>
          </p:nvGrpSpPr>
          <p:grpSpPr>
            <a:xfrm>
              <a:off x="3675022" y="3669246"/>
              <a:ext cx="7843878" cy="838072"/>
              <a:chOff x="3675022" y="3669246"/>
              <a:chExt cx="7843878" cy="838072"/>
            </a:xfrm>
          </p:grpSpPr>
          <p:sp>
            <p:nvSpPr>
              <p:cNvPr id="125" name="Bullet3" descr="3cdd3dea-a58f-4c2a-844e-de693663b954"/>
              <p:cNvSpPr/>
              <p:nvPr/>
            </p:nvSpPr>
            <p:spPr>
              <a:xfrm>
                <a:off x="4299992" y="3773115"/>
                <a:ext cx="2134309" cy="734006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50000">
                    <a:schemeClr val="accent1"/>
                  </a:gs>
                </a:gsLst>
                <a:lin ang="2700000" scaled="0"/>
              </a:gradFill>
            </p:spPr>
            <p:txBody>
              <a:bodyPr wrap="square" lIns="108000" tIns="108000" rIns="108000" bIns="108000" rtlCol="0" anchor="ctr" anchorCtr="0">
                <a:norm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6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上下文工程作用</a:t>
                </a:r>
                <a:endParaRPr lang="en-US" sz="16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cxnSp>
            <p:nvCxnSpPr>
              <p:cNvPr id="126" name="Linee3" descr="78363ad3-b9b4-4e0a-8bef-c93fac96baf5"/>
              <p:cNvCxnSpPr>
                <a:stCxn id="125" idx="3"/>
                <a:endCxn id="129" idx="1"/>
              </p:cNvCxnSpPr>
              <p:nvPr/>
            </p:nvCxnSpPr>
            <p:spPr>
              <a:xfrm>
                <a:off x="6434301" y="4140118"/>
                <a:ext cx="499441" cy="0"/>
              </a:xfrm>
              <a:prstGeom prst="straightConnector1">
                <a:avLst/>
              </a:prstGeom>
              <a:ln w="6350">
                <a:solidFill>
                  <a:schemeClr val="tx2">
                    <a:alpha val="50000"/>
                  </a:schemeClr>
                </a:solidFill>
                <a:tailEnd type="triangl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9" name="ComponentBackground3" descr="e45f2203-9f6a-4752-9d6e-f91c71226d1a"/>
              <p:cNvSpPr/>
              <p:nvPr/>
            </p:nvSpPr>
            <p:spPr>
              <a:xfrm>
                <a:off x="6933742" y="3772918"/>
                <a:ext cx="4585158" cy="7344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6350">
                <a:noFill/>
              </a:ln>
              <a:effectLst>
                <a:outerShdw blurRad="127000" dist="50800" dir="5400000" algn="ctr" rotWithShape="0">
                  <a:schemeClr val="bg2">
                    <a:lumMod val="75000"/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</a:p>
            </p:txBody>
          </p:sp>
          <p:sp>
            <p:nvSpPr>
              <p:cNvPr id="128" name="Text3" descr="bfe18e03-f1fe-4a46-af90-43e02dcab818"/>
              <p:cNvSpPr txBox="1"/>
              <p:nvPr/>
            </p:nvSpPr>
            <p:spPr>
              <a:xfrm>
                <a:off x="7717060" y="3908048"/>
                <a:ext cx="3468391" cy="464141"/>
              </a:xfrm>
              <a:prstGeom prst="rect">
                <a:avLst/>
              </a:prstGeom>
              <a:noFill/>
              <a:effectLst/>
            </p:spPr>
            <p:txBody>
              <a:bodyPr wrap="square" lIns="53950" tIns="26975" rIns="53950" bIns="26975" rtlCol="0" anchor="ctr" anchorCtr="0">
                <a:normAutofit fontScale="92500" lnSpcReduction="10000"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17000"/>
                  </a:lnSpc>
                </a:pPr>
                <a:r>
                  <a:rPr lang="en-US" sz="1200" b="0" i="0" u="none" strike="noStrike">
                    <a:solidFill>
                      <a:srgbClr val="FFFFFF"/>
                    </a:solidFill>
                    <a:ea typeface="微软雅黑" panose="020B0503020204020204" charset="-122"/>
                  </a:rPr>
                  <a:t>决定人机协作效率上限，质量决定输出，结构提升效率，演化保持活力，标准促进复用。</a:t>
                </a:r>
                <a:endParaRPr lang="en-US" sz="1200" b="0" i="0" u="none" strike="noStrik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30" name="IconBackground3" descr="21102e6e-1bf3-48bc-b7bf-36a4cb0ec1db"/>
              <p:cNvSpPr/>
              <p:nvPr/>
            </p:nvSpPr>
            <p:spPr>
              <a:xfrm>
                <a:off x="7029712" y="3836869"/>
                <a:ext cx="606499" cy="606499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50000">
                    <a:schemeClr val="accent1"/>
                  </a:gs>
                </a:gsLst>
                <a:lin ang="2700000" scaled="0"/>
              </a:gradFill>
            </p:spPr>
            <p:txBody>
              <a:bodyPr wrap="square" lIns="108000" tIns="108000" rIns="108000" bIns="108000" rtlCol="0" anchor="ctr" anchorCtr="0">
                <a:normAutofit fontScale="47500" lnSpcReduction="20000"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12000"/>
                  </a:lnSpc>
                </a:pPr>
              </a:p>
            </p:txBody>
          </p:sp>
          <p:sp>
            <p:nvSpPr>
              <p:cNvPr id="131" name="Icon3" descr="038f03d4-3575-4e60-ab5f-86e9ebe9bd4d"/>
              <p:cNvSpPr/>
              <p:nvPr/>
            </p:nvSpPr>
            <p:spPr>
              <a:xfrm>
                <a:off x="7194311" y="4000966"/>
                <a:ext cx="277300" cy="278304"/>
              </a:xfrm>
              <a:custGeom>
                <a:avLst/>
                <a:gdLst>
                  <a:gd name="connsiteX0" fmla="*/ 437759 w 605377"/>
                  <a:gd name="connsiteY0" fmla="*/ 359390 h 607568"/>
                  <a:gd name="connsiteX1" fmla="*/ 449353 w 605377"/>
                  <a:gd name="connsiteY1" fmla="*/ 363633 h 607568"/>
                  <a:gd name="connsiteX2" fmla="*/ 590029 w 605377"/>
                  <a:gd name="connsiteY2" fmla="*/ 482746 h 607568"/>
                  <a:gd name="connsiteX3" fmla="*/ 605333 w 605377"/>
                  <a:gd name="connsiteY3" fmla="*/ 513142 h 607568"/>
                  <a:gd name="connsiteX4" fmla="*/ 592811 w 605377"/>
                  <a:gd name="connsiteY4" fmla="*/ 544694 h 607568"/>
                  <a:gd name="connsiteX5" fmla="*/ 542338 w 605377"/>
                  <a:gd name="connsiteY5" fmla="*/ 595071 h 607568"/>
                  <a:gd name="connsiteX6" fmla="*/ 512580 w 605377"/>
                  <a:gd name="connsiteY6" fmla="*/ 607568 h 607568"/>
                  <a:gd name="connsiteX7" fmla="*/ 480426 w 605377"/>
                  <a:gd name="connsiteY7" fmla="*/ 592293 h 607568"/>
                  <a:gd name="connsiteX8" fmla="*/ 361006 w 605377"/>
                  <a:gd name="connsiteY8" fmla="*/ 451734 h 607568"/>
                  <a:gd name="connsiteX9" fmla="*/ 356910 w 605377"/>
                  <a:gd name="connsiteY9" fmla="*/ 437925 h 607568"/>
                  <a:gd name="connsiteX10" fmla="*/ 364562 w 605377"/>
                  <a:gd name="connsiteY10" fmla="*/ 425427 h 607568"/>
                  <a:gd name="connsiteX11" fmla="*/ 422919 w 605377"/>
                  <a:gd name="connsiteY11" fmla="*/ 367182 h 607568"/>
                  <a:gd name="connsiteX12" fmla="*/ 437759 w 605377"/>
                  <a:gd name="connsiteY12" fmla="*/ 359390 h 607568"/>
                  <a:gd name="connsiteX13" fmla="*/ 223481 w 605377"/>
                  <a:gd name="connsiteY13" fmla="*/ 72306 h 607568"/>
                  <a:gd name="connsiteX14" fmla="*/ 72407 w 605377"/>
                  <a:gd name="connsiteY14" fmla="*/ 223167 h 607568"/>
                  <a:gd name="connsiteX15" fmla="*/ 223481 w 605377"/>
                  <a:gd name="connsiteY15" fmla="*/ 373951 h 607568"/>
                  <a:gd name="connsiteX16" fmla="*/ 330198 w 605377"/>
                  <a:gd name="connsiteY16" fmla="*/ 329734 h 607568"/>
                  <a:gd name="connsiteX17" fmla="*/ 374477 w 605377"/>
                  <a:gd name="connsiteY17" fmla="*/ 223167 h 607568"/>
                  <a:gd name="connsiteX18" fmla="*/ 223481 w 605377"/>
                  <a:gd name="connsiteY18" fmla="*/ 72306 h 607568"/>
                  <a:gd name="connsiteX19" fmla="*/ 223481 w 605377"/>
                  <a:gd name="connsiteY19" fmla="*/ 0 h 607568"/>
                  <a:gd name="connsiteX20" fmla="*/ 446961 w 605377"/>
                  <a:gd name="connsiteY20" fmla="*/ 223167 h 607568"/>
                  <a:gd name="connsiteX21" fmla="*/ 381509 w 605377"/>
                  <a:gd name="connsiteY21" fmla="*/ 380896 h 607568"/>
                  <a:gd name="connsiteX22" fmla="*/ 223481 w 605377"/>
                  <a:gd name="connsiteY22" fmla="*/ 446256 h 607568"/>
                  <a:gd name="connsiteX23" fmla="*/ 0 w 605377"/>
                  <a:gd name="connsiteY23" fmla="*/ 223167 h 607568"/>
                  <a:gd name="connsiteX24" fmla="*/ 223481 w 605377"/>
                  <a:gd name="connsiteY24" fmla="*/ 0 h 6075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05377" h="607568">
                    <a:moveTo>
                      <a:pt x="437759" y="359390"/>
                    </a:moveTo>
                    <a:cubicBezTo>
                      <a:pt x="441856" y="359390"/>
                      <a:pt x="445952" y="360856"/>
                      <a:pt x="449353" y="363633"/>
                    </a:cubicBezTo>
                    <a:lnTo>
                      <a:pt x="590029" y="482746"/>
                    </a:lnTo>
                    <a:cubicBezTo>
                      <a:pt x="599381" y="490538"/>
                      <a:pt x="604792" y="501338"/>
                      <a:pt x="605333" y="513142"/>
                    </a:cubicBezTo>
                    <a:cubicBezTo>
                      <a:pt x="605874" y="524868"/>
                      <a:pt x="601468" y="536054"/>
                      <a:pt x="592811" y="544694"/>
                    </a:cubicBezTo>
                    <a:lnTo>
                      <a:pt x="542338" y="595071"/>
                    </a:lnTo>
                    <a:cubicBezTo>
                      <a:pt x="534222" y="603094"/>
                      <a:pt x="523710" y="607568"/>
                      <a:pt x="512580" y="607568"/>
                    </a:cubicBezTo>
                    <a:cubicBezTo>
                      <a:pt x="500213" y="607568"/>
                      <a:pt x="488464" y="602014"/>
                      <a:pt x="480426" y="592293"/>
                    </a:cubicBezTo>
                    <a:lnTo>
                      <a:pt x="361006" y="451734"/>
                    </a:lnTo>
                    <a:cubicBezTo>
                      <a:pt x="357683" y="447799"/>
                      <a:pt x="356214" y="442939"/>
                      <a:pt x="356910" y="437925"/>
                    </a:cubicBezTo>
                    <a:cubicBezTo>
                      <a:pt x="357528" y="432987"/>
                      <a:pt x="360311" y="428436"/>
                      <a:pt x="364562" y="425427"/>
                    </a:cubicBezTo>
                    <a:cubicBezTo>
                      <a:pt x="387286" y="409458"/>
                      <a:pt x="406919" y="389863"/>
                      <a:pt x="422919" y="367182"/>
                    </a:cubicBezTo>
                    <a:cubicBezTo>
                      <a:pt x="426397" y="362322"/>
                      <a:pt x="431885" y="359390"/>
                      <a:pt x="437759" y="359390"/>
                    </a:cubicBezTo>
                    <a:close/>
                    <a:moveTo>
                      <a:pt x="223481" y="72306"/>
                    </a:moveTo>
                    <a:cubicBezTo>
                      <a:pt x="140178" y="72306"/>
                      <a:pt x="72407" y="139981"/>
                      <a:pt x="72407" y="223167"/>
                    </a:cubicBezTo>
                    <a:cubicBezTo>
                      <a:pt x="72407" y="306276"/>
                      <a:pt x="140178" y="373951"/>
                      <a:pt x="223481" y="373951"/>
                    </a:cubicBezTo>
                    <a:cubicBezTo>
                      <a:pt x="263741" y="373951"/>
                      <a:pt x="301683" y="358286"/>
                      <a:pt x="330198" y="329734"/>
                    </a:cubicBezTo>
                    <a:cubicBezTo>
                      <a:pt x="358790" y="301183"/>
                      <a:pt x="374477" y="263371"/>
                      <a:pt x="374477" y="223167"/>
                    </a:cubicBezTo>
                    <a:cubicBezTo>
                      <a:pt x="374477" y="139981"/>
                      <a:pt x="306783" y="72306"/>
                      <a:pt x="223481" y="72306"/>
                    </a:cubicBezTo>
                    <a:close/>
                    <a:moveTo>
                      <a:pt x="223481" y="0"/>
                    </a:moveTo>
                    <a:cubicBezTo>
                      <a:pt x="346657" y="0"/>
                      <a:pt x="446961" y="100086"/>
                      <a:pt x="446961" y="223167"/>
                    </a:cubicBezTo>
                    <a:cubicBezTo>
                      <a:pt x="446961" y="282740"/>
                      <a:pt x="423701" y="338763"/>
                      <a:pt x="381509" y="380896"/>
                    </a:cubicBezTo>
                    <a:cubicBezTo>
                      <a:pt x="339239" y="423029"/>
                      <a:pt x="283137" y="446256"/>
                      <a:pt x="223481" y="446256"/>
                    </a:cubicBezTo>
                    <a:cubicBezTo>
                      <a:pt x="100303" y="446256"/>
                      <a:pt x="0" y="346171"/>
                      <a:pt x="0" y="223167"/>
                    </a:cubicBezTo>
                    <a:cubicBezTo>
                      <a:pt x="0" y="100086"/>
                      <a:pt x="100303" y="0"/>
                      <a:pt x="22348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</a:p>
            </p:txBody>
          </p:sp>
          <p:cxnSp>
            <p:nvCxnSpPr>
              <p:cNvPr id="14" name="Line3" descr="a6357452-405f-4ae1-ba7e-c9835fcfe8af"/>
              <p:cNvCxnSpPr>
                <a:stCxn id="118" idx="6"/>
                <a:endCxn id="125" idx="1"/>
              </p:cNvCxnSpPr>
              <p:nvPr/>
            </p:nvCxnSpPr>
            <p:spPr>
              <a:xfrm>
                <a:off x="3675022" y="3669246"/>
                <a:ext cx="624970" cy="470872"/>
              </a:xfrm>
              <a:prstGeom prst="bentConnector3">
                <a:avLst/>
              </a:prstGeom>
              <a:ln w="6350">
                <a:solidFill>
                  <a:schemeClr val="tx2">
                    <a:alpha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" name="组合 5" descr="59921f1a-0e44-4538-9e7e-2b4b4c3f2c64"/>
            <p:cNvGrpSpPr/>
            <p:nvPr/>
          </p:nvGrpSpPr>
          <p:grpSpPr>
            <a:xfrm>
              <a:off x="3675022" y="3669246"/>
              <a:ext cx="7843878" cy="1943477"/>
              <a:chOff x="3675022" y="3669246"/>
              <a:chExt cx="7843878" cy="1943477"/>
            </a:xfrm>
          </p:grpSpPr>
          <p:sp>
            <p:nvSpPr>
              <p:cNvPr id="18" name="Bullet4" descr="aefdf2a3-5dfc-45a9-9c59-fa0933c2caac"/>
              <p:cNvSpPr/>
              <p:nvPr/>
            </p:nvSpPr>
            <p:spPr>
              <a:xfrm>
                <a:off x="4299992" y="4878520"/>
                <a:ext cx="2134309" cy="734006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dk2">
                      <a:lumMod val="60000"/>
                      <a:lumOff val="40000"/>
                    </a:schemeClr>
                  </a:gs>
                  <a:gs pos="50000">
                    <a:schemeClr val="dk2">
                      <a:lumMod val="100000"/>
                    </a:schemeClr>
                  </a:gs>
                </a:gsLst>
                <a:lin ang="2700000" scaled="0"/>
                <a:tileRect/>
              </a:gradFill>
            </p:spPr>
            <p:txBody>
              <a:bodyPr wrap="square" lIns="108000" tIns="108000" rIns="108000" bIns="108000" rtlCol="0" anchor="ctr" anchorCtr="0">
                <a:norm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6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上下文管理技能</a:t>
                </a:r>
                <a:endParaRPr lang="en-US" sz="16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cxnSp>
            <p:nvCxnSpPr>
              <p:cNvPr id="19" name="Linee4" descr="5ef30aa0-a757-4d51-8820-c143d35f319d"/>
              <p:cNvCxnSpPr>
                <a:stCxn id="18" idx="3"/>
                <a:endCxn id="22" idx="1"/>
              </p:cNvCxnSpPr>
              <p:nvPr/>
            </p:nvCxnSpPr>
            <p:spPr>
              <a:xfrm>
                <a:off x="6434301" y="5245523"/>
                <a:ext cx="499441" cy="0"/>
              </a:xfrm>
              <a:prstGeom prst="straightConnector1">
                <a:avLst/>
              </a:prstGeom>
              <a:ln w="6350">
                <a:solidFill>
                  <a:schemeClr val="tx2">
                    <a:alpha val="50000"/>
                  </a:schemeClr>
                </a:solidFill>
                <a:tailEnd type="triangl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ComponentBackground4" descr="459826f2-ee57-4d65-bdcc-0eccb275348b"/>
              <p:cNvSpPr/>
              <p:nvPr/>
            </p:nvSpPr>
            <p:spPr>
              <a:xfrm>
                <a:off x="6933742" y="4878323"/>
                <a:ext cx="4585158" cy="7344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6350">
                <a:noFill/>
              </a:ln>
              <a:effectLst>
                <a:outerShdw blurRad="127000" dist="50800" dir="5400000" algn="ctr" rotWithShape="0">
                  <a:schemeClr val="bg2">
                    <a:lumMod val="75000"/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</a:p>
            </p:txBody>
          </p:sp>
          <p:sp>
            <p:nvSpPr>
              <p:cNvPr id="21" name="Text4" descr="9862e5d1-7566-4c37-9180-38603db1a56f"/>
              <p:cNvSpPr txBox="1"/>
              <p:nvPr/>
            </p:nvSpPr>
            <p:spPr>
              <a:xfrm>
                <a:off x="7717060" y="5013453"/>
                <a:ext cx="3468391" cy="464141"/>
              </a:xfrm>
              <a:prstGeom prst="rect">
                <a:avLst/>
              </a:prstGeom>
              <a:noFill/>
              <a:effectLst/>
            </p:spPr>
            <p:txBody>
              <a:bodyPr wrap="square" lIns="53950" tIns="26975" rIns="53950" bIns="26975" rtlCol="0" anchor="ctr" anchorCtr="0">
                <a:normAutofit fontScale="92500" lnSpcReduction="10000"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17000"/>
                  </a:lnSpc>
                </a:pPr>
                <a:r>
                  <a:rPr lang="en-US" sz="1200" b="0" i="0" u="none" strike="noStrike">
                    <a:solidFill>
                      <a:srgbClr val="FFFFFF"/>
                    </a:solidFill>
                    <a:ea typeface="微软雅黑" panose="020B0503020204020204" charset="-122"/>
                  </a:rPr>
                  <a:t>需要信息组织能力、意图表达能力和反馈解读能力。</a:t>
                </a:r>
                <a:endParaRPr lang="en-US" sz="1200" b="0" i="0" u="none" strike="noStrik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3" name="IconBackground4" descr="2a28381e-4677-4ac1-8990-dd7d67c02ef8"/>
              <p:cNvSpPr/>
              <p:nvPr/>
            </p:nvSpPr>
            <p:spPr>
              <a:xfrm>
                <a:off x="7029712" y="4942274"/>
                <a:ext cx="606499" cy="606499"/>
              </a:xfrm>
              <a:prstGeom prst="ellipse">
                <a:avLst/>
              </a:prstGeom>
              <a:gradFill flip="none" rotWithShape="1">
                <a:gsLst>
                  <a:gs pos="0">
                    <a:schemeClr val="dk2">
                      <a:lumMod val="60000"/>
                      <a:lumOff val="40000"/>
                    </a:schemeClr>
                  </a:gs>
                  <a:gs pos="50000">
                    <a:schemeClr val="dk2">
                      <a:lumMod val="100000"/>
                    </a:schemeClr>
                  </a:gs>
                </a:gsLst>
                <a:lin ang="2700000" scaled="0"/>
                <a:tileRect/>
              </a:gradFill>
            </p:spPr>
            <p:txBody>
              <a:bodyPr wrap="square" lIns="108000" tIns="108000" rIns="108000" bIns="108000" rtlCol="0" anchor="ctr" anchorCtr="0">
                <a:normAutofit fontScale="77500" lnSpcReduction="20000"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96000"/>
                  </a:lnSpc>
                </a:pPr>
              </a:p>
            </p:txBody>
          </p:sp>
          <p:sp>
            <p:nvSpPr>
              <p:cNvPr id="24" name="Icon4" descr="a24f6aaf-c1a7-4411-b175-490e57429ae7"/>
              <p:cNvSpPr/>
              <p:nvPr/>
            </p:nvSpPr>
            <p:spPr>
              <a:xfrm>
                <a:off x="7193808" y="5175301"/>
                <a:ext cx="278304" cy="140444"/>
              </a:xfrm>
              <a:custGeom>
                <a:avLst/>
                <a:gdLst>
                  <a:gd name="T0" fmla="*/ 3696 w 3955"/>
                  <a:gd name="T1" fmla="*/ 554 h 1999"/>
                  <a:gd name="T2" fmla="*/ 3622 w 3955"/>
                  <a:gd name="T3" fmla="*/ 554 h 1999"/>
                  <a:gd name="T4" fmla="*/ 3817 w 3955"/>
                  <a:gd name="T5" fmla="*/ 217 h 1999"/>
                  <a:gd name="T6" fmla="*/ 3768 w 3955"/>
                  <a:gd name="T7" fmla="*/ 36 h 1999"/>
                  <a:gd name="T8" fmla="*/ 3587 w 3955"/>
                  <a:gd name="T9" fmla="*/ 85 h 1999"/>
                  <a:gd name="T10" fmla="*/ 3357 w 3955"/>
                  <a:gd name="T11" fmla="*/ 483 h 1999"/>
                  <a:gd name="T12" fmla="*/ 2886 w 3955"/>
                  <a:gd name="T13" fmla="*/ 79 h 1999"/>
                  <a:gd name="T14" fmla="*/ 2800 w 3955"/>
                  <a:gd name="T15" fmla="*/ 47 h 1999"/>
                  <a:gd name="T16" fmla="*/ 1633 w 3955"/>
                  <a:gd name="T17" fmla="*/ 47 h 1999"/>
                  <a:gd name="T18" fmla="*/ 1552 w 3955"/>
                  <a:gd name="T19" fmla="*/ 75 h 1999"/>
                  <a:gd name="T20" fmla="*/ 861 w 3955"/>
                  <a:gd name="T21" fmla="*/ 608 h 1999"/>
                  <a:gd name="T22" fmla="*/ 602 w 3955"/>
                  <a:gd name="T23" fmla="*/ 605 h 1999"/>
                  <a:gd name="T24" fmla="*/ 93 w 3955"/>
                  <a:gd name="T25" fmla="*/ 1007 h 1999"/>
                  <a:gd name="T26" fmla="*/ 16 w 3955"/>
                  <a:gd name="T27" fmla="*/ 1330 h 1999"/>
                  <a:gd name="T28" fmla="*/ 60 w 3955"/>
                  <a:gd name="T29" fmla="*/ 1526 h 1999"/>
                  <a:gd name="T30" fmla="*/ 240 w 3955"/>
                  <a:gd name="T31" fmla="*/ 1615 h 1999"/>
                  <a:gd name="T32" fmla="*/ 726 w 3955"/>
                  <a:gd name="T33" fmla="*/ 1618 h 1999"/>
                  <a:gd name="T34" fmla="*/ 1218 w 3955"/>
                  <a:gd name="T35" fmla="*/ 1999 h 1999"/>
                  <a:gd name="T36" fmla="*/ 1709 w 3955"/>
                  <a:gd name="T37" fmla="*/ 1622 h 1999"/>
                  <a:gd name="T38" fmla="*/ 2353 w 3955"/>
                  <a:gd name="T39" fmla="*/ 1623 h 1999"/>
                  <a:gd name="T40" fmla="*/ 2437 w 3955"/>
                  <a:gd name="T41" fmla="*/ 1623 h 1999"/>
                  <a:gd name="T42" fmla="*/ 2928 w 3955"/>
                  <a:gd name="T43" fmla="*/ 1999 h 1999"/>
                  <a:gd name="T44" fmla="*/ 3431 w 3955"/>
                  <a:gd name="T45" fmla="*/ 1563 h 1999"/>
                  <a:gd name="T46" fmla="*/ 3754 w 3955"/>
                  <a:gd name="T47" fmla="*/ 1490 h 1999"/>
                  <a:gd name="T48" fmla="*/ 3955 w 3955"/>
                  <a:gd name="T49" fmla="*/ 1237 h 1999"/>
                  <a:gd name="T50" fmla="*/ 3955 w 3955"/>
                  <a:gd name="T51" fmla="*/ 813 h 1999"/>
                  <a:gd name="T52" fmla="*/ 3696 w 3955"/>
                  <a:gd name="T53" fmla="*/ 554 h 19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955" h="1999">
                    <a:moveTo>
                      <a:pt x="3696" y="554"/>
                    </a:moveTo>
                    <a:lnTo>
                      <a:pt x="3622" y="554"/>
                    </a:lnTo>
                    <a:lnTo>
                      <a:pt x="3817" y="217"/>
                    </a:lnTo>
                    <a:cubicBezTo>
                      <a:pt x="3853" y="154"/>
                      <a:pt x="3831" y="73"/>
                      <a:pt x="3768" y="36"/>
                    </a:cubicBezTo>
                    <a:cubicBezTo>
                      <a:pt x="3705" y="0"/>
                      <a:pt x="3624" y="22"/>
                      <a:pt x="3587" y="85"/>
                    </a:cubicBezTo>
                    <a:lnTo>
                      <a:pt x="3357" y="483"/>
                    </a:lnTo>
                    <a:lnTo>
                      <a:pt x="2886" y="79"/>
                    </a:lnTo>
                    <a:cubicBezTo>
                      <a:pt x="2862" y="59"/>
                      <a:pt x="2831" y="47"/>
                      <a:pt x="2800" y="47"/>
                    </a:cubicBezTo>
                    <a:lnTo>
                      <a:pt x="1633" y="47"/>
                    </a:lnTo>
                    <a:cubicBezTo>
                      <a:pt x="1604" y="47"/>
                      <a:pt x="1576" y="57"/>
                      <a:pt x="1552" y="75"/>
                    </a:cubicBezTo>
                    <a:lnTo>
                      <a:pt x="861" y="608"/>
                    </a:lnTo>
                    <a:lnTo>
                      <a:pt x="602" y="605"/>
                    </a:lnTo>
                    <a:cubicBezTo>
                      <a:pt x="359" y="605"/>
                      <a:pt x="150" y="770"/>
                      <a:pt x="93" y="1007"/>
                    </a:cubicBezTo>
                    <a:lnTo>
                      <a:pt x="16" y="1330"/>
                    </a:lnTo>
                    <a:cubicBezTo>
                      <a:pt x="0" y="1398"/>
                      <a:pt x="16" y="1470"/>
                      <a:pt x="60" y="1526"/>
                    </a:cubicBezTo>
                    <a:cubicBezTo>
                      <a:pt x="103" y="1582"/>
                      <a:pt x="169" y="1614"/>
                      <a:pt x="240" y="1615"/>
                    </a:cubicBezTo>
                    <a:lnTo>
                      <a:pt x="726" y="1618"/>
                    </a:lnTo>
                    <a:cubicBezTo>
                      <a:pt x="782" y="1837"/>
                      <a:pt x="982" y="1999"/>
                      <a:pt x="1218" y="1999"/>
                    </a:cubicBezTo>
                    <a:cubicBezTo>
                      <a:pt x="1453" y="1999"/>
                      <a:pt x="1651" y="1839"/>
                      <a:pt x="1709" y="1622"/>
                    </a:cubicBezTo>
                    <a:cubicBezTo>
                      <a:pt x="1931" y="1623"/>
                      <a:pt x="2152" y="1623"/>
                      <a:pt x="2353" y="1623"/>
                    </a:cubicBezTo>
                    <a:lnTo>
                      <a:pt x="2437" y="1623"/>
                    </a:lnTo>
                    <a:cubicBezTo>
                      <a:pt x="2495" y="1839"/>
                      <a:pt x="2693" y="1999"/>
                      <a:pt x="2928" y="1999"/>
                    </a:cubicBezTo>
                    <a:cubicBezTo>
                      <a:pt x="3183" y="1999"/>
                      <a:pt x="3396" y="1809"/>
                      <a:pt x="3431" y="1563"/>
                    </a:cubicBezTo>
                    <a:lnTo>
                      <a:pt x="3754" y="1490"/>
                    </a:lnTo>
                    <a:cubicBezTo>
                      <a:pt x="3873" y="1463"/>
                      <a:pt x="3955" y="1359"/>
                      <a:pt x="3955" y="1237"/>
                    </a:cubicBezTo>
                    <a:lnTo>
                      <a:pt x="3955" y="813"/>
                    </a:lnTo>
                    <a:cubicBezTo>
                      <a:pt x="3955" y="671"/>
                      <a:pt x="3839" y="554"/>
                      <a:pt x="3696" y="55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</a:p>
            </p:txBody>
          </p:sp>
          <p:cxnSp>
            <p:nvCxnSpPr>
              <p:cNvPr id="16" name="Line4" descr="c8353f61-21e7-41b2-a7f5-fbee13b80ca3"/>
              <p:cNvCxnSpPr>
                <a:stCxn id="118" idx="6"/>
                <a:endCxn id="18" idx="1"/>
              </p:cNvCxnSpPr>
              <p:nvPr/>
            </p:nvCxnSpPr>
            <p:spPr>
              <a:xfrm>
                <a:off x="3675022" y="3669246"/>
                <a:ext cx="624970" cy="1576277"/>
              </a:xfrm>
              <a:prstGeom prst="bentConnector3">
                <a:avLst>
                  <a:gd name="adj1" fmla="val 50000"/>
                </a:avLst>
              </a:prstGeom>
              <a:ln w="6350">
                <a:solidFill>
                  <a:schemeClr val="tx2">
                    <a:alpha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b9ca036a-98b6-46f8-b8a2-797843b2c00b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600" b="1" i="0" u="none">
                <a:solidFill>
                  <a:srgbClr val="FFFFFF"/>
                </a:solidFill>
                <a:ea typeface="微软雅黑" panose="020B0503020204020204" charset="-122"/>
              </a:rPr>
              <a:t>小结</a:t>
            </a:r>
            <a:endParaRPr lang="en-US" sz="3600" b="1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sp>
        <p:nvSpPr>
          <p:cNvPr id="3" name="文本占位符 2" descr="940db717-0ce0-4017-b1dc-fabda493c3bb"/>
          <p:cNvSpPr>
            <a:spLocks noGrp="1"/>
          </p:cNvSpPr>
          <p:nvPr>
            <p:ph type="body" idx="1" hasCustomPrompt="1"/>
          </p:nvPr>
        </p:nvSpPr>
        <p:spPr/>
        <p:txBody>
          <a:bodyPr anchorCtr="0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 sz="1600" b="0" i="0" u="none">
                <a:solidFill>
                  <a:srgbClr val="FFFFFF"/>
                </a:solidFill>
                <a:ea typeface="微软雅黑" panose="020B0503020204020204" charset="-122"/>
              </a:rPr>
              <a:t>回顾核心洞察，强调体系重要性</a:t>
            </a:r>
            <a:endParaRPr lang="en-US" sz="1600" b="0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5a12860-57d0-435d-97c1-4c6d2d8d7d77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FFFFFF"/>
                </a:solidFill>
                <a:ea typeface="微软雅黑" panose="020B0503020204020204" charset="-122"/>
              </a:rPr>
              <a:t>道：价值与智慧的追求</a:t>
            </a:r>
            <a:endParaRPr lang="en-US" sz="2800" b="1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grpSp>
        <p:nvGrpSpPr>
          <p:cNvPr id="42" name="db2c1226-0112-4a03-85ac-b54faf720c6b.source.6.zh-Hans.pptx" descr="12698daf-e9cc-4615-b778-0999f79d0251"/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grpSp>
          <p:nvGrpSpPr>
            <p:cNvPr id="43" name="îṡ1íḑe" descr="3e9c8708-2eee-43e2-97c3-780f35e0cd72"/>
            <p:cNvGrpSpPr/>
            <p:nvPr/>
          </p:nvGrpSpPr>
          <p:grpSpPr>
            <a:xfrm>
              <a:off x="4493332" y="2387599"/>
              <a:ext cx="3192638" cy="2774423"/>
              <a:chOff x="3880826" y="1697410"/>
              <a:chExt cx="4430350" cy="3850004"/>
            </a:xfrm>
          </p:grpSpPr>
          <p:sp>
            <p:nvSpPr>
              <p:cNvPr id="98" name="íŝľíďê" descr="014db8ff-d9ef-4e87-a92e-c9b7fbe5ffc7"/>
              <p:cNvSpPr/>
              <p:nvPr/>
            </p:nvSpPr>
            <p:spPr bwMode="auto">
              <a:xfrm>
                <a:off x="3880826" y="3114333"/>
                <a:ext cx="4428162" cy="2433081"/>
              </a:xfrm>
              <a:custGeom>
                <a:avLst/>
                <a:gdLst>
                  <a:gd name="T0" fmla="*/ 559 w 2022"/>
                  <a:gd name="T1" fmla="*/ 783 h 1111"/>
                  <a:gd name="T2" fmla="*/ 1009 w 2022"/>
                  <a:gd name="T3" fmla="*/ 0 h 1111"/>
                  <a:gd name="T4" fmla="*/ 0 w 2022"/>
                  <a:gd name="T5" fmla="*/ 1111 h 1111"/>
                  <a:gd name="T6" fmla="*/ 2022 w 2022"/>
                  <a:gd name="T7" fmla="*/ 1111 h 1111"/>
                  <a:gd name="T8" fmla="*/ 559 w 2022"/>
                  <a:gd name="T9" fmla="*/ 783 h 1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22" h="1111">
                    <a:moveTo>
                      <a:pt x="559" y="783"/>
                    </a:moveTo>
                    <a:lnTo>
                      <a:pt x="1009" y="0"/>
                    </a:lnTo>
                    <a:lnTo>
                      <a:pt x="0" y="1111"/>
                    </a:lnTo>
                    <a:lnTo>
                      <a:pt x="2022" y="1111"/>
                    </a:lnTo>
                    <a:lnTo>
                      <a:pt x="559" y="783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28575">
                <a:solidFill>
                  <a:schemeClr val="bg1"/>
                </a:solidFill>
              </a:ln>
            </p:spPr>
            <p:txBody>
              <a:bodyPr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99" name="ïṩ1îḑê" descr="72c211bd-3bb2-441e-8011-36d24878d31f"/>
              <p:cNvSpPr/>
              <p:nvPr/>
            </p:nvSpPr>
            <p:spPr bwMode="auto">
              <a:xfrm>
                <a:off x="5105029" y="1697410"/>
                <a:ext cx="3206147" cy="3850004"/>
              </a:xfrm>
              <a:custGeom>
                <a:avLst/>
                <a:gdLst>
                  <a:gd name="T0" fmla="*/ 904 w 1464"/>
                  <a:gd name="T1" fmla="*/ 1430 h 1758"/>
                  <a:gd name="T2" fmla="*/ 0 w 1464"/>
                  <a:gd name="T3" fmla="*/ 1430 h 1758"/>
                  <a:gd name="T4" fmla="*/ 1464 w 1464"/>
                  <a:gd name="T5" fmla="*/ 1758 h 1758"/>
                  <a:gd name="T6" fmla="*/ 449 w 1464"/>
                  <a:gd name="T7" fmla="*/ 0 h 1758"/>
                  <a:gd name="T8" fmla="*/ 904 w 1464"/>
                  <a:gd name="T9" fmla="*/ 1430 h 17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64" h="1758">
                    <a:moveTo>
                      <a:pt x="904" y="1430"/>
                    </a:moveTo>
                    <a:lnTo>
                      <a:pt x="0" y="1430"/>
                    </a:lnTo>
                    <a:lnTo>
                      <a:pt x="1464" y="1758"/>
                    </a:lnTo>
                    <a:lnTo>
                      <a:pt x="449" y="0"/>
                    </a:lnTo>
                    <a:lnTo>
                      <a:pt x="904" y="1430"/>
                    </a:ln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28575">
                <a:solidFill>
                  <a:schemeClr val="bg1"/>
                </a:solidFill>
              </a:ln>
            </p:spPr>
            <p:txBody>
              <a:bodyPr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100" name="ïṧḻîḑe" descr="6ed4eb8a-7bdc-4a01-890f-011cd7dd05c0"/>
              <p:cNvSpPr/>
              <p:nvPr/>
            </p:nvSpPr>
            <p:spPr bwMode="auto">
              <a:xfrm>
                <a:off x="3880826" y="1697410"/>
                <a:ext cx="3203957" cy="3850004"/>
              </a:xfrm>
              <a:custGeom>
                <a:avLst/>
                <a:gdLst>
                  <a:gd name="T0" fmla="*/ 1009 w 1463"/>
                  <a:gd name="T1" fmla="*/ 647 h 1758"/>
                  <a:gd name="T2" fmla="*/ 1463 w 1463"/>
                  <a:gd name="T3" fmla="*/ 1430 h 1758"/>
                  <a:gd name="T4" fmla="*/ 1008 w 1463"/>
                  <a:gd name="T5" fmla="*/ 0 h 1758"/>
                  <a:gd name="T6" fmla="*/ 0 w 1463"/>
                  <a:gd name="T7" fmla="*/ 1758 h 1758"/>
                  <a:gd name="T8" fmla="*/ 1009 w 1463"/>
                  <a:gd name="T9" fmla="*/ 647 h 17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63" h="1758">
                    <a:moveTo>
                      <a:pt x="1009" y="647"/>
                    </a:moveTo>
                    <a:lnTo>
                      <a:pt x="1463" y="1430"/>
                    </a:lnTo>
                    <a:lnTo>
                      <a:pt x="1008" y="0"/>
                    </a:lnTo>
                    <a:lnTo>
                      <a:pt x="0" y="1758"/>
                    </a:lnTo>
                    <a:lnTo>
                      <a:pt x="1009" y="647"/>
                    </a:lnTo>
                    <a:close/>
                  </a:path>
                </a:pathLst>
              </a:custGeom>
              <a:solidFill>
                <a:schemeClr val="accent1"/>
              </a:solidFill>
              <a:ln w="28575">
                <a:solidFill>
                  <a:schemeClr val="bg1"/>
                </a:solidFill>
              </a:ln>
            </p:spPr>
            <p:txBody>
              <a:bodyPr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</p:grpSp>
        <p:sp>
          <p:nvSpPr>
            <p:cNvPr id="44" name="Title" descr="8b7b6e86-9ea8-4b86-9705-1d137634c86c"/>
            <p:cNvSpPr txBox="1"/>
            <p:nvPr/>
          </p:nvSpPr>
          <p:spPr>
            <a:xfrm>
              <a:off x="660400" y="1130300"/>
              <a:ext cx="10858500" cy="477521"/>
            </a:xfrm>
            <a:prstGeom prst="rect">
              <a:avLst/>
            </a:prstGeom>
            <a:noFill/>
          </p:spPr>
          <p:txBody>
            <a:bodyPr vert="horz" wrap="square" rtlCol="0" anchor="ctr" anchorCtr="0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2400" b="1" i="0" u="none">
                  <a:solidFill>
                    <a:srgbClr val="FFFFFF"/>
                  </a:solidFill>
                  <a:ea typeface="微软雅黑" panose="020B0503020204020204" charset="-122"/>
                </a:rPr>
                <a:t>软件本质与变化中的锚点</a:t>
              </a:r>
              <a:endParaRPr lang="en-US" sz="2400" b="1" i="0" u="none">
                <a:solidFill>
                  <a:srgbClr val="FFFFFF"/>
                </a:solidFill>
                <a:ea typeface="微软雅黑" panose="020B0503020204020204" charset="-122"/>
              </a:endParaRPr>
            </a:p>
          </p:txBody>
        </p:sp>
        <p:grpSp>
          <p:nvGrpSpPr>
            <p:cNvPr id="45" name="组合 44" descr="32d2cf07-138d-43ed-9c5d-0dd1ea9fe3db"/>
            <p:cNvGrpSpPr/>
            <p:nvPr/>
          </p:nvGrpSpPr>
          <p:grpSpPr>
            <a:xfrm>
              <a:off x="4837123" y="3348706"/>
              <a:ext cx="736567" cy="736472"/>
              <a:chOff x="7745423" y="1883126"/>
              <a:chExt cx="736567" cy="736472"/>
            </a:xfrm>
          </p:grpSpPr>
          <p:sp>
            <p:nvSpPr>
              <p:cNvPr id="96" name="íṥlïḍê" descr="0eb006eb-7256-4517-93b9-bd61979641e0"/>
              <p:cNvSpPr/>
              <p:nvPr/>
            </p:nvSpPr>
            <p:spPr>
              <a:xfrm>
                <a:off x="7745423" y="1883126"/>
                <a:ext cx="736567" cy="736472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97" name="îšlíḍé" descr="f1119112-de0f-4445-956c-c4b3347d48e4"/>
              <p:cNvSpPr/>
              <p:nvPr/>
            </p:nvSpPr>
            <p:spPr bwMode="auto">
              <a:xfrm>
                <a:off x="7947013" y="2096274"/>
                <a:ext cx="333388" cy="310176"/>
              </a:xfrm>
              <a:custGeom>
                <a:avLst/>
                <a:gdLst/>
                <a:ahLst/>
                <a:cxnLst>
                  <a:cxn ang="0">
                    <a:pos x="13" y="39"/>
                  </a:cxn>
                  <a:cxn ang="0">
                    <a:pos x="8" y="39"/>
                  </a:cxn>
                  <a:cxn ang="0">
                    <a:pos x="0" y="33"/>
                  </a:cxn>
                  <a:cxn ang="0">
                    <a:pos x="5" y="19"/>
                  </a:cxn>
                  <a:cxn ang="0">
                    <a:pos x="15" y="22"/>
                  </a:cxn>
                  <a:cxn ang="0">
                    <a:pos x="20" y="21"/>
                  </a:cxn>
                  <a:cxn ang="0">
                    <a:pos x="20" y="24"/>
                  </a:cxn>
                  <a:cxn ang="0">
                    <a:pos x="23" y="34"/>
                  </a:cxn>
                  <a:cxn ang="0">
                    <a:pos x="13" y="39"/>
                  </a:cxn>
                  <a:cxn ang="0">
                    <a:pos x="15" y="19"/>
                  </a:cxn>
                  <a:cxn ang="0">
                    <a:pos x="5" y="9"/>
                  </a:cxn>
                  <a:cxn ang="0">
                    <a:pos x="15" y="0"/>
                  </a:cxn>
                  <a:cxn ang="0">
                    <a:pos x="25" y="9"/>
                  </a:cxn>
                  <a:cxn ang="0">
                    <a:pos x="15" y="19"/>
                  </a:cxn>
                  <a:cxn ang="0">
                    <a:pos x="53" y="68"/>
                  </a:cxn>
                  <a:cxn ang="0">
                    <a:pos x="20" y="68"/>
                  </a:cxn>
                  <a:cxn ang="0">
                    <a:pos x="10" y="58"/>
                  </a:cxn>
                  <a:cxn ang="0">
                    <a:pos x="23" y="36"/>
                  </a:cxn>
                  <a:cxn ang="0">
                    <a:pos x="37" y="41"/>
                  </a:cxn>
                  <a:cxn ang="0">
                    <a:pos x="50" y="36"/>
                  </a:cxn>
                  <a:cxn ang="0">
                    <a:pos x="64" y="58"/>
                  </a:cxn>
                  <a:cxn ang="0">
                    <a:pos x="53" y="68"/>
                  </a:cxn>
                  <a:cxn ang="0">
                    <a:pos x="37" y="39"/>
                  </a:cxn>
                  <a:cxn ang="0">
                    <a:pos x="22" y="24"/>
                  </a:cxn>
                  <a:cxn ang="0">
                    <a:pos x="37" y="9"/>
                  </a:cxn>
                  <a:cxn ang="0">
                    <a:pos x="51" y="24"/>
                  </a:cxn>
                  <a:cxn ang="0">
                    <a:pos x="37" y="39"/>
                  </a:cxn>
                  <a:cxn ang="0">
                    <a:pos x="59" y="19"/>
                  </a:cxn>
                  <a:cxn ang="0">
                    <a:pos x="49" y="9"/>
                  </a:cxn>
                  <a:cxn ang="0">
                    <a:pos x="59" y="0"/>
                  </a:cxn>
                  <a:cxn ang="0">
                    <a:pos x="68" y="9"/>
                  </a:cxn>
                  <a:cxn ang="0">
                    <a:pos x="59" y="19"/>
                  </a:cxn>
                  <a:cxn ang="0">
                    <a:pos x="66" y="39"/>
                  </a:cxn>
                  <a:cxn ang="0">
                    <a:pos x="61" y="39"/>
                  </a:cxn>
                  <a:cxn ang="0">
                    <a:pos x="51" y="34"/>
                  </a:cxn>
                  <a:cxn ang="0">
                    <a:pos x="54" y="24"/>
                  </a:cxn>
                  <a:cxn ang="0">
                    <a:pos x="54" y="21"/>
                  </a:cxn>
                  <a:cxn ang="0">
                    <a:pos x="59" y="22"/>
                  </a:cxn>
                  <a:cxn ang="0">
                    <a:pos x="69" y="19"/>
                  </a:cxn>
                  <a:cxn ang="0">
                    <a:pos x="73" y="33"/>
                  </a:cxn>
                  <a:cxn ang="0">
                    <a:pos x="66" y="39"/>
                  </a:cxn>
                </a:cxnLst>
                <a:rect l="0" t="0" r="r" b="b"/>
                <a:pathLst>
                  <a:path w="73" h="68">
                    <a:moveTo>
                      <a:pt x="13" y="39"/>
                    </a:moveTo>
                    <a:cubicBezTo>
                      <a:pt x="8" y="39"/>
                      <a:pt x="8" y="39"/>
                      <a:pt x="8" y="39"/>
                    </a:cubicBezTo>
                    <a:cubicBezTo>
                      <a:pt x="4" y="39"/>
                      <a:pt x="0" y="37"/>
                      <a:pt x="0" y="33"/>
                    </a:cubicBezTo>
                    <a:cubicBezTo>
                      <a:pt x="0" y="29"/>
                      <a:pt x="0" y="19"/>
                      <a:pt x="5" y="19"/>
                    </a:cubicBezTo>
                    <a:cubicBezTo>
                      <a:pt x="6" y="19"/>
                      <a:pt x="10" y="22"/>
                      <a:pt x="15" y="22"/>
                    </a:cubicBezTo>
                    <a:cubicBezTo>
                      <a:pt x="17" y="22"/>
                      <a:pt x="18" y="22"/>
                      <a:pt x="20" y="21"/>
                    </a:cubicBezTo>
                    <a:cubicBezTo>
                      <a:pt x="20" y="22"/>
                      <a:pt x="20" y="23"/>
                      <a:pt x="20" y="24"/>
                    </a:cubicBezTo>
                    <a:cubicBezTo>
                      <a:pt x="20" y="27"/>
                      <a:pt x="21" y="31"/>
                      <a:pt x="23" y="34"/>
                    </a:cubicBezTo>
                    <a:cubicBezTo>
                      <a:pt x="19" y="34"/>
                      <a:pt x="15" y="36"/>
                      <a:pt x="13" y="39"/>
                    </a:cubicBezTo>
                    <a:close/>
                    <a:moveTo>
                      <a:pt x="15" y="19"/>
                    </a:moveTo>
                    <a:cubicBezTo>
                      <a:pt x="10" y="19"/>
                      <a:pt x="5" y="15"/>
                      <a:pt x="5" y="9"/>
                    </a:cubicBezTo>
                    <a:cubicBezTo>
                      <a:pt x="5" y="4"/>
                      <a:pt x="10" y="0"/>
                      <a:pt x="15" y="0"/>
                    </a:cubicBezTo>
                    <a:cubicBezTo>
                      <a:pt x="20" y="0"/>
                      <a:pt x="25" y="4"/>
                      <a:pt x="25" y="9"/>
                    </a:cubicBezTo>
                    <a:cubicBezTo>
                      <a:pt x="25" y="15"/>
                      <a:pt x="20" y="19"/>
                      <a:pt x="15" y="19"/>
                    </a:cubicBezTo>
                    <a:close/>
                    <a:moveTo>
                      <a:pt x="53" y="68"/>
                    </a:moveTo>
                    <a:cubicBezTo>
                      <a:pt x="20" y="68"/>
                      <a:pt x="20" y="68"/>
                      <a:pt x="20" y="68"/>
                    </a:cubicBezTo>
                    <a:cubicBezTo>
                      <a:pt x="14" y="68"/>
                      <a:pt x="10" y="64"/>
                      <a:pt x="10" y="58"/>
                    </a:cubicBezTo>
                    <a:cubicBezTo>
                      <a:pt x="10" y="49"/>
                      <a:pt x="12" y="36"/>
                      <a:pt x="23" y="36"/>
                    </a:cubicBezTo>
                    <a:cubicBezTo>
                      <a:pt x="25" y="36"/>
                      <a:pt x="29" y="41"/>
                      <a:pt x="37" y="41"/>
                    </a:cubicBezTo>
                    <a:cubicBezTo>
                      <a:pt x="44" y="41"/>
                      <a:pt x="49" y="36"/>
                      <a:pt x="50" y="36"/>
                    </a:cubicBezTo>
                    <a:cubicBezTo>
                      <a:pt x="62" y="36"/>
                      <a:pt x="64" y="49"/>
                      <a:pt x="64" y="58"/>
                    </a:cubicBezTo>
                    <a:cubicBezTo>
                      <a:pt x="64" y="64"/>
                      <a:pt x="60" y="68"/>
                      <a:pt x="53" y="68"/>
                    </a:cubicBezTo>
                    <a:close/>
                    <a:moveTo>
                      <a:pt x="37" y="39"/>
                    </a:moveTo>
                    <a:cubicBezTo>
                      <a:pt x="29" y="39"/>
                      <a:pt x="22" y="32"/>
                      <a:pt x="22" y="24"/>
                    </a:cubicBezTo>
                    <a:cubicBezTo>
                      <a:pt x="22" y="16"/>
                      <a:pt x="29" y="9"/>
                      <a:pt x="37" y="9"/>
                    </a:cubicBezTo>
                    <a:cubicBezTo>
                      <a:pt x="45" y="9"/>
                      <a:pt x="51" y="16"/>
                      <a:pt x="51" y="24"/>
                    </a:cubicBezTo>
                    <a:cubicBezTo>
                      <a:pt x="51" y="32"/>
                      <a:pt x="45" y="39"/>
                      <a:pt x="37" y="39"/>
                    </a:cubicBezTo>
                    <a:close/>
                    <a:moveTo>
                      <a:pt x="59" y="19"/>
                    </a:moveTo>
                    <a:cubicBezTo>
                      <a:pt x="53" y="19"/>
                      <a:pt x="49" y="15"/>
                      <a:pt x="49" y="9"/>
                    </a:cubicBezTo>
                    <a:cubicBezTo>
                      <a:pt x="49" y="4"/>
                      <a:pt x="53" y="0"/>
                      <a:pt x="59" y="0"/>
                    </a:cubicBezTo>
                    <a:cubicBezTo>
                      <a:pt x="64" y="0"/>
                      <a:pt x="68" y="4"/>
                      <a:pt x="68" y="9"/>
                    </a:cubicBezTo>
                    <a:cubicBezTo>
                      <a:pt x="68" y="15"/>
                      <a:pt x="64" y="19"/>
                      <a:pt x="59" y="19"/>
                    </a:cubicBezTo>
                    <a:close/>
                    <a:moveTo>
                      <a:pt x="66" y="39"/>
                    </a:moveTo>
                    <a:cubicBezTo>
                      <a:pt x="61" y="39"/>
                      <a:pt x="61" y="39"/>
                      <a:pt x="61" y="39"/>
                    </a:cubicBezTo>
                    <a:cubicBezTo>
                      <a:pt x="58" y="36"/>
                      <a:pt x="55" y="34"/>
                      <a:pt x="51" y="34"/>
                    </a:cubicBezTo>
                    <a:cubicBezTo>
                      <a:pt x="53" y="31"/>
                      <a:pt x="54" y="27"/>
                      <a:pt x="54" y="24"/>
                    </a:cubicBezTo>
                    <a:cubicBezTo>
                      <a:pt x="54" y="23"/>
                      <a:pt x="54" y="22"/>
                      <a:pt x="54" y="21"/>
                    </a:cubicBezTo>
                    <a:cubicBezTo>
                      <a:pt x="55" y="22"/>
                      <a:pt x="57" y="22"/>
                      <a:pt x="59" y="22"/>
                    </a:cubicBezTo>
                    <a:cubicBezTo>
                      <a:pt x="64" y="22"/>
                      <a:pt x="68" y="19"/>
                      <a:pt x="69" y="19"/>
                    </a:cubicBezTo>
                    <a:cubicBezTo>
                      <a:pt x="73" y="19"/>
                      <a:pt x="73" y="29"/>
                      <a:pt x="73" y="33"/>
                    </a:cubicBezTo>
                    <a:cubicBezTo>
                      <a:pt x="73" y="37"/>
                      <a:pt x="70" y="39"/>
                      <a:pt x="66" y="3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</a:ln>
            </p:spPr>
            <p:txBody>
              <a:bodyPr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</p:grpSp>
        <p:grpSp>
          <p:nvGrpSpPr>
            <p:cNvPr id="56" name="组合 55" descr="9985110e-2f0b-4c75-8db7-79ee632e5ae1"/>
            <p:cNvGrpSpPr/>
            <p:nvPr/>
          </p:nvGrpSpPr>
          <p:grpSpPr>
            <a:xfrm>
              <a:off x="6615123" y="3348706"/>
              <a:ext cx="736567" cy="736472"/>
              <a:chOff x="7745423" y="1883126"/>
              <a:chExt cx="736567" cy="736472"/>
            </a:xfrm>
          </p:grpSpPr>
          <p:sp>
            <p:nvSpPr>
              <p:cNvPr id="94" name="íṥlïḍê" descr="8d5a8b6b-ff9c-4c05-b656-e06134d19326"/>
              <p:cNvSpPr/>
              <p:nvPr/>
            </p:nvSpPr>
            <p:spPr>
              <a:xfrm>
                <a:off x="7745423" y="1883126"/>
                <a:ext cx="736567" cy="736472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95" name="îšlíḍé" descr="dd4f56c1-0ee6-467a-8b24-48749140f508"/>
              <p:cNvSpPr/>
              <p:nvPr/>
            </p:nvSpPr>
            <p:spPr bwMode="auto">
              <a:xfrm>
                <a:off x="7947013" y="2093626"/>
                <a:ext cx="333388" cy="315470"/>
              </a:xfrm>
              <a:custGeom>
                <a:avLst/>
                <a:gdLst>
                  <a:gd name="T0" fmla="*/ 9262 w 13528"/>
                  <a:gd name="T1" fmla="*/ 11863 h 12800"/>
                  <a:gd name="T2" fmla="*/ 9262 w 13528"/>
                  <a:gd name="T3" fmla="*/ 728 h 12800"/>
                  <a:gd name="T4" fmla="*/ 8429 w 13528"/>
                  <a:gd name="T5" fmla="*/ 0 h 12800"/>
                  <a:gd name="T6" fmla="*/ 1769 w 13528"/>
                  <a:gd name="T7" fmla="*/ 0 h 12800"/>
                  <a:gd name="T8" fmla="*/ 1145 w 13528"/>
                  <a:gd name="T9" fmla="*/ 313 h 12800"/>
                  <a:gd name="T10" fmla="*/ 937 w 13528"/>
                  <a:gd name="T11" fmla="*/ 937 h 12800"/>
                  <a:gd name="T12" fmla="*/ 937 w 13528"/>
                  <a:gd name="T13" fmla="*/ 11967 h 12800"/>
                  <a:gd name="T14" fmla="*/ 417 w 13528"/>
                  <a:gd name="T15" fmla="*/ 11967 h 12800"/>
                  <a:gd name="T16" fmla="*/ 104 w 13528"/>
                  <a:gd name="T17" fmla="*/ 12280 h 12800"/>
                  <a:gd name="T18" fmla="*/ 208 w 13528"/>
                  <a:gd name="T19" fmla="*/ 12696 h 12800"/>
                  <a:gd name="T20" fmla="*/ 624 w 13528"/>
                  <a:gd name="T21" fmla="*/ 12800 h 12800"/>
                  <a:gd name="T22" fmla="*/ 13111 w 13528"/>
                  <a:gd name="T23" fmla="*/ 12800 h 12800"/>
                  <a:gd name="T24" fmla="*/ 13424 w 13528"/>
                  <a:gd name="T25" fmla="*/ 12487 h 12800"/>
                  <a:gd name="T26" fmla="*/ 13111 w 13528"/>
                  <a:gd name="T27" fmla="*/ 11967 h 12800"/>
                  <a:gd name="T28" fmla="*/ 12695 w 13528"/>
                  <a:gd name="T29" fmla="*/ 11967 h 12800"/>
                  <a:gd name="T30" fmla="*/ 12695 w 13528"/>
                  <a:gd name="T31" fmla="*/ 4996 h 12800"/>
                  <a:gd name="T32" fmla="*/ 12071 w 13528"/>
                  <a:gd name="T33" fmla="*/ 4372 h 12800"/>
                  <a:gd name="T34" fmla="*/ 10197 w 13528"/>
                  <a:gd name="T35" fmla="*/ 4372 h 12800"/>
                  <a:gd name="T36" fmla="*/ 10197 w 13528"/>
                  <a:gd name="T37" fmla="*/ 11759 h 12800"/>
                  <a:gd name="T38" fmla="*/ 10093 w 13528"/>
                  <a:gd name="T39" fmla="*/ 11863 h 12800"/>
                  <a:gd name="T40" fmla="*/ 9262 w 13528"/>
                  <a:gd name="T41" fmla="*/ 11863 h 12800"/>
                  <a:gd name="T42" fmla="*/ 3435 w 13528"/>
                  <a:gd name="T43" fmla="*/ 5203 h 12800"/>
                  <a:gd name="T44" fmla="*/ 3435 w 13528"/>
                  <a:gd name="T45" fmla="*/ 4370 h 12800"/>
                  <a:gd name="T46" fmla="*/ 6764 w 13528"/>
                  <a:gd name="T47" fmla="*/ 4370 h 12800"/>
                  <a:gd name="T48" fmla="*/ 6764 w 13528"/>
                  <a:gd name="T49" fmla="*/ 5203 h 12800"/>
                  <a:gd name="T50" fmla="*/ 3435 w 13528"/>
                  <a:gd name="T51" fmla="*/ 5203 h 12800"/>
                  <a:gd name="T52" fmla="*/ 3435 w 13528"/>
                  <a:gd name="T53" fmla="*/ 9678 h 12800"/>
                  <a:gd name="T54" fmla="*/ 3435 w 13528"/>
                  <a:gd name="T55" fmla="*/ 8845 h 12800"/>
                  <a:gd name="T56" fmla="*/ 6764 w 13528"/>
                  <a:gd name="T57" fmla="*/ 8845 h 12800"/>
                  <a:gd name="T58" fmla="*/ 6764 w 13528"/>
                  <a:gd name="T59" fmla="*/ 9678 h 12800"/>
                  <a:gd name="T60" fmla="*/ 3435 w 13528"/>
                  <a:gd name="T61" fmla="*/ 9678 h 12800"/>
                  <a:gd name="T62" fmla="*/ 3435 w 13528"/>
                  <a:gd name="T63" fmla="*/ 2185 h 12800"/>
                  <a:gd name="T64" fmla="*/ 6764 w 13528"/>
                  <a:gd name="T65" fmla="*/ 2185 h 12800"/>
                  <a:gd name="T66" fmla="*/ 6764 w 13528"/>
                  <a:gd name="T67" fmla="*/ 3018 h 12800"/>
                  <a:gd name="T68" fmla="*/ 3642 w 13528"/>
                  <a:gd name="T69" fmla="*/ 3018 h 12800"/>
                  <a:gd name="T70" fmla="*/ 3539 w 13528"/>
                  <a:gd name="T71" fmla="*/ 2914 h 12800"/>
                  <a:gd name="T72" fmla="*/ 3435 w 13528"/>
                  <a:gd name="T73" fmla="*/ 2185 h 12800"/>
                  <a:gd name="T74" fmla="*/ 3435 w 13528"/>
                  <a:gd name="T75" fmla="*/ 6660 h 12800"/>
                  <a:gd name="T76" fmla="*/ 6764 w 13528"/>
                  <a:gd name="T77" fmla="*/ 6660 h 12800"/>
                  <a:gd name="T78" fmla="*/ 6764 w 13528"/>
                  <a:gd name="T79" fmla="*/ 7493 h 12800"/>
                  <a:gd name="T80" fmla="*/ 3435 w 13528"/>
                  <a:gd name="T81" fmla="*/ 7493 h 12800"/>
                  <a:gd name="T82" fmla="*/ 3435 w 13528"/>
                  <a:gd name="T83" fmla="*/ 6660 h 12800"/>
                  <a:gd name="T84" fmla="*/ 3435 w 13528"/>
                  <a:gd name="T85" fmla="*/ 6660 h 128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3528" h="12800">
                    <a:moveTo>
                      <a:pt x="9262" y="11863"/>
                    </a:moveTo>
                    <a:lnTo>
                      <a:pt x="9262" y="728"/>
                    </a:lnTo>
                    <a:cubicBezTo>
                      <a:pt x="9262" y="311"/>
                      <a:pt x="8845" y="0"/>
                      <a:pt x="8429" y="0"/>
                    </a:cubicBezTo>
                    <a:lnTo>
                      <a:pt x="1769" y="0"/>
                    </a:lnTo>
                    <a:cubicBezTo>
                      <a:pt x="1456" y="0"/>
                      <a:pt x="1248" y="104"/>
                      <a:pt x="1145" y="313"/>
                    </a:cubicBezTo>
                    <a:cubicBezTo>
                      <a:pt x="937" y="520"/>
                      <a:pt x="937" y="730"/>
                      <a:pt x="937" y="937"/>
                    </a:cubicBezTo>
                    <a:lnTo>
                      <a:pt x="937" y="11967"/>
                    </a:lnTo>
                    <a:lnTo>
                      <a:pt x="417" y="11967"/>
                    </a:lnTo>
                    <a:cubicBezTo>
                      <a:pt x="210" y="11967"/>
                      <a:pt x="104" y="12070"/>
                      <a:pt x="104" y="12280"/>
                    </a:cubicBezTo>
                    <a:cubicBezTo>
                      <a:pt x="0" y="12487"/>
                      <a:pt x="104" y="12593"/>
                      <a:pt x="208" y="12696"/>
                    </a:cubicBezTo>
                    <a:cubicBezTo>
                      <a:pt x="311" y="12800"/>
                      <a:pt x="415" y="12800"/>
                      <a:pt x="624" y="12800"/>
                    </a:cubicBezTo>
                    <a:lnTo>
                      <a:pt x="13111" y="12800"/>
                    </a:lnTo>
                    <a:cubicBezTo>
                      <a:pt x="13319" y="12800"/>
                      <a:pt x="13424" y="12696"/>
                      <a:pt x="13424" y="12487"/>
                    </a:cubicBezTo>
                    <a:cubicBezTo>
                      <a:pt x="13528" y="12280"/>
                      <a:pt x="13321" y="11967"/>
                      <a:pt x="13111" y="11967"/>
                    </a:cubicBezTo>
                    <a:lnTo>
                      <a:pt x="12695" y="11967"/>
                    </a:lnTo>
                    <a:lnTo>
                      <a:pt x="12695" y="4996"/>
                    </a:lnTo>
                    <a:cubicBezTo>
                      <a:pt x="12695" y="4579"/>
                      <a:pt x="12487" y="4372"/>
                      <a:pt x="12071" y="4372"/>
                    </a:cubicBezTo>
                    <a:lnTo>
                      <a:pt x="10197" y="4372"/>
                    </a:lnTo>
                    <a:lnTo>
                      <a:pt x="10197" y="11759"/>
                    </a:lnTo>
                    <a:lnTo>
                      <a:pt x="10093" y="11863"/>
                    </a:lnTo>
                    <a:lnTo>
                      <a:pt x="9262" y="11863"/>
                    </a:lnTo>
                    <a:close/>
                    <a:moveTo>
                      <a:pt x="3435" y="5203"/>
                    </a:moveTo>
                    <a:lnTo>
                      <a:pt x="3435" y="4370"/>
                    </a:lnTo>
                    <a:lnTo>
                      <a:pt x="6764" y="4370"/>
                    </a:lnTo>
                    <a:lnTo>
                      <a:pt x="6764" y="5203"/>
                    </a:lnTo>
                    <a:lnTo>
                      <a:pt x="3435" y="5203"/>
                    </a:lnTo>
                    <a:close/>
                    <a:moveTo>
                      <a:pt x="3435" y="9678"/>
                    </a:moveTo>
                    <a:lnTo>
                      <a:pt x="3435" y="8845"/>
                    </a:lnTo>
                    <a:lnTo>
                      <a:pt x="6764" y="8845"/>
                    </a:lnTo>
                    <a:lnTo>
                      <a:pt x="6764" y="9678"/>
                    </a:lnTo>
                    <a:lnTo>
                      <a:pt x="3435" y="9678"/>
                    </a:lnTo>
                    <a:close/>
                    <a:moveTo>
                      <a:pt x="3435" y="2185"/>
                    </a:moveTo>
                    <a:lnTo>
                      <a:pt x="6764" y="2185"/>
                    </a:lnTo>
                    <a:lnTo>
                      <a:pt x="6764" y="3018"/>
                    </a:lnTo>
                    <a:lnTo>
                      <a:pt x="3642" y="3018"/>
                    </a:lnTo>
                    <a:cubicBezTo>
                      <a:pt x="3539" y="3018"/>
                      <a:pt x="3539" y="3018"/>
                      <a:pt x="3539" y="2914"/>
                    </a:cubicBezTo>
                    <a:cubicBezTo>
                      <a:pt x="3435" y="2601"/>
                      <a:pt x="3435" y="2394"/>
                      <a:pt x="3435" y="2185"/>
                    </a:cubicBezTo>
                    <a:close/>
                    <a:moveTo>
                      <a:pt x="3435" y="6660"/>
                    </a:moveTo>
                    <a:lnTo>
                      <a:pt x="6764" y="6660"/>
                    </a:lnTo>
                    <a:lnTo>
                      <a:pt x="6764" y="7493"/>
                    </a:lnTo>
                    <a:lnTo>
                      <a:pt x="3435" y="7493"/>
                    </a:lnTo>
                    <a:lnTo>
                      <a:pt x="3435" y="6660"/>
                    </a:lnTo>
                    <a:close/>
                    <a:moveTo>
                      <a:pt x="3435" y="6660"/>
                    </a:move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</a:ln>
            </p:spPr>
            <p:txBody>
              <a:bodyPr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</p:grpSp>
        <p:grpSp>
          <p:nvGrpSpPr>
            <p:cNvPr id="63" name="组合 62" descr="0a6705e8-3427-44e4-95eb-100b624c3c84"/>
            <p:cNvGrpSpPr/>
            <p:nvPr/>
          </p:nvGrpSpPr>
          <p:grpSpPr>
            <a:xfrm>
              <a:off x="5726123" y="4867626"/>
              <a:ext cx="736567" cy="736472"/>
              <a:chOff x="7745423" y="1883126"/>
              <a:chExt cx="736567" cy="736472"/>
            </a:xfrm>
          </p:grpSpPr>
          <p:sp>
            <p:nvSpPr>
              <p:cNvPr id="92" name="íṥlïḍê" descr="e9e2d1d8-fbb7-466c-867c-119021925450"/>
              <p:cNvSpPr/>
              <p:nvPr/>
            </p:nvSpPr>
            <p:spPr>
              <a:xfrm>
                <a:off x="7745423" y="1883126"/>
                <a:ext cx="736567" cy="736472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93" name="îšlíḍé" descr="43d2e48e-826f-4239-b33e-00f11564638e"/>
              <p:cNvSpPr/>
              <p:nvPr/>
            </p:nvSpPr>
            <p:spPr bwMode="auto">
              <a:xfrm>
                <a:off x="7974817" y="2084668"/>
                <a:ext cx="277778" cy="333388"/>
              </a:xfrm>
              <a:custGeom>
                <a:avLst/>
                <a:gdLst>
                  <a:gd name="T0" fmla="*/ 9600 w 10667"/>
                  <a:gd name="T1" fmla="*/ 12800 h 12800"/>
                  <a:gd name="T2" fmla="*/ 1067 w 10667"/>
                  <a:gd name="T3" fmla="*/ 12800 h 12800"/>
                  <a:gd name="T4" fmla="*/ 312 w 10667"/>
                  <a:gd name="T5" fmla="*/ 12488 h 12800"/>
                  <a:gd name="T6" fmla="*/ 0 w 10667"/>
                  <a:gd name="T7" fmla="*/ 11733 h 12800"/>
                  <a:gd name="T8" fmla="*/ 0 w 10667"/>
                  <a:gd name="T9" fmla="*/ 1067 h 12800"/>
                  <a:gd name="T10" fmla="*/ 1067 w 10667"/>
                  <a:gd name="T11" fmla="*/ 0 h 12800"/>
                  <a:gd name="T12" fmla="*/ 9600 w 10667"/>
                  <a:gd name="T13" fmla="*/ 0 h 12800"/>
                  <a:gd name="T14" fmla="*/ 10354 w 10667"/>
                  <a:gd name="T15" fmla="*/ 313 h 12800"/>
                  <a:gd name="T16" fmla="*/ 10667 w 10667"/>
                  <a:gd name="T17" fmla="*/ 1067 h 12800"/>
                  <a:gd name="T18" fmla="*/ 10667 w 10667"/>
                  <a:gd name="T19" fmla="*/ 11734 h 12800"/>
                  <a:gd name="T20" fmla="*/ 9600 w 10667"/>
                  <a:gd name="T21" fmla="*/ 12800 h 12800"/>
                  <a:gd name="T22" fmla="*/ 1333 w 10667"/>
                  <a:gd name="T23" fmla="*/ 9600 h 12800"/>
                  <a:gd name="T24" fmla="*/ 1865 w 10667"/>
                  <a:gd name="T25" fmla="*/ 10133 h 12800"/>
                  <a:gd name="T26" fmla="*/ 5598 w 10667"/>
                  <a:gd name="T27" fmla="*/ 10133 h 12800"/>
                  <a:gd name="T28" fmla="*/ 6131 w 10667"/>
                  <a:gd name="T29" fmla="*/ 9600 h 12800"/>
                  <a:gd name="T30" fmla="*/ 6131 w 10667"/>
                  <a:gd name="T31" fmla="*/ 9067 h 12800"/>
                  <a:gd name="T32" fmla="*/ 5598 w 10667"/>
                  <a:gd name="T33" fmla="*/ 8534 h 12800"/>
                  <a:gd name="T34" fmla="*/ 1867 w 10667"/>
                  <a:gd name="T35" fmla="*/ 8534 h 12800"/>
                  <a:gd name="T36" fmla="*/ 1334 w 10667"/>
                  <a:gd name="T37" fmla="*/ 9067 h 12800"/>
                  <a:gd name="T38" fmla="*/ 1334 w 10667"/>
                  <a:gd name="T39" fmla="*/ 9600 h 12800"/>
                  <a:gd name="T40" fmla="*/ 1333 w 10667"/>
                  <a:gd name="T41" fmla="*/ 9600 h 12800"/>
                  <a:gd name="T42" fmla="*/ 1333 w 10667"/>
                  <a:gd name="T43" fmla="*/ 6667 h 12800"/>
                  <a:gd name="T44" fmla="*/ 1865 w 10667"/>
                  <a:gd name="T45" fmla="*/ 7200 h 12800"/>
                  <a:gd name="T46" fmla="*/ 5598 w 10667"/>
                  <a:gd name="T47" fmla="*/ 7200 h 12800"/>
                  <a:gd name="T48" fmla="*/ 6131 w 10667"/>
                  <a:gd name="T49" fmla="*/ 6667 h 12800"/>
                  <a:gd name="T50" fmla="*/ 6131 w 10667"/>
                  <a:gd name="T51" fmla="*/ 6134 h 12800"/>
                  <a:gd name="T52" fmla="*/ 5598 w 10667"/>
                  <a:gd name="T53" fmla="*/ 5602 h 12800"/>
                  <a:gd name="T54" fmla="*/ 1867 w 10667"/>
                  <a:gd name="T55" fmla="*/ 5602 h 12800"/>
                  <a:gd name="T56" fmla="*/ 1334 w 10667"/>
                  <a:gd name="T57" fmla="*/ 6134 h 12800"/>
                  <a:gd name="T58" fmla="*/ 1334 w 10667"/>
                  <a:gd name="T59" fmla="*/ 6667 h 12800"/>
                  <a:gd name="T60" fmla="*/ 1333 w 10667"/>
                  <a:gd name="T61" fmla="*/ 6667 h 12800"/>
                  <a:gd name="T62" fmla="*/ 7733 w 10667"/>
                  <a:gd name="T63" fmla="*/ 3200 h 12800"/>
                  <a:gd name="T64" fmla="*/ 7200 w 10667"/>
                  <a:gd name="T65" fmla="*/ 2667 h 12800"/>
                  <a:gd name="T66" fmla="*/ 1867 w 10667"/>
                  <a:gd name="T67" fmla="*/ 2667 h 12800"/>
                  <a:gd name="T68" fmla="*/ 1333 w 10667"/>
                  <a:gd name="T69" fmla="*/ 3200 h 12800"/>
                  <a:gd name="T70" fmla="*/ 1333 w 10667"/>
                  <a:gd name="T71" fmla="*/ 3733 h 12800"/>
                  <a:gd name="T72" fmla="*/ 1865 w 10667"/>
                  <a:gd name="T73" fmla="*/ 4266 h 12800"/>
                  <a:gd name="T74" fmla="*/ 7198 w 10667"/>
                  <a:gd name="T75" fmla="*/ 4266 h 12800"/>
                  <a:gd name="T76" fmla="*/ 7731 w 10667"/>
                  <a:gd name="T77" fmla="*/ 3733 h 12800"/>
                  <a:gd name="T78" fmla="*/ 7731 w 10667"/>
                  <a:gd name="T79" fmla="*/ 3200 h 12800"/>
                  <a:gd name="T80" fmla="*/ 7733 w 10667"/>
                  <a:gd name="T81" fmla="*/ 3200 h 12800"/>
                  <a:gd name="T82" fmla="*/ 10133 w 10667"/>
                  <a:gd name="T83" fmla="*/ 3200 h 12800"/>
                  <a:gd name="T84" fmla="*/ 9600 w 10667"/>
                  <a:gd name="T85" fmla="*/ 2667 h 12800"/>
                  <a:gd name="T86" fmla="*/ 9067 w 10667"/>
                  <a:gd name="T87" fmla="*/ 2667 h 12800"/>
                  <a:gd name="T88" fmla="*/ 8534 w 10667"/>
                  <a:gd name="T89" fmla="*/ 3200 h 12800"/>
                  <a:gd name="T90" fmla="*/ 8534 w 10667"/>
                  <a:gd name="T91" fmla="*/ 3733 h 12800"/>
                  <a:gd name="T92" fmla="*/ 10134 w 10667"/>
                  <a:gd name="T93" fmla="*/ 3733 h 12800"/>
                  <a:gd name="T94" fmla="*/ 10134 w 10667"/>
                  <a:gd name="T95" fmla="*/ 3200 h 12800"/>
                  <a:gd name="T96" fmla="*/ 10133 w 10667"/>
                  <a:gd name="T97" fmla="*/ 3200 h 12800"/>
                  <a:gd name="T98" fmla="*/ 10133 w 10667"/>
                  <a:gd name="T99" fmla="*/ 4000 h 12800"/>
                  <a:gd name="T100" fmla="*/ 8533 w 10667"/>
                  <a:gd name="T101" fmla="*/ 4000 h 12800"/>
                  <a:gd name="T102" fmla="*/ 8533 w 10667"/>
                  <a:gd name="T103" fmla="*/ 8797 h 12800"/>
                  <a:gd name="T104" fmla="*/ 8529 w 10667"/>
                  <a:gd name="T105" fmla="*/ 8797 h 12800"/>
                  <a:gd name="T106" fmla="*/ 9331 w 10667"/>
                  <a:gd name="T107" fmla="*/ 10400 h 12800"/>
                  <a:gd name="T108" fmla="*/ 10131 w 10667"/>
                  <a:gd name="T109" fmla="*/ 8800 h 12800"/>
                  <a:gd name="T110" fmla="*/ 10133 w 10667"/>
                  <a:gd name="T111" fmla="*/ 8800 h 12800"/>
                  <a:gd name="T112" fmla="*/ 10133 w 10667"/>
                  <a:gd name="T113" fmla="*/ 4000 h 12800"/>
                  <a:gd name="T114" fmla="*/ 10133 w 10667"/>
                  <a:gd name="T115" fmla="*/ 4000 h 128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0667" h="12800">
                    <a:moveTo>
                      <a:pt x="9600" y="12800"/>
                    </a:moveTo>
                    <a:lnTo>
                      <a:pt x="1067" y="12800"/>
                    </a:lnTo>
                    <a:cubicBezTo>
                      <a:pt x="784" y="12800"/>
                      <a:pt x="512" y="12688"/>
                      <a:pt x="312" y="12488"/>
                    </a:cubicBezTo>
                    <a:cubicBezTo>
                      <a:pt x="112" y="12288"/>
                      <a:pt x="0" y="12016"/>
                      <a:pt x="0" y="11733"/>
                    </a:cubicBezTo>
                    <a:lnTo>
                      <a:pt x="0" y="1067"/>
                    </a:lnTo>
                    <a:cubicBezTo>
                      <a:pt x="0" y="478"/>
                      <a:pt x="478" y="0"/>
                      <a:pt x="1067" y="0"/>
                    </a:cubicBezTo>
                    <a:lnTo>
                      <a:pt x="9600" y="0"/>
                    </a:lnTo>
                    <a:cubicBezTo>
                      <a:pt x="9883" y="0"/>
                      <a:pt x="10154" y="113"/>
                      <a:pt x="10354" y="313"/>
                    </a:cubicBezTo>
                    <a:cubicBezTo>
                      <a:pt x="10554" y="513"/>
                      <a:pt x="10667" y="784"/>
                      <a:pt x="10667" y="1067"/>
                    </a:cubicBezTo>
                    <a:lnTo>
                      <a:pt x="10667" y="11734"/>
                    </a:lnTo>
                    <a:cubicBezTo>
                      <a:pt x="10667" y="12322"/>
                      <a:pt x="10189" y="12800"/>
                      <a:pt x="9600" y="12800"/>
                    </a:cubicBezTo>
                    <a:close/>
                    <a:moveTo>
                      <a:pt x="1333" y="9600"/>
                    </a:moveTo>
                    <a:cubicBezTo>
                      <a:pt x="1333" y="9895"/>
                      <a:pt x="1572" y="10133"/>
                      <a:pt x="1865" y="10133"/>
                    </a:cubicBezTo>
                    <a:lnTo>
                      <a:pt x="5598" y="10133"/>
                    </a:lnTo>
                    <a:cubicBezTo>
                      <a:pt x="5893" y="10133"/>
                      <a:pt x="6131" y="9894"/>
                      <a:pt x="6131" y="9600"/>
                    </a:cubicBezTo>
                    <a:lnTo>
                      <a:pt x="6131" y="9067"/>
                    </a:lnTo>
                    <a:cubicBezTo>
                      <a:pt x="6131" y="8772"/>
                      <a:pt x="5892" y="8534"/>
                      <a:pt x="5598" y="8534"/>
                    </a:cubicBezTo>
                    <a:lnTo>
                      <a:pt x="1867" y="8534"/>
                    </a:lnTo>
                    <a:cubicBezTo>
                      <a:pt x="1573" y="8534"/>
                      <a:pt x="1334" y="8773"/>
                      <a:pt x="1334" y="9067"/>
                    </a:cubicBezTo>
                    <a:lnTo>
                      <a:pt x="1334" y="9600"/>
                    </a:lnTo>
                    <a:lnTo>
                      <a:pt x="1333" y="9600"/>
                    </a:lnTo>
                    <a:close/>
                    <a:moveTo>
                      <a:pt x="1333" y="6667"/>
                    </a:moveTo>
                    <a:cubicBezTo>
                      <a:pt x="1333" y="6963"/>
                      <a:pt x="1572" y="7200"/>
                      <a:pt x="1865" y="7200"/>
                    </a:cubicBezTo>
                    <a:lnTo>
                      <a:pt x="5598" y="7200"/>
                    </a:lnTo>
                    <a:cubicBezTo>
                      <a:pt x="5893" y="7200"/>
                      <a:pt x="6131" y="6961"/>
                      <a:pt x="6131" y="6667"/>
                    </a:cubicBezTo>
                    <a:lnTo>
                      <a:pt x="6131" y="6134"/>
                    </a:lnTo>
                    <a:cubicBezTo>
                      <a:pt x="6131" y="5839"/>
                      <a:pt x="5892" y="5602"/>
                      <a:pt x="5598" y="5602"/>
                    </a:cubicBezTo>
                    <a:lnTo>
                      <a:pt x="1867" y="5602"/>
                    </a:lnTo>
                    <a:cubicBezTo>
                      <a:pt x="1573" y="5602"/>
                      <a:pt x="1334" y="5841"/>
                      <a:pt x="1334" y="6134"/>
                    </a:cubicBezTo>
                    <a:lnTo>
                      <a:pt x="1334" y="6667"/>
                    </a:lnTo>
                    <a:lnTo>
                      <a:pt x="1333" y="6667"/>
                    </a:lnTo>
                    <a:close/>
                    <a:moveTo>
                      <a:pt x="7733" y="3200"/>
                    </a:moveTo>
                    <a:cubicBezTo>
                      <a:pt x="7733" y="2905"/>
                      <a:pt x="7493" y="2667"/>
                      <a:pt x="7200" y="2667"/>
                    </a:cubicBezTo>
                    <a:lnTo>
                      <a:pt x="1867" y="2667"/>
                    </a:lnTo>
                    <a:cubicBezTo>
                      <a:pt x="1572" y="2667"/>
                      <a:pt x="1333" y="2905"/>
                      <a:pt x="1333" y="3200"/>
                    </a:cubicBezTo>
                    <a:lnTo>
                      <a:pt x="1333" y="3733"/>
                    </a:lnTo>
                    <a:cubicBezTo>
                      <a:pt x="1333" y="4028"/>
                      <a:pt x="1572" y="4266"/>
                      <a:pt x="1865" y="4266"/>
                    </a:cubicBezTo>
                    <a:lnTo>
                      <a:pt x="7198" y="4266"/>
                    </a:lnTo>
                    <a:cubicBezTo>
                      <a:pt x="7493" y="4266"/>
                      <a:pt x="7731" y="4027"/>
                      <a:pt x="7731" y="3733"/>
                    </a:cubicBezTo>
                    <a:lnTo>
                      <a:pt x="7731" y="3200"/>
                    </a:lnTo>
                    <a:lnTo>
                      <a:pt x="7733" y="3200"/>
                    </a:lnTo>
                    <a:close/>
                    <a:moveTo>
                      <a:pt x="10133" y="3200"/>
                    </a:moveTo>
                    <a:cubicBezTo>
                      <a:pt x="10133" y="2905"/>
                      <a:pt x="9893" y="2667"/>
                      <a:pt x="9600" y="2667"/>
                    </a:cubicBezTo>
                    <a:lnTo>
                      <a:pt x="9067" y="2667"/>
                    </a:lnTo>
                    <a:cubicBezTo>
                      <a:pt x="8772" y="2667"/>
                      <a:pt x="8534" y="2906"/>
                      <a:pt x="8534" y="3200"/>
                    </a:cubicBezTo>
                    <a:lnTo>
                      <a:pt x="8534" y="3733"/>
                    </a:lnTo>
                    <a:lnTo>
                      <a:pt x="10134" y="3733"/>
                    </a:lnTo>
                    <a:lnTo>
                      <a:pt x="10134" y="3200"/>
                    </a:lnTo>
                    <a:lnTo>
                      <a:pt x="10133" y="3200"/>
                    </a:lnTo>
                    <a:close/>
                    <a:moveTo>
                      <a:pt x="10133" y="4000"/>
                    </a:moveTo>
                    <a:lnTo>
                      <a:pt x="8533" y="4000"/>
                    </a:lnTo>
                    <a:lnTo>
                      <a:pt x="8533" y="8797"/>
                    </a:lnTo>
                    <a:lnTo>
                      <a:pt x="8529" y="8797"/>
                    </a:lnTo>
                    <a:lnTo>
                      <a:pt x="9331" y="10400"/>
                    </a:lnTo>
                    <a:lnTo>
                      <a:pt x="10131" y="8800"/>
                    </a:lnTo>
                    <a:lnTo>
                      <a:pt x="10133" y="8800"/>
                    </a:lnTo>
                    <a:lnTo>
                      <a:pt x="10133" y="4000"/>
                    </a:lnTo>
                    <a:close/>
                    <a:moveTo>
                      <a:pt x="10133" y="4000"/>
                    </a:move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</a:ln>
            </p:spPr>
            <p:txBody>
              <a:bodyPr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</p:grpSp>
        <p:grpSp>
          <p:nvGrpSpPr>
            <p:cNvPr id="64" name="组合 63" descr="ccf162f6-9079-4da9-ba55-ab90d9c56c4d"/>
            <p:cNvGrpSpPr/>
            <p:nvPr/>
          </p:nvGrpSpPr>
          <p:grpSpPr>
            <a:xfrm>
              <a:off x="660401" y="1836420"/>
              <a:ext cx="3728720" cy="1393190"/>
              <a:chOff x="1158302" y="1836420"/>
              <a:chExt cx="4302697" cy="1393190"/>
            </a:xfrm>
          </p:grpSpPr>
          <p:sp>
            <p:nvSpPr>
              <p:cNvPr id="90" name="Bullet1" descr="ed147c80-8291-48aa-80e6-c7f99711a2c6"/>
              <p:cNvSpPr txBox="1"/>
              <p:nvPr/>
            </p:nvSpPr>
            <p:spPr>
              <a:xfrm>
                <a:off x="1158302" y="1836420"/>
                <a:ext cx="4302697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L="0" marR="0" lvl="0" indent="0" algn="l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sz="1800" b="1" i="0" u="none" strike="noStrike" kern="1200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价值之道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91" name="Text1" descr="dbc25542-8bc3-4e54-a276-7115cdfa27c1"/>
              <p:cNvSpPr txBox="1"/>
              <p:nvPr/>
            </p:nvSpPr>
            <p:spPr>
              <a:xfrm>
                <a:off x="1158302" y="2309081"/>
                <a:ext cx="4302697" cy="9205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>
                    <a:solidFill>
                      <a:srgbClr val="FFFFFF"/>
                    </a:solidFill>
                    <a:ea typeface="微软雅黑" panose="020B0503020204020204" charset="-122"/>
                  </a:rPr>
                  <a:t>提醒我们软件存在的根本意义，从真实问题出发创造价值。</a:t>
                </a:r>
                <a:endParaRPr lang="en-US" sz="1200" b="0" i="0" u="none" strike="noStrik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65" name="组合 64" descr="ae03f03d-a22a-4a1a-b47c-201138941498"/>
            <p:cNvGrpSpPr/>
            <p:nvPr/>
          </p:nvGrpSpPr>
          <p:grpSpPr>
            <a:xfrm>
              <a:off x="660401" y="3288665"/>
              <a:ext cx="3728720" cy="1393190"/>
              <a:chOff x="1158302" y="1836420"/>
              <a:chExt cx="4302697" cy="1393190"/>
            </a:xfrm>
          </p:grpSpPr>
          <p:sp>
            <p:nvSpPr>
              <p:cNvPr id="88" name="Bullet2" descr="58a61a16-77f3-4467-9fb7-bcc66897c23a"/>
              <p:cNvSpPr txBox="1"/>
              <p:nvPr/>
            </p:nvSpPr>
            <p:spPr>
              <a:xfrm>
                <a:off x="1158302" y="1836420"/>
                <a:ext cx="4302697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L="0" marR="0" lvl="0" indent="0" algn="l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sz="1800" b="1" i="0" u="none" strike="noStrike" kern="1200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抽象之道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89" name="Text2" descr="19678dcb-eab9-4130-8d37-6cc7a541b880"/>
              <p:cNvSpPr txBox="1"/>
              <p:nvPr/>
            </p:nvSpPr>
            <p:spPr>
              <a:xfrm>
                <a:off x="1158302" y="2309081"/>
                <a:ext cx="4302697" cy="9205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>
                    <a:solidFill>
                      <a:srgbClr val="FFFFFF"/>
                    </a:solidFill>
                    <a:ea typeface="微软雅黑" panose="020B0503020204020204" charset="-122"/>
                  </a:rPr>
                  <a:t>教会我们驾驭复杂性的智慧，通过抽象组织复杂性。</a:t>
                </a:r>
                <a:endParaRPr lang="en-US" sz="1200" b="0" i="0" u="none" strike="noStrik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66" name="组合 65" descr="d19e7120-3dfe-4650-9f40-f46b5ab502ca"/>
            <p:cNvGrpSpPr/>
            <p:nvPr/>
          </p:nvGrpSpPr>
          <p:grpSpPr>
            <a:xfrm>
              <a:off x="660401" y="4740910"/>
              <a:ext cx="3728720" cy="1393190"/>
              <a:chOff x="1158302" y="1836420"/>
              <a:chExt cx="4302697" cy="1393190"/>
            </a:xfrm>
          </p:grpSpPr>
          <p:sp>
            <p:nvSpPr>
              <p:cNvPr id="76" name="Bullet3" descr="81a24a61-0fc3-41de-9cc7-0566b5d1847c"/>
              <p:cNvSpPr txBox="1"/>
              <p:nvPr/>
            </p:nvSpPr>
            <p:spPr>
              <a:xfrm>
                <a:off x="1158302" y="1836420"/>
                <a:ext cx="4302697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L="0" marR="0" lvl="0" indent="0" algn="l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sz="1800" b="1" i="0" u="none" strike="noStrike" kern="1200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简约之道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87" name="Text3" descr="a827e6a2-c52b-4813-b0e2-03b84fd81b75"/>
              <p:cNvSpPr txBox="1"/>
              <p:nvPr/>
            </p:nvSpPr>
            <p:spPr>
              <a:xfrm>
                <a:off x="1158302" y="2309081"/>
                <a:ext cx="4302697" cy="9205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>
                    <a:solidFill>
                      <a:srgbClr val="FFFFFF"/>
                    </a:solidFill>
                    <a:ea typeface="微软雅黑" panose="020B0503020204020204" charset="-122"/>
                  </a:rPr>
                  <a:t>让我们在丰富中保持克制，追求本质的优雅呈现。</a:t>
                </a:r>
                <a:endParaRPr lang="en-US" sz="1200" b="0" i="0" u="none" strike="noStrik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67" name="组合 66" descr="9ed1f3a5-0495-4ac8-9cef-d4306c35c583"/>
            <p:cNvGrpSpPr/>
            <p:nvPr/>
          </p:nvGrpSpPr>
          <p:grpSpPr>
            <a:xfrm>
              <a:off x="7790180" y="1836420"/>
              <a:ext cx="3728720" cy="1393190"/>
              <a:chOff x="1158302" y="1836420"/>
              <a:chExt cx="4302697" cy="1393190"/>
            </a:xfrm>
          </p:grpSpPr>
          <p:sp>
            <p:nvSpPr>
              <p:cNvPr id="74" name="Bullet4" descr="88e01316-134f-4c3d-bfc1-9a39167a7d8b"/>
              <p:cNvSpPr txBox="1"/>
              <p:nvPr/>
            </p:nvSpPr>
            <p:spPr>
              <a:xfrm>
                <a:off x="1158302" y="1836420"/>
                <a:ext cx="4302697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L="0" marR="0" lvl="0" indent="0" algn="l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sz="1800" b="1" i="0" u="none" strike="noStrike" kern="1200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演化之道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75" name="Text4" descr="3a885e79-acb1-4666-a236-256fc4124489"/>
              <p:cNvSpPr txBox="1"/>
              <p:nvPr/>
            </p:nvSpPr>
            <p:spPr>
              <a:xfrm>
                <a:off x="1158302" y="2309081"/>
                <a:ext cx="4302697" cy="9205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>
                    <a:solidFill>
                      <a:srgbClr val="FFFFFF"/>
                    </a:solidFill>
                    <a:ea typeface="微软雅黑" panose="020B0503020204020204" charset="-122"/>
                  </a:rPr>
                  <a:t>引导我们拥抱变化的生命力，在迭代中完善系统。</a:t>
                </a:r>
                <a:endParaRPr lang="en-US" sz="1200" b="0" i="0" u="none" strike="noStrik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68" name="组合 67" descr="65cf646b-86be-4a02-a8fd-7f4f23262d2d"/>
            <p:cNvGrpSpPr/>
            <p:nvPr/>
          </p:nvGrpSpPr>
          <p:grpSpPr>
            <a:xfrm>
              <a:off x="7790180" y="3288665"/>
              <a:ext cx="3728720" cy="1393190"/>
              <a:chOff x="1158302" y="1836420"/>
              <a:chExt cx="4302697" cy="1393190"/>
            </a:xfrm>
          </p:grpSpPr>
          <p:sp>
            <p:nvSpPr>
              <p:cNvPr id="72" name="Bullet5" descr="2d125ea5-15e5-44f9-ab17-871300e3899a"/>
              <p:cNvSpPr txBox="1"/>
              <p:nvPr/>
            </p:nvSpPr>
            <p:spPr>
              <a:xfrm>
                <a:off x="1158302" y="1836420"/>
                <a:ext cx="4302697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L="0" marR="0" lvl="0" indent="0" algn="l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sz="1800" b="1" i="0" u="none" strike="noStrike" kern="1200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权衡之道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73" name="Text5" descr="501172a8-c1fc-4853-93d3-17a37eb0a14e"/>
              <p:cNvSpPr txBox="1"/>
              <p:nvPr/>
            </p:nvSpPr>
            <p:spPr>
              <a:xfrm>
                <a:off x="1158302" y="2309081"/>
                <a:ext cx="4302697" cy="9205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>
                    <a:solidFill>
                      <a:srgbClr val="FFFFFF"/>
                    </a:solidFill>
                    <a:ea typeface="微软雅黑" panose="020B0503020204020204" charset="-122"/>
                  </a:rPr>
                  <a:t>帮助我们在约束中寻找最优解，实现多目标优化。</a:t>
                </a:r>
                <a:endParaRPr lang="en-US" sz="1200" b="0" i="0" u="none" strike="noStrik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69" name="组合 68" descr="a293cb53-0e57-4506-8a33-432deb0bcdc8"/>
            <p:cNvGrpSpPr/>
            <p:nvPr/>
          </p:nvGrpSpPr>
          <p:grpSpPr>
            <a:xfrm>
              <a:off x="7790180" y="4740910"/>
              <a:ext cx="3728720" cy="1393190"/>
              <a:chOff x="1158302" y="1836420"/>
              <a:chExt cx="4302697" cy="1393190"/>
            </a:xfrm>
          </p:grpSpPr>
          <p:sp>
            <p:nvSpPr>
              <p:cNvPr id="70" name="Bullet6" descr="569dc8b3-a967-4a39-8265-980739d85f5c"/>
              <p:cNvSpPr txBox="1"/>
              <p:nvPr/>
            </p:nvSpPr>
            <p:spPr>
              <a:xfrm>
                <a:off x="1158302" y="1836420"/>
                <a:ext cx="4302697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L="0" marR="0" lvl="0" indent="0" algn="l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sz="1800" b="1" i="0" u="none" strike="noStrike" kern="1200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协作之道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71" name="Text6" descr="e2c8035b-24d6-489c-b3a0-4dc2aa1e581c"/>
              <p:cNvSpPr txBox="1"/>
              <p:nvPr/>
            </p:nvSpPr>
            <p:spPr>
              <a:xfrm>
                <a:off x="1158302" y="2309081"/>
                <a:ext cx="4302697" cy="9205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>
                    <a:solidFill>
                      <a:srgbClr val="FFFFFF"/>
                    </a:solidFill>
                    <a:ea typeface="微软雅黑" panose="020B0503020204020204" charset="-122"/>
                  </a:rPr>
                  <a:t>展示人机共生的新模式，发挥人与AI的协同优势。</a:t>
                </a:r>
                <a:endParaRPr lang="en-US" sz="1200" b="0" i="0" u="none" strike="noStrik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</p:grp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5a12860-57d0-435d-97c1-4c6d2d8d7d77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FFFFFF"/>
                </a:solidFill>
                <a:ea typeface="微软雅黑" panose="020B0503020204020204" charset="-122"/>
              </a:rPr>
              <a:t>法：实践与方法的进化</a:t>
            </a:r>
            <a:endParaRPr lang="en-US" sz="2800" b="1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grpSp>
        <p:nvGrpSpPr>
          <p:cNvPr id="3" name="10b098b3-c274-476f-aa0d-e87fbb192f8f.source.6.zh-Hans.pptx" descr="d5a69a1b-56e7-4e83-ab55-db70f5734e39"/>
          <p:cNvGrpSpPr/>
          <p:nvPr/>
        </p:nvGrpSpPr>
        <p:grpSpPr>
          <a:xfrm>
            <a:off x="660400" y="1130300"/>
            <a:ext cx="10858500" cy="4541946"/>
            <a:chOff x="660400" y="1130300"/>
            <a:chExt cx="10858500" cy="4541946"/>
          </a:xfrm>
        </p:grpSpPr>
        <p:sp>
          <p:nvSpPr>
            <p:cNvPr id="35" name="íṧlíḑe" descr="13ec67fc-5bf1-4515-9185-2720a96002e1"/>
            <p:cNvSpPr/>
            <p:nvPr/>
          </p:nvSpPr>
          <p:spPr bwMode="auto">
            <a:xfrm flipH="1" flipV="1">
              <a:off x="6029261" y="2527258"/>
              <a:ext cx="754314" cy="177984"/>
            </a:xfrm>
            <a:prstGeom prst="line">
              <a:avLst/>
            </a:prstGeom>
            <a:noFill/>
            <a:ln w="12700">
              <a:solidFill>
                <a:schemeClr val="tx2">
                  <a:alpha val="50000"/>
                </a:schemeClr>
              </a:solidFill>
              <a:prstDash val="solid"/>
              <a:round/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1440" tIns="45720" rIns="91440" bIns="45720" anchor="ctr" anchorCtr="0">
              <a:normAutofit fontScale="25000" lnSpcReduction="20000"/>
            </a:bodyPr>
            <a:lstStyle/>
            <a:p>
              <a:pPr algn="ctr"/>
            </a:p>
          </p:txBody>
        </p:sp>
        <p:sp>
          <p:nvSpPr>
            <p:cNvPr id="36" name="ïŝliḑé" descr="175824bd-56f3-48a7-85da-bdab8fc1c058"/>
            <p:cNvSpPr/>
            <p:nvPr/>
          </p:nvSpPr>
          <p:spPr bwMode="auto">
            <a:xfrm>
              <a:off x="6783576" y="2705242"/>
              <a:ext cx="708759" cy="1201391"/>
            </a:xfrm>
            <a:custGeom>
              <a:avLst/>
              <a:gdLst>
                <a:gd name="T0" fmla="*/ 669 w 669"/>
                <a:gd name="T1" fmla="*/ 1134 h 1134"/>
                <a:gd name="T2" fmla="*/ 591 w 669"/>
                <a:gd name="T3" fmla="*/ 550 h 1134"/>
                <a:gd name="T4" fmla="*/ 0 w 669"/>
                <a:gd name="T5" fmla="*/ 0 h 1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69" h="1134">
                  <a:moveTo>
                    <a:pt x="669" y="1134"/>
                  </a:moveTo>
                  <a:lnTo>
                    <a:pt x="591" y="550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2">
                  <a:alpha val="50000"/>
                </a:schemeClr>
              </a:solidFill>
              <a:prstDash val="solid"/>
              <a:round/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ctr"/>
            </a:p>
          </p:txBody>
        </p:sp>
        <p:sp>
          <p:nvSpPr>
            <p:cNvPr id="37" name="ïş1iḓe" descr="4e950048-ec3e-4f4e-8ea1-44035eaf41de"/>
            <p:cNvSpPr/>
            <p:nvPr/>
          </p:nvSpPr>
          <p:spPr bwMode="auto">
            <a:xfrm>
              <a:off x="5431742" y="3906633"/>
              <a:ext cx="2060593" cy="1447178"/>
            </a:xfrm>
            <a:custGeom>
              <a:avLst/>
              <a:gdLst>
                <a:gd name="T0" fmla="*/ 0 w 1945"/>
                <a:gd name="T1" fmla="*/ 1276 h 1366"/>
                <a:gd name="T2" fmla="*/ 830 w 1945"/>
                <a:gd name="T3" fmla="*/ 1366 h 1366"/>
                <a:gd name="T4" fmla="*/ 1305 w 1945"/>
                <a:gd name="T5" fmla="*/ 1162 h 1366"/>
                <a:gd name="T6" fmla="*/ 1804 w 1945"/>
                <a:gd name="T7" fmla="*/ 737 h 1366"/>
                <a:gd name="T8" fmla="*/ 1945 w 1945"/>
                <a:gd name="T9" fmla="*/ 0 h 1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45" h="1366">
                  <a:moveTo>
                    <a:pt x="0" y="1276"/>
                  </a:moveTo>
                  <a:lnTo>
                    <a:pt x="830" y="1366"/>
                  </a:lnTo>
                  <a:lnTo>
                    <a:pt x="1305" y="1162"/>
                  </a:lnTo>
                  <a:lnTo>
                    <a:pt x="1804" y="737"/>
                  </a:lnTo>
                  <a:lnTo>
                    <a:pt x="1945" y="0"/>
                  </a:lnTo>
                </a:path>
              </a:pathLst>
            </a:custGeom>
            <a:noFill/>
            <a:ln w="12700">
              <a:solidFill>
                <a:schemeClr val="tx2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ctr"/>
            </a:p>
          </p:txBody>
        </p:sp>
        <p:sp>
          <p:nvSpPr>
            <p:cNvPr id="38" name="ïSlïḍè" descr="bbe5c856-4ecc-46c2-a4e1-3ae118ec5aae"/>
            <p:cNvSpPr/>
            <p:nvPr/>
          </p:nvSpPr>
          <p:spPr bwMode="auto">
            <a:xfrm>
              <a:off x="4810916" y="4466011"/>
              <a:ext cx="620826" cy="792452"/>
            </a:xfrm>
            <a:prstGeom prst="line">
              <a:avLst/>
            </a:prstGeom>
            <a:noFill/>
            <a:ln w="12700">
              <a:solidFill>
                <a:schemeClr val="tx2">
                  <a:alpha val="50000"/>
                </a:schemeClr>
              </a:solidFill>
              <a:prstDash val="solid"/>
              <a:round/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1440" tIns="45720" rIns="91440" bIns="45720" anchor="ctr" anchorCtr="0">
              <a:normAutofit fontScale="25000" lnSpcReduction="20000"/>
            </a:bodyPr>
            <a:lstStyle/>
            <a:p>
              <a:pPr algn="ctr"/>
            </a:p>
          </p:txBody>
        </p:sp>
        <p:sp>
          <p:nvSpPr>
            <p:cNvPr id="39" name="išḷídê" descr="cb0c2ff2-6b8a-4034-9755-88e93f751d2f"/>
            <p:cNvSpPr/>
            <p:nvPr/>
          </p:nvSpPr>
          <p:spPr bwMode="auto">
            <a:xfrm>
              <a:off x="4699675" y="3313289"/>
              <a:ext cx="111243" cy="1152724"/>
            </a:xfrm>
            <a:custGeom>
              <a:avLst/>
              <a:gdLst>
                <a:gd name="T0" fmla="*/ 609 w 609"/>
                <a:gd name="T1" fmla="*/ 0 h 1611"/>
                <a:gd name="T2" fmla="*/ 592 w 609"/>
                <a:gd name="T3" fmla="*/ 5 h 1611"/>
                <a:gd name="T4" fmla="*/ 313 w 609"/>
                <a:gd name="T5" fmla="*/ 392 h 1611"/>
                <a:gd name="T6" fmla="*/ 52 w 609"/>
                <a:gd name="T7" fmla="*/ 523 h 1611"/>
                <a:gd name="T8" fmla="*/ 0 w 609"/>
                <a:gd name="T9" fmla="*/ 1132 h 1611"/>
                <a:gd name="T10" fmla="*/ 105 w 609"/>
                <a:gd name="T11" fmla="*/ 1611 h 1611"/>
                <a:gd name="connsiteX0" fmla="*/ 10000 w 10018"/>
                <a:gd name="connsiteY0" fmla="*/ 0 h 10000"/>
                <a:gd name="connsiteX1" fmla="*/ 10018 w 10018"/>
                <a:gd name="connsiteY1" fmla="*/ 1358 h 10000"/>
                <a:gd name="connsiteX2" fmla="*/ 5140 w 10018"/>
                <a:gd name="connsiteY2" fmla="*/ 2433 h 10000"/>
                <a:gd name="connsiteX3" fmla="*/ 854 w 10018"/>
                <a:gd name="connsiteY3" fmla="*/ 3246 h 10000"/>
                <a:gd name="connsiteX4" fmla="*/ 0 w 10018"/>
                <a:gd name="connsiteY4" fmla="*/ 7027 h 10000"/>
                <a:gd name="connsiteX5" fmla="*/ 1724 w 10018"/>
                <a:gd name="connsiteY5" fmla="*/ 10000 h 10000"/>
                <a:gd name="connsiteX0-1" fmla="*/ 12868 w 12868"/>
                <a:gd name="connsiteY0-2" fmla="*/ 0 h 9028"/>
                <a:gd name="connsiteX1-3" fmla="*/ 10018 w 12868"/>
                <a:gd name="connsiteY1-4" fmla="*/ 386 h 9028"/>
                <a:gd name="connsiteX2-5" fmla="*/ 5140 w 12868"/>
                <a:gd name="connsiteY2-6" fmla="*/ 1461 h 9028"/>
                <a:gd name="connsiteX3-7" fmla="*/ 854 w 12868"/>
                <a:gd name="connsiteY3-8" fmla="*/ 2274 h 9028"/>
                <a:gd name="connsiteX4-9" fmla="*/ 0 w 12868"/>
                <a:gd name="connsiteY4-10" fmla="*/ 6055 h 9028"/>
                <a:gd name="connsiteX5-11" fmla="*/ 1724 w 12868"/>
                <a:gd name="connsiteY5-12" fmla="*/ 9028 h 9028"/>
                <a:gd name="connsiteX0-13" fmla="*/ 7785 w 7785"/>
                <a:gd name="connsiteY0-14" fmla="*/ 0 h 9572"/>
                <a:gd name="connsiteX1-15" fmla="*/ 3994 w 7785"/>
                <a:gd name="connsiteY1-16" fmla="*/ 1190 h 9572"/>
                <a:gd name="connsiteX2-17" fmla="*/ 664 w 7785"/>
                <a:gd name="connsiteY2-18" fmla="*/ 2091 h 9572"/>
                <a:gd name="connsiteX3-19" fmla="*/ 0 w 7785"/>
                <a:gd name="connsiteY3-20" fmla="*/ 6279 h 9572"/>
                <a:gd name="connsiteX4-21" fmla="*/ 1340 w 7785"/>
                <a:gd name="connsiteY4-22" fmla="*/ 9572 h 9572"/>
                <a:gd name="connsiteX0-23" fmla="*/ 5130 w 5130"/>
                <a:gd name="connsiteY0-24" fmla="*/ 0 h 8757"/>
                <a:gd name="connsiteX1-25" fmla="*/ 853 w 5130"/>
                <a:gd name="connsiteY1-26" fmla="*/ 941 h 8757"/>
                <a:gd name="connsiteX2-27" fmla="*/ 0 w 5130"/>
                <a:gd name="connsiteY2-28" fmla="*/ 5317 h 8757"/>
                <a:gd name="connsiteX3-29" fmla="*/ 1721 w 5130"/>
                <a:gd name="connsiteY3-30" fmla="*/ 8757 h 8757"/>
                <a:gd name="connsiteX0-31" fmla="*/ 1663 w 3355"/>
                <a:gd name="connsiteY0-32" fmla="*/ 0 h 8925"/>
                <a:gd name="connsiteX1-33" fmla="*/ 0 w 3355"/>
                <a:gd name="connsiteY1-34" fmla="*/ 4997 h 8925"/>
                <a:gd name="connsiteX2-35" fmla="*/ 3355 w 3355"/>
                <a:gd name="connsiteY2-36" fmla="*/ 8925 h 892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3355" h="8925">
                  <a:moveTo>
                    <a:pt x="1663" y="0"/>
                  </a:moveTo>
                  <a:lnTo>
                    <a:pt x="0" y="4997"/>
                  </a:lnTo>
                  <a:lnTo>
                    <a:pt x="3355" y="8925"/>
                  </a:lnTo>
                </a:path>
              </a:pathLst>
            </a:custGeom>
            <a:noFill/>
            <a:ln w="12700">
              <a:solidFill>
                <a:schemeClr val="tx2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ctr"/>
            </a:p>
          </p:txBody>
        </p:sp>
        <p:sp>
          <p:nvSpPr>
            <p:cNvPr id="40" name="isľíḍe" descr="e55a380c-80fd-4bbc-bd0c-bd0469722aa1"/>
            <p:cNvSpPr/>
            <p:nvPr/>
          </p:nvSpPr>
          <p:spPr bwMode="auto">
            <a:xfrm flipH="1">
              <a:off x="5344869" y="2527258"/>
              <a:ext cx="684392" cy="232015"/>
            </a:xfrm>
            <a:prstGeom prst="line">
              <a:avLst/>
            </a:prstGeom>
            <a:noFill/>
            <a:ln w="12700">
              <a:solidFill>
                <a:schemeClr val="tx2">
                  <a:alpha val="50000"/>
                </a:schemeClr>
              </a:solidFill>
              <a:prstDash val="solid"/>
              <a:round/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1440" tIns="45720" rIns="91440" bIns="45720" anchor="ctr" anchorCtr="0">
              <a:normAutofit fontScale="25000" lnSpcReduction="20000"/>
            </a:bodyPr>
            <a:lstStyle/>
            <a:p>
              <a:pPr algn="ctr"/>
            </a:p>
          </p:txBody>
        </p:sp>
        <p:sp>
          <p:nvSpPr>
            <p:cNvPr id="41" name="îṣlidê" descr="4d0f9ade-0565-4f08-8d9f-05a377464f9f"/>
            <p:cNvSpPr/>
            <p:nvPr/>
          </p:nvSpPr>
          <p:spPr bwMode="auto">
            <a:xfrm>
              <a:off x="5345867" y="2685136"/>
              <a:ext cx="1441261" cy="80454"/>
            </a:xfrm>
            <a:custGeom>
              <a:avLst/>
              <a:gdLst>
                <a:gd name="T0" fmla="*/ 0 w 1375"/>
                <a:gd name="T1" fmla="*/ 69 h 119"/>
                <a:gd name="T2" fmla="*/ 0 w 1375"/>
                <a:gd name="T3" fmla="*/ 69 h 119"/>
                <a:gd name="T4" fmla="*/ 681 w 1375"/>
                <a:gd name="T5" fmla="*/ 0 h 119"/>
                <a:gd name="T6" fmla="*/ 681 w 1375"/>
                <a:gd name="T7" fmla="*/ 0 h 119"/>
                <a:gd name="T8" fmla="*/ 1375 w 1375"/>
                <a:gd name="T9" fmla="*/ 13 h 119"/>
                <a:gd name="T10" fmla="*/ 1279 w 1375"/>
                <a:gd name="T11" fmla="*/ 119 h 119"/>
                <a:gd name="connsiteX0" fmla="*/ 0 w 10000"/>
                <a:gd name="connsiteY0" fmla="*/ 5798 h 12759"/>
                <a:gd name="connsiteX1" fmla="*/ 0 w 10000"/>
                <a:gd name="connsiteY1" fmla="*/ 5798 h 12759"/>
                <a:gd name="connsiteX2" fmla="*/ 4953 w 10000"/>
                <a:gd name="connsiteY2" fmla="*/ 0 h 12759"/>
                <a:gd name="connsiteX3" fmla="*/ 4953 w 10000"/>
                <a:gd name="connsiteY3" fmla="*/ 0 h 12759"/>
                <a:gd name="connsiteX4" fmla="*/ 10000 w 10000"/>
                <a:gd name="connsiteY4" fmla="*/ 1092 h 12759"/>
                <a:gd name="connsiteX5" fmla="*/ 9413 w 10000"/>
                <a:gd name="connsiteY5" fmla="*/ 12759 h 12759"/>
                <a:gd name="connsiteX0-1" fmla="*/ 0 w 10000"/>
                <a:gd name="connsiteY0-2" fmla="*/ 5798 h 5798"/>
                <a:gd name="connsiteX1-3" fmla="*/ 0 w 10000"/>
                <a:gd name="connsiteY1-4" fmla="*/ 5798 h 5798"/>
                <a:gd name="connsiteX2-5" fmla="*/ 4953 w 10000"/>
                <a:gd name="connsiteY2-6" fmla="*/ 0 h 5798"/>
                <a:gd name="connsiteX3-7" fmla="*/ 4953 w 10000"/>
                <a:gd name="connsiteY3-8" fmla="*/ 0 h 5798"/>
                <a:gd name="connsiteX4-9" fmla="*/ 10000 w 10000"/>
                <a:gd name="connsiteY4-10" fmla="*/ 1092 h 579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0000" h="5798">
                  <a:moveTo>
                    <a:pt x="0" y="5798"/>
                  </a:moveTo>
                  <a:lnTo>
                    <a:pt x="0" y="5798"/>
                  </a:lnTo>
                  <a:lnTo>
                    <a:pt x="4953" y="0"/>
                  </a:lnTo>
                  <a:lnTo>
                    <a:pt x="4953" y="0"/>
                  </a:lnTo>
                  <a:lnTo>
                    <a:pt x="10000" y="1092"/>
                  </a:lnTo>
                </a:path>
              </a:pathLst>
            </a:custGeom>
            <a:noFill/>
            <a:ln w="12700">
              <a:solidFill>
                <a:schemeClr val="tx2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91440" tIns="45720" rIns="91440" bIns="45720" anchor="ctr" anchorCtr="0">
              <a:normAutofit fontScale="25000" lnSpcReduction="20000"/>
            </a:bodyPr>
            <a:lstStyle/>
            <a:p>
              <a:pPr algn="ctr"/>
            </a:p>
          </p:txBody>
        </p:sp>
        <p:sp>
          <p:nvSpPr>
            <p:cNvPr id="42" name="íṡḷiḓè" descr="abb396f0-c8bd-479e-be64-71601d222012"/>
            <p:cNvSpPr/>
            <p:nvPr/>
          </p:nvSpPr>
          <p:spPr bwMode="auto">
            <a:xfrm>
              <a:off x="5243163" y="4021051"/>
              <a:ext cx="188579" cy="1237412"/>
            </a:xfrm>
            <a:custGeom>
              <a:avLst/>
              <a:gdLst>
                <a:gd name="T0" fmla="*/ 0 w 178"/>
                <a:gd name="T1" fmla="*/ 0 h 1168"/>
                <a:gd name="T2" fmla="*/ 144 w 178"/>
                <a:gd name="T3" fmla="*/ 792 h 1168"/>
                <a:gd name="T4" fmla="*/ 178 w 178"/>
                <a:gd name="T5" fmla="*/ 1168 h 1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8" h="1168">
                  <a:moveTo>
                    <a:pt x="0" y="0"/>
                  </a:moveTo>
                  <a:lnTo>
                    <a:pt x="144" y="792"/>
                  </a:lnTo>
                  <a:lnTo>
                    <a:pt x="178" y="1168"/>
                  </a:lnTo>
                </a:path>
              </a:pathLst>
            </a:custGeom>
            <a:noFill/>
            <a:ln w="12700">
              <a:solidFill>
                <a:schemeClr val="tx2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ctr"/>
            </a:p>
          </p:txBody>
        </p:sp>
        <p:sp>
          <p:nvSpPr>
            <p:cNvPr id="43" name="ïŝḷiḓe" descr="31c014d9-422b-42d3-8576-1b49e43ffa36"/>
            <p:cNvSpPr/>
            <p:nvPr/>
          </p:nvSpPr>
          <p:spPr bwMode="auto">
            <a:xfrm>
              <a:off x="5243163" y="2764570"/>
              <a:ext cx="139845" cy="1256482"/>
            </a:xfrm>
            <a:custGeom>
              <a:avLst/>
              <a:gdLst>
                <a:gd name="T0" fmla="*/ 79 w 132"/>
                <a:gd name="T1" fmla="*/ 0 h 1186"/>
                <a:gd name="T2" fmla="*/ 132 w 132"/>
                <a:gd name="T3" fmla="*/ 368 h 1186"/>
                <a:gd name="T4" fmla="*/ 0 w 132"/>
                <a:gd name="T5" fmla="*/ 1186 h 1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2" h="1186">
                  <a:moveTo>
                    <a:pt x="79" y="0"/>
                  </a:moveTo>
                  <a:lnTo>
                    <a:pt x="132" y="368"/>
                  </a:lnTo>
                  <a:lnTo>
                    <a:pt x="0" y="1186"/>
                  </a:lnTo>
                </a:path>
              </a:pathLst>
            </a:custGeom>
            <a:noFill/>
            <a:ln w="12700">
              <a:solidFill>
                <a:schemeClr val="tx2">
                  <a:alpha val="50000"/>
                </a:schemeClr>
              </a:solidFill>
              <a:prstDash val="solid"/>
              <a:round/>
              <a:headEnd type="none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ctr"/>
            </a:p>
          </p:txBody>
        </p:sp>
        <p:sp>
          <p:nvSpPr>
            <p:cNvPr id="44" name="ïşḷiḍe" descr="8691a2a1-8df6-4d9d-8f7c-6c5be1c624df"/>
            <p:cNvSpPr/>
            <p:nvPr/>
          </p:nvSpPr>
          <p:spPr bwMode="auto">
            <a:xfrm>
              <a:off x="5993240" y="4552883"/>
              <a:ext cx="317842" cy="800928"/>
            </a:xfrm>
            <a:custGeom>
              <a:avLst/>
              <a:gdLst>
                <a:gd name="T0" fmla="*/ 0 w 398"/>
                <a:gd name="T1" fmla="*/ 0 h 756"/>
                <a:gd name="T2" fmla="*/ 219 w 398"/>
                <a:gd name="T3" fmla="*/ 591 h 756"/>
                <a:gd name="T4" fmla="*/ 300 w 398"/>
                <a:gd name="T5" fmla="*/ 756 h 756"/>
                <a:gd name="T6" fmla="*/ 398 w 398"/>
                <a:gd name="T7" fmla="*/ 595 h 756"/>
                <a:gd name="connsiteX0" fmla="*/ 0 w 13102"/>
                <a:gd name="connsiteY0" fmla="*/ 0 h 10000"/>
                <a:gd name="connsiteX1" fmla="*/ 5503 w 13102"/>
                <a:gd name="connsiteY1" fmla="*/ 7817 h 10000"/>
                <a:gd name="connsiteX2" fmla="*/ 7538 w 13102"/>
                <a:gd name="connsiteY2" fmla="*/ 10000 h 10000"/>
                <a:gd name="connsiteX3" fmla="*/ 13102 w 13102"/>
                <a:gd name="connsiteY3" fmla="*/ 9384 h 10000"/>
                <a:gd name="connsiteX0-1" fmla="*/ 0 w 7538"/>
                <a:gd name="connsiteY0-2" fmla="*/ 0 h 10000"/>
                <a:gd name="connsiteX1-3" fmla="*/ 5503 w 7538"/>
                <a:gd name="connsiteY1-4" fmla="*/ 7817 h 10000"/>
                <a:gd name="connsiteX2-5" fmla="*/ 7538 w 7538"/>
                <a:gd name="connsiteY2-6" fmla="*/ 10000 h 100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7538" h="10000">
                  <a:moveTo>
                    <a:pt x="0" y="0"/>
                  </a:moveTo>
                  <a:lnTo>
                    <a:pt x="5503" y="7817"/>
                  </a:lnTo>
                  <a:lnTo>
                    <a:pt x="7538" y="10000"/>
                  </a:lnTo>
                </a:path>
              </a:pathLst>
            </a:custGeom>
            <a:noFill/>
            <a:ln w="12700">
              <a:solidFill>
                <a:schemeClr val="tx2">
                  <a:alpha val="50000"/>
                </a:schemeClr>
              </a:solidFill>
              <a:prstDash val="solid"/>
              <a:round/>
              <a:headEnd type="oval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ctr"/>
            </a:p>
          </p:txBody>
        </p:sp>
        <p:sp>
          <p:nvSpPr>
            <p:cNvPr id="45" name="î$ľíḓé" descr="9acde34a-b9f9-4b65-8c6b-862beeae45f5"/>
            <p:cNvSpPr/>
            <p:nvPr/>
          </p:nvSpPr>
          <p:spPr bwMode="auto">
            <a:xfrm>
              <a:off x="5993241" y="2691470"/>
              <a:ext cx="349612" cy="1861415"/>
            </a:xfrm>
            <a:custGeom>
              <a:avLst/>
              <a:gdLst>
                <a:gd name="T0" fmla="*/ 52 w 330"/>
                <a:gd name="T1" fmla="*/ 0 h 1757"/>
                <a:gd name="T2" fmla="*/ 330 w 330"/>
                <a:gd name="T3" fmla="*/ 664 h 1757"/>
                <a:gd name="T4" fmla="*/ 0 w 330"/>
                <a:gd name="T5" fmla="*/ 1757 h 17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0" h="1757">
                  <a:moveTo>
                    <a:pt x="52" y="0"/>
                  </a:moveTo>
                  <a:lnTo>
                    <a:pt x="330" y="664"/>
                  </a:lnTo>
                  <a:lnTo>
                    <a:pt x="0" y="1757"/>
                  </a:lnTo>
                </a:path>
              </a:pathLst>
            </a:custGeom>
            <a:noFill/>
            <a:ln w="12700">
              <a:solidFill>
                <a:schemeClr val="tx2">
                  <a:alpha val="50000"/>
                </a:schemeClr>
              </a:solidFill>
              <a:prstDash val="solid"/>
              <a:round/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ctr"/>
            </a:p>
          </p:txBody>
        </p:sp>
        <p:sp>
          <p:nvSpPr>
            <p:cNvPr id="46" name="ïsḻíďê" descr="abfd3525-30b9-4cb8-978b-afe5f42f4fba"/>
            <p:cNvSpPr/>
            <p:nvPr/>
          </p:nvSpPr>
          <p:spPr bwMode="auto">
            <a:xfrm>
              <a:off x="6029261" y="2527258"/>
              <a:ext cx="19070" cy="164212"/>
            </a:xfrm>
            <a:prstGeom prst="line">
              <a:avLst/>
            </a:prstGeom>
            <a:noFill/>
            <a:ln w="12700">
              <a:solidFill>
                <a:schemeClr val="tx2">
                  <a:alpha val="50000"/>
                </a:schemeClr>
              </a:solidFill>
              <a:prstDash val="solid"/>
              <a:round/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1440" tIns="45720" rIns="91440" bIns="45720" anchor="ctr" anchorCtr="0">
              <a:normAutofit fontScale="25000" lnSpcReduction="20000"/>
            </a:bodyPr>
            <a:lstStyle/>
            <a:p>
              <a:pPr algn="ctr"/>
            </a:p>
          </p:txBody>
        </p:sp>
        <p:sp>
          <p:nvSpPr>
            <p:cNvPr id="47" name="isḻïḑé" descr="ac80127d-b33e-405b-9d19-6b5001a099e1"/>
            <p:cNvSpPr/>
            <p:nvPr/>
          </p:nvSpPr>
          <p:spPr bwMode="auto">
            <a:xfrm flipH="1">
              <a:off x="4754767" y="2758127"/>
              <a:ext cx="583758" cy="555226"/>
            </a:xfrm>
            <a:prstGeom prst="line">
              <a:avLst/>
            </a:prstGeom>
            <a:noFill/>
            <a:ln w="12700">
              <a:solidFill>
                <a:schemeClr val="tx2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1440" tIns="45720" rIns="91440" bIns="45720" anchor="ctr" anchorCtr="0">
              <a:normAutofit fontScale="25000" lnSpcReduction="20000"/>
            </a:bodyPr>
            <a:lstStyle/>
            <a:p>
              <a:pPr algn="ctr"/>
            </a:p>
          </p:txBody>
        </p:sp>
        <p:sp>
          <p:nvSpPr>
            <p:cNvPr id="48" name="iṥľïḓe" descr="927a9af9-0c2d-4e41-94b6-ca72e1f0ad6e"/>
            <p:cNvSpPr/>
            <p:nvPr/>
          </p:nvSpPr>
          <p:spPr bwMode="auto">
            <a:xfrm flipH="1" flipV="1">
              <a:off x="7327064" y="3831414"/>
              <a:ext cx="165271" cy="75220"/>
            </a:xfrm>
            <a:prstGeom prst="line">
              <a:avLst/>
            </a:prstGeom>
            <a:noFill/>
            <a:ln w="12700">
              <a:solidFill>
                <a:schemeClr val="tx2">
                  <a:alpha val="50000"/>
                </a:schemeClr>
              </a:solidFill>
              <a:prstDash val="solid"/>
              <a:round/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1440" tIns="45720" rIns="91440" bIns="45720" anchor="ctr" anchorCtr="0">
              <a:normAutofit fontScale="25000" lnSpcReduction="20000"/>
            </a:bodyPr>
            <a:lstStyle/>
            <a:p>
              <a:pPr algn="ctr"/>
            </a:p>
          </p:txBody>
        </p:sp>
        <p:sp>
          <p:nvSpPr>
            <p:cNvPr id="49" name="îṡḷîḍè" descr="5b8a0fa3-c04c-446a-8256-3aa21d20a734"/>
            <p:cNvSpPr/>
            <p:nvPr/>
          </p:nvSpPr>
          <p:spPr bwMode="auto">
            <a:xfrm flipH="1" flipV="1">
              <a:off x="6776512" y="2706202"/>
              <a:ext cx="188226" cy="489555"/>
            </a:xfrm>
            <a:prstGeom prst="line">
              <a:avLst/>
            </a:prstGeom>
            <a:noFill/>
            <a:ln w="12700">
              <a:solidFill>
                <a:schemeClr val="tx2">
                  <a:alpha val="50000"/>
                </a:schemeClr>
              </a:solidFill>
              <a:prstDash val="solid"/>
              <a:round/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1440" tIns="45720" rIns="91440" bIns="45720" anchor="ctr" anchorCtr="0">
              <a:normAutofit fontScale="25000" lnSpcReduction="20000"/>
            </a:bodyPr>
            <a:lstStyle/>
            <a:p>
              <a:pPr algn="ctr"/>
            </a:p>
          </p:txBody>
        </p:sp>
        <p:sp>
          <p:nvSpPr>
            <p:cNvPr id="50" name="ïŝḷîḋê" descr="3e479e97-84fe-4f57-8b5e-fd25193d7315"/>
            <p:cNvSpPr/>
            <p:nvPr/>
          </p:nvSpPr>
          <p:spPr bwMode="auto">
            <a:xfrm flipH="1" flipV="1">
              <a:off x="6964739" y="3195757"/>
              <a:ext cx="362325" cy="635657"/>
            </a:xfrm>
            <a:prstGeom prst="line">
              <a:avLst/>
            </a:prstGeom>
            <a:noFill/>
            <a:ln w="12700">
              <a:solidFill>
                <a:schemeClr val="tx2">
                  <a:alpha val="50000"/>
                </a:schemeClr>
              </a:solidFill>
              <a:prstDash val="solid"/>
              <a:round/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1440" tIns="45720" rIns="91440" bIns="45720" anchor="ctr" anchorCtr="0">
              <a:normAutofit fontScale="25000" lnSpcReduction="20000"/>
            </a:bodyPr>
            <a:lstStyle/>
            <a:p>
              <a:pPr algn="ctr"/>
            </a:p>
          </p:txBody>
        </p:sp>
        <p:sp>
          <p:nvSpPr>
            <p:cNvPr id="51" name="íSľïďe" descr="4d8db389-2b94-4f83-a575-05b282cdfc09"/>
            <p:cNvSpPr/>
            <p:nvPr/>
          </p:nvSpPr>
          <p:spPr bwMode="auto">
            <a:xfrm flipH="1" flipV="1">
              <a:off x="7327064" y="3831414"/>
              <a:ext cx="15891" cy="856017"/>
            </a:xfrm>
            <a:prstGeom prst="line">
              <a:avLst/>
            </a:prstGeom>
            <a:noFill/>
            <a:ln w="12700">
              <a:solidFill>
                <a:schemeClr val="tx2">
                  <a:alpha val="50000"/>
                </a:schemeClr>
              </a:solidFill>
              <a:prstDash val="solid"/>
              <a:round/>
              <a:headEnd type="oval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1440" tIns="45720" rIns="91440" bIns="45720" anchor="ctr" anchorCtr="0">
              <a:normAutofit fontScale="25000" lnSpcReduction="20000"/>
            </a:bodyPr>
            <a:lstStyle/>
            <a:p>
              <a:pPr algn="ctr"/>
            </a:p>
          </p:txBody>
        </p:sp>
        <p:sp>
          <p:nvSpPr>
            <p:cNvPr id="52" name="ïś1íḓê" descr="1219d413-07bc-4d65-a40d-d4258a677c6d"/>
            <p:cNvSpPr/>
            <p:nvPr/>
          </p:nvSpPr>
          <p:spPr bwMode="auto">
            <a:xfrm>
              <a:off x="5993241" y="4552884"/>
              <a:ext cx="1349714" cy="255322"/>
            </a:xfrm>
            <a:custGeom>
              <a:avLst/>
              <a:gdLst>
                <a:gd name="T0" fmla="*/ 0 w 1274"/>
                <a:gd name="T1" fmla="*/ 0 h 241"/>
                <a:gd name="T2" fmla="*/ 909 w 1274"/>
                <a:gd name="T3" fmla="*/ 241 h 241"/>
                <a:gd name="T4" fmla="*/ 1274 w 1274"/>
                <a:gd name="T5" fmla="*/ 127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74" h="241">
                  <a:moveTo>
                    <a:pt x="0" y="0"/>
                  </a:moveTo>
                  <a:lnTo>
                    <a:pt x="909" y="241"/>
                  </a:lnTo>
                  <a:lnTo>
                    <a:pt x="1274" y="127"/>
                  </a:lnTo>
                </a:path>
              </a:pathLst>
            </a:custGeom>
            <a:noFill/>
            <a:ln w="12700">
              <a:solidFill>
                <a:schemeClr val="tx2">
                  <a:alpha val="50000"/>
                </a:schemeClr>
              </a:solidFill>
              <a:prstDash val="solid"/>
              <a:round/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91440" tIns="45720" rIns="91440" bIns="45720" anchor="ctr" anchorCtr="0">
              <a:normAutofit fontScale="70000" lnSpcReduction="20000"/>
            </a:bodyPr>
            <a:lstStyle/>
            <a:p>
              <a:pPr algn="ctr"/>
            </a:p>
          </p:txBody>
        </p:sp>
        <p:sp>
          <p:nvSpPr>
            <p:cNvPr id="53" name="íşľíḋe" descr="5473f9c0-c235-4b60-a44a-96b97a004d25"/>
            <p:cNvSpPr/>
            <p:nvPr/>
          </p:nvSpPr>
          <p:spPr bwMode="auto">
            <a:xfrm>
              <a:off x="5243164" y="4021051"/>
              <a:ext cx="750077" cy="531833"/>
            </a:xfrm>
            <a:prstGeom prst="line">
              <a:avLst/>
            </a:prstGeom>
            <a:noFill/>
            <a:ln w="12700">
              <a:solidFill>
                <a:schemeClr val="tx2">
                  <a:alpha val="50000"/>
                </a:schemeClr>
              </a:solidFill>
              <a:prstDash val="solid"/>
              <a:round/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1440" tIns="45720" rIns="91440" bIns="45720" anchor="ctr" anchorCtr="0">
              <a:normAutofit fontScale="25000" lnSpcReduction="20000"/>
            </a:bodyPr>
            <a:lstStyle/>
            <a:p>
              <a:pPr algn="ctr"/>
            </a:p>
          </p:txBody>
        </p:sp>
        <p:sp>
          <p:nvSpPr>
            <p:cNvPr id="54" name="i$lîḍê" descr="89113ca9-0cd5-456f-9b7c-61dcb33bf142"/>
            <p:cNvSpPr/>
            <p:nvPr/>
          </p:nvSpPr>
          <p:spPr bwMode="auto">
            <a:xfrm>
              <a:off x="4754767" y="3313354"/>
              <a:ext cx="488398" cy="707698"/>
            </a:xfrm>
            <a:prstGeom prst="line">
              <a:avLst/>
            </a:prstGeom>
            <a:noFill/>
            <a:ln w="12700">
              <a:solidFill>
                <a:schemeClr val="tx2">
                  <a:alpha val="50000"/>
                </a:schemeClr>
              </a:solidFill>
              <a:prstDash val="solid"/>
              <a:round/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1440" tIns="45720" rIns="91440" bIns="45720" anchor="ctr" anchorCtr="0">
              <a:normAutofit fontScale="25000" lnSpcReduction="20000"/>
            </a:bodyPr>
            <a:lstStyle/>
            <a:p>
              <a:pPr algn="ctr"/>
            </a:p>
          </p:txBody>
        </p:sp>
        <p:sp>
          <p:nvSpPr>
            <p:cNvPr id="55" name="iŝḷiḓè" descr="ec828898-688a-4a4a-9e07-9f4e7f0a667f"/>
            <p:cNvSpPr/>
            <p:nvPr/>
          </p:nvSpPr>
          <p:spPr bwMode="auto">
            <a:xfrm flipH="1">
              <a:off x="4754767" y="3154439"/>
              <a:ext cx="628243" cy="158914"/>
            </a:xfrm>
            <a:prstGeom prst="line">
              <a:avLst/>
            </a:prstGeom>
            <a:noFill/>
            <a:ln w="12700">
              <a:solidFill>
                <a:schemeClr val="tx2">
                  <a:alpha val="50000"/>
                </a:schemeClr>
              </a:solidFill>
              <a:prstDash val="solid"/>
              <a:round/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1440" tIns="45720" rIns="91440" bIns="45720" anchor="ctr" anchorCtr="0">
              <a:normAutofit fontScale="25000" lnSpcReduction="20000"/>
            </a:bodyPr>
            <a:lstStyle/>
            <a:p>
              <a:pPr algn="ctr"/>
            </a:p>
          </p:txBody>
        </p:sp>
        <p:sp>
          <p:nvSpPr>
            <p:cNvPr id="56" name="ïṧḷïḓé" descr="7043cc37-6cab-4d0a-87bf-d41bf0f6bd96"/>
            <p:cNvSpPr/>
            <p:nvPr/>
          </p:nvSpPr>
          <p:spPr bwMode="auto">
            <a:xfrm flipH="1">
              <a:off x="5383009" y="2691470"/>
              <a:ext cx="665322" cy="462970"/>
            </a:xfrm>
            <a:prstGeom prst="line">
              <a:avLst/>
            </a:prstGeom>
            <a:noFill/>
            <a:ln w="12700">
              <a:solidFill>
                <a:schemeClr val="tx2">
                  <a:alpha val="50000"/>
                </a:schemeClr>
              </a:solidFill>
              <a:prstDash val="solid"/>
              <a:round/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1440" tIns="45720" rIns="91440" bIns="45720" anchor="ctr" anchorCtr="0">
              <a:normAutofit fontScale="25000" lnSpcReduction="20000"/>
            </a:bodyPr>
            <a:lstStyle/>
            <a:p>
              <a:pPr algn="ctr"/>
            </a:p>
          </p:txBody>
        </p:sp>
        <p:sp>
          <p:nvSpPr>
            <p:cNvPr id="57" name="íş1idé" descr="763e9c14-41d0-4104-acfc-c01298864a28"/>
            <p:cNvSpPr/>
            <p:nvPr/>
          </p:nvSpPr>
          <p:spPr bwMode="auto">
            <a:xfrm flipH="1" flipV="1">
              <a:off x="6048331" y="2691470"/>
              <a:ext cx="916408" cy="504288"/>
            </a:xfrm>
            <a:prstGeom prst="line">
              <a:avLst/>
            </a:prstGeom>
            <a:noFill/>
            <a:ln w="12700">
              <a:solidFill>
                <a:schemeClr val="tx2">
                  <a:alpha val="50000"/>
                </a:schemeClr>
              </a:solidFill>
              <a:prstDash val="solid"/>
              <a:round/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1440" tIns="45720" rIns="91440" bIns="45720" anchor="ctr" anchorCtr="0">
              <a:normAutofit fontScale="25000" lnSpcReduction="20000"/>
            </a:bodyPr>
            <a:lstStyle/>
            <a:p>
              <a:pPr algn="ctr"/>
            </a:p>
          </p:txBody>
        </p:sp>
        <p:sp>
          <p:nvSpPr>
            <p:cNvPr id="58" name="íSlïdè" descr="72e2c0ee-d5e4-4289-8ebb-aabe6b06819c"/>
            <p:cNvSpPr/>
            <p:nvPr/>
          </p:nvSpPr>
          <p:spPr bwMode="auto">
            <a:xfrm>
              <a:off x="6964739" y="3195757"/>
              <a:ext cx="444961" cy="619766"/>
            </a:xfrm>
            <a:custGeom>
              <a:avLst/>
              <a:gdLst>
                <a:gd name="T0" fmla="*/ 344 w 420"/>
                <a:gd name="T1" fmla="*/ 585 h 585"/>
                <a:gd name="T2" fmla="*/ 420 w 420"/>
                <a:gd name="T3" fmla="*/ 87 h 585"/>
                <a:gd name="T4" fmla="*/ 0 w 420"/>
                <a:gd name="T5" fmla="*/ 0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0" h="585">
                  <a:moveTo>
                    <a:pt x="344" y="585"/>
                  </a:moveTo>
                  <a:lnTo>
                    <a:pt x="420" y="87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2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ctr"/>
            </a:p>
          </p:txBody>
        </p:sp>
        <p:sp>
          <p:nvSpPr>
            <p:cNvPr id="59" name="î$ḻidê" descr="15f3d5a4-e3bf-44b4-aa4b-5fc8629e1335"/>
            <p:cNvSpPr/>
            <p:nvPr/>
          </p:nvSpPr>
          <p:spPr bwMode="auto">
            <a:xfrm>
              <a:off x="6947788" y="3195757"/>
              <a:ext cx="381395" cy="1612449"/>
            </a:xfrm>
            <a:custGeom>
              <a:avLst/>
              <a:gdLst>
                <a:gd name="T0" fmla="*/ 16 w 360"/>
                <a:gd name="T1" fmla="*/ 0 h 1522"/>
                <a:gd name="T2" fmla="*/ 0 w 360"/>
                <a:gd name="T3" fmla="*/ 729 h 1522"/>
                <a:gd name="T4" fmla="*/ 8 w 360"/>
                <a:gd name="T5" fmla="*/ 1522 h 1522"/>
                <a:gd name="T6" fmla="*/ 358 w 360"/>
                <a:gd name="T7" fmla="*/ 600 h 1522"/>
                <a:gd name="T8" fmla="*/ 360 w 360"/>
                <a:gd name="T9" fmla="*/ 585 h 1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0" h="1522">
                  <a:moveTo>
                    <a:pt x="16" y="0"/>
                  </a:moveTo>
                  <a:lnTo>
                    <a:pt x="0" y="729"/>
                  </a:lnTo>
                  <a:lnTo>
                    <a:pt x="8" y="1522"/>
                  </a:lnTo>
                  <a:lnTo>
                    <a:pt x="358" y="600"/>
                  </a:lnTo>
                  <a:lnTo>
                    <a:pt x="360" y="585"/>
                  </a:lnTo>
                </a:path>
              </a:pathLst>
            </a:custGeom>
            <a:noFill/>
            <a:ln w="12700">
              <a:solidFill>
                <a:schemeClr val="tx2">
                  <a:alpha val="50000"/>
                </a:schemeClr>
              </a:solidFill>
              <a:prstDash val="solid"/>
              <a:round/>
              <a:headEnd type="oval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ctr"/>
            </a:p>
          </p:txBody>
        </p:sp>
        <p:sp>
          <p:nvSpPr>
            <p:cNvPr id="60" name="ïś1íḍé" descr="e5a81c87-bde0-4a86-8df3-64a781e822aa"/>
            <p:cNvSpPr/>
            <p:nvPr/>
          </p:nvSpPr>
          <p:spPr bwMode="auto">
            <a:xfrm flipV="1">
              <a:off x="6342853" y="3195757"/>
              <a:ext cx="621886" cy="199172"/>
            </a:xfrm>
            <a:prstGeom prst="line">
              <a:avLst/>
            </a:prstGeom>
            <a:noFill/>
            <a:ln w="12700">
              <a:solidFill>
                <a:schemeClr val="tx2">
                  <a:alpha val="50000"/>
                </a:schemeClr>
              </a:solidFill>
              <a:prstDash val="solid"/>
              <a:round/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1440" tIns="45720" rIns="91440" bIns="45720" anchor="ctr" anchorCtr="0">
              <a:normAutofit fontScale="25000" lnSpcReduction="20000"/>
            </a:bodyPr>
            <a:lstStyle/>
            <a:p>
              <a:pPr algn="ctr"/>
            </a:p>
          </p:txBody>
        </p:sp>
        <p:sp>
          <p:nvSpPr>
            <p:cNvPr id="61" name="iṧľiďe" descr="e370f529-4c80-48e3-b6e3-00cc90e5a1eb"/>
            <p:cNvSpPr/>
            <p:nvPr/>
          </p:nvSpPr>
          <p:spPr bwMode="auto">
            <a:xfrm flipV="1">
              <a:off x="5243164" y="3394930"/>
              <a:ext cx="1099689" cy="634598"/>
            </a:xfrm>
            <a:prstGeom prst="line">
              <a:avLst/>
            </a:prstGeom>
            <a:noFill/>
            <a:ln w="12700">
              <a:solidFill>
                <a:schemeClr val="tx2">
                  <a:alpha val="50000"/>
                </a:schemeClr>
              </a:solidFill>
              <a:prstDash val="solid"/>
              <a:round/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1440" tIns="45720" rIns="91440" bIns="45720" anchor="ctr" anchorCtr="0">
              <a:normAutofit fontScale="25000" lnSpcReduction="20000"/>
            </a:bodyPr>
            <a:lstStyle/>
            <a:p>
              <a:pPr algn="ctr"/>
            </a:p>
          </p:txBody>
        </p:sp>
        <p:sp>
          <p:nvSpPr>
            <p:cNvPr id="62" name="îṥḻíḑe" descr="a2c703b5-f907-4d9f-82fd-b49746deb977"/>
            <p:cNvSpPr/>
            <p:nvPr/>
          </p:nvSpPr>
          <p:spPr bwMode="auto">
            <a:xfrm>
              <a:off x="4810916" y="4029527"/>
              <a:ext cx="584806" cy="830591"/>
            </a:xfrm>
            <a:custGeom>
              <a:avLst/>
              <a:gdLst>
                <a:gd name="T0" fmla="*/ 552 w 552"/>
                <a:gd name="T1" fmla="*/ 784 h 784"/>
                <a:gd name="T2" fmla="*/ 0 w 552"/>
                <a:gd name="T3" fmla="*/ 412 h 784"/>
                <a:gd name="T4" fmla="*/ 408 w 552"/>
                <a:gd name="T5" fmla="*/ 0 h 7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52" h="784">
                  <a:moveTo>
                    <a:pt x="552" y="784"/>
                  </a:moveTo>
                  <a:lnTo>
                    <a:pt x="0" y="412"/>
                  </a:lnTo>
                  <a:lnTo>
                    <a:pt x="408" y="0"/>
                  </a:lnTo>
                </a:path>
              </a:pathLst>
            </a:custGeom>
            <a:noFill/>
            <a:ln w="12700">
              <a:solidFill>
                <a:schemeClr val="tx2">
                  <a:alpha val="50000"/>
                </a:schemeClr>
              </a:solidFill>
              <a:prstDash val="solid"/>
              <a:round/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ctr"/>
            </a:p>
          </p:txBody>
        </p:sp>
        <p:sp>
          <p:nvSpPr>
            <p:cNvPr id="63" name="ïSḻïdè" descr="21a45625-761c-44c0-a2b8-6753aac3c9f9"/>
            <p:cNvSpPr/>
            <p:nvPr/>
          </p:nvSpPr>
          <p:spPr bwMode="auto">
            <a:xfrm flipH="1">
              <a:off x="5395722" y="4552884"/>
              <a:ext cx="597519" cy="307234"/>
            </a:xfrm>
            <a:prstGeom prst="line">
              <a:avLst/>
            </a:prstGeom>
            <a:noFill/>
            <a:ln w="12700">
              <a:solidFill>
                <a:schemeClr val="tx2">
                  <a:alpha val="50000"/>
                </a:schemeClr>
              </a:solidFill>
              <a:prstDash val="solid"/>
              <a:round/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1440" tIns="45720" rIns="91440" bIns="45720" anchor="ctr" anchorCtr="0">
              <a:normAutofit fontScale="25000" lnSpcReduction="20000"/>
            </a:bodyPr>
            <a:lstStyle/>
            <a:p>
              <a:pPr algn="ctr"/>
            </a:p>
          </p:txBody>
        </p:sp>
        <p:sp>
          <p:nvSpPr>
            <p:cNvPr id="64" name="išḷïďe" descr="6b737b2e-514a-4f0f-b8f3-3f02af8881af"/>
            <p:cNvSpPr/>
            <p:nvPr/>
          </p:nvSpPr>
          <p:spPr bwMode="auto">
            <a:xfrm>
              <a:off x="5993241" y="3831413"/>
              <a:ext cx="1333823" cy="721471"/>
            </a:xfrm>
            <a:custGeom>
              <a:avLst/>
              <a:gdLst>
                <a:gd name="T0" fmla="*/ 1259 w 1259"/>
                <a:gd name="T1" fmla="*/ 0 h 681"/>
                <a:gd name="T2" fmla="*/ 902 w 1259"/>
                <a:gd name="T3" fmla="*/ 140 h 681"/>
                <a:gd name="T4" fmla="*/ 0 w 1259"/>
                <a:gd name="T5" fmla="*/ 681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59" h="681">
                  <a:moveTo>
                    <a:pt x="1259" y="0"/>
                  </a:moveTo>
                  <a:lnTo>
                    <a:pt x="902" y="140"/>
                  </a:lnTo>
                  <a:lnTo>
                    <a:pt x="0" y="681"/>
                  </a:lnTo>
                </a:path>
              </a:pathLst>
            </a:custGeom>
            <a:noFill/>
            <a:ln w="12700">
              <a:solidFill>
                <a:schemeClr val="tx2">
                  <a:alpha val="50000"/>
                </a:schemeClr>
              </a:solidFill>
              <a:prstDash val="solid"/>
              <a:round/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ctr"/>
            </a:p>
          </p:txBody>
        </p:sp>
        <p:sp>
          <p:nvSpPr>
            <p:cNvPr id="65" name="ïşľiḑe" descr="3042ead4-caf9-45f7-9e4a-8cba1df59fbc"/>
            <p:cNvSpPr/>
            <p:nvPr/>
          </p:nvSpPr>
          <p:spPr bwMode="auto">
            <a:xfrm>
              <a:off x="5442337" y="5138747"/>
              <a:ext cx="1363487" cy="122894"/>
            </a:xfrm>
            <a:custGeom>
              <a:avLst/>
              <a:gdLst>
                <a:gd name="T0" fmla="*/ 1287 w 1287"/>
                <a:gd name="T1" fmla="*/ 0 h 116"/>
                <a:gd name="T2" fmla="*/ 739 w 1287"/>
                <a:gd name="T3" fmla="*/ 38 h 116"/>
                <a:gd name="T4" fmla="*/ 0 w 1287"/>
                <a:gd name="T5" fmla="*/ 116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87" h="116">
                  <a:moveTo>
                    <a:pt x="1287" y="0"/>
                  </a:moveTo>
                  <a:lnTo>
                    <a:pt x="739" y="38"/>
                  </a:lnTo>
                  <a:lnTo>
                    <a:pt x="0" y="116"/>
                  </a:lnTo>
                </a:path>
              </a:pathLst>
            </a:custGeom>
            <a:noFill/>
            <a:ln w="12700">
              <a:solidFill>
                <a:schemeClr val="tx2">
                  <a:alpha val="50000"/>
                </a:schemeClr>
              </a:solidFill>
              <a:prstDash val="solid"/>
              <a:round/>
              <a:headEnd type="oval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91440" tIns="45720" rIns="91440" bIns="45720" anchor="ctr" anchorCtr="0">
              <a:normAutofit fontScale="25000" lnSpcReduction="20000"/>
            </a:bodyPr>
            <a:lstStyle/>
            <a:p>
              <a:pPr algn="ctr"/>
            </a:p>
          </p:txBody>
        </p:sp>
        <p:sp>
          <p:nvSpPr>
            <p:cNvPr id="66" name="îṥ1iḓe" descr="d70d17f9-ed69-433f-ab81-f935a541842d"/>
            <p:cNvSpPr/>
            <p:nvPr/>
          </p:nvSpPr>
          <p:spPr bwMode="auto">
            <a:xfrm>
              <a:off x="5395721" y="4808205"/>
              <a:ext cx="1560541" cy="370800"/>
            </a:xfrm>
            <a:custGeom>
              <a:avLst/>
              <a:gdLst>
                <a:gd name="T0" fmla="*/ 0 w 1473"/>
                <a:gd name="T1" fmla="*/ 49 h 350"/>
                <a:gd name="T2" fmla="*/ 783 w 1473"/>
                <a:gd name="T3" fmla="*/ 350 h 350"/>
                <a:gd name="T4" fmla="*/ 1473 w 1473"/>
                <a:gd name="T5" fmla="*/ 0 h 350"/>
                <a:gd name="T6" fmla="*/ 1348 w 1473"/>
                <a:gd name="T7" fmla="*/ 303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73" h="350">
                  <a:moveTo>
                    <a:pt x="0" y="49"/>
                  </a:moveTo>
                  <a:lnTo>
                    <a:pt x="783" y="350"/>
                  </a:lnTo>
                  <a:lnTo>
                    <a:pt x="1473" y="0"/>
                  </a:lnTo>
                  <a:lnTo>
                    <a:pt x="1348" y="303"/>
                  </a:lnTo>
                </a:path>
              </a:pathLst>
            </a:custGeom>
            <a:noFill/>
            <a:ln w="12700">
              <a:solidFill>
                <a:schemeClr val="tx2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ctr"/>
            </a:p>
          </p:txBody>
        </p:sp>
        <p:sp>
          <p:nvSpPr>
            <p:cNvPr id="67" name="îṧliḓe" descr="99ff2715-0c16-4c08-a666-a1e42628f044"/>
            <p:cNvSpPr/>
            <p:nvPr/>
          </p:nvSpPr>
          <p:spPr bwMode="auto">
            <a:xfrm>
              <a:off x="6342853" y="3394929"/>
              <a:ext cx="605994" cy="584804"/>
            </a:xfrm>
            <a:prstGeom prst="line">
              <a:avLst/>
            </a:prstGeom>
            <a:noFill/>
            <a:ln w="12700">
              <a:solidFill>
                <a:schemeClr val="tx2">
                  <a:alpha val="50000"/>
                </a:schemeClr>
              </a:solidFill>
              <a:prstDash val="solid"/>
              <a:round/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1440" tIns="45720" rIns="91440" bIns="45720" anchor="ctr" anchorCtr="0">
              <a:normAutofit fontScale="25000" lnSpcReduction="20000"/>
            </a:bodyPr>
            <a:lstStyle/>
            <a:p>
              <a:pPr algn="ctr"/>
            </a:p>
          </p:txBody>
        </p:sp>
        <p:sp>
          <p:nvSpPr>
            <p:cNvPr id="68" name="îs1ídé" descr="1689ad02-cf17-4c34-9683-9c87b3b2a4c2"/>
            <p:cNvSpPr/>
            <p:nvPr/>
          </p:nvSpPr>
          <p:spPr bwMode="auto">
            <a:xfrm>
              <a:off x="5383009" y="3154439"/>
              <a:ext cx="959844" cy="240490"/>
            </a:xfrm>
            <a:prstGeom prst="line">
              <a:avLst/>
            </a:prstGeom>
            <a:noFill/>
            <a:ln w="12700">
              <a:solidFill>
                <a:schemeClr val="tx2">
                  <a:alpha val="50000"/>
                </a:schemeClr>
              </a:solidFill>
              <a:prstDash val="solid"/>
              <a:round/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1440" tIns="45720" rIns="91440" bIns="45720" anchor="ctr" anchorCtr="0">
              <a:normAutofit fontScale="25000" lnSpcReduction="20000"/>
            </a:bodyPr>
            <a:lstStyle/>
            <a:p>
              <a:pPr algn="ctr"/>
            </a:p>
          </p:txBody>
        </p:sp>
        <p:cxnSp>
          <p:nvCxnSpPr>
            <p:cNvPr id="22" name="îṣlïḋé" descr="7289e519-e3e7-4b70-b521-cfebf81799cf"/>
            <p:cNvCxnSpPr/>
            <p:nvPr/>
          </p:nvCxnSpPr>
          <p:spPr>
            <a:xfrm>
              <a:off x="851617" y="3221650"/>
              <a:ext cx="2733539" cy="0"/>
            </a:xfrm>
            <a:prstGeom prst="line">
              <a:avLst/>
            </a:prstGeom>
            <a:ln w="12700">
              <a:solidFill>
                <a:schemeClr val="tx2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íṩḻîḑê" descr="7bb18ba9-2efb-4cc2-b313-41785cce2965"/>
            <p:cNvCxnSpPr/>
            <p:nvPr/>
          </p:nvCxnSpPr>
          <p:spPr>
            <a:xfrm>
              <a:off x="851617" y="4560397"/>
              <a:ext cx="2733539" cy="0"/>
            </a:xfrm>
            <a:prstGeom prst="line">
              <a:avLst/>
            </a:prstGeom>
            <a:ln w="12700">
              <a:solidFill>
                <a:schemeClr val="tx2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iś1íḍè" descr="d8062018-874d-4f0f-9d46-841a25b84cac"/>
            <p:cNvCxnSpPr/>
            <p:nvPr/>
          </p:nvCxnSpPr>
          <p:spPr>
            <a:xfrm>
              <a:off x="8350668" y="3221650"/>
              <a:ext cx="2733539" cy="0"/>
            </a:xfrm>
            <a:prstGeom prst="line">
              <a:avLst/>
            </a:prstGeom>
            <a:ln w="12700">
              <a:solidFill>
                <a:schemeClr val="tx2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iṩlîďé" descr="74221800-b3f3-4048-8784-0c4b46ed10e5"/>
            <p:cNvCxnSpPr/>
            <p:nvPr/>
          </p:nvCxnSpPr>
          <p:spPr>
            <a:xfrm>
              <a:off x="8350668" y="4560397"/>
              <a:ext cx="2733539" cy="0"/>
            </a:xfrm>
            <a:prstGeom prst="line">
              <a:avLst/>
            </a:prstGeom>
            <a:ln w="12700">
              <a:solidFill>
                <a:schemeClr val="tx2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itle" descr="7e32c702-5dd8-4f25-b637-4ded963323f7"/>
            <p:cNvSpPr txBox="1"/>
            <p:nvPr/>
          </p:nvSpPr>
          <p:spPr>
            <a:xfrm>
              <a:off x="660400" y="1130300"/>
              <a:ext cx="10858500" cy="6336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1">
              <a:norm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 i="0" u="none" strike="noStrike">
                  <a:solidFill>
                    <a:srgbClr val="FFFFFF"/>
                  </a:solidFill>
                  <a:latin typeface="Arial" panose="020B0604020202020204"/>
                </a:rPr>
                <a:t>AI让原则更易实施、优化</a:t>
              </a:r>
              <a:endParaRPr lang="en-US" sz="2400" b="1" i="0" u="none" strike="noStrike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83" name="椭圆 82" descr="6b3a8ecd-1f2b-4add-9c55-c03039a6c610"/>
            <p:cNvSpPr/>
            <p:nvPr/>
          </p:nvSpPr>
          <p:spPr>
            <a:xfrm>
              <a:off x="6166559" y="3220123"/>
              <a:ext cx="335638" cy="33563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</a:p>
          </p:txBody>
        </p:sp>
        <p:sp>
          <p:nvSpPr>
            <p:cNvPr id="84" name="椭圆 83" descr="c2d5a193-aa01-404b-8620-d7f85b447755"/>
            <p:cNvSpPr/>
            <p:nvPr/>
          </p:nvSpPr>
          <p:spPr>
            <a:xfrm>
              <a:off x="6836549" y="4680977"/>
              <a:ext cx="253198" cy="25319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</a:p>
          </p:txBody>
        </p:sp>
        <p:sp>
          <p:nvSpPr>
            <p:cNvPr id="85" name="椭圆 84" descr="081e204a-b735-41a3-84d4-87cca88a63ab"/>
            <p:cNvSpPr/>
            <p:nvPr/>
          </p:nvSpPr>
          <p:spPr>
            <a:xfrm>
              <a:off x="5183831" y="3973625"/>
              <a:ext cx="114426" cy="11442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</a:p>
          </p:txBody>
        </p:sp>
        <p:grpSp>
          <p:nvGrpSpPr>
            <p:cNvPr id="86" name="组合 85" descr="b0b25564-5696-4a12-b50e-cd8949925c2e"/>
            <p:cNvGrpSpPr/>
            <p:nvPr/>
          </p:nvGrpSpPr>
          <p:grpSpPr>
            <a:xfrm>
              <a:off x="811418" y="2008770"/>
              <a:ext cx="3504756" cy="1015660"/>
              <a:chOff x="811418" y="2008770"/>
              <a:chExt cx="3504756" cy="1015660"/>
            </a:xfrm>
          </p:grpSpPr>
          <p:sp>
            <p:nvSpPr>
              <p:cNvPr id="31" name="Text1" descr="75fe0fd1-1719-41b1-ae77-f6448a1b314a"/>
              <p:cNvSpPr txBox="1"/>
              <p:nvPr/>
            </p:nvSpPr>
            <p:spPr>
              <a:xfrm>
                <a:off x="811418" y="2516599"/>
                <a:ext cx="3504756" cy="50783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 anchorCtr="0">
                <a:normAutofit lnSpcReduction="10000"/>
              </a:bodyPr>
              <a:lstStyle/>
              <a:p>
                <a:pPr algn="l">
                  <a:lnSpc>
                    <a:spcPct val="108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让价值流动如水般自然，快速响应变化。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32" name="Bullet1" descr="1ae9a992-dc4e-4dfb-ba22-ebdbed87c219"/>
              <p:cNvSpPr/>
              <p:nvPr/>
            </p:nvSpPr>
            <p:spPr>
              <a:xfrm>
                <a:off x="811418" y="2008770"/>
                <a:ext cx="3504756" cy="507830"/>
              </a:xfrm>
              <a:prstGeom prst="rect">
                <a:avLst/>
              </a:prstGeom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algn="l"/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敏捷精益法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87" name="组合 86" descr="9265262f-b37e-413f-a6e7-22bc1dfd2887"/>
            <p:cNvGrpSpPr/>
            <p:nvPr/>
          </p:nvGrpSpPr>
          <p:grpSpPr>
            <a:xfrm>
              <a:off x="811418" y="3332678"/>
              <a:ext cx="3504756" cy="1015660"/>
              <a:chOff x="811418" y="3332678"/>
              <a:chExt cx="3504756" cy="1015660"/>
            </a:xfrm>
          </p:grpSpPr>
          <p:sp>
            <p:nvSpPr>
              <p:cNvPr id="29" name="Text2" descr="6e4196c2-4c5d-4d7d-be36-f309aee4fb04"/>
              <p:cNvSpPr txBox="1"/>
              <p:nvPr/>
            </p:nvSpPr>
            <p:spPr>
              <a:xfrm>
                <a:off x="811418" y="3840507"/>
                <a:ext cx="3504756" cy="50783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 anchorCtr="0">
                <a:normAutofit lnSpcReduction="10000"/>
              </a:bodyPr>
              <a:lstStyle/>
              <a:p>
                <a:pPr algn="l">
                  <a:lnSpc>
                    <a:spcPct val="108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成为人机对话的共同语言，传承架构智慧。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30" name="Bullet2" descr="943c3f87-a545-49bb-91d0-e73659834466"/>
              <p:cNvSpPr/>
              <p:nvPr/>
            </p:nvSpPr>
            <p:spPr>
              <a:xfrm>
                <a:off x="811418" y="3332678"/>
                <a:ext cx="3504756" cy="507830"/>
              </a:xfrm>
              <a:prstGeom prst="rect">
                <a:avLst/>
              </a:prstGeom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algn="l"/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设计模式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88" name="组合 87" descr="6f70704b-c501-4090-9899-689aa92acdf7"/>
            <p:cNvGrpSpPr/>
            <p:nvPr/>
          </p:nvGrpSpPr>
          <p:grpSpPr>
            <a:xfrm>
              <a:off x="811418" y="4656586"/>
              <a:ext cx="3504756" cy="1015660"/>
              <a:chOff x="811418" y="4656586"/>
              <a:chExt cx="3504756" cy="1015660"/>
            </a:xfrm>
          </p:grpSpPr>
          <p:sp>
            <p:nvSpPr>
              <p:cNvPr id="27" name="Text3" descr="640b144f-1726-44f2-988a-5c96711793d9"/>
              <p:cNvSpPr txBox="1"/>
              <p:nvPr/>
            </p:nvSpPr>
            <p:spPr>
              <a:xfrm>
                <a:off x="811418" y="5164415"/>
                <a:ext cx="3504756" cy="50783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 anchorCtr="0">
                <a:normAutofit lnSpcReduction="10000"/>
              </a:bodyPr>
              <a:lstStyle/>
              <a:p>
                <a:pPr algn="l">
                  <a:lnSpc>
                    <a:spcPct val="108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从事后验证变成全程护航，确保代码质量。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8" name="Bullet3" descr="ecc7f5b0-9be0-4ff8-a142-c8bee7f2cdb5"/>
              <p:cNvSpPr/>
              <p:nvPr/>
            </p:nvSpPr>
            <p:spPr>
              <a:xfrm>
                <a:off x="811418" y="4656586"/>
                <a:ext cx="3504756" cy="507830"/>
              </a:xfrm>
              <a:prstGeom prst="rect">
                <a:avLst/>
              </a:prstGeom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algn="l"/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质量保证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89" name="组合 88" descr="e8d6e5e8-8c11-4b0c-b56c-e589259ac075"/>
            <p:cNvGrpSpPr/>
            <p:nvPr/>
          </p:nvGrpSpPr>
          <p:grpSpPr>
            <a:xfrm>
              <a:off x="7912100" y="2008770"/>
              <a:ext cx="3468483" cy="1015660"/>
              <a:chOff x="7912100" y="2008770"/>
              <a:chExt cx="3468483" cy="1015660"/>
            </a:xfrm>
          </p:grpSpPr>
          <p:sp>
            <p:nvSpPr>
              <p:cNvPr id="18" name="Text4" descr="423c7302-ef7a-4991-bfde-a8adaa71a2fc"/>
              <p:cNvSpPr txBox="1"/>
              <p:nvPr/>
            </p:nvSpPr>
            <p:spPr>
              <a:xfrm>
                <a:off x="7912100" y="2516599"/>
                <a:ext cx="3468483" cy="50783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Ctr="0">
                <a:normAutofit lnSpcReduction="10000"/>
              </a:bodyPr>
              <a:lstStyle/>
              <a:p>
                <a:pPr algn="r">
                  <a:lnSpc>
                    <a:spcPct val="108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从批处理进化为实时流，加速价值交付。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9" name="Bullet4" descr="64b9f9cb-c412-41fe-8c37-a60f426e96f5"/>
              <p:cNvSpPr/>
              <p:nvPr/>
            </p:nvSpPr>
            <p:spPr>
              <a:xfrm>
                <a:off x="7912100" y="2008770"/>
                <a:ext cx="3468483" cy="507830"/>
              </a:xfrm>
              <a:prstGeom prst="rect">
                <a:avLst/>
              </a:prstGeom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algn="r"/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持续集成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90" name="组合 89" descr="c1db53a4-46e4-40ff-8665-8880329eb056"/>
            <p:cNvGrpSpPr/>
            <p:nvPr/>
          </p:nvGrpSpPr>
          <p:grpSpPr>
            <a:xfrm>
              <a:off x="7912100" y="3332678"/>
              <a:ext cx="3468483" cy="1015660"/>
              <a:chOff x="7912100" y="3332678"/>
              <a:chExt cx="3468483" cy="1015660"/>
            </a:xfrm>
          </p:grpSpPr>
          <p:sp>
            <p:nvSpPr>
              <p:cNvPr id="16" name="Text5" descr="2f6cf17c-10f9-457b-9448-d4544beadd9a"/>
              <p:cNvSpPr txBox="1"/>
              <p:nvPr/>
            </p:nvSpPr>
            <p:spPr>
              <a:xfrm>
                <a:off x="7912100" y="3840507"/>
                <a:ext cx="3468483" cy="50783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Ctr="0">
                <a:normAutofit lnSpcReduction="10000"/>
              </a:bodyPr>
              <a:lstStyle/>
              <a:p>
                <a:pPr algn="r">
                  <a:lnSpc>
                    <a:spcPct val="108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从约束变成桥梁，连接人类意图和AI能力。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7" name="Bullet5" descr="1e051b44-ef8b-49ff-9c22-a907592c7d1b"/>
              <p:cNvSpPr/>
              <p:nvPr/>
            </p:nvSpPr>
            <p:spPr>
              <a:xfrm>
                <a:off x="7912100" y="3332678"/>
                <a:ext cx="3468483" cy="507830"/>
              </a:xfrm>
              <a:prstGeom prst="rect">
                <a:avLst/>
              </a:prstGeom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algn="r"/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契约驱动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91" name="组合 90" descr="4090ccd9-7e72-4dea-8aff-96223711123c"/>
            <p:cNvGrpSpPr/>
            <p:nvPr/>
          </p:nvGrpSpPr>
          <p:grpSpPr>
            <a:xfrm>
              <a:off x="7912100" y="4656586"/>
              <a:ext cx="3468483" cy="1015660"/>
              <a:chOff x="7912100" y="4656586"/>
              <a:chExt cx="3468483" cy="1015660"/>
            </a:xfrm>
          </p:grpSpPr>
          <p:sp>
            <p:nvSpPr>
              <p:cNvPr id="14" name="Text6" descr="8d50be95-d9d1-48e7-a4b9-f971a7de7e04"/>
              <p:cNvSpPr txBox="1"/>
              <p:nvPr/>
            </p:nvSpPr>
            <p:spPr>
              <a:xfrm>
                <a:off x="7912100" y="5164415"/>
                <a:ext cx="3468483" cy="50783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Ctr="0">
                <a:normAutofit lnSpcReduction="10000"/>
              </a:bodyPr>
              <a:lstStyle/>
              <a:p>
                <a:pPr algn="r">
                  <a:lnSpc>
                    <a:spcPct val="108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成为认知空间的架构设计，提升协作效率。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5" name="Bullet6" descr="997498b4-76ab-4a29-8747-86475f8e6f3a"/>
              <p:cNvSpPr/>
              <p:nvPr/>
            </p:nvSpPr>
            <p:spPr>
              <a:xfrm>
                <a:off x="7912100" y="4656586"/>
                <a:ext cx="3468483" cy="507830"/>
              </a:xfrm>
              <a:prstGeom prst="rect">
                <a:avLst/>
              </a:prstGeom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algn="r"/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上下文工程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</p:grp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5a12860-57d0-435d-97c1-4c6d2d8d7d77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FFFFFF"/>
                </a:solidFill>
                <a:ea typeface="微软雅黑" panose="020B0503020204020204" charset="-122"/>
              </a:rPr>
              <a:t>术：工具与技能的更新</a:t>
            </a:r>
            <a:endParaRPr lang="en-US" sz="2800" b="1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grpSp>
        <p:nvGrpSpPr>
          <p:cNvPr id="3" name="49d85346-3738-4840-a61c-8a63dfef5875.source.4.zh-Hans.pptx" descr="9e9c2649-7855-4d0b-97de-8af03a29f928"/>
          <p:cNvGrpSpPr/>
          <p:nvPr/>
        </p:nvGrpSpPr>
        <p:grpSpPr>
          <a:xfrm>
            <a:off x="673100" y="1130300"/>
            <a:ext cx="10863328" cy="4999038"/>
            <a:chOff x="673100" y="1130300"/>
            <a:chExt cx="10863328" cy="4999038"/>
          </a:xfrm>
        </p:grpSpPr>
        <p:sp>
          <p:nvSpPr>
            <p:cNvPr id="4" name="iŝlíḍè" descr="b341632c-f8dc-438d-8d0c-5e3f7406b7bc"/>
            <p:cNvSpPr/>
            <p:nvPr/>
          </p:nvSpPr>
          <p:spPr bwMode="auto">
            <a:xfrm>
              <a:off x="4552950" y="2757873"/>
              <a:ext cx="3086100" cy="3086076"/>
            </a:xfrm>
            <a:prstGeom prst="ellipse">
              <a:avLst/>
            </a:prstGeom>
            <a:noFill/>
            <a:ln w="12700">
              <a:solidFill>
                <a:schemeClr val="tx2">
                  <a:alpha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</a:p>
          </p:txBody>
        </p:sp>
        <p:cxnSp>
          <p:nvCxnSpPr>
            <p:cNvPr id="5" name="îṧ1íḍê" descr="d57fe721-766e-41e3-bc36-826dd320fc98"/>
            <p:cNvCxnSpPr/>
            <p:nvPr/>
          </p:nvCxnSpPr>
          <p:spPr>
            <a:xfrm>
              <a:off x="4762364" y="4300911"/>
              <a:ext cx="2667272" cy="0"/>
            </a:xfrm>
            <a:prstGeom prst="line">
              <a:avLst/>
            </a:prstGeom>
            <a:ln w="12700" cap="rnd">
              <a:solidFill>
                <a:schemeClr val="tx2">
                  <a:alpha val="50000"/>
                </a:schemeClr>
              </a:solidFill>
              <a:prstDash val="dash"/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îslîde" descr="c6f20526-415e-40b9-9205-b605589c17fc"/>
            <p:cNvCxnSpPr/>
            <p:nvPr/>
          </p:nvCxnSpPr>
          <p:spPr>
            <a:xfrm rot="16200000">
              <a:off x="4762364" y="4300911"/>
              <a:ext cx="2667271" cy="0"/>
            </a:xfrm>
            <a:prstGeom prst="line">
              <a:avLst/>
            </a:prstGeom>
            <a:ln w="12700" cap="rnd">
              <a:solidFill>
                <a:schemeClr val="tx2">
                  <a:alpha val="50000"/>
                </a:schemeClr>
              </a:solidFill>
              <a:prstDash val="dash"/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ïsliďê" descr="3b9374fe-5321-4266-93fb-7fe37fb980f9"/>
            <p:cNvSpPr/>
            <p:nvPr/>
          </p:nvSpPr>
          <p:spPr bwMode="auto">
            <a:xfrm>
              <a:off x="5776368" y="3981282"/>
              <a:ext cx="639264" cy="63925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2">
                  <a:alpha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</a:p>
          </p:txBody>
        </p:sp>
        <p:sp>
          <p:nvSpPr>
            <p:cNvPr id="8" name="îsliďé" descr="9f884e5e-f799-4139-9aaa-291ea098bc4d"/>
            <p:cNvSpPr/>
            <p:nvPr/>
          </p:nvSpPr>
          <p:spPr bwMode="auto">
            <a:xfrm rot="18900000" flipH="1">
              <a:off x="5854131" y="4097665"/>
              <a:ext cx="483742" cy="406489"/>
            </a:xfrm>
            <a:custGeom>
              <a:avLst/>
              <a:gdLst>
                <a:gd name="T0" fmla="*/ 643 w 5139"/>
                <a:gd name="T1" fmla="*/ 2439 h 4325"/>
                <a:gd name="T2" fmla="*/ 571 w 5139"/>
                <a:gd name="T3" fmla="*/ 2472 h 4325"/>
                <a:gd name="T4" fmla="*/ 567 w 5139"/>
                <a:gd name="T5" fmla="*/ 2473 h 4325"/>
                <a:gd name="T6" fmla="*/ 567 w 5139"/>
                <a:gd name="T7" fmla="*/ 2473 h 4325"/>
                <a:gd name="T8" fmla="*/ 559 w 5139"/>
                <a:gd name="T9" fmla="*/ 2473 h 4325"/>
                <a:gd name="T10" fmla="*/ 484 w 5139"/>
                <a:gd name="T11" fmla="*/ 2446 h 4325"/>
                <a:gd name="T12" fmla="*/ 484 w 5139"/>
                <a:gd name="T13" fmla="*/ 2446 h 4325"/>
                <a:gd name="T14" fmla="*/ 484 w 5139"/>
                <a:gd name="T15" fmla="*/ 2446 h 4325"/>
                <a:gd name="T16" fmla="*/ 484 w 5139"/>
                <a:gd name="T17" fmla="*/ 2446 h 4325"/>
                <a:gd name="T18" fmla="*/ 484 w 5139"/>
                <a:gd name="T19" fmla="*/ 2446 h 4325"/>
                <a:gd name="T20" fmla="*/ 484 w 5139"/>
                <a:gd name="T21" fmla="*/ 2446 h 4325"/>
                <a:gd name="T22" fmla="*/ 483 w 5139"/>
                <a:gd name="T23" fmla="*/ 2446 h 4325"/>
                <a:gd name="T24" fmla="*/ 483 w 5139"/>
                <a:gd name="T25" fmla="*/ 2446 h 4325"/>
                <a:gd name="T26" fmla="*/ 483 w 5139"/>
                <a:gd name="T27" fmla="*/ 2446 h 4325"/>
                <a:gd name="T28" fmla="*/ 483 w 5139"/>
                <a:gd name="T29" fmla="*/ 2446 h 4325"/>
                <a:gd name="T30" fmla="*/ 481 w 5139"/>
                <a:gd name="T31" fmla="*/ 2444 h 4325"/>
                <a:gd name="T32" fmla="*/ 481 w 5139"/>
                <a:gd name="T33" fmla="*/ 2444 h 4325"/>
                <a:gd name="T34" fmla="*/ 481 w 5139"/>
                <a:gd name="T35" fmla="*/ 2444 h 4325"/>
                <a:gd name="T36" fmla="*/ 481 w 5139"/>
                <a:gd name="T37" fmla="*/ 2444 h 4325"/>
                <a:gd name="T38" fmla="*/ 481 w 5139"/>
                <a:gd name="T39" fmla="*/ 2443 h 4325"/>
                <a:gd name="T40" fmla="*/ 480 w 5139"/>
                <a:gd name="T41" fmla="*/ 2443 h 4325"/>
                <a:gd name="T42" fmla="*/ 480 w 5139"/>
                <a:gd name="T43" fmla="*/ 2443 h 4325"/>
                <a:gd name="T44" fmla="*/ 480 w 5139"/>
                <a:gd name="T45" fmla="*/ 2443 h 4325"/>
                <a:gd name="T46" fmla="*/ 480 w 5139"/>
                <a:gd name="T47" fmla="*/ 2443 h 4325"/>
                <a:gd name="T48" fmla="*/ 480 w 5139"/>
                <a:gd name="T49" fmla="*/ 2443 h 4325"/>
                <a:gd name="T50" fmla="*/ 472 w 5139"/>
                <a:gd name="T51" fmla="*/ 2435 h 4325"/>
                <a:gd name="T52" fmla="*/ 45 w 5139"/>
                <a:gd name="T53" fmla="*/ 1990 h 4325"/>
                <a:gd name="T54" fmla="*/ 49 w 5139"/>
                <a:gd name="T55" fmla="*/ 1821 h 4325"/>
                <a:gd name="T56" fmla="*/ 219 w 5139"/>
                <a:gd name="T57" fmla="*/ 1824 h 4325"/>
                <a:gd name="T58" fmla="*/ 438 w 5139"/>
                <a:gd name="T59" fmla="*/ 2053 h 4325"/>
                <a:gd name="T60" fmla="*/ 1706 w 5139"/>
                <a:gd name="T61" fmla="*/ 242 h 4325"/>
                <a:gd name="T62" fmla="*/ 3337 w 5139"/>
                <a:gd name="T63" fmla="*/ 206 h 4325"/>
                <a:gd name="T64" fmla="*/ 4516 w 5139"/>
                <a:gd name="T65" fmla="*/ 1334 h 4325"/>
                <a:gd name="T66" fmla="*/ 4454 w 5139"/>
                <a:gd name="T67" fmla="*/ 1492 h 4325"/>
                <a:gd name="T68" fmla="*/ 4296 w 5139"/>
                <a:gd name="T69" fmla="*/ 1431 h 4325"/>
                <a:gd name="T70" fmla="*/ 3250 w 5139"/>
                <a:gd name="T71" fmla="*/ 430 h 4325"/>
                <a:gd name="T72" fmla="*/ 1803 w 5139"/>
                <a:gd name="T73" fmla="*/ 462 h 4325"/>
                <a:gd name="T74" fmla="*/ 677 w 5139"/>
                <a:gd name="T75" fmla="*/ 2074 h 4325"/>
                <a:gd name="T76" fmla="*/ 922 w 5139"/>
                <a:gd name="T77" fmla="*/ 1839 h 4325"/>
                <a:gd name="T78" fmla="*/ 1091 w 5139"/>
                <a:gd name="T79" fmla="*/ 1842 h 4325"/>
                <a:gd name="T80" fmla="*/ 1088 w 5139"/>
                <a:gd name="T81" fmla="*/ 2012 h 4325"/>
                <a:gd name="T82" fmla="*/ 643 w 5139"/>
                <a:gd name="T83" fmla="*/ 2439 h 4325"/>
                <a:gd name="T84" fmla="*/ 5093 w 5139"/>
                <a:gd name="T85" fmla="*/ 2400 h 4325"/>
                <a:gd name="T86" fmla="*/ 4658 w 5139"/>
                <a:gd name="T87" fmla="*/ 1952 h 4325"/>
                <a:gd name="T88" fmla="*/ 4565 w 5139"/>
                <a:gd name="T89" fmla="*/ 1915 h 4325"/>
                <a:gd name="T90" fmla="*/ 4564 w 5139"/>
                <a:gd name="T91" fmla="*/ 1915 h 4325"/>
                <a:gd name="T92" fmla="*/ 4559 w 5139"/>
                <a:gd name="T93" fmla="*/ 1916 h 4325"/>
                <a:gd name="T94" fmla="*/ 4486 w 5139"/>
                <a:gd name="T95" fmla="*/ 1950 h 4325"/>
                <a:gd name="T96" fmla="*/ 4050 w 5139"/>
                <a:gd name="T97" fmla="*/ 2380 h 4325"/>
                <a:gd name="T98" fmla="*/ 4049 w 5139"/>
                <a:gd name="T99" fmla="*/ 2550 h 4325"/>
                <a:gd name="T100" fmla="*/ 4218 w 5139"/>
                <a:gd name="T101" fmla="*/ 2551 h 4325"/>
                <a:gd name="T102" fmla="*/ 4453 w 5139"/>
                <a:gd name="T103" fmla="*/ 2320 h 4325"/>
                <a:gd name="T104" fmla="*/ 3328 w 5139"/>
                <a:gd name="T105" fmla="*/ 3924 h 4325"/>
                <a:gd name="T106" fmla="*/ 2568 w 5139"/>
                <a:gd name="T107" fmla="*/ 4085 h 4325"/>
                <a:gd name="T108" fmla="*/ 834 w 5139"/>
                <a:gd name="T109" fmla="*/ 2956 h 4325"/>
                <a:gd name="T110" fmla="*/ 676 w 5139"/>
                <a:gd name="T111" fmla="*/ 2894 h 4325"/>
                <a:gd name="T112" fmla="*/ 614 w 5139"/>
                <a:gd name="T113" fmla="*/ 3052 h 4325"/>
                <a:gd name="T114" fmla="*/ 2568 w 5139"/>
                <a:gd name="T115" fmla="*/ 4325 h 4325"/>
                <a:gd name="T116" fmla="*/ 3424 w 5139"/>
                <a:gd name="T117" fmla="*/ 4144 h 4325"/>
                <a:gd name="T118" fmla="*/ 4693 w 5139"/>
                <a:gd name="T119" fmla="*/ 2333 h 4325"/>
                <a:gd name="T120" fmla="*/ 4921 w 5139"/>
                <a:gd name="T121" fmla="*/ 2568 h 4325"/>
                <a:gd name="T122" fmla="*/ 5091 w 5139"/>
                <a:gd name="T123" fmla="*/ 2570 h 4325"/>
                <a:gd name="T124" fmla="*/ 5093 w 5139"/>
                <a:gd name="T125" fmla="*/ 2400 h 4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5139" h="4325">
                  <a:moveTo>
                    <a:pt x="643" y="2439"/>
                  </a:moveTo>
                  <a:cubicBezTo>
                    <a:pt x="624" y="2457"/>
                    <a:pt x="599" y="2469"/>
                    <a:pt x="571" y="2472"/>
                  </a:cubicBezTo>
                  <a:cubicBezTo>
                    <a:pt x="570" y="2472"/>
                    <a:pt x="568" y="2473"/>
                    <a:pt x="567" y="2473"/>
                  </a:cubicBezTo>
                  <a:cubicBezTo>
                    <a:pt x="567" y="2473"/>
                    <a:pt x="567" y="2473"/>
                    <a:pt x="567" y="2473"/>
                  </a:cubicBezTo>
                  <a:cubicBezTo>
                    <a:pt x="564" y="2473"/>
                    <a:pt x="562" y="2473"/>
                    <a:pt x="559" y="2473"/>
                  </a:cubicBezTo>
                  <a:cubicBezTo>
                    <a:pt x="531" y="2473"/>
                    <a:pt x="505" y="2463"/>
                    <a:pt x="484" y="2446"/>
                  </a:cubicBezTo>
                  <a:cubicBezTo>
                    <a:pt x="484" y="2446"/>
                    <a:pt x="484" y="2446"/>
                    <a:pt x="484" y="2446"/>
                  </a:cubicBezTo>
                  <a:cubicBezTo>
                    <a:pt x="484" y="2446"/>
                    <a:pt x="484" y="2446"/>
                    <a:pt x="484" y="2446"/>
                  </a:cubicBezTo>
                  <a:cubicBezTo>
                    <a:pt x="484" y="2446"/>
                    <a:pt x="484" y="2446"/>
                    <a:pt x="484" y="2446"/>
                  </a:cubicBezTo>
                  <a:cubicBezTo>
                    <a:pt x="484" y="2446"/>
                    <a:pt x="484" y="2446"/>
                    <a:pt x="484" y="2446"/>
                  </a:cubicBezTo>
                  <a:cubicBezTo>
                    <a:pt x="484" y="2446"/>
                    <a:pt x="484" y="2446"/>
                    <a:pt x="484" y="2446"/>
                  </a:cubicBezTo>
                  <a:cubicBezTo>
                    <a:pt x="484" y="2446"/>
                    <a:pt x="483" y="2446"/>
                    <a:pt x="483" y="2446"/>
                  </a:cubicBezTo>
                  <a:cubicBezTo>
                    <a:pt x="483" y="2446"/>
                    <a:pt x="483" y="2446"/>
                    <a:pt x="483" y="2446"/>
                  </a:cubicBezTo>
                  <a:cubicBezTo>
                    <a:pt x="483" y="2446"/>
                    <a:pt x="483" y="2446"/>
                    <a:pt x="483" y="2446"/>
                  </a:cubicBezTo>
                  <a:cubicBezTo>
                    <a:pt x="483" y="2446"/>
                    <a:pt x="483" y="2446"/>
                    <a:pt x="483" y="2446"/>
                  </a:cubicBezTo>
                  <a:cubicBezTo>
                    <a:pt x="482" y="2445"/>
                    <a:pt x="482" y="2444"/>
                    <a:pt x="481" y="2444"/>
                  </a:cubicBezTo>
                  <a:lnTo>
                    <a:pt x="481" y="2444"/>
                  </a:lnTo>
                  <a:cubicBezTo>
                    <a:pt x="481" y="2444"/>
                    <a:pt x="481" y="2444"/>
                    <a:pt x="481" y="2444"/>
                  </a:cubicBezTo>
                  <a:cubicBezTo>
                    <a:pt x="481" y="2444"/>
                    <a:pt x="481" y="2444"/>
                    <a:pt x="481" y="2444"/>
                  </a:cubicBezTo>
                  <a:cubicBezTo>
                    <a:pt x="481" y="2444"/>
                    <a:pt x="481" y="2444"/>
                    <a:pt x="481" y="2443"/>
                  </a:cubicBezTo>
                  <a:cubicBezTo>
                    <a:pt x="480" y="2443"/>
                    <a:pt x="480" y="2443"/>
                    <a:pt x="480" y="2443"/>
                  </a:cubicBezTo>
                  <a:cubicBezTo>
                    <a:pt x="480" y="2443"/>
                    <a:pt x="480" y="2443"/>
                    <a:pt x="480" y="2443"/>
                  </a:cubicBezTo>
                  <a:cubicBezTo>
                    <a:pt x="480" y="2443"/>
                    <a:pt x="480" y="2443"/>
                    <a:pt x="480" y="2443"/>
                  </a:cubicBezTo>
                  <a:cubicBezTo>
                    <a:pt x="480" y="2443"/>
                    <a:pt x="480" y="2443"/>
                    <a:pt x="480" y="2443"/>
                  </a:cubicBezTo>
                  <a:cubicBezTo>
                    <a:pt x="480" y="2443"/>
                    <a:pt x="480" y="2443"/>
                    <a:pt x="480" y="2443"/>
                  </a:cubicBezTo>
                  <a:cubicBezTo>
                    <a:pt x="477" y="2440"/>
                    <a:pt x="474" y="2438"/>
                    <a:pt x="472" y="2435"/>
                  </a:cubicBezTo>
                  <a:lnTo>
                    <a:pt x="45" y="1990"/>
                  </a:lnTo>
                  <a:cubicBezTo>
                    <a:pt x="0" y="1943"/>
                    <a:pt x="1" y="1867"/>
                    <a:pt x="49" y="1821"/>
                  </a:cubicBezTo>
                  <a:cubicBezTo>
                    <a:pt x="97" y="1775"/>
                    <a:pt x="173" y="1776"/>
                    <a:pt x="219" y="1824"/>
                  </a:cubicBezTo>
                  <a:lnTo>
                    <a:pt x="438" y="2053"/>
                  </a:lnTo>
                  <a:cubicBezTo>
                    <a:pt x="489" y="1269"/>
                    <a:pt x="972" y="566"/>
                    <a:pt x="1706" y="242"/>
                  </a:cubicBezTo>
                  <a:cubicBezTo>
                    <a:pt x="2227" y="13"/>
                    <a:pt x="2806" y="0"/>
                    <a:pt x="3337" y="206"/>
                  </a:cubicBezTo>
                  <a:cubicBezTo>
                    <a:pt x="3868" y="412"/>
                    <a:pt x="4286" y="813"/>
                    <a:pt x="4516" y="1334"/>
                  </a:cubicBezTo>
                  <a:cubicBezTo>
                    <a:pt x="4543" y="1395"/>
                    <a:pt x="4515" y="1465"/>
                    <a:pt x="4454" y="1492"/>
                  </a:cubicBezTo>
                  <a:cubicBezTo>
                    <a:pt x="4394" y="1519"/>
                    <a:pt x="4323" y="1491"/>
                    <a:pt x="4296" y="1431"/>
                  </a:cubicBezTo>
                  <a:cubicBezTo>
                    <a:pt x="4093" y="968"/>
                    <a:pt x="3721" y="613"/>
                    <a:pt x="3250" y="430"/>
                  </a:cubicBezTo>
                  <a:cubicBezTo>
                    <a:pt x="2779" y="247"/>
                    <a:pt x="2265" y="258"/>
                    <a:pt x="1803" y="462"/>
                  </a:cubicBezTo>
                  <a:cubicBezTo>
                    <a:pt x="1150" y="750"/>
                    <a:pt x="721" y="1377"/>
                    <a:pt x="677" y="2074"/>
                  </a:cubicBezTo>
                  <a:lnTo>
                    <a:pt x="922" y="1839"/>
                  </a:lnTo>
                  <a:cubicBezTo>
                    <a:pt x="970" y="1793"/>
                    <a:pt x="1046" y="1795"/>
                    <a:pt x="1091" y="1842"/>
                  </a:cubicBezTo>
                  <a:cubicBezTo>
                    <a:pt x="1137" y="1890"/>
                    <a:pt x="1136" y="1966"/>
                    <a:pt x="1088" y="2012"/>
                  </a:cubicBezTo>
                  <a:lnTo>
                    <a:pt x="643" y="2439"/>
                  </a:lnTo>
                  <a:close/>
                  <a:moveTo>
                    <a:pt x="5093" y="2400"/>
                  </a:moveTo>
                  <a:lnTo>
                    <a:pt x="4658" y="1952"/>
                  </a:lnTo>
                  <a:cubicBezTo>
                    <a:pt x="4634" y="1928"/>
                    <a:pt x="4601" y="1913"/>
                    <a:pt x="4565" y="1915"/>
                  </a:cubicBezTo>
                  <a:cubicBezTo>
                    <a:pt x="4564" y="1915"/>
                    <a:pt x="4564" y="1915"/>
                    <a:pt x="4564" y="1915"/>
                  </a:cubicBezTo>
                  <a:cubicBezTo>
                    <a:pt x="4562" y="1915"/>
                    <a:pt x="4560" y="1916"/>
                    <a:pt x="4559" y="1916"/>
                  </a:cubicBezTo>
                  <a:cubicBezTo>
                    <a:pt x="4530" y="1919"/>
                    <a:pt x="4505" y="1931"/>
                    <a:pt x="4486" y="1950"/>
                  </a:cubicBezTo>
                  <a:lnTo>
                    <a:pt x="4050" y="2380"/>
                  </a:lnTo>
                  <a:cubicBezTo>
                    <a:pt x="4003" y="2427"/>
                    <a:pt x="4002" y="2503"/>
                    <a:pt x="4049" y="2550"/>
                  </a:cubicBezTo>
                  <a:cubicBezTo>
                    <a:pt x="4095" y="2597"/>
                    <a:pt x="4171" y="2598"/>
                    <a:pt x="4218" y="2551"/>
                  </a:cubicBezTo>
                  <a:lnTo>
                    <a:pt x="4453" y="2320"/>
                  </a:lnTo>
                  <a:cubicBezTo>
                    <a:pt x="4406" y="3014"/>
                    <a:pt x="3978" y="3638"/>
                    <a:pt x="3328" y="3924"/>
                  </a:cubicBezTo>
                  <a:cubicBezTo>
                    <a:pt x="3080" y="4033"/>
                    <a:pt x="2822" y="4085"/>
                    <a:pt x="2568" y="4085"/>
                  </a:cubicBezTo>
                  <a:cubicBezTo>
                    <a:pt x="1840" y="4085"/>
                    <a:pt x="1146" y="3663"/>
                    <a:pt x="834" y="2956"/>
                  </a:cubicBezTo>
                  <a:cubicBezTo>
                    <a:pt x="807" y="2895"/>
                    <a:pt x="737" y="2867"/>
                    <a:pt x="676" y="2894"/>
                  </a:cubicBezTo>
                  <a:cubicBezTo>
                    <a:pt x="615" y="2921"/>
                    <a:pt x="588" y="2992"/>
                    <a:pt x="614" y="3052"/>
                  </a:cubicBezTo>
                  <a:cubicBezTo>
                    <a:pt x="965" y="3849"/>
                    <a:pt x="1748" y="4325"/>
                    <a:pt x="2568" y="4325"/>
                  </a:cubicBezTo>
                  <a:cubicBezTo>
                    <a:pt x="2855" y="4325"/>
                    <a:pt x="3146" y="4267"/>
                    <a:pt x="3424" y="4144"/>
                  </a:cubicBezTo>
                  <a:cubicBezTo>
                    <a:pt x="4158" y="3821"/>
                    <a:pt x="4641" y="3116"/>
                    <a:pt x="4693" y="2333"/>
                  </a:cubicBezTo>
                  <a:lnTo>
                    <a:pt x="4921" y="2568"/>
                  </a:lnTo>
                  <a:cubicBezTo>
                    <a:pt x="4967" y="2615"/>
                    <a:pt x="5043" y="2616"/>
                    <a:pt x="5091" y="2570"/>
                  </a:cubicBezTo>
                  <a:cubicBezTo>
                    <a:pt x="5138" y="2524"/>
                    <a:pt x="5139" y="2448"/>
                    <a:pt x="5093" y="24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/>
            <a:lstStyle/>
            <a:p>
              <a:pPr algn="l"/>
            </a:p>
          </p:txBody>
        </p:sp>
        <p:sp>
          <p:nvSpPr>
            <p:cNvPr id="27" name="Title" descr="15ff99ff-9408-4f2e-9e59-96eb013db5ed"/>
            <p:cNvSpPr txBox="1"/>
            <p:nvPr/>
          </p:nvSpPr>
          <p:spPr>
            <a:xfrm>
              <a:off x="673100" y="1130300"/>
              <a:ext cx="10845800" cy="991469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FFFFFF"/>
                  </a:solidFill>
                  <a:ea typeface="微软雅黑" panose="020B0503020204020204" charset="-122"/>
                </a:rPr>
                <a:t>服务「道」和「法」，而非追新</a:t>
              </a:r>
              <a:endParaRPr lang="en-US" sz="2400" b="1" i="0" u="none">
                <a:solidFill>
                  <a:srgbClr val="FFFFFF"/>
                </a:solidFill>
                <a:ea typeface="微软雅黑" panose="020B0503020204020204" charset="-122"/>
              </a:endParaRPr>
            </a:p>
          </p:txBody>
        </p:sp>
        <p:grpSp>
          <p:nvGrpSpPr>
            <p:cNvPr id="31" name="组合 30" descr="6ef9d1ca-2805-4c56-b0d5-656be34dde3a"/>
            <p:cNvGrpSpPr/>
            <p:nvPr/>
          </p:nvGrpSpPr>
          <p:grpSpPr>
            <a:xfrm>
              <a:off x="679858" y="2969694"/>
              <a:ext cx="5240205" cy="1321171"/>
              <a:chOff x="679858" y="2969694"/>
              <a:chExt cx="5240205" cy="1321171"/>
            </a:xfrm>
          </p:grpSpPr>
          <p:sp>
            <p:nvSpPr>
              <p:cNvPr id="9" name="Number1" descr="955b25bd-f358-45ff-9878-7ce72af4ab80"/>
              <p:cNvSpPr txBox="1"/>
              <p:nvPr/>
            </p:nvSpPr>
            <p:spPr bwMode="auto">
              <a:xfrm>
                <a:off x="5404198" y="3536329"/>
                <a:ext cx="515865" cy="485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 anchorCtr="0">
                <a:normAutofit/>
              </a:bodyPr>
              <a:lstStyle>
                <a:defPPr>
                  <a:defRPr lang="zh-CN"/>
                </a:defPPr>
                <a:lvl1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  <a:defRPr b="1">
                    <a:solidFill>
                      <a:schemeClr val="accent2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sz="1600" b="1" i="0" u="none">
                    <a:solidFill>
                      <a:srgbClr val="FFFFFF"/>
                    </a:solidFill>
                    <a:latin typeface="Arial" panose="020B0604020202020204"/>
                  </a:rPr>
                  <a:t>01</a:t>
                </a:r>
                <a:endParaRPr lang="en-US" sz="16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12" name="Bullet1" descr="88360714-8fd0-4e89-980a-4124612007d3"/>
              <p:cNvSpPr txBox="1"/>
              <p:nvPr/>
            </p:nvSpPr>
            <p:spPr>
              <a:xfrm>
                <a:off x="679858" y="2969694"/>
                <a:ext cx="3500922" cy="462978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 anchor="b" anchorCtr="0">
                <a:normAutofit/>
              </a:bodyPr>
              <a:lstStyle/>
              <a:p>
                <a:pPr algn="r"/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服务道和法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3" name="Text1" descr="daed33a9-64c9-4eda-b73c-c684d30aea02"/>
              <p:cNvSpPr txBox="1"/>
              <p:nvPr/>
            </p:nvSpPr>
            <p:spPr>
              <a:xfrm>
                <a:off x="679859" y="3432674"/>
                <a:ext cx="3500921" cy="858191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 anchor="t" anchorCtr="0">
                <a:normAutofit/>
              </a:bodyPr>
              <a:lstStyle/>
              <a:p>
                <a:pPr algn="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掌握工具旨在服务「道」和「法」，而非单纯追求最新工具。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32" name="组合 31" descr="b66fc679-04ac-47aa-9e87-76ad03c1a7fd"/>
            <p:cNvGrpSpPr/>
            <p:nvPr/>
          </p:nvGrpSpPr>
          <p:grpSpPr>
            <a:xfrm>
              <a:off x="6292232" y="2969694"/>
              <a:ext cx="5244196" cy="1321171"/>
              <a:chOff x="6292232" y="2969694"/>
              <a:chExt cx="5244196" cy="1321171"/>
            </a:xfrm>
          </p:grpSpPr>
          <p:sp>
            <p:nvSpPr>
              <p:cNvPr id="10" name="Number2" descr="68b14602-40fc-4c21-bb85-8d32536a04b3"/>
              <p:cNvSpPr txBox="1"/>
              <p:nvPr/>
            </p:nvSpPr>
            <p:spPr bwMode="auto">
              <a:xfrm>
                <a:off x="6292232" y="3536329"/>
                <a:ext cx="514971" cy="485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 anchorCtr="0">
                <a:normAutofit/>
              </a:bodyPr>
              <a:lstStyle>
                <a:defPPr>
                  <a:defRPr lang="zh-CN"/>
                </a:defPPr>
                <a:lvl1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  <a:defRPr b="1">
                    <a:solidFill>
                      <a:schemeClr val="accent2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sz="1600" b="1" i="0" u="none">
                    <a:solidFill>
                      <a:srgbClr val="FFFFFF"/>
                    </a:solidFill>
                    <a:latin typeface="Arial" panose="020B0604020202020204"/>
                  </a:rPr>
                  <a:t>02</a:t>
                </a:r>
                <a:endParaRPr lang="en-US" sz="16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18" name="Bullet2" descr="f09fa279-6edc-4c2b-afe1-572c4127a63f"/>
              <p:cNvSpPr txBox="1"/>
              <p:nvPr/>
            </p:nvSpPr>
            <p:spPr>
              <a:xfrm>
                <a:off x="8035506" y="2969694"/>
                <a:ext cx="3500922" cy="462978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 anchor="b" anchorCtr="0">
                <a:normAutofit/>
              </a:bodyPr>
              <a:lstStyle/>
              <a:p>
                <a:pPr algn="l"/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工具迭代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9" name="Text2" descr="a7846e5e-0f55-4a90-9c6f-afbd50569e5e"/>
              <p:cNvSpPr txBox="1"/>
              <p:nvPr/>
            </p:nvSpPr>
            <p:spPr>
              <a:xfrm>
                <a:off x="8035507" y="3432674"/>
                <a:ext cx="3500921" cy="858191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工具会快速迭代，使用工具的智慧却是永恒的。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33" name="组合 32" descr="7f0a9606-dab2-46bd-b089-8a53f96b4a84"/>
            <p:cNvGrpSpPr/>
            <p:nvPr/>
          </p:nvGrpSpPr>
          <p:grpSpPr>
            <a:xfrm>
              <a:off x="679858" y="4513330"/>
              <a:ext cx="5240205" cy="1616008"/>
              <a:chOff x="679858" y="4513330"/>
              <a:chExt cx="5240205" cy="1616008"/>
            </a:xfrm>
          </p:grpSpPr>
          <p:sp>
            <p:nvSpPr>
              <p:cNvPr id="11" name="Number3" descr="8804b0f1-7a13-4c9d-b680-d27ec1f39ab3"/>
              <p:cNvSpPr txBox="1"/>
              <p:nvPr/>
            </p:nvSpPr>
            <p:spPr bwMode="auto">
              <a:xfrm>
                <a:off x="5404198" y="4513330"/>
                <a:ext cx="515865" cy="485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 anchorCtr="0">
                <a:normAutofit/>
              </a:bodyPr>
              <a:lstStyle>
                <a:defPPr>
                  <a:defRPr lang="zh-CN"/>
                </a:defPPr>
                <a:lvl1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  <a:defRPr b="1">
                    <a:solidFill>
                      <a:schemeClr val="accent2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sz="1600" b="1" i="0" u="none">
                    <a:solidFill>
                      <a:srgbClr val="FFFFFF"/>
                    </a:solidFill>
                    <a:latin typeface="Arial" panose="020B0604020202020204"/>
                  </a:rPr>
                  <a:t>03</a:t>
                </a:r>
                <a:endParaRPr lang="en-US" sz="16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15" name="Bullet3" descr="213d3c34-b20c-41bb-bb5c-5ad57141fd70"/>
              <p:cNvSpPr txBox="1"/>
              <p:nvPr/>
            </p:nvSpPr>
            <p:spPr>
              <a:xfrm>
                <a:off x="679858" y="4808167"/>
                <a:ext cx="3500922" cy="462978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 anchor="b" anchorCtr="0">
                <a:normAutofit/>
              </a:bodyPr>
              <a:lstStyle/>
              <a:p>
                <a:pPr algn="r"/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选择合适工具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6" name="Text3" descr="8643f049-eb2a-483a-8a80-dd1479d40fa2"/>
              <p:cNvSpPr txBox="1"/>
              <p:nvPr/>
            </p:nvSpPr>
            <p:spPr>
              <a:xfrm>
                <a:off x="679859" y="5271147"/>
                <a:ext cx="3500921" cy="858191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 anchor="t" anchorCtr="0">
                <a:normAutofit/>
              </a:bodyPr>
              <a:lstStyle/>
              <a:p>
                <a:pPr algn="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选择合适的工具比追逐最新的工具更重要。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34" name="组合 33" descr="09c090b3-42bb-4151-8a1a-2e20fd4b1c11"/>
            <p:cNvGrpSpPr/>
            <p:nvPr/>
          </p:nvGrpSpPr>
          <p:grpSpPr>
            <a:xfrm>
              <a:off x="6292232" y="4513330"/>
              <a:ext cx="5244196" cy="1616008"/>
              <a:chOff x="6292232" y="4513330"/>
              <a:chExt cx="5244196" cy="1616008"/>
            </a:xfrm>
          </p:grpSpPr>
          <p:sp>
            <p:nvSpPr>
              <p:cNvPr id="14" name="Number4" descr="32c68e81-64f5-4601-a901-5ee346e06d03"/>
              <p:cNvSpPr txBox="1"/>
              <p:nvPr/>
            </p:nvSpPr>
            <p:spPr bwMode="auto">
              <a:xfrm>
                <a:off x="6292232" y="4513330"/>
                <a:ext cx="514971" cy="485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 anchorCtr="0">
                <a:normAutofit/>
              </a:bodyPr>
              <a:lstStyle>
                <a:defPPr>
                  <a:defRPr lang="zh-CN"/>
                </a:defPPr>
                <a:lvl1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  <a:defRPr b="1">
                    <a:solidFill>
                      <a:schemeClr val="accent2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sz="1600" b="1" i="0" u="none">
                    <a:solidFill>
                      <a:srgbClr val="FFFFFF"/>
                    </a:solidFill>
                    <a:latin typeface="Arial" panose="020B0604020202020204"/>
                  </a:rPr>
                  <a:t>04</a:t>
                </a:r>
                <a:endParaRPr lang="en-US" sz="16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21" name="Bullet4" descr="bb21f57d-1e6a-4ce2-b9ac-b5f24f80241c"/>
              <p:cNvSpPr txBox="1"/>
              <p:nvPr/>
            </p:nvSpPr>
            <p:spPr>
              <a:xfrm>
                <a:off x="8035506" y="4808167"/>
                <a:ext cx="3500922" cy="462978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 anchor="b" anchorCtr="0">
                <a:normAutofit/>
              </a:bodyPr>
              <a:lstStyle/>
              <a:p>
                <a:pPr algn="l"/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理解工具原理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2" name="Text4" descr="8ed6bbe2-77c9-4a36-b824-86d40e76c360"/>
              <p:cNvSpPr txBox="1"/>
              <p:nvPr/>
            </p:nvSpPr>
            <p:spPr>
              <a:xfrm>
                <a:off x="8035507" y="5271147"/>
                <a:ext cx="3500921" cy="858191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理解工具的原理比记住工具的用法更有价值。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</p:grp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5a12860-57d0-435d-97c1-4c6d2d8d7d77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FFFFFF"/>
                </a:solidFill>
                <a:ea typeface="微软雅黑" panose="020B0503020204020204" charset="-122"/>
              </a:rPr>
              <a:t>道法术体系</a:t>
            </a:r>
            <a:endParaRPr lang="en-US" sz="2800" b="1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grpSp>
        <p:nvGrpSpPr>
          <p:cNvPr id="30" name="508a46d7-b9d7-4e33-8a64-252ee044e24e.source.2.zh-Hans.pptx" descr="1cbf75c1-3e72-4f4e-b740-3d4648ab3588"/>
          <p:cNvGrpSpPr/>
          <p:nvPr/>
        </p:nvGrpSpPr>
        <p:grpSpPr>
          <a:xfrm>
            <a:off x="673100" y="1130300"/>
            <a:ext cx="10845800" cy="4969503"/>
            <a:chOff x="673100" y="1130300"/>
            <a:chExt cx="10845800" cy="4969503"/>
          </a:xfrm>
        </p:grpSpPr>
        <p:grpSp>
          <p:nvGrpSpPr>
            <p:cNvPr id="28" name="组合 27" descr="b07c3c09-6131-40e7-8a95-048dd2510c0b"/>
            <p:cNvGrpSpPr/>
            <p:nvPr/>
          </p:nvGrpSpPr>
          <p:grpSpPr>
            <a:xfrm>
              <a:off x="846737" y="3165925"/>
              <a:ext cx="6550495" cy="2561775"/>
              <a:chOff x="846737" y="3165925"/>
              <a:chExt cx="6550495" cy="2561775"/>
            </a:xfrm>
          </p:grpSpPr>
          <p:sp>
            <p:nvSpPr>
              <p:cNvPr id="19" name="Number1" descr="6076e209-bbbd-497b-b226-486fcca6b40e"/>
              <p:cNvSpPr/>
              <p:nvPr/>
            </p:nvSpPr>
            <p:spPr bwMode="auto">
              <a:xfrm>
                <a:off x="4794770" y="3165925"/>
                <a:ext cx="2602462" cy="1918880"/>
              </a:xfrm>
              <a:custGeom>
                <a:avLst/>
                <a:gdLst>
                  <a:gd name="T0" fmla="*/ 750 w 750"/>
                  <a:gd name="T1" fmla="*/ 553 h 553"/>
                  <a:gd name="T2" fmla="*/ 375 w 750"/>
                  <a:gd name="T3" fmla="*/ 0 h 553"/>
                  <a:gd name="T4" fmla="*/ 0 w 750"/>
                  <a:gd name="T5" fmla="*/ 553 h 553"/>
                  <a:gd name="T6" fmla="*/ 750 w 750"/>
                  <a:gd name="T7" fmla="*/ 553 h 5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50" h="553">
                    <a:moveTo>
                      <a:pt x="750" y="553"/>
                    </a:moveTo>
                    <a:lnTo>
                      <a:pt x="375" y="0"/>
                    </a:lnTo>
                    <a:lnTo>
                      <a:pt x="0" y="553"/>
                    </a:lnTo>
                    <a:lnTo>
                      <a:pt x="750" y="55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/>
              </a:p>
              <a:p>
                <a:pPr algn="ctr"/>
              </a:p>
              <a:p>
                <a:pPr algn="ctr"/>
              </a:p>
              <a:p>
                <a:pPr algn="ctr"/>
              </a:p>
              <a:p>
                <a:pPr algn="ctr"/>
              </a:p>
              <a:p>
                <a:pPr algn="ctr"/>
                <a:r>
                  <a:rPr lang="en-US" sz="2000" b="1" i="0" u="none">
                    <a:solidFill>
                      <a:srgbClr val="FFFFFF"/>
                    </a:solidFill>
                    <a:latin typeface="Arial" panose="020B0604020202020204"/>
                  </a:rPr>
                  <a:t>01</a:t>
                </a:r>
                <a:endParaRPr lang="en-US" sz="20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11" name="Icon1" descr="516c826c-8f36-46fc-bae3-1171b0c330fa"/>
              <p:cNvSpPr/>
              <p:nvPr/>
            </p:nvSpPr>
            <p:spPr bwMode="auto">
              <a:xfrm>
                <a:off x="2236082" y="3388361"/>
                <a:ext cx="419040" cy="419094"/>
              </a:xfrm>
              <a:custGeom>
                <a:avLst/>
                <a:gdLst>
                  <a:gd name="connsiteX0" fmla="*/ 533257 w 607489"/>
                  <a:gd name="connsiteY0" fmla="*/ 454864 h 607568"/>
                  <a:gd name="connsiteX1" fmla="*/ 549398 w 607489"/>
                  <a:gd name="connsiteY1" fmla="*/ 464840 h 607568"/>
                  <a:gd name="connsiteX2" fmla="*/ 605663 w 607489"/>
                  <a:gd name="connsiteY2" fmla="*/ 577181 h 607568"/>
                  <a:gd name="connsiteX3" fmla="*/ 597515 w 607489"/>
                  <a:gd name="connsiteY3" fmla="*/ 601429 h 607568"/>
                  <a:gd name="connsiteX4" fmla="*/ 588753 w 607489"/>
                  <a:gd name="connsiteY4" fmla="*/ 605727 h 607568"/>
                  <a:gd name="connsiteX5" fmla="*/ 580913 w 607489"/>
                  <a:gd name="connsiteY5" fmla="*/ 607568 h 607568"/>
                  <a:gd name="connsiteX6" fmla="*/ 564617 w 607489"/>
                  <a:gd name="connsiteY6" fmla="*/ 597593 h 607568"/>
                  <a:gd name="connsiteX7" fmla="*/ 508506 w 607489"/>
                  <a:gd name="connsiteY7" fmla="*/ 485252 h 607568"/>
                  <a:gd name="connsiteX8" fmla="*/ 516654 w 607489"/>
                  <a:gd name="connsiteY8" fmla="*/ 461157 h 607568"/>
                  <a:gd name="connsiteX9" fmla="*/ 525263 w 607489"/>
                  <a:gd name="connsiteY9" fmla="*/ 456706 h 607568"/>
                  <a:gd name="connsiteX10" fmla="*/ 533257 w 607489"/>
                  <a:gd name="connsiteY10" fmla="*/ 454864 h 607568"/>
                  <a:gd name="connsiteX11" fmla="*/ 348909 w 607489"/>
                  <a:gd name="connsiteY11" fmla="*/ 397213 h 607568"/>
                  <a:gd name="connsiteX12" fmla="*/ 410496 w 607489"/>
                  <a:gd name="connsiteY12" fmla="*/ 407800 h 607568"/>
                  <a:gd name="connsiteX13" fmla="*/ 445973 w 607489"/>
                  <a:gd name="connsiteY13" fmla="*/ 403964 h 607568"/>
                  <a:gd name="connsiteX14" fmla="*/ 297151 w 607489"/>
                  <a:gd name="connsiteY14" fmla="*/ 493111 h 607568"/>
                  <a:gd name="connsiteX15" fmla="*/ 337544 w 607489"/>
                  <a:gd name="connsiteY15" fmla="*/ 429895 h 607568"/>
                  <a:gd name="connsiteX16" fmla="*/ 348909 w 607489"/>
                  <a:gd name="connsiteY16" fmla="*/ 397213 h 607568"/>
                  <a:gd name="connsiteX17" fmla="*/ 185234 w 607489"/>
                  <a:gd name="connsiteY17" fmla="*/ 397213 h 607568"/>
                  <a:gd name="connsiteX18" fmla="*/ 315850 w 607489"/>
                  <a:gd name="connsiteY18" fmla="*/ 397213 h 607568"/>
                  <a:gd name="connsiteX19" fmla="*/ 250542 w 607489"/>
                  <a:gd name="connsiteY19" fmla="*/ 481750 h 607568"/>
                  <a:gd name="connsiteX20" fmla="*/ 185234 w 607489"/>
                  <a:gd name="connsiteY20" fmla="*/ 397213 h 607568"/>
                  <a:gd name="connsiteX21" fmla="*/ 49749 w 607489"/>
                  <a:gd name="connsiteY21" fmla="*/ 397213 h 607568"/>
                  <a:gd name="connsiteX22" fmla="*/ 152381 w 607489"/>
                  <a:gd name="connsiteY22" fmla="*/ 397213 h 607568"/>
                  <a:gd name="connsiteX23" fmla="*/ 163597 w 607489"/>
                  <a:gd name="connsiteY23" fmla="*/ 429895 h 607568"/>
                  <a:gd name="connsiteX24" fmla="*/ 204005 w 607489"/>
                  <a:gd name="connsiteY24" fmla="*/ 493111 h 607568"/>
                  <a:gd name="connsiteX25" fmla="*/ 49749 w 607489"/>
                  <a:gd name="connsiteY25" fmla="*/ 397213 h 607568"/>
                  <a:gd name="connsiteX26" fmla="*/ 500241 w 607489"/>
                  <a:gd name="connsiteY26" fmla="*/ 382182 h 607568"/>
                  <a:gd name="connsiteX27" fmla="*/ 521619 w 607489"/>
                  <a:gd name="connsiteY27" fmla="*/ 424810 h 607568"/>
                  <a:gd name="connsiteX28" fmla="*/ 511161 w 607489"/>
                  <a:gd name="connsiteY28" fmla="*/ 428644 h 607568"/>
                  <a:gd name="connsiteX29" fmla="*/ 502548 w 607489"/>
                  <a:gd name="connsiteY29" fmla="*/ 432937 h 607568"/>
                  <a:gd name="connsiteX30" fmla="*/ 493320 w 607489"/>
                  <a:gd name="connsiteY30" fmla="*/ 438917 h 607568"/>
                  <a:gd name="connsiteX31" fmla="*/ 471941 w 607489"/>
                  <a:gd name="connsiteY31" fmla="*/ 396289 h 607568"/>
                  <a:gd name="connsiteX32" fmla="*/ 486399 w 607489"/>
                  <a:gd name="connsiteY32" fmla="*/ 389849 h 607568"/>
                  <a:gd name="connsiteX33" fmla="*/ 500241 w 607489"/>
                  <a:gd name="connsiteY33" fmla="*/ 382182 h 607568"/>
                  <a:gd name="connsiteX34" fmla="*/ 164347 w 607489"/>
                  <a:gd name="connsiteY34" fmla="*/ 262362 h 607568"/>
                  <a:gd name="connsiteX35" fmla="*/ 241626 w 607489"/>
                  <a:gd name="connsiteY35" fmla="*/ 262362 h 607568"/>
                  <a:gd name="connsiteX36" fmla="*/ 257758 w 607489"/>
                  <a:gd name="connsiteY36" fmla="*/ 313443 h 607568"/>
                  <a:gd name="connsiteX37" fmla="*/ 297857 w 607489"/>
                  <a:gd name="connsiteY37" fmla="*/ 365599 h 607568"/>
                  <a:gd name="connsiteX38" fmla="*/ 176638 w 607489"/>
                  <a:gd name="connsiteY38" fmla="*/ 365599 h 607568"/>
                  <a:gd name="connsiteX39" fmla="*/ 164347 w 607489"/>
                  <a:gd name="connsiteY39" fmla="*/ 262362 h 607568"/>
                  <a:gd name="connsiteX40" fmla="*/ 0 w 607489"/>
                  <a:gd name="connsiteY40" fmla="*/ 262362 h 607568"/>
                  <a:gd name="connsiteX41" fmla="*/ 132704 w 607489"/>
                  <a:gd name="connsiteY41" fmla="*/ 262362 h 607568"/>
                  <a:gd name="connsiteX42" fmla="*/ 144377 w 607489"/>
                  <a:gd name="connsiteY42" fmla="*/ 365599 h 607568"/>
                  <a:gd name="connsiteX43" fmla="*/ 29490 w 607489"/>
                  <a:gd name="connsiteY43" fmla="*/ 365599 h 607568"/>
                  <a:gd name="connsiteX44" fmla="*/ 0 w 607489"/>
                  <a:gd name="connsiteY44" fmla="*/ 262362 h 607568"/>
                  <a:gd name="connsiteX45" fmla="*/ 176639 w 607489"/>
                  <a:gd name="connsiteY45" fmla="*/ 127512 h 607568"/>
                  <a:gd name="connsiteX46" fmla="*/ 280356 w 607489"/>
                  <a:gd name="connsiteY46" fmla="*/ 127512 h 607568"/>
                  <a:gd name="connsiteX47" fmla="*/ 240098 w 607489"/>
                  <a:gd name="connsiteY47" fmla="*/ 230749 h 607568"/>
                  <a:gd name="connsiteX48" fmla="*/ 164347 w 607489"/>
                  <a:gd name="connsiteY48" fmla="*/ 230749 h 607568"/>
                  <a:gd name="connsiteX49" fmla="*/ 176639 w 607489"/>
                  <a:gd name="connsiteY49" fmla="*/ 127512 h 607568"/>
                  <a:gd name="connsiteX50" fmla="*/ 29490 w 607489"/>
                  <a:gd name="connsiteY50" fmla="*/ 127512 h 607568"/>
                  <a:gd name="connsiteX51" fmla="*/ 144377 w 607489"/>
                  <a:gd name="connsiteY51" fmla="*/ 127512 h 607568"/>
                  <a:gd name="connsiteX52" fmla="*/ 132704 w 607489"/>
                  <a:gd name="connsiteY52" fmla="*/ 230749 h 607568"/>
                  <a:gd name="connsiteX53" fmla="*/ 0 w 607489"/>
                  <a:gd name="connsiteY53" fmla="*/ 230749 h 607568"/>
                  <a:gd name="connsiteX54" fmla="*/ 29490 w 607489"/>
                  <a:gd name="connsiteY54" fmla="*/ 127512 h 607568"/>
                  <a:gd name="connsiteX55" fmla="*/ 410198 w 607489"/>
                  <a:gd name="connsiteY55" fmla="*/ 98792 h 607568"/>
                  <a:gd name="connsiteX56" fmla="*/ 534660 w 607489"/>
                  <a:gd name="connsiteY56" fmla="*/ 175658 h 607568"/>
                  <a:gd name="connsiteX57" fmla="*/ 542036 w 607489"/>
                  <a:gd name="connsiteY57" fmla="*/ 281521 h 607568"/>
                  <a:gd name="connsiteX58" fmla="*/ 472275 w 607489"/>
                  <a:gd name="connsiteY58" fmla="*/ 361609 h 607568"/>
                  <a:gd name="connsiteX59" fmla="*/ 410505 w 607489"/>
                  <a:gd name="connsiteY59" fmla="*/ 376185 h 607568"/>
                  <a:gd name="connsiteX60" fmla="*/ 286042 w 607489"/>
                  <a:gd name="connsiteY60" fmla="*/ 299472 h 607568"/>
                  <a:gd name="connsiteX61" fmla="*/ 348274 w 607489"/>
                  <a:gd name="connsiteY61" fmla="*/ 113367 h 607568"/>
                  <a:gd name="connsiteX62" fmla="*/ 410198 w 607489"/>
                  <a:gd name="connsiteY62" fmla="*/ 98792 h 607568"/>
                  <a:gd name="connsiteX63" fmla="*/ 250542 w 607489"/>
                  <a:gd name="connsiteY63" fmla="*/ 11502 h 607568"/>
                  <a:gd name="connsiteX64" fmla="*/ 315850 w 607489"/>
                  <a:gd name="connsiteY64" fmla="*/ 95898 h 607568"/>
                  <a:gd name="connsiteX65" fmla="*/ 185234 w 607489"/>
                  <a:gd name="connsiteY65" fmla="*/ 95898 h 607568"/>
                  <a:gd name="connsiteX66" fmla="*/ 250542 w 607489"/>
                  <a:gd name="connsiteY66" fmla="*/ 11502 h 607568"/>
                  <a:gd name="connsiteX67" fmla="*/ 297151 w 607489"/>
                  <a:gd name="connsiteY67" fmla="*/ 0 h 607568"/>
                  <a:gd name="connsiteX68" fmla="*/ 426921 w 607489"/>
                  <a:gd name="connsiteY68" fmla="*/ 68142 h 607568"/>
                  <a:gd name="connsiteX69" fmla="*/ 410182 w 607489"/>
                  <a:gd name="connsiteY69" fmla="*/ 67221 h 607568"/>
                  <a:gd name="connsiteX70" fmla="*/ 343991 w 607489"/>
                  <a:gd name="connsiteY70" fmla="*/ 80727 h 607568"/>
                  <a:gd name="connsiteX71" fmla="*/ 337541 w 607489"/>
                  <a:gd name="connsiteY71" fmla="*/ 63231 h 607568"/>
                  <a:gd name="connsiteX72" fmla="*/ 297151 w 607489"/>
                  <a:gd name="connsiteY72" fmla="*/ 0 h 607568"/>
                  <a:gd name="connsiteX73" fmla="*/ 204005 w 607489"/>
                  <a:gd name="connsiteY73" fmla="*/ 0 h 607568"/>
                  <a:gd name="connsiteX74" fmla="*/ 163597 w 607489"/>
                  <a:gd name="connsiteY74" fmla="*/ 63216 h 607568"/>
                  <a:gd name="connsiteX75" fmla="*/ 152381 w 607489"/>
                  <a:gd name="connsiteY75" fmla="*/ 95898 h 607568"/>
                  <a:gd name="connsiteX76" fmla="*/ 49749 w 607489"/>
                  <a:gd name="connsiteY76" fmla="*/ 95898 h 607568"/>
                  <a:gd name="connsiteX77" fmla="*/ 204005 w 607489"/>
                  <a:gd name="connsiteY77" fmla="*/ 0 h 6075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</a:cxnLst>
                <a:rect l="l" t="t" r="r" b="b"/>
                <a:pathLst>
                  <a:path w="607489" h="607568">
                    <a:moveTo>
                      <a:pt x="533257" y="454864"/>
                    </a:moveTo>
                    <a:cubicBezTo>
                      <a:pt x="540021" y="454864"/>
                      <a:pt x="546477" y="458855"/>
                      <a:pt x="549398" y="464840"/>
                    </a:cubicBezTo>
                    <a:lnTo>
                      <a:pt x="605663" y="577181"/>
                    </a:lnTo>
                    <a:cubicBezTo>
                      <a:pt x="609967" y="586082"/>
                      <a:pt x="606431" y="596979"/>
                      <a:pt x="597515" y="601429"/>
                    </a:cubicBezTo>
                    <a:lnTo>
                      <a:pt x="588753" y="605727"/>
                    </a:lnTo>
                    <a:cubicBezTo>
                      <a:pt x="586293" y="606954"/>
                      <a:pt x="583680" y="607568"/>
                      <a:pt x="580913" y="607568"/>
                    </a:cubicBezTo>
                    <a:cubicBezTo>
                      <a:pt x="573995" y="607568"/>
                      <a:pt x="567692" y="603731"/>
                      <a:pt x="564617" y="597593"/>
                    </a:cubicBezTo>
                    <a:lnTo>
                      <a:pt x="508506" y="485252"/>
                    </a:lnTo>
                    <a:cubicBezTo>
                      <a:pt x="504048" y="476350"/>
                      <a:pt x="507738" y="465454"/>
                      <a:pt x="516654" y="461157"/>
                    </a:cubicBezTo>
                    <a:lnTo>
                      <a:pt x="525263" y="456706"/>
                    </a:lnTo>
                    <a:cubicBezTo>
                      <a:pt x="527722" y="455478"/>
                      <a:pt x="530490" y="454864"/>
                      <a:pt x="533257" y="454864"/>
                    </a:cubicBezTo>
                    <a:close/>
                    <a:moveTo>
                      <a:pt x="348909" y="397213"/>
                    </a:moveTo>
                    <a:cubicBezTo>
                      <a:pt x="367492" y="404118"/>
                      <a:pt x="389762" y="407800"/>
                      <a:pt x="410496" y="407800"/>
                    </a:cubicBezTo>
                    <a:cubicBezTo>
                      <a:pt x="422475" y="407800"/>
                      <a:pt x="434455" y="406573"/>
                      <a:pt x="445973" y="403964"/>
                    </a:cubicBezTo>
                    <a:cubicBezTo>
                      <a:pt x="409267" y="449535"/>
                      <a:pt x="356895" y="481910"/>
                      <a:pt x="297151" y="493111"/>
                    </a:cubicBezTo>
                    <a:cubicBezTo>
                      <a:pt x="312510" y="478995"/>
                      <a:pt x="326178" y="457667"/>
                      <a:pt x="337544" y="429895"/>
                    </a:cubicBezTo>
                    <a:cubicBezTo>
                      <a:pt x="341690" y="419615"/>
                      <a:pt x="345530" y="408721"/>
                      <a:pt x="348909" y="397213"/>
                    </a:cubicBezTo>
                    <a:close/>
                    <a:moveTo>
                      <a:pt x="185234" y="397213"/>
                    </a:moveTo>
                    <a:lnTo>
                      <a:pt x="315850" y="397213"/>
                    </a:lnTo>
                    <a:cubicBezTo>
                      <a:pt x="298793" y="450145"/>
                      <a:pt x="273899" y="481750"/>
                      <a:pt x="250542" y="481750"/>
                    </a:cubicBezTo>
                    <a:cubicBezTo>
                      <a:pt x="227185" y="481750"/>
                      <a:pt x="202291" y="450145"/>
                      <a:pt x="185234" y="397213"/>
                    </a:cubicBezTo>
                    <a:close/>
                    <a:moveTo>
                      <a:pt x="49749" y="397213"/>
                    </a:moveTo>
                    <a:lnTo>
                      <a:pt x="152381" y="397213"/>
                    </a:lnTo>
                    <a:cubicBezTo>
                      <a:pt x="155761" y="408721"/>
                      <a:pt x="159449" y="419615"/>
                      <a:pt x="163597" y="429895"/>
                    </a:cubicBezTo>
                    <a:cubicBezTo>
                      <a:pt x="174967" y="457667"/>
                      <a:pt x="188794" y="478995"/>
                      <a:pt x="204005" y="493111"/>
                    </a:cubicBezTo>
                    <a:cubicBezTo>
                      <a:pt x="141319" y="481450"/>
                      <a:pt x="86776" y="446313"/>
                      <a:pt x="49749" y="397213"/>
                    </a:cubicBezTo>
                    <a:close/>
                    <a:moveTo>
                      <a:pt x="500241" y="382182"/>
                    </a:moveTo>
                    <a:lnTo>
                      <a:pt x="521619" y="424810"/>
                    </a:lnTo>
                    <a:cubicBezTo>
                      <a:pt x="517928" y="425730"/>
                      <a:pt x="514544" y="426957"/>
                      <a:pt x="511161" y="428644"/>
                    </a:cubicBezTo>
                    <a:lnTo>
                      <a:pt x="502548" y="432937"/>
                    </a:lnTo>
                    <a:cubicBezTo>
                      <a:pt x="499164" y="434624"/>
                      <a:pt x="496088" y="436617"/>
                      <a:pt x="493320" y="438917"/>
                    </a:cubicBezTo>
                    <a:lnTo>
                      <a:pt x="471941" y="396289"/>
                    </a:lnTo>
                    <a:cubicBezTo>
                      <a:pt x="476863" y="394295"/>
                      <a:pt x="481631" y="392149"/>
                      <a:pt x="486399" y="389849"/>
                    </a:cubicBezTo>
                    <a:cubicBezTo>
                      <a:pt x="491166" y="387549"/>
                      <a:pt x="495781" y="384942"/>
                      <a:pt x="500241" y="382182"/>
                    </a:cubicBezTo>
                    <a:close/>
                    <a:moveTo>
                      <a:pt x="164347" y="262362"/>
                    </a:moveTo>
                    <a:lnTo>
                      <a:pt x="241626" y="262362"/>
                    </a:lnTo>
                    <a:cubicBezTo>
                      <a:pt x="244238" y="279696"/>
                      <a:pt x="249461" y="297030"/>
                      <a:pt x="257758" y="313443"/>
                    </a:cubicBezTo>
                    <a:cubicBezTo>
                      <a:pt x="267898" y="333692"/>
                      <a:pt x="281571" y="351333"/>
                      <a:pt x="297857" y="365599"/>
                    </a:cubicBezTo>
                    <a:lnTo>
                      <a:pt x="176638" y="365599"/>
                    </a:lnTo>
                    <a:cubicBezTo>
                      <a:pt x="169724" y="335686"/>
                      <a:pt x="165269" y="300711"/>
                      <a:pt x="164347" y="262362"/>
                    </a:cubicBezTo>
                    <a:close/>
                    <a:moveTo>
                      <a:pt x="0" y="262362"/>
                    </a:moveTo>
                    <a:lnTo>
                      <a:pt x="132704" y="262362"/>
                    </a:lnTo>
                    <a:cubicBezTo>
                      <a:pt x="133625" y="298717"/>
                      <a:pt x="137619" y="333845"/>
                      <a:pt x="144377" y="365599"/>
                    </a:cubicBezTo>
                    <a:lnTo>
                      <a:pt x="29490" y="365599"/>
                    </a:lnTo>
                    <a:cubicBezTo>
                      <a:pt x="12748" y="334612"/>
                      <a:pt x="2304" y="299484"/>
                      <a:pt x="0" y="262362"/>
                    </a:cubicBezTo>
                    <a:close/>
                    <a:moveTo>
                      <a:pt x="176639" y="127512"/>
                    </a:moveTo>
                    <a:lnTo>
                      <a:pt x="280356" y="127512"/>
                    </a:lnTo>
                    <a:cubicBezTo>
                      <a:pt x="255771" y="156504"/>
                      <a:pt x="241635" y="193013"/>
                      <a:pt x="240098" y="230749"/>
                    </a:cubicBezTo>
                    <a:lnTo>
                      <a:pt x="164347" y="230749"/>
                    </a:lnTo>
                    <a:cubicBezTo>
                      <a:pt x="165269" y="192399"/>
                      <a:pt x="169725" y="157578"/>
                      <a:pt x="176639" y="127512"/>
                    </a:cubicBezTo>
                    <a:close/>
                    <a:moveTo>
                      <a:pt x="29490" y="127512"/>
                    </a:moveTo>
                    <a:lnTo>
                      <a:pt x="144377" y="127512"/>
                    </a:lnTo>
                    <a:cubicBezTo>
                      <a:pt x="137619" y="159265"/>
                      <a:pt x="133625" y="194393"/>
                      <a:pt x="132704" y="230749"/>
                    </a:cubicBezTo>
                    <a:lnTo>
                      <a:pt x="0" y="230749"/>
                    </a:lnTo>
                    <a:cubicBezTo>
                      <a:pt x="2304" y="193626"/>
                      <a:pt x="12748" y="158498"/>
                      <a:pt x="29490" y="127512"/>
                    </a:cubicBezTo>
                    <a:close/>
                    <a:moveTo>
                      <a:pt x="410198" y="98792"/>
                    </a:moveTo>
                    <a:cubicBezTo>
                      <a:pt x="463363" y="98792"/>
                      <a:pt x="510997" y="128249"/>
                      <a:pt x="534660" y="175658"/>
                    </a:cubicBezTo>
                    <a:cubicBezTo>
                      <a:pt x="551255" y="208798"/>
                      <a:pt x="553867" y="246387"/>
                      <a:pt x="542036" y="281521"/>
                    </a:cubicBezTo>
                    <a:cubicBezTo>
                      <a:pt x="530358" y="316656"/>
                      <a:pt x="505465" y="345039"/>
                      <a:pt x="472275" y="361609"/>
                    </a:cubicBezTo>
                    <a:cubicBezTo>
                      <a:pt x="452914" y="371275"/>
                      <a:pt x="432017" y="376185"/>
                      <a:pt x="410505" y="376185"/>
                    </a:cubicBezTo>
                    <a:cubicBezTo>
                      <a:pt x="357340" y="376185"/>
                      <a:pt x="309706" y="346881"/>
                      <a:pt x="286042" y="299472"/>
                    </a:cubicBezTo>
                    <a:cubicBezTo>
                      <a:pt x="251777" y="231044"/>
                      <a:pt x="279742" y="147581"/>
                      <a:pt x="348274" y="113367"/>
                    </a:cubicBezTo>
                    <a:cubicBezTo>
                      <a:pt x="367788" y="103701"/>
                      <a:pt x="388686" y="98792"/>
                      <a:pt x="410198" y="98792"/>
                    </a:cubicBezTo>
                    <a:close/>
                    <a:moveTo>
                      <a:pt x="250542" y="11502"/>
                    </a:moveTo>
                    <a:cubicBezTo>
                      <a:pt x="273899" y="11502"/>
                      <a:pt x="298793" y="42958"/>
                      <a:pt x="315850" y="95898"/>
                    </a:cubicBezTo>
                    <a:lnTo>
                      <a:pt x="185234" y="95898"/>
                    </a:lnTo>
                    <a:cubicBezTo>
                      <a:pt x="202291" y="42958"/>
                      <a:pt x="227185" y="11502"/>
                      <a:pt x="250542" y="11502"/>
                    </a:cubicBezTo>
                    <a:close/>
                    <a:moveTo>
                      <a:pt x="297151" y="0"/>
                    </a:moveTo>
                    <a:cubicBezTo>
                      <a:pt x="347216" y="9362"/>
                      <a:pt x="392060" y="33764"/>
                      <a:pt x="426921" y="68142"/>
                    </a:cubicBezTo>
                    <a:cubicBezTo>
                      <a:pt x="421393" y="67528"/>
                      <a:pt x="415864" y="67221"/>
                      <a:pt x="410182" y="67221"/>
                    </a:cubicBezTo>
                    <a:cubicBezTo>
                      <a:pt x="387299" y="67221"/>
                      <a:pt x="365031" y="71825"/>
                      <a:pt x="343991" y="80727"/>
                    </a:cubicBezTo>
                    <a:cubicBezTo>
                      <a:pt x="341995" y="74741"/>
                      <a:pt x="339845" y="68909"/>
                      <a:pt x="337541" y="63231"/>
                    </a:cubicBezTo>
                    <a:cubicBezTo>
                      <a:pt x="326177" y="35452"/>
                      <a:pt x="312509" y="14119"/>
                      <a:pt x="297151" y="0"/>
                    </a:cubicBezTo>
                    <a:close/>
                    <a:moveTo>
                      <a:pt x="204005" y="0"/>
                    </a:moveTo>
                    <a:cubicBezTo>
                      <a:pt x="188794" y="14116"/>
                      <a:pt x="174967" y="35444"/>
                      <a:pt x="163597" y="63216"/>
                    </a:cubicBezTo>
                    <a:cubicBezTo>
                      <a:pt x="159449" y="73496"/>
                      <a:pt x="155761" y="84390"/>
                      <a:pt x="152381" y="95898"/>
                    </a:cubicBezTo>
                    <a:lnTo>
                      <a:pt x="49749" y="95898"/>
                    </a:lnTo>
                    <a:cubicBezTo>
                      <a:pt x="86776" y="46798"/>
                      <a:pt x="141319" y="11814"/>
                      <a:pt x="20400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/>
              </a:p>
            </p:txBody>
          </p:sp>
          <p:sp>
            <p:nvSpPr>
              <p:cNvPr id="17" name="Text1" descr="4264c29f-d704-4d39-a780-fce71f651c77"/>
              <p:cNvSpPr txBox="1"/>
              <p:nvPr/>
            </p:nvSpPr>
            <p:spPr>
              <a:xfrm>
                <a:off x="846737" y="4396212"/>
                <a:ext cx="3197730" cy="1331488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「道」指引方向，「法」提供路径，「术」解决问题，三者相互支撑。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8" name="Bullet1" descr="669e6a10-890d-4c40-a27c-ae91a6b51f22"/>
              <p:cNvSpPr txBox="1"/>
              <p:nvPr/>
            </p:nvSpPr>
            <p:spPr>
              <a:xfrm>
                <a:off x="846737" y="3923712"/>
                <a:ext cx="3197730" cy="4725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体系完整性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29" name="组合 28" descr="4838807f-f320-4cfd-9a39-36d547a5d525"/>
            <p:cNvGrpSpPr/>
            <p:nvPr/>
          </p:nvGrpSpPr>
          <p:grpSpPr>
            <a:xfrm>
              <a:off x="4060773" y="3388361"/>
              <a:ext cx="7350684" cy="2711442"/>
              <a:chOff x="4060773" y="3388361"/>
              <a:chExt cx="7350684" cy="2711442"/>
            </a:xfrm>
          </p:grpSpPr>
          <p:sp>
            <p:nvSpPr>
              <p:cNvPr id="21" name="Number2" descr="a98a4b65-574c-410a-b54c-166599243291"/>
              <p:cNvSpPr/>
              <p:nvPr/>
            </p:nvSpPr>
            <p:spPr bwMode="auto">
              <a:xfrm>
                <a:off x="4060773" y="5145353"/>
                <a:ext cx="4072199" cy="954450"/>
              </a:xfrm>
              <a:custGeom>
                <a:avLst/>
                <a:gdLst>
                  <a:gd name="connsiteX0" fmla="*/ 0 w 4072199"/>
                  <a:gd name="connsiteY0" fmla="*/ 0 h 941750"/>
                  <a:gd name="connsiteX1" fmla="*/ 4072199 w 4072199"/>
                  <a:gd name="connsiteY1" fmla="*/ 0 h 941750"/>
                  <a:gd name="connsiteX2" fmla="*/ 4072199 w 4072199"/>
                  <a:gd name="connsiteY2" fmla="*/ 941750 h 941750"/>
                  <a:gd name="connsiteX3" fmla="*/ 0 w 4072199"/>
                  <a:gd name="connsiteY3" fmla="*/ 941750 h 941750"/>
                  <a:gd name="connsiteX4" fmla="*/ 0 w 4072199"/>
                  <a:gd name="connsiteY4" fmla="*/ 0 h 941750"/>
                  <a:gd name="connsiteX0-1" fmla="*/ 749300 w 4072199"/>
                  <a:gd name="connsiteY0-2" fmla="*/ 0 h 941750"/>
                  <a:gd name="connsiteX1-3" fmla="*/ 4072199 w 4072199"/>
                  <a:gd name="connsiteY1-4" fmla="*/ 0 h 941750"/>
                  <a:gd name="connsiteX2-5" fmla="*/ 4072199 w 4072199"/>
                  <a:gd name="connsiteY2-6" fmla="*/ 941750 h 941750"/>
                  <a:gd name="connsiteX3-7" fmla="*/ 0 w 4072199"/>
                  <a:gd name="connsiteY3-8" fmla="*/ 941750 h 941750"/>
                  <a:gd name="connsiteX4-9" fmla="*/ 749300 w 4072199"/>
                  <a:gd name="connsiteY4-10" fmla="*/ 0 h 941750"/>
                  <a:gd name="connsiteX0-11" fmla="*/ 749300 w 4072199"/>
                  <a:gd name="connsiteY0-12" fmla="*/ 12700 h 954450"/>
                  <a:gd name="connsiteX1-13" fmla="*/ 3360999 w 4072199"/>
                  <a:gd name="connsiteY1-14" fmla="*/ 0 h 954450"/>
                  <a:gd name="connsiteX2-15" fmla="*/ 4072199 w 4072199"/>
                  <a:gd name="connsiteY2-16" fmla="*/ 954450 h 954450"/>
                  <a:gd name="connsiteX3-17" fmla="*/ 0 w 4072199"/>
                  <a:gd name="connsiteY3-18" fmla="*/ 954450 h 954450"/>
                  <a:gd name="connsiteX4-19" fmla="*/ 749300 w 4072199"/>
                  <a:gd name="connsiteY4-20" fmla="*/ 12700 h 95445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072199" h="954450">
                    <a:moveTo>
                      <a:pt x="749300" y="12700"/>
                    </a:moveTo>
                    <a:lnTo>
                      <a:pt x="3360999" y="0"/>
                    </a:lnTo>
                    <a:lnTo>
                      <a:pt x="4072199" y="954450"/>
                    </a:lnTo>
                    <a:lnTo>
                      <a:pt x="0" y="954450"/>
                    </a:lnTo>
                    <a:lnTo>
                      <a:pt x="749300" y="12700"/>
                    </a:lnTo>
                    <a:close/>
                  </a:path>
                </a:pathLst>
              </a:custGeom>
              <a:solidFill>
                <a:schemeClr val="tx2">
                  <a:alpha val="15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latin typeface="Arial" panose="020B0604020202020204"/>
                  </a:rPr>
                  <a:t>02</a:t>
                </a:r>
                <a:endParaRPr lang="en-US" sz="18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13" name="Icon2" descr="b184450b-b269-402b-83fd-22cb700f6285"/>
              <p:cNvSpPr/>
              <p:nvPr/>
            </p:nvSpPr>
            <p:spPr bwMode="auto">
              <a:xfrm>
                <a:off x="9603072" y="3388361"/>
                <a:ext cx="419040" cy="419094"/>
              </a:xfrm>
              <a:custGeom>
                <a:avLst/>
                <a:gdLst>
                  <a:gd name="connsiteX0" fmla="*/ 533257 w 607489"/>
                  <a:gd name="connsiteY0" fmla="*/ 454864 h 607568"/>
                  <a:gd name="connsiteX1" fmla="*/ 549398 w 607489"/>
                  <a:gd name="connsiteY1" fmla="*/ 464840 h 607568"/>
                  <a:gd name="connsiteX2" fmla="*/ 605663 w 607489"/>
                  <a:gd name="connsiteY2" fmla="*/ 577181 h 607568"/>
                  <a:gd name="connsiteX3" fmla="*/ 597515 w 607489"/>
                  <a:gd name="connsiteY3" fmla="*/ 601429 h 607568"/>
                  <a:gd name="connsiteX4" fmla="*/ 588753 w 607489"/>
                  <a:gd name="connsiteY4" fmla="*/ 605727 h 607568"/>
                  <a:gd name="connsiteX5" fmla="*/ 580913 w 607489"/>
                  <a:gd name="connsiteY5" fmla="*/ 607568 h 607568"/>
                  <a:gd name="connsiteX6" fmla="*/ 564617 w 607489"/>
                  <a:gd name="connsiteY6" fmla="*/ 597593 h 607568"/>
                  <a:gd name="connsiteX7" fmla="*/ 508506 w 607489"/>
                  <a:gd name="connsiteY7" fmla="*/ 485252 h 607568"/>
                  <a:gd name="connsiteX8" fmla="*/ 516654 w 607489"/>
                  <a:gd name="connsiteY8" fmla="*/ 461157 h 607568"/>
                  <a:gd name="connsiteX9" fmla="*/ 525263 w 607489"/>
                  <a:gd name="connsiteY9" fmla="*/ 456706 h 607568"/>
                  <a:gd name="connsiteX10" fmla="*/ 533257 w 607489"/>
                  <a:gd name="connsiteY10" fmla="*/ 454864 h 607568"/>
                  <a:gd name="connsiteX11" fmla="*/ 348909 w 607489"/>
                  <a:gd name="connsiteY11" fmla="*/ 397213 h 607568"/>
                  <a:gd name="connsiteX12" fmla="*/ 410496 w 607489"/>
                  <a:gd name="connsiteY12" fmla="*/ 407800 h 607568"/>
                  <a:gd name="connsiteX13" fmla="*/ 445973 w 607489"/>
                  <a:gd name="connsiteY13" fmla="*/ 403964 h 607568"/>
                  <a:gd name="connsiteX14" fmla="*/ 297151 w 607489"/>
                  <a:gd name="connsiteY14" fmla="*/ 493111 h 607568"/>
                  <a:gd name="connsiteX15" fmla="*/ 337544 w 607489"/>
                  <a:gd name="connsiteY15" fmla="*/ 429895 h 607568"/>
                  <a:gd name="connsiteX16" fmla="*/ 348909 w 607489"/>
                  <a:gd name="connsiteY16" fmla="*/ 397213 h 607568"/>
                  <a:gd name="connsiteX17" fmla="*/ 185234 w 607489"/>
                  <a:gd name="connsiteY17" fmla="*/ 397213 h 607568"/>
                  <a:gd name="connsiteX18" fmla="*/ 315850 w 607489"/>
                  <a:gd name="connsiteY18" fmla="*/ 397213 h 607568"/>
                  <a:gd name="connsiteX19" fmla="*/ 250542 w 607489"/>
                  <a:gd name="connsiteY19" fmla="*/ 481750 h 607568"/>
                  <a:gd name="connsiteX20" fmla="*/ 185234 w 607489"/>
                  <a:gd name="connsiteY20" fmla="*/ 397213 h 607568"/>
                  <a:gd name="connsiteX21" fmla="*/ 49749 w 607489"/>
                  <a:gd name="connsiteY21" fmla="*/ 397213 h 607568"/>
                  <a:gd name="connsiteX22" fmla="*/ 152381 w 607489"/>
                  <a:gd name="connsiteY22" fmla="*/ 397213 h 607568"/>
                  <a:gd name="connsiteX23" fmla="*/ 163597 w 607489"/>
                  <a:gd name="connsiteY23" fmla="*/ 429895 h 607568"/>
                  <a:gd name="connsiteX24" fmla="*/ 204005 w 607489"/>
                  <a:gd name="connsiteY24" fmla="*/ 493111 h 607568"/>
                  <a:gd name="connsiteX25" fmla="*/ 49749 w 607489"/>
                  <a:gd name="connsiteY25" fmla="*/ 397213 h 607568"/>
                  <a:gd name="connsiteX26" fmla="*/ 500241 w 607489"/>
                  <a:gd name="connsiteY26" fmla="*/ 382182 h 607568"/>
                  <a:gd name="connsiteX27" fmla="*/ 521619 w 607489"/>
                  <a:gd name="connsiteY27" fmla="*/ 424810 h 607568"/>
                  <a:gd name="connsiteX28" fmla="*/ 511161 w 607489"/>
                  <a:gd name="connsiteY28" fmla="*/ 428644 h 607568"/>
                  <a:gd name="connsiteX29" fmla="*/ 502548 w 607489"/>
                  <a:gd name="connsiteY29" fmla="*/ 432937 h 607568"/>
                  <a:gd name="connsiteX30" fmla="*/ 493320 w 607489"/>
                  <a:gd name="connsiteY30" fmla="*/ 438917 h 607568"/>
                  <a:gd name="connsiteX31" fmla="*/ 471941 w 607489"/>
                  <a:gd name="connsiteY31" fmla="*/ 396289 h 607568"/>
                  <a:gd name="connsiteX32" fmla="*/ 486399 w 607489"/>
                  <a:gd name="connsiteY32" fmla="*/ 389849 h 607568"/>
                  <a:gd name="connsiteX33" fmla="*/ 500241 w 607489"/>
                  <a:gd name="connsiteY33" fmla="*/ 382182 h 607568"/>
                  <a:gd name="connsiteX34" fmla="*/ 164347 w 607489"/>
                  <a:gd name="connsiteY34" fmla="*/ 262362 h 607568"/>
                  <a:gd name="connsiteX35" fmla="*/ 241626 w 607489"/>
                  <a:gd name="connsiteY35" fmla="*/ 262362 h 607568"/>
                  <a:gd name="connsiteX36" fmla="*/ 257758 w 607489"/>
                  <a:gd name="connsiteY36" fmla="*/ 313443 h 607568"/>
                  <a:gd name="connsiteX37" fmla="*/ 297857 w 607489"/>
                  <a:gd name="connsiteY37" fmla="*/ 365599 h 607568"/>
                  <a:gd name="connsiteX38" fmla="*/ 176638 w 607489"/>
                  <a:gd name="connsiteY38" fmla="*/ 365599 h 607568"/>
                  <a:gd name="connsiteX39" fmla="*/ 164347 w 607489"/>
                  <a:gd name="connsiteY39" fmla="*/ 262362 h 607568"/>
                  <a:gd name="connsiteX40" fmla="*/ 0 w 607489"/>
                  <a:gd name="connsiteY40" fmla="*/ 262362 h 607568"/>
                  <a:gd name="connsiteX41" fmla="*/ 132704 w 607489"/>
                  <a:gd name="connsiteY41" fmla="*/ 262362 h 607568"/>
                  <a:gd name="connsiteX42" fmla="*/ 144377 w 607489"/>
                  <a:gd name="connsiteY42" fmla="*/ 365599 h 607568"/>
                  <a:gd name="connsiteX43" fmla="*/ 29490 w 607489"/>
                  <a:gd name="connsiteY43" fmla="*/ 365599 h 607568"/>
                  <a:gd name="connsiteX44" fmla="*/ 0 w 607489"/>
                  <a:gd name="connsiteY44" fmla="*/ 262362 h 607568"/>
                  <a:gd name="connsiteX45" fmla="*/ 176639 w 607489"/>
                  <a:gd name="connsiteY45" fmla="*/ 127512 h 607568"/>
                  <a:gd name="connsiteX46" fmla="*/ 280356 w 607489"/>
                  <a:gd name="connsiteY46" fmla="*/ 127512 h 607568"/>
                  <a:gd name="connsiteX47" fmla="*/ 240098 w 607489"/>
                  <a:gd name="connsiteY47" fmla="*/ 230749 h 607568"/>
                  <a:gd name="connsiteX48" fmla="*/ 164347 w 607489"/>
                  <a:gd name="connsiteY48" fmla="*/ 230749 h 607568"/>
                  <a:gd name="connsiteX49" fmla="*/ 176639 w 607489"/>
                  <a:gd name="connsiteY49" fmla="*/ 127512 h 607568"/>
                  <a:gd name="connsiteX50" fmla="*/ 29490 w 607489"/>
                  <a:gd name="connsiteY50" fmla="*/ 127512 h 607568"/>
                  <a:gd name="connsiteX51" fmla="*/ 144377 w 607489"/>
                  <a:gd name="connsiteY51" fmla="*/ 127512 h 607568"/>
                  <a:gd name="connsiteX52" fmla="*/ 132704 w 607489"/>
                  <a:gd name="connsiteY52" fmla="*/ 230749 h 607568"/>
                  <a:gd name="connsiteX53" fmla="*/ 0 w 607489"/>
                  <a:gd name="connsiteY53" fmla="*/ 230749 h 607568"/>
                  <a:gd name="connsiteX54" fmla="*/ 29490 w 607489"/>
                  <a:gd name="connsiteY54" fmla="*/ 127512 h 607568"/>
                  <a:gd name="connsiteX55" fmla="*/ 410198 w 607489"/>
                  <a:gd name="connsiteY55" fmla="*/ 98792 h 607568"/>
                  <a:gd name="connsiteX56" fmla="*/ 534660 w 607489"/>
                  <a:gd name="connsiteY56" fmla="*/ 175658 h 607568"/>
                  <a:gd name="connsiteX57" fmla="*/ 542036 w 607489"/>
                  <a:gd name="connsiteY57" fmla="*/ 281521 h 607568"/>
                  <a:gd name="connsiteX58" fmla="*/ 472275 w 607489"/>
                  <a:gd name="connsiteY58" fmla="*/ 361609 h 607568"/>
                  <a:gd name="connsiteX59" fmla="*/ 410505 w 607489"/>
                  <a:gd name="connsiteY59" fmla="*/ 376185 h 607568"/>
                  <a:gd name="connsiteX60" fmla="*/ 286042 w 607489"/>
                  <a:gd name="connsiteY60" fmla="*/ 299472 h 607568"/>
                  <a:gd name="connsiteX61" fmla="*/ 348274 w 607489"/>
                  <a:gd name="connsiteY61" fmla="*/ 113367 h 607568"/>
                  <a:gd name="connsiteX62" fmla="*/ 410198 w 607489"/>
                  <a:gd name="connsiteY62" fmla="*/ 98792 h 607568"/>
                  <a:gd name="connsiteX63" fmla="*/ 250542 w 607489"/>
                  <a:gd name="connsiteY63" fmla="*/ 11502 h 607568"/>
                  <a:gd name="connsiteX64" fmla="*/ 315850 w 607489"/>
                  <a:gd name="connsiteY64" fmla="*/ 95898 h 607568"/>
                  <a:gd name="connsiteX65" fmla="*/ 185234 w 607489"/>
                  <a:gd name="connsiteY65" fmla="*/ 95898 h 607568"/>
                  <a:gd name="connsiteX66" fmla="*/ 250542 w 607489"/>
                  <a:gd name="connsiteY66" fmla="*/ 11502 h 607568"/>
                  <a:gd name="connsiteX67" fmla="*/ 297151 w 607489"/>
                  <a:gd name="connsiteY67" fmla="*/ 0 h 607568"/>
                  <a:gd name="connsiteX68" fmla="*/ 426921 w 607489"/>
                  <a:gd name="connsiteY68" fmla="*/ 68142 h 607568"/>
                  <a:gd name="connsiteX69" fmla="*/ 410182 w 607489"/>
                  <a:gd name="connsiteY69" fmla="*/ 67221 h 607568"/>
                  <a:gd name="connsiteX70" fmla="*/ 343991 w 607489"/>
                  <a:gd name="connsiteY70" fmla="*/ 80727 h 607568"/>
                  <a:gd name="connsiteX71" fmla="*/ 337541 w 607489"/>
                  <a:gd name="connsiteY71" fmla="*/ 63231 h 607568"/>
                  <a:gd name="connsiteX72" fmla="*/ 297151 w 607489"/>
                  <a:gd name="connsiteY72" fmla="*/ 0 h 607568"/>
                  <a:gd name="connsiteX73" fmla="*/ 204005 w 607489"/>
                  <a:gd name="connsiteY73" fmla="*/ 0 h 607568"/>
                  <a:gd name="connsiteX74" fmla="*/ 163597 w 607489"/>
                  <a:gd name="connsiteY74" fmla="*/ 63216 h 607568"/>
                  <a:gd name="connsiteX75" fmla="*/ 152381 w 607489"/>
                  <a:gd name="connsiteY75" fmla="*/ 95898 h 607568"/>
                  <a:gd name="connsiteX76" fmla="*/ 49749 w 607489"/>
                  <a:gd name="connsiteY76" fmla="*/ 95898 h 607568"/>
                  <a:gd name="connsiteX77" fmla="*/ 204005 w 607489"/>
                  <a:gd name="connsiteY77" fmla="*/ 0 h 6075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</a:cxnLst>
                <a:rect l="l" t="t" r="r" b="b"/>
                <a:pathLst>
                  <a:path w="607489" h="607568">
                    <a:moveTo>
                      <a:pt x="533257" y="454864"/>
                    </a:moveTo>
                    <a:cubicBezTo>
                      <a:pt x="540021" y="454864"/>
                      <a:pt x="546477" y="458855"/>
                      <a:pt x="549398" y="464840"/>
                    </a:cubicBezTo>
                    <a:lnTo>
                      <a:pt x="605663" y="577181"/>
                    </a:lnTo>
                    <a:cubicBezTo>
                      <a:pt x="609967" y="586082"/>
                      <a:pt x="606431" y="596979"/>
                      <a:pt x="597515" y="601429"/>
                    </a:cubicBezTo>
                    <a:lnTo>
                      <a:pt x="588753" y="605727"/>
                    </a:lnTo>
                    <a:cubicBezTo>
                      <a:pt x="586293" y="606954"/>
                      <a:pt x="583680" y="607568"/>
                      <a:pt x="580913" y="607568"/>
                    </a:cubicBezTo>
                    <a:cubicBezTo>
                      <a:pt x="573995" y="607568"/>
                      <a:pt x="567692" y="603731"/>
                      <a:pt x="564617" y="597593"/>
                    </a:cubicBezTo>
                    <a:lnTo>
                      <a:pt x="508506" y="485252"/>
                    </a:lnTo>
                    <a:cubicBezTo>
                      <a:pt x="504048" y="476350"/>
                      <a:pt x="507738" y="465454"/>
                      <a:pt x="516654" y="461157"/>
                    </a:cubicBezTo>
                    <a:lnTo>
                      <a:pt x="525263" y="456706"/>
                    </a:lnTo>
                    <a:cubicBezTo>
                      <a:pt x="527722" y="455478"/>
                      <a:pt x="530490" y="454864"/>
                      <a:pt x="533257" y="454864"/>
                    </a:cubicBezTo>
                    <a:close/>
                    <a:moveTo>
                      <a:pt x="348909" y="397213"/>
                    </a:moveTo>
                    <a:cubicBezTo>
                      <a:pt x="367492" y="404118"/>
                      <a:pt x="389762" y="407800"/>
                      <a:pt x="410496" y="407800"/>
                    </a:cubicBezTo>
                    <a:cubicBezTo>
                      <a:pt x="422475" y="407800"/>
                      <a:pt x="434455" y="406573"/>
                      <a:pt x="445973" y="403964"/>
                    </a:cubicBezTo>
                    <a:cubicBezTo>
                      <a:pt x="409267" y="449535"/>
                      <a:pt x="356895" y="481910"/>
                      <a:pt x="297151" y="493111"/>
                    </a:cubicBezTo>
                    <a:cubicBezTo>
                      <a:pt x="312510" y="478995"/>
                      <a:pt x="326178" y="457667"/>
                      <a:pt x="337544" y="429895"/>
                    </a:cubicBezTo>
                    <a:cubicBezTo>
                      <a:pt x="341690" y="419615"/>
                      <a:pt x="345530" y="408721"/>
                      <a:pt x="348909" y="397213"/>
                    </a:cubicBezTo>
                    <a:close/>
                    <a:moveTo>
                      <a:pt x="185234" y="397213"/>
                    </a:moveTo>
                    <a:lnTo>
                      <a:pt x="315850" y="397213"/>
                    </a:lnTo>
                    <a:cubicBezTo>
                      <a:pt x="298793" y="450145"/>
                      <a:pt x="273899" y="481750"/>
                      <a:pt x="250542" y="481750"/>
                    </a:cubicBezTo>
                    <a:cubicBezTo>
                      <a:pt x="227185" y="481750"/>
                      <a:pt x="202291" y="450145"/>
                      <a:pt x="185234" y="397213"/>
                    </a:cubicBezTo>
                    <a:close/>
                    <a:moveTo>
                      <a:pt x="49749" y="397213"/>
                    </a:moveTo>
                    <a:lnTo>
                      <a:pt x="152381" y="397213"/>
                    </a:lnTo>
                    <a:cubicBezTo>
                      <a:pt x="155761" y="408721"/>
                      <a:pt x="159449" y="419615"/>
                      <a:pt x="163597" y="429895"/>
                    </a:cubicBezTo>
                    <a:cubicBezTo>
                      <a:pt x="174967" y="457667"/>
                      <a:pt x="188794" y="478995"/>
                      <a:pt x="204005" y="493111"/>
                    </a:cubicBezTo>
                    <a:cubicBezTo>
                      <a:pt x="141319" y="481450"/>
                      <a:pt x="86776" y="446313"/>
                      <a:pt x="49749" y="397213"/>
                    </a:cubicBezTo>
                    <a:close/>
                    <a:moveTo>
                      <a:pt x="500241" y="382182"/>
                    </a:moveTo>
                    <a:lnTo>
                      <a:pt x="521619" y="424810"/>
                    </a:lnTo>
                    <a:cubicBezTo>
                      <a:pt x="517928" y="425730"/>
                      <a:pt x="514544" y="426957"/>
                      <a:pt x="511161" y="428644"/>
                    </a:cubicBezTo>
                    <a:lnTo>
                      <a:pt x="502548" y="432937"/>
                    </a:lnTo>
                    <a:cubicBezTo>
                      <a:pt x="499164" y="434624"/>
                      <a:pt x="496088" y="436617"/>
                      <a:pt x="493320" y="438917"/>
                    </a:cubicBezTo>
                    <a:lnTo>
                      <a:pt x="471941" y="396289"/>
                    </a:lnTo>
                    <a:cubicBezTo>
                      <a:pt x="476863" y="394295"/>
                      <a:pt x="481631" y="392149"/>
                      <a:pt x="486399" y="389849"/>
                    </a:cubicBezTo>
                    <a:cubicBezTo>
                      <a:pt x="491166" y="387549"/>
                      <a:pt x="495781" y="384942"/>
                      <a:pt x="500241" y="382182"/>
                    </a:cubicBezTo>
                    <a:close/>
                    <a:moveTo>
                      <a:pt x="164347" y="262362"/>
                    </a:moveTo>
                    <a:lnTo>
                      <a:pt x="241626" y="262362"/>
                    </a:lnTo>
                    <a:cubicBezTo>
                      <a:pt x="244238" y="279696"/>
                      <a:pt x="249461" y="297030"/>
                      <a:pt x="257758" y="313443"/>
                    </a:cubicBezTo>
                    <a:cubicBezTo>
                      <a:pt x="267898" y="333692"/>
                      <a:pt x="281571" y="351333"/>
                      <a:pt x="297857" y="365599"/>
                    </a:cubicBezTo>
                    <a:lnTo>
                      <a:pt x="176638" y="365599"/>
                    </a:lnTo>
                    <a:cubicBezTo>
                      <a:pt x="169724" y="335686"/>
                      <a:pt x="165269" y="300711"/>
                      <a:pt x="164347" y="262362"/>
                    </a:cubicBezTo>
                    <a:close/>
                    <a:moveTo>
                      <a:pt x="0" y="262362"/>
                    </a:moveTo>
                    <a:lnTo>
                      <a:pt x="132704" y="262362"/>
                    </a:lnTo>
                    <a:cubicBezTo>
                      <a:pt x="133625" y="298717"/>
                      <a:pt x="137619" y="333845"/>
                      <a:pt x="144377" y="365599"/>
                    </a:cubicBezTo>
                    <a:lnTo>
                      <a:pt x="29490" y="365599"/>
                    </a:lnTo>
                    <a:cubicBezTo>
                      <a:pt x="12748" y="334612"/>
                      <a:pt x="2304" y="299484"/>
                      <a:pt x="0" y="262362"/>
                    </a:cubicBezTo>
                    <a:close/>
                    <a:moveTo>
                      <a:pt x="176639" y="127512"/>
                    </a:moveTo>
                    <a:lnTo>
                      <a:pt x="280356" y="127512"/>
                    </a:lnTo>
                    <a:cubicBezTo>
                      <a:pt x="255771" y="156504"/>
                      <a:pt x="241635" y="193013"/>
                      <a:pt x="240098" y="230749"/>
                    </a:cubicBezTo>
                    <a:lnTo>
                      <a:pt x="164347" y="230749"/>
                    </a:lnTo>
                    <a:cubicBezTo>
                      <a:pt x="165269" y="192399"/>
                      <a:pt x="169725" y="157578"/>
                      <a:pt x="176639" y="127512"/>
                    </a:cubicBezTo>
                    <a:close/>
                    <a:moveTo>
                      <a:pt x="29490" y="127512"/>
                    </a:moveTo>
                    <a:lnTo>
                      <a:pt x="144377" y="127512"/>
                    </a:lnTo>
                    <a:cubicBezTo>
                      <a:pt x="137619" y="159265"/>
                      <a:pt x="133625" y="194393"/>
                      <a:pt x="132704" y="230749"/>
                    </a:cubicBezTo>
                    <a:lnTo>
                      <a:pt x="0" y="230749"/>
                    </a:lnTo>
                    <a:cubicBezTo>
                      <a:pt x="2304" y="193626"/>
                      <a:pt x="12748" y="158498"/>
                      <a:pt x="29490" y="127512"/>
                    </a:cubicBezTo>
                    <a:close/>
                    <a:moveTo>
                      <a:pt x="410198" y="98792"/>
                    </a:moveTo>
                    <a:cubicBezTo>
                      <a:pt x="463363" y="98792"/>
                      <a:pt x="510997" y="128249"/>
                      <a:pt x="534660" y="175658"/>
                    </a:cubicBezTo>
                    <a:cubicBezTo>
                      <a:pt x="551255" y="208798"/>
                      <a:pt x="553867" y="246387"/>
                      <a:pt x="542036" y="281521"/>
                    </a:cubicBezTo>
                    <a:cubicBezTo>
                      <a:pt x="530358" y="316656"/>
                      <a:pt x="505465" y="345039"/>
                      <a:pt x="472275" y="361609"/>
                    </a:cubicBezTo>
                    <a:cubicBezTo>
                      <a:pt x="452914" y="371275"/>
                      <a:pt x="432017" y="376185"/>
                      <a:pt x="410505" y="376185"/>
                    </a:cubicBezTo>
                    <a:cubicBezTo>
                      <a:pt x="357340" y="376185"/>
                      <a:pt x="309706" y="346881"/>
                      <a:pt x="286042" y="299472"/>
                    </a:cubicBezTo>
                    <a:cubicBezTo>
                      <a:pt x="251777" y="231044"/>
                      <a:pt x="279742" y="147581"/>
                      <a:pt x="348274" y="113367"/>
                    </a:cubicBezTo>
                    <a:cubicBezTo>
                      <a:pt x="367788" y="103701"/>
                      <a:pt x="388686" y="98792"/>
                      <a:pt x="410198" y="98792"/>
                    </a:cubicBezTo>
                    <a:close/>
                    <a:moveTo>
                      <a:pt x="250542" y="11502"/>
                    </a:moveTo>
                    <a:cubicBezTo>
                      <a:pt x="273899" y="11502"/>
                      <a:pt x="298793" y="42958"/>
                      <a:pt x="315850" y="95898"/>
                    </a:cubicBezTo>
                    <a:lnTo>
                      <a:pt x="185234" y="95898"/>
                    </a:lnTo>
                    <a:cubicBezTo>
                      <a:pt x="202291" y="42958"/>
                      <a:pt x="227185" y="11502"/>
                      <a:pt x="250542" y="11502"/>
                    </a:cubicBezTo>
                    <a:close/>
                    <a:moveTo>
                      <a:pt x="297151" y="0"/>
                    </a:moveTo>
                    <a:cubicBezTo>
                      <a:pt x="347216" y="9362"/>
                      <a:pt x="392060" y="33764"/>
                      <a:pt x="426921" y="68142"/>
                    </a:cubicBezTo>
                    <a:cubicBezTo>
                      <a:pt x="421393" y="67528"/>
                      <a:pt x="415864" y="67221"/>
                      <a:pt x="410182" y="67221"/>
                    </a:cubicBezTo>
                    <a:cubicBezTo>
                      <a:pt x="387299" y="67221"/>
                      <a:pt x="365031" y="71825"/>
                      <a:pt x="343991" y="80727"/>
                    </a:cubicBezTo>
                    <a:cubicBezTo>
                      <a:pt x="341995" y="74741"/>
                      <a:pt x="339845" y="68909"/>
                      <a:pt x="337541" y="63231"/>
                    </a:cubicBezTo>
                    <a:cubicBezTo>
                      <a:pt x="326177" y="35452"/>
                      <a:pt x="312509" y="14119"/>
                      <a:pt x="297151" y="0"/>
                    </a:cubicBezTo>
                    <a:close/>
                    <a:moveTo>
                      <a:pt x="204005" y="0"/>
                    </a:moveTo>
                    <a:cubicBezTo>
                      <a:pt x="188794" y="14116"/>
                      <a:pt x="174967" y="35444"/>
                      <a:pt x="163597" y="63216"/>
                    </a:cubicBezTo>
                    <a:cubicBezTo>
                      <a:pt x="159449" y="73496"/>
                      <a:pt x="155761" y="84390"/>
                      <a:pt x="152381" y="95898"/>
                    </a:cubicBezTo>
                    <a:lnTo>
                      <a:pt x="49749" y="95898"/>
                    </a:lnTo>
                    <a:cubicBezTo>
                      <a:pt x="86776" y="46798"/>
                      <a:pt x="141319" y="11814"/>
                      <a:pt x="20400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/>
              </a:p>
            </p:txBody>
          </p:sp>
          <p:sp>
            <p:nvSpPr>
              <p:cNvPr id="15" name="Text2" descr="074b08fc-cd99-4826-962e-7018ba12301b"/>
              <p:cNvSpPr txBox="1"/>
              <p:nvPr/>
            </p:nvSpPr>
            <p:spPr>
              <a:xfrm>
                <a:off x="8213727" y="4396212"/>
                <a:ext cx="3197730" cy="1331488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无论技术如何发展，这个体系都能让我们保持清醒和正确方向。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6" name="Bullet2" descr="faadfb11-e0ba-42f5-b314-a3cd59c41d0b"/>
              <p:cNvSpPr txBox="1"/>
              <p:nvPr/>
            </p:nvSpPr>
            <p:spPr>
              <a:xfrm>
                <a:off x="8213727" y="3923712"/>
                <a:ext cx="3197730" cy="4725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应对未来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  <p:sp>
          <p:nvSpPr>
            <p:cNvPr id="23" name="Title" descr="63d28565-f35d-44c5-aada-14fd8d40d560"/>
            <p:cNvSpPr txBox="1"/>
            <p:nvPr/>
          </p:nvSpPr>
          <p:spPr>
            <a:xfrm>
              <a:off x="673100" y="1130300"/>
              <a:ext cx="10845800" cy="1331488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FFFFFF"/>
                  </a:solidFill>
                  <a:ea typeface="微软雅黑" panose="020B0503020204020204" charset="-122"/>
                </a:rPr>
                <a:t>完整体系应对未来挑战</a:t>
              </a:r>
              <a:endParaRPr lang="en-US" sz="2400" b="1" i="0" u="none">
                <a:solidFill>
                  <a:srgbClr val="FFFFFF"/>
                </a:solidFill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b9ca036a-98b6-46f8-b8a2-797843b2c00b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600" b="1" i="0" u="none">
                <a:solidFill>
                  <a:srgbClr val="FFFFFF"/>
                </a:solidFill>
                <a:ea typeface="微软雅黑" panose="020B0503020204020204" charset="-122"/>
              </a:rPr>
              <a:t>拥抱变革，进化为新一代开发者</a:t>
            </a:r>
            <a:endParaRPr lang="en-US" sz="3600" b="1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sp>
        <p:nvSpPr>
          <p:cNvPr id="3" name="文本占位符 2" descr="940db717-0ce0-4017-b1dc-fabda493c3bb"/>
          <p:cNvSpPr>
            <a:spLocks noGrp="1"/>
          </p:cNvSpPr>
          <p:nvPr>
            <p:ph type="body" idx="1" hasCustomPrompt="1"/>
          </p:nvPr>
        </p:nvSpPr>
        <p:spPr/>
        <p:txBody>
          <a:bodyPr anchorCtr="0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 sz="1600" b="0" i="0" u="none">
                <a:solidFill>
                  <a:srgbClr val="FFFFFF"/>
                </a:solidFill>
                <a:ea typeface="微软雅黑" panose="020B0503020204020204" charset="-122"/>
              </a:rPr>
              <a:t>迎接AI编程带来的角色和能力转变</a:t>
            </a:r>
            <a:endParaRPr lang="en-US" sz="1600" b="0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5a12860-57d0-435d-97c1-4c6d2d8d7d77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FFFFFF"/>
                </a:solidFill>
                <a:ea typeface="微软雅黑" panose="020B0503020204020204" charset="-122"/>
              </a:rPr>
              <a:t>角色进化</a:t>
            </a:r>
            <a:endParaRPr lang="en-US" sz="2800" b="1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grpSp>
        <p:nvGrpSpPr>
          <p:cNvPr id="41" name="ab9ce2a9-c388-4de0-8ece-ab02463f5468.source.3.zh-Hans.pptx" descr="382864f1-c789-42bf-9b13-742d0e8437fb"/>
          <p:cNvGrpSpPr/>
          <p:nvPr/>
        </p:nvGrpSpPr>
        <p:grpSpPr>
          <a:xfrm>
            <a:off x="660400" y="1130300"/>
            <a:ext cx="10858500" cy="4999038"/>
            <a:chOff x="660400" y="1130300"/>
            <a:chExt cx="10858500" cy="4999038"/>
          </a:xfrm>
        </p:grpSpPr>
        <p:sp>
          <p:nvSpPr>
            <p:cNvPr id="16" name="Title" descr="4e09229a-c9f3-47ee-8ef3-ed7f7c071676"/>
            <p:cNvSpPr txBox="1"/>
            <p:nvPr/>
          </p:nvSpPr>
          <p:spPr>
            <a:xfrm>
              <a:off x="673100" y="1130300"/>
              <a:ext cx="10845800" cy="1088793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FFFFFF"/>
                  </a:solidFill>
                  <a:ea typeface="微软雅黑" panose="020B0503020204020204" charset="-122"/>
                </a:rPr>
                <a:t>从代码实现者到意图设计师</a:t>
              </a:r>
              <a:endParaRPr lang="en-US" sz="2400" b="1" i="0" u="none">
                <a:solidFill>
                  <a:srgbClr val="FFFFFF"/>
                </a:solidFill>
                <a:ea typeface="微软雅黑" panose="020B0503020204020204" charset="-122"/>
              </a:endParaRPr>
            </a:p>
          </p:txBody>
        </p:sp>
        <p:grpSp>
          <p:nvGrpSpPr>
            <p:cNvPr id="38" name="组合 37" descr="bf98b581-14f3-4ba1-8796-a790e2a90bca"/>
            <p:cNvGrpSpPr/>
            <p:nvPr/>
          </p:nvGrpSpPr>
          <p:grpSpPr>
            <a:xfrm>
              <a:off x="5518365" y="2613671"/>
              <a:ext cx="5299032" cy="1281656"/>
              <a:chOff x="5518365" y="2613671"/>
              <a:chExt cx="5299032" cy="1281656"/>
            </a:xfrm>
          </p:grpSpPr>
          <p:sp>
            <p:nvSpPr>
              <p:cNvPr id="30" name="Text1" descr="cf56e81f-3236-4491-b855-ed4b2e6be579"/>
              <p:cNvSpPr txBox="1"/>
              <p:nvPr/>
            </p:nvSpPr>
            <p:spPr>
              <a:xfrm>
                <a:off x="6957068" y="3172730"/>
                <a:ext cx="3860329" cy="7225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不再需要手写每一行代码，而是定义「what」和「why」，让AI处理「how」。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31" name="Bullet1" descr="694922ee-d288-4433-a8ab-b64287cb78c3"/>
              <p:cNvSpPr txBox="1"/>
              <p:nvPr/>
            </p:nvSpPr>
            <p:spPr>
              <a:xfrm>
                <a:off x="6957068" y="2613671"/>
                <a:ext cx="3860329" cy="5590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algn="l"/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从实现者到设计师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32" name="Number1" descr="ca822131-cc86-438c-b068-5a305dd4dfb3"/>
              <p:cNvSpPr/>
              <p:nvPr/>
            </p:nvSpPr>
            <p:spPr>
              <a:xfrm>
                <a:off x="5518365" y="2779254"/>
                <a:ext cx="1226126" cy="1102000"/>
              </a:xfrm>
              <a:custGeom>
                <a:avLst/>
                <a:gdLst>
                  <a:gd name="connsiteX0" fmla="*/ 408734 w 817467"/>
                  <a:gd name="connsiteY0" fmla="*/ 0 h 544978"/>
                  <a:gd name="connsiteX1" fmla="*/ 817467 w 817467"/>
                  <a:gd name="connsiteY1" fmla="*/ 544978 h 544978"/>
                  <a:gd name="connsiteX2" fmla="*/ 0 w 817467"/>
                  <a:gd name="connsiteY2" fmla="*/ 544978 h 544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17467" h="544978">
                    <a:moveTo>
                      <a:pt x="408734" y="0"/>
                    </a:moveTo>
                    <a:lnTo>
                      <a:pt x="817467" y="544978"/>
                    </a:lnTo>
                    <a:lnTo>
                      <a:pt x="0" y="544978"/>
                    </a:lnTo>
                    <a:close/>
                  </a:path>
                </a:pathLst>
              </a:custGeom>
              <a:solidFill>
                <a:schemeClr val="tx2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 anchorCtr="0">
                <a:normAutofit/>
              </a:bodyPr>
              <a:lstStyle/>
              <a:p>
                <a:pPr algn="ctr"/>
                <a:r>
                  <a:rPr lang="en-US" sz="1800" b="1" i="1" u="none">
                    <a:solidFill>
                      <a:srgbClr val="FFFFFF"/>
                    </a:solidFill>
                    <a:latin typeface="Arial" panose="020B0604020202020204"/>
                  </a:rPr>
                  <a:t>1</a:t>
                </a:r>
                <a:endParaRPr lang="en-US" sz="1800" b="1" i="1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</p:grpSp>
        <p:grpSp>
          <p:nvGrpSpPr>
            <p:cNvPr id="39" name="组合 38" descr="54fc0ed0-92c5-4a85-9e60-d9f02b612034"/>
            <p:cNvGrpSpPr/>
            <p:nvPr/>
          </p:nvGrpSpPr>
          <p:grpSpPr>
            <a:xfrm>
              <a:off x="660400" y="3224973"/>
              <a:ext cx="6709414" cy="1780323"/>
              <a:chOff x="660400" y="3224973"/>
              <a:chExt cx="6709414" cy="1780323"/>
            </a:xfrm>
          </p:grpSpPr>
          <p:sp>
            <p:nvSpPr>
              <p:cNvPr id="27" name="Text2" descr="ebcd2365-11a0-458c-b040-b2ce824aa861"/>
              <p:cNvSpPr txBox="1"/>
              <p:nvPr/>
            </p:nvSpPr>
            <p:spPr>
              <a:xfrm>
                <a:off x="660400" y="3784032"/>
                <a:ext cx="4155615" cy="7225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设计系统架构而非编写每一行代码成为核心工作。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8" name="Bullet2" descr="10191b55-e663-4d72-bbb5-b28646d5c589"/>
              <p:cNvSpPr txBox="1"/>
              <p:nvPr/>
            </p:nvSpPr>
            <p:spPr>
              <a:xfrm>
                <a:off x="660400" y="3224973"/>
                <a:ext cx="4155615" cy="5590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algn="r"/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设计系统架构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9" name="Number2" descr="74080c28-be5e-4e64-af42-bfe2cc00cc21"/>
              <p:cNvSpPr/>
              <p:nvPr/>
            </p:nvSpPr>
            <p:spPr>
              <a:xfrm>
                <a:off x="4893038" y="3903296"/>
                <a:ext cx="2476776" cy="1102000"/>
              </a:xfrm>
              <a:custGeom>
                <a:avLst/>
                <a:gdLst>
                  <a:gd name="connsiteX0" fmla="*/ 408733 w 1651284"/>
                  <a:gd name="connsiteY0" fmla="*/ 0 h 544978"/>
                  <a:gd name="connsiteX1" fmla="*/ 1242551 w 1651284"/>
                  <a:gd name="connsiteY1" fmla="*/ 0 h 544978"/>
                  <a:gd name="connsiteX2" fmla="*/ 1651284 w 1651284"/>
                  <a:gd name="connsiteY2" fmla="*/ 544978 h 544978"/>
                  <a:gd name="connsiteX3" fmla="*/ 0 w 1651284"/>
                  <a:gd name="connsiteY3" fmla="*/ 544978 h 544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51284" h="544978">
                    <a:moveTo>
                      <a:pt x="408733" y="0"/>
                    </a:moveTo>
                    <a:lnTo>
                      <a:pt x="1242551" y="0"/>
                    </a:lnTo>
                    <a:lnTo>
                      <a:pt x="1651284" y="544978"/>
                    </a:lnTo>
                    <a:lnTo>
                      <a:pt x="0" y="544978"/>
                    </a:lnTo>
                    <a:close/>
                  </a:path>
                </a:pathLst>
              </a:custGeom>
              <a:solidFill>
                <a:schemeClr val="tx2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 anchorCtr="0">
                <a:normAutofit/>
              </a:bodyPr>
              <a:lstStyle/>
              <a:p>
                <a:pPr algn="ctr"/>
                <a:r>
                  <a:rPr lang="en-US" sz="1800" b="1" i="1" u="none">
                    <a:solidFill>
                      <a:srgbClr val="FFFFFF"/>
                    </a:solidFill>
                    <a:latin typeface="Arial" panose="020B0604020202020204"/>
                  </a:rPr>
                  <a:t>2</a:t>
                </a:r>
                <a:endParaRPr lang="en-US" sz="1800" b="1" i="1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</p:grpSp>
        <p:grpSp>
          <p:nvGrpSpPr>
            <p:cNvPr id="40" name="组合 39" descr="793d4fb9-3774-4f38-8778-9d9bc7b97637"/>
            <p:cNvGrpSpPr/>
            <p:nvPr/>
          </p:nvGrpSpPr>
          <p:grpSpPr>
            <a:xfrm>
              <a:off x="4267715" y="4446044"/>
              <a:ext cx="7251184" cy="1683294"/>
              <a:chOff x="4267715" y="4446044"/>
              <a:chExt cx="7251184" cy="1683294"/>
            </a:xfrm>
          </p:grpSpPr>
          <p:sp>
            <p:nvSpPr>
              <p:cNvPr id="24" name="Text3" descr="440bb49d-dc9b-4a95-a93d-a48dff3102de"/>
              <p:cNvSpPr txBox="1"/>
              <p:nvPr/>
            </p:nvSpPr>
            <p:spPr>
              <a:xfrm>
                <a:off x="7610158" y="5005103"/>
                <a:ext cx="3908741" cy="7225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把控方向而非陷入细节，成为系统的架构师。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5" name="Bullet3" descr="68ce284f-9b27-4ce7-b3ed-7cb76f7051d1"/>
              <p:cNvSpPr txBox="1"/>
              <p:nvPr/>
            </p:nvSpPr>
            <p:spPr>
              <a:xfrm>
                <a:off x="7610158" y="4446044"/>
                <a:ext cx="3908741" cy="5590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algn="l"/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把控方向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6" name="Number3" descr="a95731bb-1293-4937-8ccd-8fc8397d090a"/>
              <p:cNvSpPr/>
              <p:nvPr/>
            </p:nvSpPr>
            <p:spPr>
              <a:xfrm>
                <a:off x="4267715" y="5027338"/>
                <a:ext cx="3727424" cy="1102000"/>
              </a:xfrm>
              <a:custGeom>
                <a:avLst/>
                <a:gdLst>
                  <a:gd name="connsiteX0" fmla="*/ 408733 w 2485100"/>
                  <a:gd name="connsiteY0" fmla="*/ 0 h 544978"/>
                  <a:gd name="connsiteX1" fmla="*/ 2076367 w 2485100"/>
                  <a:gd name="connsiteY1" fmla="*/ 0 h 544978"/>
                  <a:gd name="connsiteX2" fmla="*/ 2485100 w 2485100"/>
                  <a:gd name="connsiteY2" fmla="*/ 544978 h 544978"/>
                  <a:gd name="connsiteX3" fmla="*/ 0 w 2485100"/>
                  <a:gd name="connsiteY3" fmla="*/ 544978 h 544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85100" h="544978">
                    <a:moveTo>
                      <a:pt x="408733" y="0"/>
                    </a:moveTo>
                    <a:lnTo>
                      <a:pt x="2076367" y="0"/>
                    </a:lnTo>
                    <a:lnTo>
                      <a:pt x="2485100" y="544978"/>
                    </a:lnTo>
                    <a:lnTo>
                      <a:pt x="0" y="54497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 anchorCtr="0">
                <a:normAutofit/>
              </a:bodyPr>
              <a:lstStyle/>
              <a:p>
                <a:pPr algn="ctr"/>
                <a:r>
                  <a:rPr lang="en-US" sz="1800" b="1" i="1" u="none">
                    <a:solidFill>
                      <a:srgbClr val="FFFFFF"/>
                    </a:solidFill>
                    <a:latin typeface="Arial" panose="020B0604020202020204"/>
                  </a:rPr>
                  <a:t>3</a:t>
                </a:r>
                <a:endParaRPr lang="en-US" sz="1800" b="1" i="1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</p:grpSp>
      </p:grp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5a12860-57d0-435d-97c1-4c6d2d8d7d77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FFFFFF"/>
                </a:solidFill>
                <a:ea typeface="微软雅黑" panose="020B0503020204020204" charset="-122"/>
              </a:rPr>
              <a:t>能力升华</a:t>
            </a:r>
            <a:endParaRPr lang="en-US" sz="2800" b="1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grpSp>
        <p:nvGrpSpPr>
          <p:cNvPr id="57" name="99112697-3539-4afe-9a95-ecc7467c73dc.source.3.zh-Hans.pptx" descr="dfc18d50-b538-4fe3-818b-00c1d01c3504"/>
          <p:cNvGrpSpPr/>
          <p:nvPr/>
        </p:nvGrpSpPr>
        <p:grpSpPr>
          <a:xfrm>
            <a:off x="658812" y="1130300"/>
            <a:ext cx="10874376" cy="5003801"/>
            <a:chOff x="658812" y="1130300"/>
            <a:chExt cx="10874376" cy="5003801"/>
          </a:xfrm>
        </p:grpSpPr>
        <p:cxnSp>
          <p:nvCxnSpPr>
            <p:cNvPr id="6" name="直接箭头连接符 5" descr="e72f2d3e-69f9-4442-ada4-922da10b8afa"/>
            <p:cNvCxnSpPr/>
            <p:nvPr/>
          </p:nvCxnSpPr>
          <p:spPr>
            <a:xfrm>
              <a:off x="658812" y="3763779"/>
              <a:ext cx="10874376" cy="0"/>
            </a:xfrm>
            <a:prstGeom prst="straightConnector1">
              <a:avLst/>
            </a:prstGeom>
            <a:ln w="12700">
              <a:solidFill>
                <a:schemeClr val="tx2">
                  <a:alpha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itle" descr="0824d60e-e38f-4af6-84dd-4310a9599217"/>
            <p:cNvSpPr/>
            <p:nvPr/>
          </p:nvSpPr>
          <p:spPr>
            <a:xfrm>
              <a:off x="658812" y="1130300"/>
              <a:ext cx="10874376" cy="1189990"/>
            </a:xfrm>
            <a:prstGeom prst="rect">
              <a:avLst/>
            </a:prstGeom>
          </p:spPr>
          <p:txBody>
            <a:bodyPr wrap="square" anchor="t" anchorCtr="1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FFFFFF"/>
                  </a:solidFill>
                  <a:ea typeface="微软雅黑" panose="020B0503020204020204" charset="-122"/>
                </a:rPr>
                <a:t>从手工艺人到智慧编排者</a:t>
              </a:r>
              <a:endParaRPr lang="en-US" sz="2400" b="1" i="0" u="none">
                <a:solidFill>
                  <a:srgbClr val="FFFFFF"/>
                </a:solidFill>
                <a:ea typeface="微软雅黑" panose="020B0503020204020204" charset="-122"/>
              </a:endParaRPr>
            </a:p>
          </p:txBody>
        </p:sp>
        <p:grpSp>
          <p:nvGrpSpPr>
            <p:cNvPr id="54" name="组合 53" descr="8d9e547c-629a-4d25-9a91-b38d3ef1d317"/>
            <p:cNvGrpSpPr/>
            <p:nvPr/>
          </p:nvGrpSpPr>
          <p:grpSpPr>
            <a:xfrm>
              <a:off x="1186937" y="2915689"/>
              <a:ext cx="2607824" cy="3218412"/>
              <a:chOff x="1186937" y="2915689"/>
              <a:chExt cx="2607824" cy="3218412"/>
            </a:xfrm>
          </p:grpSpPr>
          <p:sp>
            <p:nvSpPr>
              <p:cNvPr id="8" name="Bullet1" descr="f26b6743-275a-4009-ad30-d9d87808f8b9"/>
              <p:cNvSpPr txBox="1"/>
              <p:nvPr/>
            </p:nvSpPr>
            <p:spPr>
              <a:xfrm>
                <a:off x="1186937" y="3884782"/>
                <a:ext cx="2607824" cy="468628"/>
              </a:xfrm>
              <a:prstGeom prst="rect">
                <a:avLst/>
              </a:prstGeom>
              <a:noFill/>
            </p:spPr>
            <p:txBody>
              <a:bodyPr wrap="square" rtlCol="0" anchor="b" anchorCtr="1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整合协作流程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0" name="Text1" descr="44130c69-c926-427b-94b0-e918e04fb154"/>
              <p:cNvSpPr txBox="1"/>
              <p:nvPr/>
            </p:nvSpPr>
            <p:spPr>
              <a:xfrm>
                <a:off x="1186937" y="4391643"/>
                <a:ext cx="2607824" cy="1742458"/>
              </a:xfrm>
              <a:prstGeom prst="rect">
                <a:avLst/>
              </a:prstGeom>
              <a:noFill/>
            </p:spPr>
            <p:txBody>
              <a:bodyPr wrap="square" rtlCol="0" anchor="t" anchorCtr="1">
                <a:normAutofit/>
              </a:bodyPr>
              <a:lstStyle>
                <a:defPPr>
                  <a:defRPr lang="zh-CN"/>
                </a:defPPr>
                <a:lvl1pPr>
                  <a:lnSpc>
                    <a:spcPts val="1500"/>
                  </a:lnSpc>
                  <a:defRPr sz="900"/>
                </a:lvl1pPr>
              </a:lstStyle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整合人机协作流程成为新的核心能力。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5" name="ComponentBackground1" descr="f58c1960-6458-4de3-a7dc-3fb86366bf34"/>
              <p:cNvSpPr/>
              <p:nvPr/>
            </p:nvSpPr>
            <p:spPr>
              <a:xfrm>
                <a:off x="2346985" y="3668397"/>
                <a:ext cx="189584" cy="189583"/>
              </a:xfrm>
              <a:prstGeom prst="ellipse">
                <a:avLst/>
              </a:prstGeom>
              <a:solidFill>
                <a:schemeClr val="accent2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accent2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28" name="IconBackground1" descr="c4650f87-902a-42e1-a17c-996d5d3667b1"/>
              <p:cNvSpPr txBox="1">
                <a:spLocks noChangeAspect="1"/>
              </p:cNvSpPr>
              <p:nvPr/>
            </p:nvSpPr>
            <p:spPr>
              <a:xfrm>
                <a:off x="2171777" y="2915689"/>
                <a:ext cx="540000" cy="5400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 w="12700" cap="flat">
                <a:noFill/>
                <a:prstDash val="solid"/>
                <a:miter/>
              </a:ln>
              <a:effectLst>
                <a:outerShdw blurRad="127000" dist="63500" dir="2700000" algn="tl" rotWithShape="0">
                  <a:schemeClr val="accent2">
                    <a:alpha val="40000"/>
                  </a:schemeClr>
                </a:outerShdw>
              </a:effectLst>
            </p:spPr>
            <p:txBody>
              <a:bodyPr rtlCol="0" anchor="ctr" anchorCtr="0"/>
              <a:lstStyle>
                <a:defPPr>
                  <a:defRPr lang="zh-CN"/>
                </a:defPPr>
                <a:lvl1pPr>
                  <a:defRPr>
                    <a:latin typeface="Arial" panose="020B0604020202020204" pitchFamily="34" charset="0"/>
                    <a:ea typeface="微软雅黑" panose="020B0503020204020204" charset="-122"/>
                  </a:defRPr>
                </a:lvl1pPr>
              </a:lstStyle>
              <a:p>
                <a:pPr algn="l"/>
              </a:p>
            </p:txBody>
          </p:sp>
          <p:sp>
            <p:nvSpPr>
              <p:cNvPr id="29" name="Icon1" descr="d1c41e95-64b9-4051-bbfa-2b3bf1a68aa2"/>
              <p:cNvSpPr/>
              <p:nvPr/>
            </p:nvSpPr>
            <p:spPr>
              <a:xfrm>
                <a:off x="2313910" y="3050445"/>
                <a:ext cx="255734" cy="270488"/>
              </a:xfrm>
              <a:custGeom>
                <a:avLst/>
                <a:gdLst>
                  <a:gd name="connsiteX0" fmla="*/ 371955 w 495300"/>
                  <a:gd name="connsiteY0" fmla="*/ 621 h 523875"/>
                  <a:gd name="connsiteX1" fmla="*/ 400530 w 495300"/>
                  <a:gd name="connsiteY1" fmla="*/ 29196 h 523875"/>
                  <a:gd name="connsiteX2" fmla="*/ 400530 w 495300"/>
                  <a:gd name="connsiteY2" fmla="*/ 133971 h 523875"/>
                  <a:gd name="connsiteX3" fmla="*/ 371955 w 495300"/>
                  <a:gd name="connsiteY3" fmla="*/ 162546 h 523875"/>
                  <a:gd name="connsiteX4" fmla="*/ 257655 w 495300"/>
                  <a:gd name="connsiteY4" fmla="*/ 162546 h 523875"/>
                  <a:gd name="connsiteX5" fmla="*/ 257655 w 495300"/>
                  <a:gd name="connsiteY5" fmla="*/ 286371 h 523875"/>
                  <a:gd name="connsiteX6" fmla="*/ 419580 w 495300"/>
                  <a:gd name="connsiteY6" fmla="*/ 286371 h 523875"/>
                  <a:gd name="connsiteX7" fmla="*/ 457680 w 495300"/>
                  <a:gd name="connsiteY7" fmla="*/ 322566 h 523875"/>
                  <a:gd name="connsiteX8" fmla="*/ 457680 w 495300"/>
                  <a:gd name="connsiteY8" fmla="*/ 324471 h 523875"/>
                  <a:gd name="connsiteX9" fmla="*/ 457680 w 495300"/>
                  <a:gd name="connsiteY9" fmla="*/ 429246 h 523875"/>
                  <a:gd name="connsiteX10" fmla="*/ 476730 w 495300"/>
                  <a:gd name="connsiteY10" fmla="*/ 429246 h 523875"/>
                  <a:gd name="connsiteX11" fmla="*/ 495780 w 495300"/>
                  <a:gd name="connsiteY11" fmla="*/ 448296 h 523875"/>
                  <a:gd name="connsiteX12" fmla="*/ 495780 w 495300"/>
                  <a:gd name="connsiteY12" fmla="*/ 505446 h 523875"/>
                  <a:gd name="connsiteX13" fmla="*/ 476730 w 495300"/>
                  <a:gd name="connsiteY13" fmla="*/ 524496 h 523875"/>
                  <a:gd name="connsiteX14" fmla="*/ 419580 w 495300"/>
                  <a:gd name="connsiteY14" fmla="*/ 524496 h 523875"/>
                  <a:gd name="connsiteX15" fmla="*/ 400530 w 495300"/>
                  <a:gd name="connsiteY15" fmla="*/ 505446 h 523875"/>
                  <a:gd name="connsiteX16" fmla="*/ 400530 w 495300"/>
                  <a:gd name="connsiteY16" fmla="*/ 448296 h 523875"/>
                  <a:gd name="connsiteX17" fmla="*/ 419580 w 495300"/>
                  <a:gd name="connsiteY17" fmla="*/ 429246 h 523875"/>
                  <a:gd name="connsiteX18" fmla="*/ 438630 w 495300"/>
                  <a:gd name="connsiteY18" fmla="*/ 429246 h 523875"/>
                  <a:gd name="connsiteX19" fmla="*/ 438630 w 495300"/>
                  <a:gd name="connsiteY19" fmla="*/ 324471 h 523875"/>
                  <a:gd name="connsiteX20" fmla="*/ 420533 w 495300"/>
                  <a:gd name="connsiteY20" fmla="*/ 305421 h 523875"/>
                  <a:gd name="connsiteX21" fmla="*/ 419580 w 495300"/>
                  <a:gd name="connsiteY21" fmla="*/ 305421 h 523875"/>
                  <a:gd name="connsiteX22" fmla="*/ 257655 w 495300"/>
                  <a:gd name="connsiteY22" fmla="*/ 305421 h 523875"/>
                  <a:gd name="connsiteX23" fmla="*/ 257655 w 495300"/>
                  <a:gd name="connsiteY23" fmla="*/ 429246 h 523875"/>
                  <a:gd name="connsiteX24" fmla="*/ 276705 w 495300"/>
                  <a:gd name="connsiteY24" fmla="*/ 429246 h 523875"/>
                  <a:gd name="connsiteX25" fmla="*/ 295755 w 495300"/>
                  <a:gd name="connsiteY25" fmla="*/ 448296 h 523875"/>
                  <a:gd name="connsiteX26" fmla="*/ 295755 w 495300"/>
                  <a:gd name="connsiteY26" fmla="*/ 505446 h 523875"/>
                  <a:gd name="connsiteX27" fmla="*/ 276705 w 495300"/>
                  <a:gd name="connsiteY27" fmla="*/ 524496 h 523875"/>
                  <a:gd name="connsiteX28" fmla="*/ 219555 w 495300"/>
                  <a:gd name="connsiteY28" fmla="*/ 524496 h 523875"/>
                  <a:gd name="connsiteX29" fmla="*/ 200505 w 495300"/>
                  <a:gd name="connsiteY29" fmla="*/ 505446 h 523875"/>
                  <a:gd name="connsiteX30" fmla="*/ 200505 w 495300"/>
                  <a:gd name="connsiteY30" fmla="*/ 448296 h 523875"/>
                  <a:gd name="connsiteX31" fmla="*/ 219555 w 495300"/>
                  <a:gd name="connsiteY31" fmla="*/ 429246 h 523875"/>
                  <a:gd name="connsiteX32" fmla="*/ 238605 w 495300"/>
                  <a:gd name="connsiteY32" fmla="*/ 429246 h 523875"/>
                  <a:gd name="connsiteX33" fmla="*/ 238605 w 495300"/>
                  <a:gd name="connsiteY33" fmla="*/ 305421 h 523875"/>
                  <a:gd name="connsiteX34" fmla="*/ 76680 w 495300"/>
                  <a:gd name="connsiteY34" fmla="*/ 305421 h 523875"/>
                  <a:gd name="connsiteX35" fmla="*/ 57630 w 495300"/>
                  <a:gd name="connsiteY35" fmla="*/ 323519 h 523875"/>
                  <a:gd name="connsiteX36" fmla="*/ 57630 w 495300"/>
                  <a:gd name="connsiteY36" fmla="*/ 324471 h 523875"/>
                  <a:gd name="connsiteX37" fmla="*/ 57630 w 495300"/>
                  <a:gd name="connsiteY37" fmla="*/ 429246 h 523875"/>
                  <a:gd name="connsiteX38" fmla="*/ 76680 w 495300"/>
                  <a:gd name="connsiteY38" fmla="*/ 429246 h 523875"/>
                  <a:gd name="connsiteX39" fmla="*/ 95730 w 495300"/>
                  <a:gd name="connsiteY39" fmla="*/ 448296 h 523875"/>
                  <a:gd name="connsiteX40" fmla="*/ 95730 w 495300"/>
                  <a:gd name="connsiteY40" fmla="*/ 505446 h 523875"/>
                  <a:gd name="connsiteX41" fmla="*/ 76680 w 495300"/>
                  <a:gd name="connsiteY41" fmla="*/ 524496 h 523875"/>
                  <a:gd name="connsiteX42" fmla="*/ 19530 w 495300"/>
                  <a:gd name="connsiteY42" fmla="*/ 524496 h 523875"/>
                  <a:gd name="connsiteX43" fmla="*/ 480 w 495300"/>
                  <a:gd name="connsiteY43" fmla="*/ 505446 h 523875"/>
                  <a:gd name="connsiteX44" fmla="*/ 480 w 495300"/>
                  <a:gd name="connsiteY44" fmla="*/ 448296 h 523875"/>
                  <a:gd name="connsiteX45" fmla="*/ 19530 w 495300"/>
                  <a:gd name="connsiteY45" fmla="*/ 429246 h 523875"/>
                  <a:gd name="connsiteX46" fmla="*/ 38580 w 495300"/>
                  <a:gd name="connsiteY46" fmla="*/ 429246 h 523875"/>
                  <a:gd name="connsiteX47" fmla="*/ 38580 w 495300"/>
                  <a:gd name="connsiteY47" fmla="*/ 324471 h 523875"/>
                  <a:gd name="connsiteX48" fmla="*/ 74775 w 495300"/>
                  <a:gd name="connsiteY48" fmla="*/ 286371 h 523875"/>
                  <a:gd name="connsiteX49" fmla="*/ 76680 w 495300"/>
                  <a:gd name="connsiteY49" fmla="*/ 286371 h 523875"/>
                  <a:gd name="connsiteX50" fmla="*/ 238605 w 495300"/>
                  <a:gd name="connsiteY50" fmla="*/ 286371 h 523875"/>
                  <a:gd name="connsiteX51" fmla="*/ 238605 w 495300"/>
                  <a:gd name="connsiteY51" fmla="*/ 162546 h 523875"/>
                  <a:gd name="connsiteX52" fmla="*/ 124305 w 495300"/>
                  <a:gd name="connsiteY52" fmla="*/ 162546 h 523875"/>
                  <a:gd name="connsiteX53" fmla="*/ 95730 w 495300"/>
                  <a:gd name="connsiteY53" fmla="*/ 133971 h 523875"/>
                  <a:gd name="connsiteX54" fmla="*/ 95730 w 495300"/>
                  <a:gd name="connsiteY54" fmla="*/ 29196 h 523875"/>
                  <a:gd name="connsiteX55" fmla="*/ 124305 w 495300"/>
                  <a:gd name="connsiteY55" fmla="*/ 621 h 523875"/>
                  <a:gd name="connsiteX56" fmla="*/ 371955 w 495300"/>
                  <a:gd name="connsiteY56" fmla="*/ 621 h 523875"/>
                  <a:gd name="connsiteX57" fmla="*/ 148118 w 495300"/>
                  <a:gd name="connsiteY57" fmla="*/ 95871 h 523875"/>
                  <a:gd name="connsiteX58" fmla="*/ 133830 w 495300"/>
                  <a:gd name="connsiteY58" fmla="*/ 110159 h 523875"/>
                  <a:gd name="connsiteX59" fmla="*/ 148118 w 495300"/>
                  <a:gd name="connsiteY59" fmla="*/ 124446 h 523875"/>
                  <a:gd name="connsiteX60" fmla="*/ 162405 w 495300"/>
                  <a:gd name="connsiteY60" fmla="*/ 110159 h 523875"/>
                  <a:gd name="connsiteX61" fmla="*/ 148118 w 495300"/>
                  <a:gd name="connsiteY61" fmla="*/ 95871 h 523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495300" h="523875">
                    <a:moveTo>
                      <a:pt x="371955" y="621"/>
                    </a:moveTo>
                    <a:cubicBezTo>
                      <a:pt x="388148" y="621"/>
                      <a:pt x="400530" y="13004"/>
                      <a:pt x="400530" y="29196"/>
                    </a:cubicBezTo>
                    <a:lnTo>
                      <a:pt x="400530" y="133971"/>
                    </a:lnTo>
                    <a:cubicBezTo>
                      <a:pt x="400530" y="150164"/>
                      <a:pt x="388148" y="162546"/>
                      <a:pt x="371955" y="162546"/>
                    </a:cubicBezTo>
                    <a:lnTo>
                      <a:pt x="257655" y="162546"/>
                    </a:lnTo>
                    <a:lnTo>
                      <a:pt x="257655" y="286371"/>
                    </a:lnTo>
                    <a:lnTo>
                      <a:pt x="419580" y="286371"/>
                    </a:lnTo>
                    <a:cubicBezTo>
                      <a:pt x="439583" y="286371"/>
                      <a:pt x="456727" y="302564"/>
                      <a:pt x="457680" y="322566"/>
                    </a:cubicBezTo>
                    <a:lnTo>
                      <a:pt x="457680" y="324471"/>
                    </a:lnTo>
                    <a:lnTo>
                      <a:pt x="457680" y="429246"/>
                    </a:lnTo>
                    <a:lnTo>
                      <a:pt x="476730" y="429246"/>
                    </a:lnTo>
                    <a:cubicBezTo>
                      <a:pt x="487208" y="429246"/>
                      <a:pt x="495780" y="437819"/>
                      <a:pt x="495780" y="448296"/>
                    </a:cubicBezTo>
                    <a:lnTo>
                      <a:pt x="495780" y="505446"/>
                    </a:lnTo>
                    <a:cubicBezTo>
                      <a:pt x="495780" y="515924"/>
                      <a:pt x="487208" y="524496"/>
                      <a:pt x="476730" y="524496"/>
                    </a:cubicBezTo>
                    <a:lnTo>
                      <a:pt x="419580" y="524496"/>
                    </a:lnTo>
                    <a:cubicBezTo>
                      <a:pt x="409102" y="524496"/>
                      <a:pt x="400530" y="515924"/>
                      <a:pt x="400530" y="505446"/>
                    </a:cubicBezTo>
                    <a:lnTo>
                      <a:pt x="400530" y="448296"/>
                    </a:lnTo>
                    <a:cubicBezTo>
                      <a:pt x="400530" y="437819"/>
                      <a:pt x="409102" y="429246"/>
                      <a:pt x="419580" y="429246"/>
                    </a:cubicBezTo>
                    <a:lnTo>
                      <a:pt x="438630" y="429246"/>
                    </a:lnTo>
                    <a:lnTo>
                      <a:pt x="438630" y="324471"/>
                    </a:lnTo>
                    <a:cubicBezTo>
                      <a:pt x="438630" y="313994"/>
                      <a:pt x="431010" y="306374"/>
                      <a:pt x="420533" y="305421"/>
                    </a:cubicBezTo>
                    <a:lnTo>
                      <a:pt x="419580" y="305421"/>
                    </a:lnTo>
                    <a:lnTo>
                      <a:pt x="257655" y="305421"/>
                    </a:lnTo>
                    <a:lnTo>
                      <a:pt x="257655" y="429246"/>
                    </a:lnTo>
                    <a:lnTo>
                      <a:pt x="276705" y="429246"/>
                    </a:lnTo>
                    <a:cubicBezTo>
                      <a:pt x="287183" y="429246"/>
                      <a:pt x="295755" y="437819"/>
                      <a:pt x="295755" y="448296"/>
                    </a:cubicBezTo>
                    <a:lnTo>
                      <a:pt x="295755" y="505446"/>
                    </a:lnTo>
                    <a:cubicBezTo>
                      <a:pt x="295755" y="515924"/>
                      <a:pt x="287183" y="524496"/>
                      <a:pt x="276705" y="524496"/>
                    </a:cubicBezTo>
                    <a:lnTo>
                      <a:pt x="219555" y="524496"/>
                    </a:lnTo>
                    <a:cubicBezTo>
                      <a:pt x="209077" y="524496"/>
                      <a:pt x="200505" y="515924"/>
                      <a:pt x="200505" y="505446"/>
                    </a:cubicBezTo>
                    <a:lnTo>
                      <a:pt x="200505" y="448296"/>
                    </a:lnTo>
                    <a:cubicBezTo>
                      <a:pt x="200505" y="437819"/>
                      <a:pt x="209077" y="429246"/>
                      <a:pt x="219555" y="429246"/>
                    </a:cubicBezTo>
                    <a:lnTo>
                      <a:pt x="238605" y="429246"/>
                    </a:lnTo>
                    <a:lnTo>
                      <a:pt x="238605" y="305421"/>
                    </a:lnTo>
                    <a:lnTo>
                      <a:pt x="76680" y="305421"/>
                    </a:lnTo>
                    <a:cubicBezTo>
                      <a:pt x="66202" y="305421"/>
                      <a:pt x="58583" y="313041"/>
                      <a:pt x="57630" y="323519"/>
                    </a:cubicBezTo>
                    <a:lnTo>
                      <a:pt x="57630" y="324471"/>
                    </a:lnTo>
                    <a:lnTo>
                      <a:pt x="57630" y="429246"/>
                    </a:lnTo>
                    <a:lnTo>
                      <a:pt x="76680" y="429246"/>
                    </a:lnTo>
                    <a:cubicBezTo>
                      <a:pt x="87158" y="429246"/>
                      <a:pt x="95730" y="437819"/>
                      <a:pt x="95730" y="448296"/>
                    </a:cubicBezTo>
                    <a:lnTo>
                      <a:pt x="95730" y="505446"/>
                    </a:lnTo>
                    <a:cubicBezTo>
                      <a:pt x="95730" y="515924"/>
                      <a:pt x="87158" y="524496"/>
                      <a:pt x="76680" y="524496"/>
                    </a:cubicBezTo>
                    <a:lnTo>
                      <a:pt x="19530" y="524496"/>
                    </a:lnTo>
                    <a:cubicBezTo>
                      <a:pt x="9052" y="524496"/>
                      <a:pt x="480" y="515924"/>
                      <a:pt x="480" y="505446"/>
                    </a:cubicBezTo>
                    <a:lnTo>
                      <a:pt x="480" y="448296"/>
                    </a:lnTo>
                    <a:cubicBezTo>
                      <a:pt x="480" y="437819"/>
                      <a:pt x="9052" y="429246"/>
                      <a:pt x="19530" y="429246"/>
                    </a:cubicBezTo>
                    <a:lnTo>
                      <a:pt x="38580" y="429246"/>
                    </a:lnTo>
                    <a:lnTo>
                      <a:pt x="38580" y="324471"/>
                    </a:lnTo>
                    <a:cubicBezTo>
                      <a:pt x="38580" y="304469"/>
                      <a:pt x="54773" y="287324"/>
                      <a:pt x="74775" y="286371"/>
                    </a:cubicBezTo>
                    <a:lnTo>
                      <a:pt x="76680" y="286371"/>
                    </a:lnTo>
                    <a:lnTo>
                      <a:pt x="238605" y="286371"/>
                    </a:lnTo>
                    <a:lnTo>
                      <a:pt x="238605" y="162546"/>
                    </a:lnTo>
                    <a:lnTo>
                      <a:pt x="124305" y="162546"/>
                    </a:lnTo>
                    <a:cubicBezTo>
                      <a:pt x="108112" y="162546"/>
                      <a:pt x="95730" y="150164"/>
                      <a:pt x="95730" y="133971"/>
                    </a:cubicBezTo>
                    <a:lnTo>
                      <a:pt x="95730" y="29196"/>
                    </a:lnTo>
                    <a:cubicBezTo>
                      <a:pt x="95730" y="13004"/>
                      <a:pt x="108112" y="621"/>
                      <a:pt x="124305" y="621"/>
                    </a:cubicBezTo>
                    <a:lnTo>
                      <a:pt x="371955" y="621"/>
                    </a:lnTo>
                    <a:close/>
                    <a:moveTo>
                      <a:pt x="148118" y="95871"/>
                    </a:moveTo>
                    <a:cubicBezTo>
                      <a:pt x="140498" y="95871"/>
                      <a:pt x="133830" y="102539"/>
                      <a:pt x="133830" y="110159"/>
                    </a:cubicBezTo>
                    <a:cubicBezTo>
                      <a:pt x="133830" y="117779"/>
                      <a:pt x="140498" y="124446"/>
                      <a:pt x="148118" y="124446"/>
                    </a:cubicBezTo>
                    <a:cubicBezTo>
                      <a:pt x="155737" y="124446"/>
                      <a:pt x="162405" y="117779"/>
                      <a:pt x="162405" y="110159"/>
                    </a:cubicBezTo>
                    <a:cubicBezTo>
                      <a:pt x="162405" y="102539"/>
                      <a:pt x="155737" y="95871"/>
                      <a:pt x="148118" y="9587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 anchorCtr="0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</a:p>
            </p:txBody>
          </p:sp>
        </p:grpSp>
        <p:grpSp>
          <p:nvGrpSpPr>
            <p:cNvPr id="55" name="组合 54" descr="e7843f0c-4e30-4c4b-84d0-6fdd8e9d9742"/>
            <p:cNvGrpSpPr/>
            <p:nvPr/>
          </p:nvGrpSpPr>
          <p:grpSpPr>
            <a:xfrm>
              <a:off x="4649544" y="2915661"/>
              <a:ext cx="2607824" cy="3218440"/>
              <a:chOff x="4649544" y="2915661"/>
              <a:chExt cx="2607824" cy="3218440"/>
            </a:xfrm>
          </p:grpSpPr>
          <p:sp>
            <p:nvSpPr>
              <p:cNvPr id="12" name="Bullet2" descr="b6ad8f5f-e4d6-4f5b-a64d-8ae3956dd7eb"/>
              <p:cNvSpPr txBox="1"/>
              <p:nvPr/>
            </p:nvSpPr>
            <p:spPr>
              <a:xfrm>
                <a:off x="4649544" y="3884782"/>
                <a:ext cx="2607824" cy="468628"/>
              </a:xfrm>
              <a:prstGeom prst="rect">
                <a:avLst/>
              </a:prstGeom>
              <a:noFill/>
            </p:spPr>
            <p:txBody>
              <a:bodyPr wrap="square" rtlCol="0" anchor="b" anchorCtr="1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构建可演化系统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4" name="Text2" descr="a7e63884-1adb-4c4e-8df6-e72177d01f33"/>
              <p:cNvSpPr txBox="1"/>
              <p:nvPr/>
            </p:nvSpPr>
            <p:spPr>
              <a:xfrm>
                <a:off x="4649544" y="4391643"/>
                <a:ext cx="2607824" cy="1742458"/>
              </a:xfrm>
              <a:prstGeom prst="rect">
                <a:avLst/>
              </a:prstGeom>
              <a:noFill/>
            </p:spPr>
            <p:txBody>
              <a:bodyPr wrap="square" rtlCol="0" anchor="t" anchorCtr="1">
                <a:normAutofit/>
              </a:bodyPr>
              <a:lstStyle>
                <a:defPPr>
                  <a:defRPr lang="zh-CN"/>
                </a:defPPr>
                <a:lvl1pPr>
                  <a:lnSpc>
                    <a:spcPts val="1500"/>
                  </a:lnSpc>
                  <a:defRPr sz="900"/>
                </a:lvl1pPr>
              </a:lstStyle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构建可演化的系统比构建完美的系统更重要。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3" name="ComponentBackground2" descr="e7717880-2a78-4393-9240-484d9bef9ec7"/>
              <p:cNvSpPr/>
              <p:nvPr/>
            </p:nvSpPr>
            <p:spPr>
              <a:xfrm>
                <a:off x="5781394" y="3672339"/>
                <a:ext cx="189584" cy="189583"/>
              </a:xfrm>
              <a:prstGeom prst="ellipse">
                <a:avLst/>
              </a:prstGeom>
              <a:solidFill>
                <a:schemeClr val="accent3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accent3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31" name="IconBackground2" descr="573a3f5a-3c2d-499c-8b90-af7b4f6b9f89"/>
              <p:cNvSpPr txBox="1">
                <a:spLocks noChangeAspect="1"/>
              </p:cNvSpPr>
              <p:nvPr/>
            </p:nvSpPr>
            <p:spPr>
              <a:xfrm>
                <a:off x="5606186" y="2915661"/>
                <a:ext cx="540000" cy="540000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  <a:effectLst>
                <a:outerShdw blurRad="127000" dist="63500" dir="2700000" algn="tl" rotWithShape="0">
                  <a:schemeClr val="accent3">
                    <a:alpha val="40000"/>
                  </a:schemeClr>
                </a:outerShdw>
              </a:effectLst>
            </p:spPr>
            <p:txBody>
              <a:bodyPr rtlCol="0" anchor="ctr" anchorCtr="0"/>
              <a:lstStyle>
                <a:defPPr>
                  <a:defRPr lang="zh-CN"/>
                </a:defPPr>
                <a:lvl1pPr>
                  <a:defRPr>
                    <a:latin typeface="Arial" panose="020B0604020202020204" pitchFamily="34" charset="0"/>
                    <a:ea typeface="微软雅黑" panose="020B0503020204020204" charset="-122"/>
                  </a:defRPr>
                </a:lvl1pPr>
              </a:lstStyle>
              <a:p>
                <a:pPr algn="l"/>
              </a:p>
            </p:txBody>
          </p:sp>
          <p:sp>
            <p:nvSpPr>
              <p:cNvPr id="32" name="Icon2" descr="4b598347-f821-4822-9f75-9220fcb417aa"/>
              <p:cNvSpPr>
                <a:spLocks noChangeAspect="1"/>
              </p:cNvSpPr>
              <p:nvPr/>
            </p:nvSpPr>
            <p:spPr bwMode="auto">
              <a:xfrm>
                <a:off x="5733835" y="3056020"/>
                <a:ext cx="284702" cy="259283"/>
              </a:xfrm>
              <a:custGeom>
                <a:avLst/>
                <a:gdLst>
                  <a:gd name="connsiteX0" fmla="*/ 125329 w 533400"/>
                  <a:gd name="connsiteY0" fmla="*/ 229221 h 485775"/>
                  <a:gd name="connsiteX1" fmla="*/ 125329 w 533400"/>
                  <a:gd name="connsiteY1" fmla="*/ 276846 h 485775"/>
                  <a:gd name="connsiteX2" fmla="*/ 144379 w 533400"/>
                  <a:gd name="connsiteY2" fmla="*/ 276846 h 485775"/>
                  <a:gd name="connsiteX3" fmla="*/ 144379 w 533400"/>
                  <a:gd name="connsiteY3" fmla="*/ 229221 h 485775"/>
                  <a:gd name="connsiteX4" fmla="*/ 392029 w 533400"/>
                  <a:gd name="connsiteY4" fmla="*/ 229221 h 485775"/>
                  <a:gd name="connsiteX5" fmla="*/ 392029 w 533400"/>
                  <a:gd name="connsiteY5" fmla="*/ 276846 h 485775"/>
                  <a:gd name="connsiteX6" fmla="*/ 411079 w 533400"/>
                  <a:gd name="connsiteY6" fmla="*/ 276846 h 485775"/>
                  <a:gd name="connsiteX7" fmla="*/ 411079 w 533400"/>
                  <a:gd name="connsiteY7" fmla="*/ 229221 h 485775"/>
                  <a:gd name="connsiteX8" fmla="*/ 534904 w 533400"/>
                  <a:gd name="connsiteY8" fmla="*/ 229221 h 485775"/>
                  <a:gd name="connsiteX9" fmla="*/ 534904 w 533400"/>
                  <a:gd name="connsiteY9" fmla="*/ 457821 h 485775"/>
                  <a:gd name="connsiteX10" fmla="*/ 506329 w 533400"/>
                  <a:gd name="connsiteY10" fmla="*/ 486396 h 485775"/>
                  <a:gd name="connsiteX11" fmla="*/ 30079 w 533400"/>
                  <a:gd name="connsiteY11" fmla="*/ 486396 h 485775"/>
                  <a:gd name="connsiteX12" fmla="*/ 1504 w 533400"/>
                  <a:gd name="connsiteY12" fmla="*/ 457821 h 485775"/>
                  <a:gd name="connsiteX13" fmla="*/ 1504 w 533400"/>
                  <a:gd name="connsiteY13" fmla="*/ 229221 h 485775"/>
                  <a:gd name="connsiteX14" fmla="*/ 125329 w 533400"/>
                  <a:gd name="connsiteY14" fmla="*/ 229221 h 485775"/>
                  <a:gd name="connsiteX15" fmla="*/ 372979 w 533400"/>
                  <a:gd name="connsiteY15" fmla="*/ 621 h 485775"/>
                  <a:gd name="connsiteX16" fmla="*/ 411079 w 533400"/>
                  <a:gd name="connsiteY16" fmla="*/ 36816 h 485775"/>
                  <a:gd name="connsiteX17" fmla="*/ 411079 w 533400"/>
                  <a:gd name="connsiteY17" fmla="*/ 38721 h 485775"/>
                  <a:gd name="connsiteX18" fmla="*/ 411079 w 533400"/>
                  <a:gd name="connsiteY18" fmla="*/ 114921 h 485775"/>
                  <a:gd name="connsiteX19" fmla="*/ 506329 w 533400"/>
                  <a:gd name="connsiteY19" fmla="*/ 114921 h 485775"/>
                  <a:gd name="connsiteX20" fmla="*/ 534904 w 533400"/>
                  <a:gd name="connsiteY20" fmla="*/ 143496 h 485775"/>
                  <a:gd name="connsiteX21" fmla="*/ 534904 w 533400"/>
                  <a:gd name="connsiteY21" fmla="*/ 210171 h 485775"/>
                  <a:gd name="connsiteX22" fmla="*/ 1504 w 533400"/>
                  <a:gd name="connsiteY22" fmla="*/ 210171 h 485775"/>
                  <a:gd name="connsiteX23" fmla="*/ 1504 w 533400"/>
                  <a:gd name="connsiteY23" fmla="*/ 143496 h 485775"/>
                  <a:gd name="connsiteX24" fmla="*/ 30079 w 533400"/>
                  <a:gd name="connsiteY24" fmla="*/ 114921 h 485775"/>
                  <a:gd name="connsiteX25" fmla="*/ 125329 w 533400"/>
                  <a:gd name="connsiteY25" fmla="*/ 114921 h 485775"/>
                  <a:gd name="connsiteX26" fmla="*/ 125329 w 533400"/>
                  <a:gd name="connsiteY26" fmla="*/ 38721 h 485775"/>
                  <a:gd name="connsiteX27" fmla="*/ 161524 w 533400"/>
                  <a:gd name="connsiteY27" fmla="*/ 621 h 485775"/>
                  <a:gd name="connsiteX28" fmla="*/ 163429 w 533400"/>
                  <a:gd name="connsiteY28" fmla="*/ 621 h 485775"/>
                  <a:gd name="connsiteX29" fmla="*/ 372979 w 533400"/>
                  <a:gd name="connsiteY29" fmla="*/ 621 h 485775"/>
                  <a:gd name="connsiteX30" fmla="*/ 372979 w 533400"/>
                  <a:gd name="connsiteY30" fmla="*/ 19671 h 485775"/>
                  <a:gd name="connsiteX31" fmla="*/ 163429 w 533400"/>
                  <a:gd name="connsiteY31" fmla="*/ 19671 h 485775"/>
                  <a:gd name="connsiteX32" fmla="*/ 144474 w 533400"/>
                  <a:gd name="connsiteY32" fmla="*/ 37292 h 485775"/>
                  <a:gd name="connsiteX33" fmla="*/ 144379 w 533400"/>
                  <a:gd name="connsiteY33" fmla="*/ 38721 h 485775"/>
                  <a:gd name="connsiteX34" fmla="*/ 144379 w 533400"/>
                  <a:gd name="connsiteY34" fmla="*/ 114921 h 485775"/>
                  <a:gd name="connsiteX35" fmla="*/ 392029 w 533400"/>
                  <a:gd name="connsiteY35" fmla="*/ 114921 h 485775"/>
                  <a:gd name="connsiteX36" fmla="*/ 392029 w 533400"/>
                  <a:gd name="connsiteY36" fmla="*/ 38721 h 485775"/>
                  <a:gd name="connsiteX37" fmla="*/ 375836 w 533400"/>
                  <a:gd name="connsiteY37" fmla="*/ 19862 h 485775"/>
                  <a:gd name="connsiteX38" fmla="*/ 374408 w 533400"/>
                  <a:gd name="connsiteY38" fmla="*/ 19671 h 485775"/>
                  <a:gd name="connsiteX39" fmla="*/ 372979 w 533400"/>
                  <a:gd name="connsiteY39" fmla="*/ 19671 h 485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533400" h="485775">
                    <a:moveTo>
                      <a:pt x="125329" y="229221"/>
                    </a:moveTo>
                    <a:lnTo>
                      <a:pt x="125329" y="276846"/>
                    </a:lnTo>
                    <a:lnTo>
                      <a:pt x="144379" y="276846"/>
                    </a:lnTo>
                    <a:lnTo>
                      <a:pt x="144379" y="229221"/>
                    </a:lnTo>
                    <a:lnTo>
                      <a:pt x="392029" y="229221"/>
                    </a:lnTo>
                    <a:lnTo>
                      <a:pt x="392029" y="276846"/>
                    </a:lnTo>
                    <a:lnTo>
                      <a:pt x="411079" y="276846"/>
                    </a:lnTo>
                    <a:lnTo>
                      <a:pt x="411079" y="229221"/>
                    </a:lnTo>
                    <a:lnTo>
                      <a:pt x="534904" y="229221"/>
                    </a:lnTo>
                    <a:lnTo>
                      <a:pt x="534904" y="457821"/>
                    </a:lnTo>
                    <a:cubicBezTo>
                      <a:pt x="534904" y="473632"/>
                      <a:pt x="522141" y="486396"/>
                      <a:pt x="506329" y="486396"/>
                    </a:cubicBezTo>
                    <a:lnTo>
                      <a:pt x="30079" y="486396"/>
                    </a:lnTo>
                    <a:cubicBezTo>
                      <a:pt x="14267" y="486396"/>
                      <a:pt x="1504" y="473632"/>
                      <a:pt x="1504" y="457821"/>
                    </a:cubicBezTo>
                    <a:lnTo>
                      <a:pt x="1504" y="229221"/>
                    </a:lnTo>
                    <a:lnTo>
                      <a:pt x="125329" y="229221"/>
                    </a:lnTo>
                    <a:close/>
                    <a:moveTo>
                      <a:pt x="372979" y="621"/>
                    </a:moveTo>
                    <a:cubicBezTo>
                      <a:pt x="393363" y="621"/>
                      <a:pt x="410031" y="16623"/>
                      <a:pt x="411079" y="36816"/>
                    </a:cubicBezTo>
                    <a:lnTo>
                      <a:pt x="411079" y="38721"/>
                    </a:lnTo>
                    <a:lnTo>
                      <a:pt x="411079" y="114921"/>
                    </a:lnTo>
                    <a:lnTo>
                      <a:pt x="506329" y="114921"/>
                    </a:lnTo>
                    <a:cubicBezTo>
                      <a:pt x="522141" y="114921"/>
                      <a:pt x="534904" y="127685"/>
                      <a:pt x="534904" y="143496"/>
                    </a:cubicBezTo>
                    <a:lnTo>
                      <a:pt x="534904" y="210171"/>
                    </a:lnTo>
                    <a:lnTo>
                      <a:pt x="1504" y="210171"/>
                    </a:lnTo>
                    <a:lnTo>
                      <a:pt x="1504" y="143496"/>
                    </a:lnTo>
                    <a:cubicBezTo>
                      <a:pt x="1504" y="127685"/>
                      <a:pt x="14267" y="114921"/>
                      <a:pt x="30079" y="114921"/>
                    </a:cubicBezTo>
                    <a:lnTo>
                      <a:pt x="125329" y="114921"/>
                    </a:lnTo>
                    <a:lnTo>
                      <a:pt x="125329" y="38721"/>
                    </a:lnTo>
                    <a:cubicBezTo>
                      <a:pt x="125329" y="18337"/>
                      <a:pt x="141331" y="1669"/>
                      <a:pt x="161524" y="621"/>
                    </a:cubicBezTo>
                    <a:lnTo>
                      <a:pt x="163429" y="621"/>
                    </a:lnTo>
                    <a:lnTo>
                      <a:pt x="372979" y="621"/>
                    </a:lnTo>
                    <a:close/>
                    <a:moveTo>
                      <a:pt x="372979" y="19671"/>
                    </a:moveTo>
                    <a:lnTo>
                      <a:pt x="163429" y="19671"/>
                    </a:lnTo>
                    <a:cubicBezTo>
                      <a:pt x="153428" y="19671"/>
                      <a:pt x="145141" y="27482"/>
                      <a:pt x="144474" y="37292"/>
                    </a:cubicBezTo>
                    <a:lnTo>
                      <a:pt x="144379" y="38721"/>
                    </a:lnTo>
                    <a:lnTo>
                      <a:pt x="144379" y="114921"/>
                    </a:lnTo>
                    <a:lnTo>
                      <a:pt x="392029" y="114921"/>
                    </a:lnTo>
                    <a:lnTo>
                      <a:pt x="392029" y="38721"/>
                    </a:lnTo>
                    <a:cubicBezTo>
                      <a:pt x="392029" y="29196"/>
                      <a:pt x="384981" y="21290"/>
                      <a:pt x="375836" y="19862"/>
                    </a:cubicBezTo>
                    <a:lnTo>
                      <a:pt x="374408" y="19671"/>
                    </a:lnTo>
                    <a:lnTo>
                      <a:pt x="372979" y="1967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/>
              <a:lstStyle/>
              <a:p>
                <a:pPr algn="l"/>
              </a:p>
            </p:txBody>
          </p:sp>
        </p:grpSp>
        <p:grpSp>
          <p:nvGrpSpPr>
            <p:cNvPr id="56" name="组合 55" descr="0dd2a8a6-adec-4ed6-887b-a63b1d73e0a8"/>
            <p:cNvGrpSpPr/>
            <p:nvPr/>
          </p:nvGrpSpPr>
          <p:grpSpPr>
            <a:xfrm>
              <a:off x="8316948" y="2915661"/>
              <a:ext cx="2607824" cy="3218440"/>
              <a:chOff x="8316948" y="2915661"/>
              <a:chExt cx="2607824" cy="3218440"/>
            </a:xfrm>
          </p:grpSpPr>
          <p:sp>
            <p:nvSpPr>
              <p:cNvPr id="17" name="ComponentBackground3" descr="11527f01-e4da-41ee-a6fc-4b3392ceccd1"/>
              <p:cNvSpPr/>
              <p:nvPr/>
            </p:nvSpPr>
            <p:spPr>
              <a:xfrm>
                <a:off x="9433585" y="3674648"/>
                <a:ext cx="187275" cy="187274"/>
              </a:xfrm>
              <a:prstGeom prst="ellipse">
                <a:avLst/>
              </a:prstGeom>
              <a:solidFill>
                <a:schemeClr val="accent5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accent5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6" name="Bullet3" descr="31a92ad7-fea4-4e8d-a8da-7dde4d5394ba"/>
              <p:cNvSpPr txBox="1"/>
              <p:nvPr/>
            </p:nvSpPr>
            <p:spPr>
              <a:xfrm>
                <a:off x="8316948" y="3884782"/>
                <a:ext cx="2607824" cy="468628"/>
              </a:xfrm>
              <a:prstGeom prst="rect">
                <a:avLst/>
              </a:prstGeom>
              <a:noFill/>
            </p:spPr>
            <p:txBody>
              <a:bodyPr wrap="square" rtlCol="0" anchor="b" anchorCtr="1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培养团队能力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8" name="Text3" descr="56387eb1-3ca8-49ab-857a-475279af8c2a"/>
              <p:cNvSpPr txBox="1"/>
              <p:nvPr/>
            </p:nvSpPr>
            <p:spPr>
              <a:xfrm>
                <a:off x="8316948" y="4391643"/>
                <a:ext cx="2607824" cy="1742458"/>
              </a:xfrm>
              <a:prstGeom prst="rect">
                <a:avLst/>
              </a:prstGeom>
              <a:noFill/>
            </p:spPr>
            <p:txBody>
              <a:bodyPr wrap="square" rtlCol="0" anchor="t" anchorCtr="1">
                <a:normAutofit/>
              </a:bodyPr>
              <a:lstStyle>
                <a:defPPr>
                  <a:defRPr lang="zh-CN"/>
                </a:defPPr>
                <a:lvl1pPr>
                  <a:lnSpc>
                    <a:spcPts val="1500"/>
                  </a:lnSpc>
                  <a:defRPr sz="900"/>
                </a:lvl1pPr>
              </a:lstStyle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培养团队的AI协作能力成为技术领导者的新使命。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34" name="IconBackground3" descr="c8872b6e-fbd7-4022-8e41-51963a0f028b"/>
              <p:cNvSpPr txBox="1">
                <a:spLocks noChangeAspect="1"/>
              </p:cNvSpPr>
              <p:nvPr/>
            </p:nvSpPr>
            <p:spPr>
              <a:xfrm>
                <a:off x="9257222" y="2915661"/>
                <a:ext cx="540000" cy="540000"/>
              </a:xfrm>
              <a:prstGeom prst="roundRect">
                <a:avLst>
                  <a:gd name="adj" fmla="val 50000"/>
                </a:avLst>
              </a:prstGeom>
              <a:solidFill>
                <a:schemeClr val="accent5"/>
              </a:solidFill>
              <a:ln w="12700" cap="flat">
                <a:noFill/>
                <a:prstDash val="solid"/>
                <a:miter/>
              </a:ln>
              <a:effectLst>
                <a:outerShdw blurRad="127000" dist="63500" dir="2700000" algn="tl" rotWithShape="0">
                  <a:schemeClr val="accent5">
                    <a:alpha val="40000"/>
                  </a:schemeClr>
                </a:outerShdw>
              </a:effectLst>
            </p:spPr>
            <p:txBody>
              <a:bodyPr wrap="none" rtlCol="0" anchor="ctr" anchorCtr="0"/>
              <a:lstStyle>
                <a:defPPr>
                  <a:defRPr lang="zh-CN"/>
                </a:defPPr>
                <a:lvl1pPr algn="ctr">
                  <a:defRPr b="1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charset="-122"/>
                  </a:defRPr>
                </a:lvl1pPr>
              </a:lstStyle>
              <a:p>
                <a:pPr algn="ctr"/>
              </a:p>
            </p:txBody>
          </p:sp>
          <p:sp>
            <p:nvSpPr>
              <p:cNvPr id="35" name="Icon3" descr="7cabe529-2609-4f8b-9c8d-3d7f3e3fdd34"/>
              <p:cNvSpPr/>
              <p:nvPr/>
            </p:nvSpPr>
            <p:spPr>
              <a:xfrm>
                <a:off x="9394437" y="3079925"/>
                <a:ext cx="265570" cy="211472"/>
              </a:xfrm>
              <a:custGeom>
                <a:avLst/>
                <a:gdLst>
                  <a:gd name="connsiteX0" fmla="*/ 486767 w 514350"/>
                  <a:gd name="connsiteY0" fmla="*/ 621 h 409575"/>
                  <a:gd name="connsiteX1" fmla="*/ 515342 w 514350"/>
                  <a:gd name="connsiteY1" fmla="*/ 29196 h 409575"/>
                  <a:gd name="connsiteX2" fmla="*/ 515342 w 514350"/>
                  <a:gd name="connsiteY2" fmla="*/ 324471 h 409575"/>
                  <a:gd name="connsiteX3" fmla="*/ 486767 w 514350"/>
                  <a:gd name="connsiteY3" fmla="*/ 353046 h 409575"/>
                  <a:gd name="connsiteX4" fmla="*/ 192445 w 514350"/>
                  <a:gd name="connsiteY4" fmla="*/ 353046 h 409575"/>
                  <a:gd name="connsiteX5" fmla="*/ 115292 w 514350"/>
                  <a:gd name="connsiteY5" fmla="*/ 410196 h 409575"/>
                  <a:gd name="connsiteX6" fmla="*/ 115292 w 514350"/>
                  <a:gd name="connsiteY6" fmla="*/ 353046 h 409575"/>
                  <a:gd name="connsiteX7" fmla="*/ 29567 w 514350"/>
                  <a:gd name="connsiteY7" fmla="*/ 353046 h 409575"/>
                  <a:gd name="connsiteX8" fmla="*/ 992 w 514350"/>
                  <a:gd name="connsiteY8" fmla="*/ 324471 h 409575"/>
                  <a:gd name="connsiteX9" fmla="*/ 992 w 514350"/>
                  <a:gd name="connsiteY9" fmla="*/ 29196 h 409575"/>
                  <a:gd name="connsiteX10" fmla="*/ 29567 w 514350"/>
                  <a:gd name="connsiteY10" fmla="*/ 621 h 409575"/>
                  <a:gd name="connsiteX11" fmla="*/ 486767 w 514350"/>
                  <a:gd name="connsiteY11" fmla="*/ 621 h 409575"/>
                  <a:gd name="connsiteX12" fmla="*/ 124817 w 514350"/>
                  <a:gd name="connsiteY12" fmla="*/ 143496 h 409575"/>
                  <a:gd name="connsiteX13" fmla="*/ 91480 w 514350"/>
                  <a:gd name="connsiteY13" fmla="*/ 176834 h 409575"/>
                  <a:gd name="connsiteX14" fmla="*/ 124817 w 514350"/>
                  <a:gd name="connsiteY14" fmla="*/ 210171 h 409575"/>
                  <a:gd name="connsiteX15" fmla="*/ 158155 w 514350"/>
                  <a:gd name="connsiteY15" fmla="*/ 176834 h 409575"/>
                  <a:gd name="connsiteX16" fmla="*/ 124817 w 514350"/>
                  <a:gd name="connsiteY16" fmla="*/ 143496 h 409575"/>
                  <a:gd name="connsiteX17" fmla="*/ 258167 w 514350"/>
                  <a:gd name="connsiteY17" fmla="*/ 143496 h 409575"/>
                  <a:gd name="connsiteX18" fmla="*/ 224830 w 514350"/>
                  <a:gd name="connsiteY18" fmla="*/ 176834 h 409575"/>
                  <a:gd name="connsiteX19" fmla="*/ 258167 w 514350"/>
                  <a:gd name="connsiteY19" fmla="*/ 210171 h 409575"/>
                  <a:gd name="connsiteX20" fmla="*/ 291505 w 514350"/>
                  <a:gd name="connsiteY20" fmla="*/ 176834 h 409575"/>
                  <a:gd name="connsiteX21" fmla="*/ 258167 w 514350"/>
                  <a:gd name="connsiteY21" fmla="*/ 143496 h 409575"/>
                  <a:gd name="connsiteX22" fmla="*/ 391517 w 514350"/>
                  <a:gd name="connsiteY22" fmla="*/ 143496 h 409575"/>
                  <a:gd name="connsiteX23" fmla="*/ 358180 w 514350"/>
                  <a:gd name="connsiteY23" fmla="*/ 176834 h 409575"/>
                  <a:gd name="connsiteX24" fmla="*/ 391517 w 514350"/>
                  <a:gd name="connsiteY24" fmla="*/ 210171 h 409575"/>
                  <a:gd name="connsiteX25" fmla="*/ 424855 w 514350"/>
                  <a:gd name="connsiteY25" fmla="*/ 176834 h 409575"/>
                  <a:gd name="connsiteX26" fmla="*/ 391517 w 514350"/>
                  <a:gd name="connsiteY26" fmla="*/ 143496 h 409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514350" h="409575">
                    <a:moveTo>
                      <a:pt x="486767" y="621"/>
                    </a:moveTo>
                    <a:cubicBezTo>
                      <a:pt x="502960" y="621"/>
                      <a:pt x="515342" y="13004"/>
                      <a:pt x="515342" y="29196"/>
                    </a:cubicBezTo>
                    <a:lnTo>
                      <a:pt x="515342" y="324471"/>
                    </a:lnTo>
                    <a:cubicBezTo>
                      <a:pt x="515342" y="340664"/>
                      <a:pt x="502960" y="353046"/>
                      <a:pt x="486767" y="353046"/>
                    </a:cubicBezTo>
                    <a:lnTo>
                      <a:pt x="192445" y="353046"/>
                    </a:lnTo>
                    <a:lnTo>
                      <a:pt x="115292" y="410196"/>
                    </a:lnTo>
                    <a:lnTo>
                      <a:pt x="115292" y="353046"/>
                    </a:lnTo>
                    <a:lnTo>
                      <a:pt x="29567" y="353046"/>
                    </a:lnTo>
                    <a:cubicBezTo>
                      <a:pt x="13374" y="353046"/>
                      <a:pt x="992" y="340664"/>
                      <a:pt x="992" y="324471"/>
                    </a:cubicBezTo>
                    <a:lnTo>
                      <a:pt x="992" y="29196"/>
                    </a:lnTo>
                    <a:cubicBezTo>
                      <a:pt x="992" y="13004"/>
                      <a:pt x="13374" y="621"/>
                      <a:pt x="29567" y="621"/>
                    </a:cubicBezTo>
                    <a:lnTo>
                      <a:pt x="486767" y="621"/>
                    </a:lnTo>
                    <a:close/>
                    <a:moveTo>
                      <a:pt x="124817" y="143496"/>
                    </a:moveTo>
                    <a:cubicBezTo>
                      <a:pt x="106720" y="143496"/>
                      <a:pt x="91480" y="158736"/>
                      <a:pt x="91480" y="176834"/>
                    </a:cubicBezTo>
                    <a:cubicBezTo>
                      <a:pt x="91480" y="194931"/>
                      <a:pt x="106720" y="210171"/>
                      <a:pt x="124817" y="210171"/>
                    </a:cubicBezTo>
                    <a:cubicBezTo>
                      <a:pt x="142914" y="210171"/>
                      <a:pt x="158155" y="194931"/>
                      <a:pt x="158155" y="176834"/>
                    </a:cubicBezTo>
                    <a:cubicBezTo>
                      <a:pt x="158155" y="157784"/>
                      <a:pt x="142914" y="143496"/>
                      <a:pt x="124817" y="143496"/>
                    </a:cubicBezTo>
                    <a:close/>
                    <a:moveTo>
                      <a:pt x="258167" y="143496"/>
                    </a:moveTo>
                    <a:cubicBezTo>
                      <a:pt x="240070" y="143496"/>
                      <a:pt x="224830" y="158736"/>
                      <a:pt x="224830" y="176834"/>
                    </a:cubicBezTo>
                    <a:cubicBezTo>
                      <a:pt x="224830" y="194931"/>
                      <a:pt x="240070" y="210171"/>
                      <a:pt x="258167" y="210171"/>
                    </a:cubicBezTo>
                    <a:cubicBezTo>
                      <a:pt x="276264" y="210171"/>
                      <a:pt x="291505" y="194931"/>
                      <a:pt x="291505" y="176834"/>
                    </a:cubicBezTo>
                    <a:cubicBezTo>
                      <a:pt x="291505" y="157784"/>
                      <a:pt x="276264" y="143496"/>
                      <a:pt x="258167" y="143496"/>
                    </a:cubicBezTo>
                    <a:close/>
                    <a:moveTo>
                      <a:pt x="391517" y="143496"/>
                    </a:moveTo>
                    <a:cubicBezTo>
                      <a:pt x="373420" y="143496"/>
                      <a:pt x="358180" y="158736"/>
                      <a:pt x="358180" y="176834"/>
                    </a:cubicBezTo>
                    <a:cubicBezTo>
                      <a:pt x="358180" y="194931"/>
                      <a:pt x="373420" y="210171"/>
                      <a:pt x="391517" y="210171"/>
                    </a:cubicBezTo>
                    <a:cubicBezTo>
                      <a:pt x="409614" y="210171"/>
                      <a:pt x="424855" y="194931"/>
                      <a:pt x="424855" y="176834"/>
                    </a:cubicBezTo>
                    <a:cubicBezTo>
                      <a:pt x="424855" y="157784"/>
                      <a:pt x="409614" y="143496"/>
                      <a:pt x="391517" y="1434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 anchorCtr="0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</a:p>
            </p:txBody>
          </p:sp>
        </p:grpSp>
      </p:grp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5a12860-57d0-435d-97c1-4c6d2d8d7d77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FFFFFF"/>
                </a:solidFill>
                <a:ea typeface="微软雅黑" panose="020B0503020204020204" charset="-122"/>
              </a:rPr>
              <a:t>核心竞争力转变</a:t>
            </a:r>
            <a:endParaRPr lang="en-US" sz="2800" b="1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grpSp>
        <p:nvGrpSpPr>
          <p:cNvPr id="4" name="d63806af-05e4-414e-9fc9-a7f56e9c518b.source.3.zh-Hans.pptx" descr="8c9e0d7c-53df-493f-9957-cb5288fa8991"/>
          <p:cNvGrpSpPr/>
          <p:nvPr/>
        </p:nvGrpSpPr>
        <p:grpSpPr>
          <a:xfrm>
            <a:off x="1078117" y="1130300"/>
            <a:ext cx="10440783" cy="4892961"/>
            <a:chOff x="1078117" y="1130300"/>
            <a:chExt cx="10440783" cy="4892961"/>
          </a:xfrm>
        </p:grpSpPr>
        <p:cxnSp>
          <p:nvCxnSpPr>
            <p:cNvPr id="44" name="直接箭头连接符 43" descr="af1910b1-557c-43cc-9571-86efce66e1ce"/>
            <p:cNvCxnSpPr/>
            <p:nvPr/>
          </p:nvCxnSpPr>
          <p:spPr>
            <a:xfrm>
              <a:off x="3622035" y="2721530"/>
              <a:ext cx="1468771" cy="0"/>
            </a:xfrm>
            <a:prstGeom prst="straightConnector1">
              <a:avLst/>
            </a:prstGeom>
            <a:ln w="15875">
              <a:solidFill>
                <a:schemeClr val="tx1">
                  <a:lumMod val="50000"/>
                  <a:lumOff val="50000"/>
                  <a:alpha val="50000"/>
                </a:schemeClr>
              </a:solidFill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39" descr="843bd17d-a9ce-4c9f-a07f-8f54ad726941"/>
            <p:cNvCxnSpPr/>
            <p:nvPr/>
          </p:nvCxnSpPr>
          <p:spPr>
            <a:xfrm>
              <a:off x="4001036" y="4074095"/>
              <a:ext cx="1468771" cy="0"/>
            </a:xfrm>
            <a:prstGeom prst="straightConnector1">
              <a:avLst/>
            </a:prstGeom>
            <a:ln w="15875">
              <a:solidFill>
                <a:schemeClr val="tx1">
                  <a:lumMod val="50000"/>
                  <a:lumOff val="50000"/>
                  <a:alpha val="50000"/>
                </a:schemeClr>
              </a:solidFill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箭头连接符 34" descr="e8f59328-3828-4286-b908-66927c33e4c7"/>
            <p:cNvCxnSpPr/>
            <p:nvPr/>
          </p:nvCxnSpPr>
          <p:spPr>
            <a:xfrm>
              <a:off x="4361781" y="5382711"/>
              <a:ext cx="1468771" cy="0"/>
            </a:xfrm>
            <a:prstGeom prst="straightConnector1">
              <a:avLst/>
            </a:prstGeom>
            <a:ln w="15875">
              <a:solidFill>
                <a:schemeClr val="tx1">
                  <a:lumMod val="50000"/>
                  <a:lumOff val="50000"/>
                  <a:alpha val="50000"/>
                </a:schemeClr>
              </a:solidFill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任意多边形: 形状 18" descr="ee0e25b8-ed37-4f87-b0fe-5d4fdf268414"/>
            <p:cNvSpPr/>
            <p:nvPr/>
          </p:nvSpPr>
          <p:spPr bwMode="auto">
            <a:xfrm>
              <a:off x="1078117" y="4752463"/>
              <a:ext cx="4617285" cy="1270798"/>
            </a:xfrm>
            <a:custGeom>
              <a:avLst/>
              <a:gdLst>
                <a:gd name="T0" fmla="*/ 0 w 2834"/>
                <a:gd name="T1" fmla="*/ 974 h 974"/>
                <a:gd name="T2" fmla="*/ 2834 w 2834"/>
                <a:gd name="T3" fmla="*/ 974 h 974"/>
                <a:gd name="T4" fmla="*/ 2411 w 2834"/>
                <a:gd name="T5" fmla="*/ 0 h 974"/>
                <a:gd name="T6" fmla="*/ 423 w 2834"/>
                <a:gd name="T7" fmla="*/ 0 h 974"/>
                <a:gd name="T8" fmla="*/ 0 w 2834"/>
                <a:gd name="T9" fmla="*/ 974 h 9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34" h="974">
                  <a:moveTo>
                    <a:pt x="0" y="974"/>
                  </a:moveTo>
                  <a:lnTo>
                    <a:pt x="2834" y="974"/>
                  </a:lnTo>
                  <a:lnTo>
                    <a:pt x="2411" y="0"/>
                  </a:lnTo>
                  <a:lnTo>
                    <a:pt x="423" y="0"/>
                  </a:lnTo>
                  <a:lnTo>
                    <a:pt x="0" y="974"/>
                  </a:ln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prstDash val="solid"/>
              <a:miter/>
            </a:ln>
            <a:effectLst>
              <a:outerShdw blurRad="127000" dist="63500" dir="2700000" algn="tl" rotWithShape="0">
                <a:schemeClr val="accent2">
                  <a:alpha val="40000"/>
                </a:schemeClr>
              </a:outerShdw>
            </a:effectLst>
          </p:spPr>
          <p:txBody>
            <a:bodyPr rtlCol="0" anchor="ctr" anchorCtr="0"/>
            <a:lstStyle/>
            <a:p>
              <a:pPr algn="ctr"/>
            </a:p>
          </p:txBody>
        </p:sp>
        <p:sp>
          <p:nvSpPr>
            <p:cNvPr id="20" name="任意多边形: 形状 19" descr="4059e6bf-ffa3-4bbc-98e3-3011cba5c1d6"/>
            <p:cNvSpPr/>
            <p:nvPr/>
          </p:nvSpPr>
          <p:spPr bwMode="auto">
            <a:xfrm>
              <a:off x="1767288" y="3485579"/>
              <a:ext cx="3238943" cy="1424755"/>
            </a:xfrm>
            <a:custGeom>
              <a:avLst/>
              <a:gdLst>
                <a:gd name="T0" fmla="*/ 1088 w 1988"/>
                <a:gd name="T1" fmla="*/ 971 h 1092"/>
                <a:gd name="T2" fmla="*/ 1988 w 1988"/>
                <a:gd name="T3" fmla="*/ 971 h 1092"/>
                <a:gd name="T4" fmla="*/ 1565 w 1988"/>
                <a:gd name="T5" fmla="*/ 0 h 1092"/>
                <a:gd name="T6" fmla="*/ 423 w 1988"/>
                <a:gd name="T7" fmla="*/ 0 h 1092"/>
                <a:gd name="T8" fmla="*/ 0 w 1988"/>
                <a:gd name="T9" fmla="*/ 971 h 1092"/>
                <a:gd name="T10" fmla="*/ 900 w 1988"/>
                <a:gd name="T11" fmla="*/ 971 h 1092"/>
                <a:gd name="T12" fmla="*/ 993 w 1988"/>
                <a:gd name="T13" fmla="*/ 1092 h 1092"/>
                <a:gd name="T14" fmla="*/ 1088 w 1988"/>
                <a:gd name="T15" fmla="*/ 971 h 10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88" h="1092">
                  <a:moveTo>
                    <a:pt x="1088" y="971"/>
                  </a:moveTo>
                  <a:lnTo>
                    <a:pt x="1988" y="971"/>
                  </a:lnTo>
                  <a:lnTo>
                    <a:pt x="1565" y="0"/>
                  </a:lnTo>
                  <a:lnTo>
                    <a:pt x="423" y="0"/>
                  </a:lnTo>
                  <a:lnTo>
                    <a:pt x="0" y="971"/>
                  </a:lnTo>
                  <a:lnTo>
                    <a:pt x="900" y="971"/>
                  </a:lnTo>
                  <a:lnTo>
                    <a:pt x="993" y="1092"/>
                  </a:lnTo>
                  <a:lnTo>
                    <a:pt x="1088" y="971"/>
                  </a:ln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prstDash val="solid"/>
              <a:miter/>
            </a:ln>
            <a:effectLst>
              <a:outerShdw blurRad="127000" dist="63500" dir="2700000" algn="tl" rotWithShape="0">
                <a:schemeClr val="accent4">
                  <a:alpha val="40000"/>
                </a:schemeClr>
              </a:outerShdw>
            </a:effectLst>
          </p:spPr>
          <p:txBody>
            <a:bodyPr rtlCol="0" anchor="ctr" anchorCtr="0"/>
            <a:lstStyle/>
            <a:p>
              <a:pPr algn="l"/>
            </a:p>
          </p:txBody>
        </p:sp>
        <p:sp>
          <p:nvSpPr>
            <p:cNvPr id="21" name="任意多边形: 形状 20" descr="0434e379-c7f4-4c03-b551-c812974c5c28"/>
            <p:cNvSpPr/>
            <p:nvPr/>
          </p:nvSpPr>
          <p:spPr bwMode="auto">
            <a:xfrm>
              <a:off x="2456459" y="1773785"/>
              <a:ext cx="1860600" cy="1835742"/>
            </a:xfrm>
            <a:custGeom>
              <a:avLst/>
              <a:gdLst>
                <a:gd name="T0" fmla="*/ 646 w 1142"/>
                <a:gd name="T1" fmla="*/ 1312 h 1407"/>
                <a:gd name="T2" fmla="*/ 1142 w 1142"/>
                <a:gd name="T3" fmla="*/ 1312 h 1407"/>
                <a:gd name="T4" fmla="*/ 570 w 1142"/>
                <a:gd name="T5" fmla="*/ 0 h 1407"/>
                <a:gd name="T6" fmla="*/ 0 w 1142"/>
                <a:gd name="T7" fmla="*/ 1312 h 1407"/>
                <a:gd name="T8" fmla="*/ 496 w 1142"/>
                <a:gd name="T9" fmla="*/ 1312 h 1407"/>
                <a:gd name="T10" fmla="*/ 570 w 1142"/>
                <a:gd name="T11" fmla="*/ 1407 h 1407"/>
                <a:gd name="T12" fmla="*/ 646 w 1142"/>
                <a:gd name="T13" fmla="*/ 1312 h 1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42" h="1407">
                  <a:moveTo>
                    <a:pt x="646" y="1312"/>
                  </a:moveTo>
                  <a:lnTo>
                    <a:pt x="1142" y="1312"/>
                  </a:lnTo>
                  <a:lnTo>
                    <a:pt x="570" y="0"/>
                  </a:lnTo>
                  <a:lnTo>
                    <a:pt x="0" y="1312"/>
                  </a:lnTo>
                  <a:lnTo>
                    <a:pt x="496" y="1312"/>
                  </a:lnTo>
                  <a:lnTo>
                    <a:pt x="570" y="1407"/>
                  </a:lnTo>
                  <a:lnTo>
                    <a:pt x="646" y="1312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  <a:effectLst>
              <a:outerShdw blurRad="127000" dist="63500" dir="2700000" algn="tl" rotWithShape="0">
                <a:schemeClr val="accent6">
                  <a:alpha val="40000"/>
                </a:schemeClr>
              </a:outerShdw>
            </a:effectLst>
          </p:spPr>
          <p:txBody>
            <a:bodyPr rtlCol="0" anchor="ctr" anchorCtr="0"/>
            <a:lstStyle/>
            <a:p>
              <a:pPr algn="l"/>
            </a:p>
          </p:txBody>
        </p:sp>
        <p:sp>
          <p:nvSpPr>
            <p:cNvPr id="3" name="Title" descr="c2aa36a6-05ec-42f4-858c-7068e311e851"/>
            <p:cNvSpPr txBox="1"/>
            <p:nvPr/>
          </p:nvSpPr>
          <p:spPr>
            <a:xfrm>
              <a:off x="4881009" y="1130300"/>
              <a:ext cx="6637891" cy="917044"/>
            </a:xfrm>
            <a:prstGeom prst="rect">
              <a:avLst/>
            </a:prstGeom>
            <a:noFill/>
          </p:spPr>
          <p:txBody>
            <a:bodyPr vert="horz" wrap="square" rtlCol="0" anchor="t" anchorCtr="0">
              <a:normAutofit/>
            </a:bodyPr>
            <a:lstStyle/>
            <a:p>
              <a:pPr algn="l"/>
              <a:r>
                <a:rPr lang="en-US" sz="2400" b="1" i="0" u="none">
                  <a:solidFill>
                    <a:srgbClr val="FFFFFF"/>
                  </a:solidFill>
                  <a:ea typeface="微软雅黑" panose="020B0503020204020204" charset="-122"/>
                </a:rPr>
                <a:t>适应AI时代的能力要求</a:t>
              </a:r>
              <a:endParaRPr lang="en-US" sz="2400" b="1" i="0" u="none">
                <a:solidFill>
                  <a:srgbClr val="FFFFFF"/>
                </a:solidFill>
                <a:ea typeface="微软雅黑" panose="020B0503020204020204" charset="-122"/>
              </a:endParaRPr>
            </a:p>
          </p:txBody>
        </p:sp>
        <p:grpSp>
          <p:nvGrpSpPr>
            <p:cNvPr id="15" name="组合 14" descr="005b1a12-5832-4e62-9254-07749a488b2b"/>
            <p:cNvGrpSpPr/>
            <p:nvPr/>
          </p:nvGrpSpPr>
          <p:grpSpPr>
            <a:xfrm>
              <a:off x="3065220" y="2327649"/>
              <a:ext cx="7289132" cy="951293"/>
              <a:chOff x="3065220" y="2327649"/>
              <a:chExt cx="7289132" cy="951293"/>
            </a:xfrm>
          </p:grpSpPr>
          <p:sp>
            <p:nvSpPr>
              <p:cNvPr id="45" name="Text1" descr="08ba776c-3c64-477b-a8a7-8bedd10600e3"/>
              <p:cNvSpPr txBox="1"/>
              <p:nvPr/>
            </p:nvSpPr>
            <p:spPr>
              <a:xfrm>
                <a:off x="7115409" y="2327649"/>
                <a:ext cx="3238943" cy="728015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 anchor="ctr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>
                    <a:solidFill>
                      <a:srgbClr val="FFFFFF"/>
                    </a:solidFill>
                    <a:ea typeface="微软雅黑" panose="020B0503020204020204" charset="-122"/>
                  </a:rPr>
                  <a:t>从掌握语法转变为深入理解业务。</a:t>
                </a:r>
                <a:endParaRPr lang="en-US" sz="1200" b="0" i="0" u="none" strike="noStrik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46" name="Bullet1" descr="2172b969-81f2-4d14-a3a0-3b7c38158f81"/>
              <p:cNvSpPr txBox="1"/>
              <p:nvPr/>
            </p:nvSpPr>
            <p:spPr>
              <a:xfrm>
                <a:off x="4955654" y="2483787"/>
                <a:ext cx="2074092" cy="481569"/>
              </a:xfrm>
              <a:prstGeom prst="roundRect">
                <a:avLst>
                  <a:gd name="adj" fmla="val 50000"/>
                </a:avLst>
              </a:prstGeom>
              <a:solidFill>
                <a:schemeClr val="accent6"/>
              </a:solidFill>
              <a:effectLst>
                <a:outerShdw blurRad="127000" dist="63500" dir="2700000" algn="ctr" rotWithShape="0">
                  <a:schemeClr val="accent6">
                    <a:alpha val="40000"/>
                  </a:schemeClr>
                </a:outerShdw>
              </a:effectLst>
            </p:spPr>
            <p:txBody>
              <a:bodyPr wrap="square" lIns="90000" tIns="46800" rIns="90000" bIns="46800" rtlCol="0" anchor="ctr" anchorCtr="1">
                <a:normAutofit fontScale="92500" lnSpcReduction="10000"/>
              </a:bodyPr>
              <a:lstStyle/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从语法到业务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1" name="Number1" descr="411ee129-4e39-44e4-9c28-594ee52f3c7a"/>
              <p:cNvSpPr txBox="1"/>
              <p:nvPr/>
            </p:nvSpPr>
            <p:spPr>
              <a:xfrm>
                <a:off x="3065220" y="2683149"/>
                <a:ext cx="643078" cy="595793"/>
              </a:xfrm>
              <a:prstGeom prst="rect">
                <a:avLst/>
              </a:prstGeom>
              <a:noFill/>
            </p:spPr>
            <p:txBody>
              <a:bodyPr wrap="none" rtlCol="0" anchorCtr="0">
                <a:spAutoFit/>
              </a:bodyPr>
              <a:lstStyle/>
              <a:p>
                <a:pPr algn="l"/>
                <a:r>
                  <a:rPr lang="en-US" sz="3600" b="1" i="0" u="none">
                    <a:solidFill>
                      <a:srgbClr val="FFFFFF"/>
                    </a:solidFill>
                    <a:latin typeface="Arial" panose="020B0604020202020204"/>
                  </a:rPr>
                  <a:t>01</a:t>
                </a:r>
                <a:endParaRPr lang="en-US" sz="36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</p:grpSp>
        <p:grpSp>
          <p:nvGrpSpPr>
            <p:cNvPr id="16" name="组合 15" descr="fc873722-7474-432e-8767-abc01bafc1b7"/>
            <p:cNvGrpSpPr/>
            <p:nvPr/>
          </p:nvGrpSpPr>
          <p:grpSpPr>
            <a:xfrm>
              <a:off x="3065220" y="3680214"/>
              <a:ext cx="7668134" cy="787853"/>
              <a:chOff x="3065220" y="3680214"/>
              <a:chExt cx="7668134" cy="787853"/>
            </a:xfrm>
          </p:grpSpPr>
          <p:sp>
            <p:nvSpPr>
              <p:cNvPr id="41" name="Text2" descr="a467f139-7b87-441f-a114-344c1010c7b4"/>
              <p:cNvSpPr txBox="1"/>
              <p:nvPr/>
            </p:nvSpPr>
            <p:spPr>
              <a:xfrm>
                <a:off x="7494411" y="3680214"/>
                <a:ext cx="3238943" cy="728015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 anchor="ctr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>
                    <a:solidFill>
                      <a:srgbClr val="FFFFFF"/>
                    </a:solidFill>
                    <a:ea typeface="微软雅黑" panose="020B0503020204020204" charset="-122"/>
                  </a:rPr>
                  <a:t>从编写代码转变为设计系统。</a:t>
                </a:r>
                <a:endParaRPr lang="en-US" sz="1200" b="0" i="0" u="none" strike="noStrik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42" name="Bullet2" descr="f2e71561-5560-48c4-9663-1cea795d1d53"/>
              <p:cNvSpPr txBox="1"/>
              <p:nvPr/>
            </p:nvSpPr>
            <p:spPr>
              <a:xfrm>
                <a:off x="5334656" y="3836352"/>
                <a:ext cx="2074092" cy="481569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effectLst>
                <a:outerShdw blurRad="127000" dist="63500" dir="2700000" algn="ctr" rotWithShape="0">
                  <a:schemeClr val="accent4">
                    <a:alpha val="40000"/>
                  </a:schemeClr>
                </a:outerShdw>
              </a:effectLst>
            </p:spPr>
            <p:txBody>
              <a:bodyPr wrap="square" lIns="90000" tIns="46800" rIns="90000" bIns="46800" rtlCol="0" anchor="ctr" anchorCtr="1">
                <a:normAutofit fontScale="92500" lnSpcReduction="10000"/>
              </a:bodyPr>
              <a:lstStyle>
                <a:defPPr>
                  <a:defRPr lang="zh-CN"/>
                </a:defPPr>
                <a:lvl1pPr algn="ctr">
                  <a:defRPr sz="1400" b="1">
                    <a:solidFill>
                      <a:srgbClr val="FFFFFF"/>
                    </a:solidFill>
                  </a:defRPr>
                </a:lvl1pPr>
              </a:lstStyle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从代码到系统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3" name="Number2" descr="9b90faa0-8e95-4e0a-8738-6cc0df695c75"/>
              <p:cNvSpPr txBox="1"/>
              <p:nvPr/>
            </p:nvSpPr>
            <p:spPr>
              <a:xfrm>
                <a:off x="3065220" y="3872274"/>
                <a:ext cx="643078" cy="595793"/>
              </a:xfrm>
              <a:prstGeom prst="rect">
                <a:avLst/>
              </a:prstGeom>
              <a:noFill/>
            </p:spPr>
            <p:txBody>
              <a:bodyPr wrap="none" rtlCol="0" anchorCtr="0">
                <a:spAutoFit/>
              </a:bodyPr>
              <a:lstStyle/>
              <a:p>
                <a:pPr algn="l"/>
                <a:r>
                  <a:rPr lang="en-US" sz="3600" b="1" i="0" u="none">
                    <a:solidFill>
                      <a:srgbClr val="FFFFFF"/>
                    </a:solidFill>
                    <a:latin typeface="Arial" panose="020B0604020202020204"/>
                  </a:rPr>
                  <a:t>02</a:t>
                </a:r>
                <a:endParaRPr lang="en-US" sz="36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</p:grpSp>
        <p:grpSp>
          <p:nvGrpSpPr>
            <p:cNvPr id="17" name="组合 16" descr="40ce5c02-1904-43ad-95ca-802d8e2eb0e2"/>
            <p:cNvGrpSpPr/>
            <p:nvPr/>
          </p:nvGrpSpPr>
          <p:grpSpPr>
            <a:xfrm>
              <a:off x="3065220" y="4988830"/>
              <a:ext cx="8028879" cy="768305"/>
              <a:chOff x="3065220" y="4988830"/>
              <a:chExt cx="8028879" cy="768305"/>
            </a:xfrm>
          </p:grpSpPr>
          <p:sp>
            <p:nvSpPr>
              <p:cNvPr id="36" name="Text3" descr="c5b19ddd-b606-46d4-a4ff-14f3bf8ab3e7"/>
              <p:cNvSpPr txBox="1"/>
              <p:nvPr/>
            </p:nvSpPr>
            <p:spPr>
              <a:xfrm>
                <a:off x="7855156" y="4988830"/>
                <a:ext cx="3238943" cy="728015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 anchor="ctr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>
                    <a:solidFill>
                      <a:srgbClr val="FFFFFF"/>
                    </a:solidFill>
                    <a:ea typeface="微软雅黑" panose="020B0503020204020204" charset="-122"/>
                  </a:rPr>
                  <a:t>从注重个人能力转变为强调协作智慧。</a:t>
                </a:r>
                <a:endParaRPr lang="en-US" sz="1200" b="0" i="0" u="none" strike="noStrik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37" name="Bullet3" descr="154fb20a-1c48-4d7d-90cd-fb6b4f895a93"/>
              <p:cNvSpPr txBox="1"/>
              <p:nvPr/>
            </p:nvSpPr>
            <p:spPr>
              <a:xfrm>
                <a:off x="5695401" y="5144968"/>
                <a:ext cx="2074092" cy="481569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effectLst>
                <a:outerShdw blurRad="127000" dist="63500" dir="2700000" algn="ctr" rotWithShape="0">
                  <a:schemeClr val="accent2">
                    <a:alpha val="40000"/>
                  </a:schemeClr>
                </a:outerShdw>
              </a:effectLst>
            </p:spPr>
            <p:txBody>
              <a:bodyPr wrap="square" lIns="90000" tIns="46800" rIns="90000" bIns="46800" rtlCol="0" anchor="ctr" anchorCtr="1">
                <a:normAutofit fontScale="92500" lnSpcReduction="10000"/>
              </a:bodyPr>
              <a:lstStyle>
                <a:defPPr>
                  <a:defRPr lang="zh-CN"/>
                </a:defPPr>
                <a:lvl1pPr algn="ctr">
                  <a:defRPr sz="1400" b="1">
                    <a:solidFill>
                      <a:srgbClr val="FFFFFF"/>
                    </a:solidFill>
                  </a:defRPr>
                </a:lvl1pPr>
              </a:lstStyle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从个人到协作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4" name="Number3" descr="4e88b9c2-6243-48d6-a792-4ee676aaefaa"/>
              <p:cNvSpPr txBox="1"/>
              <p:nvPr/>
            </p:nvSpPr>
            <p:spPr>
              <a:xfrm>
                <a:off x="3065220" y="5161343"/>
                <a:ext cx="643078" cy="595792"/>
              </a:xfrm>
              <a:prstGeom prst="rect">
                <a:avLst/>
              </a:prstGeom>
              <a:noFill/>
            </p:spPr>
            <p:txBody>
              <a:bodyPr wrap="none" rtlCol="0" anchorCtr="0">
                <a:spAutoFit/>
              </a:bodyPr>
              <a:lstStyle/>
              <a:p>
                <a:pPr algn="l"/>
                <a:r>
                  <a:rPr lang="en-US" sz="3600" b="1" i="0" u="none">
                    <a:solidFill>
                      <a:srgbClr val="FFFFFF"/>
                    </a:solidFill>
                    <a:latin typeface="Arial" panose="020B0604020202020204"/>
                  </a:rPr>
                  <a:t>03</a:t>
                </a:r>
                <a:endParaRPr lang="en-US" sz="36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</p:grpSp>
      </p:grp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5a12860-57d0-435d-97c1-4c6d2d8d7d77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FFFFFF"/>
                </a:solidFill>
                <a:ea typeface="微软雅黑" panose="020B0503020204020204" charset="-122"/>
              </a:rPr>
              <a:t>拥抱变革机遇</a:t>
            </a:r>
            <a:endParaRPr lang="en-US" sz="2800" b="1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grpSp>
        <p:nvGrpSpPr>
          <p:cNvPr id="22" name="21ad6135-bb0c-4b3b-8d09-639c6a4caaa2.source.3.zh-Hans.pptx" descr="695ccb92-5ed5-4f99-bcb3-30c07b4ad677"/>
          <p:cNvGrpSpPr/>
          <p:nvPr/>
        </p:nvGrpSpPr>
        <p:grpSpPr>
          <a:xfrm>
            <a:off x="673100" y="1425842"/>
            <a:ext cx="10845800" cy="4708258"/>
            <a:chOff x="673100" y="1425842"/>
            <a:chExt cx="10845800" cy="4708258"/>
          </a:xfrm>
        </p:grpSpPr>
        <p:sp>
          <p:nvSpPr>
            <p:cNvPr id="3" name="i$ľide" descr="56db9c52-d1c6-4e83-b4d3-2ed113035d02"/>
            <p:cNvSpPr/>
            <p:nvPr/>
          </p:nvSpPr>
          <p:spPr>
            <a:xfrm>
              <a:off x="673100" y="2143967"/>
              <a:ext cx="10845800" cy="1978436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 algn="ctr"/>
            </a:p>
          </p:txBody>
        </p:sp>
        <p:sp>
          <p:nvSpPr>
            <p:cNvPr id="8" name="Title" descr="01fd8561-f04a-4d78-ab71-551e2ea650a2"/>
            <p:cNvSpPr txBox="1"/>
            <p:nvPr/>
          </p:nvSpPr>
          <p:spPr bwMode="auto">
            <a:xfrm>
              <a:off x="2679700" y="1790701"/>
              <a:ext cx="6832600" cy="689754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2400" b="1" i="0" u="none">
                  <a:solidFill>
                    <a:srgbClr val="FFFFFF"/>
                  </a:solidFill>
                  <a:ea typeface="微软雅黑" panose="020B0503020204020204" charset="-122"/>
                </a:rPr>
                <a:t>积极应对AI编程带来的变革</a:t>
              </a:r>
              <a:endParaRPr lang="en-US" sz="2400" b="1" i="0" u="none">
                <a:solidFill>
                  <a:srgbClr val="FFFFFF"/>
                </a:solidFill>
                <a:ea typeface="微软雅黑" panose="020B0503020204020204" charset="-122"/>
              </a:endParaRPr>
            </a:p>
          </p:txBody>
        </p:sp>
        <p:sp>
          <p:nvSpPr>
            <p:cNvPr id="9" name="îṣḻíḑé" descr="28a1824c-20ef-4caf-a213-4a3e49f9851e"/>
            <p:cNvSpPr/>
            <p:nvPr/>
          </p:nvSpPr>
          <p:spPr bwMode="auto">
            <a:xfrm>
              <a:off x="5947236" y="1425842"/>
              <a:ext cx="297529" cy="289494"/>
            </a:xfrm>
            <a:custGeom>
              <a:avLst/>
              <a:gdLst>
                <a:gd name="connsiteX0" fmla="*/ 273512 w 601147"/>
                <a:gd name="connsiteY0" fmla="*/ 584635 h 584917"/>
                <a:gd name="connsiteX1" fmla="*/ 273513 w 601147"/>
                <a:gd name="connsiteY1" fmla="*/ 584635 h 584917"/>
                <a:gd name="connsiteX2" fmla="*/ 273583 w 601147"/>
                <a:gd name="connsiteY2" fmla="*/ 584635 h 584917"/>
                <a:gd name="connsiteX3" fmla="*/ 273583 w 601147"/>
                <a:gd name="connsiteY3" fmla="*/ 584917 h 584917"/>
                <a:gd name="connsiteX4" fmla="*/ 273512 w 601147"/>
                <a:gd name="connsiteY4" fmla="*/ 584917 h 584917"/>
                <a:gd name="connsiteX5" fmla="*/ 509977 w 601147"/>
                <a:gd name="connsiteY5" fmla="*/ 386927 h 584917"/>
                <a:gd name="connsiteX6" fmla="*/ 441599 w 601147"/>
                <a:gd name="connsiteY6" fmla="*/ 411333 h 584917"/>
                <a:gd name="connsiteX7" fmla="*/ 441599 w 601147"/>
                <a:gd name="connsiteY7" fmla="*/ 471114 h 584917"/>
                <a:gd name="connsiteX8" fmla="*/ 509977 w 601147"/>
                <a:gd name="connsiteY8" fmla="*/ 558592 h 584917"/>
                <a:gd name="connsiteX9" fmla="*/ 509977 w 601147"/>
                <a:gd name="connsiteY9" fmla="*/ 356214 h 584917"/>
                <a:gd name="connsiteX10" fmla="*/ 601147 w 601147"/>
                <a:gd name="connsiteY10" fmla="*/ 385008 h 584917"/>
                <a:gd name="connsiteX11" fmla="*/ 601147 w 601147"/>
                <a:gd name="connsiteY11" fmla="*/ 471114 h 584917"/>
                <a:gd name="connsiteX12" fmla="*/ 509977 w 601147"/>
                <a:gd name="connsiteY12" fmla="*/ 584917 h 584917"/>
                <a:gd name="connsiteX13" fmla="*/ 418806 w 601147"/>
                <a:gd name="connsiteY13" fmla="*/ 471114 h 584917"/>
                <a:gd name="connsiteX14" fmla="*/ 418806 w 601147"/>
                <a:gd name="connsiteY14" fmla="*/ 385008 h 584917"/>
                <a:gd name="connsiteX15" fmla="*/ 509977 w 601147"/>
                <a:gd name="connsiteY15" fmla="*/ 356214 h 584917"/>
                <a:gd name="connsiteX16" fmla="*/ 273513 w 601147"/>
                <a:gd name="connsiteY16" fmla="*/ 0 h 584917"/>
                <a:gd name="connsiteX17" fmla="*/ 424549 w 601147"/>
                <a:gd name="connsiteY17" fmla="*/ 150820 h 584917"/>
                <a:gd name="connsiteX18" fmla="*/ 341067 w 601147"/>
                <a:gd name="connsiteY18" fmla="*/ 308771 h 584917"/>
                <a:gd name="connsiteX19" fmla="*/ 453383 w 601147"/>
                <a:gd name="connsiteY19" fmla="*/ 364163 h 584917"/>
                <a:gd name="connsiteX20" fmla="*/ 427570 w 601147"/>
                <a:gd name="connsiteY20" fmla="*/ 363889 h 584917"/>
                <a:gd name="connsiteX21" fmla="*/ 395989 w 601147"/>
                <a:gd name="connsiteY21" fmla="*/ 351000 h 584917"/>
                <a:gd name="connsiteX22" fmla="*/ 395989 w 601147"/>
                <a:gd name="connsiteY22" fmla="*/ 471108 h 584917"/>
                <a:gd name="connsiteX23" fmla="*/ 449264 w 601147"/>
                <a:gd name="connsiteY23" fmla="*/ 570376 h 584917"/>
                <a:gd name="connsiteX24" fmla="*/ 273513 w 601147"/>
                <a:gd name="connsiteY24" fmla="*/ 584635 h 584917"/>
                <a:gd name="connsiteX25" fmla="*/ 350129 w 601147"/>
                <a:gd name="connsiteY25" fmla="*/ 508402 h 584917"/>
                <a:gd name="connsiteX26" fmla="*/ 285595 w 601147"/>
                <a:gd name="connsiteY26" fmla="*/ 352646 h 584917"/>
                <a:gd name="connsiteX27" fmla="*/ 286419 w 601147"/>
                <a:gd name="connsiteY27" fmla="*/ 352646 h 584917"/>
                <a:gd name="connsiteX28" fmla="*/ 311409 w 601147"/>
                <a:gd name="connsiteY28" fmla="*/ 323853 h 584917"/>
                <a:gd name="connsiteX29" fmla="*/ 273513 w 601147"/>
                <a:gd name="connsiteY29" fmla="*/ 330708 h 584917"/>
                <a:gd name="connsiteX30" fmla="*/ 235616 w 601147"/>
                <a:gd name="connsiteY30" fmla="*/ 323853 h 584917"/>
                <a:gd name="connsiteX31" fmla="*/ 260880 w 601147"/>
                <a:gd name="connsiteY31" fmla="*/ 352646 h 584917"/>
                <a:gd name="connsiteX32" fmla="*/ 261430 w 601147"/>
                <a:gd name="connsiteY32" fmla="*/ 352646 h 584917"/>
                <a:gd name="connsiteX33" fmla="*/ 196896 w 601147"/>
                <a:gd name="connsiteY33" fmla="*/ 508402 h 584917"/>
                <a:gd name="connsiteX34" fmla="*/ 273513 w 601147"/>
                <a:gd name="connsiteY34" fmla="*/ 584635 h 584917"/>
                <a:gd name="connsiteX35" fmla="*/ 0 w 601147"/>
                <a:gd name="connsiteY35" fmla="*/ 517451 h 584917"/>
                <a:gd name="connsiteX36" fmla="*/ 205958 w 601147"/>
                <a:gd name="connsiteY36" fmla="*/ 308771 h 584917"/>
                <a:gd name="connsiteX37" fmla="*/ 122476 w 601147"/>
                <a:gd name="connsiteY37" fmla="*/ 150820 h 584917"/>
                <a:gd name="connsiteX38" fmla="*/ 273513 w 601147"/>
                <a:gd name="connsiteY38" fmla="*/ 0 h 584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601147" h="584917">
                  <a:moveTo>
                    <a:pt x="273512" y="584635"/>
                  </a:moveTo>
                  <a:lnTo>
                    <a:pt x="273513" y="584635"/>
                  </a:lnTo>
                  <a:lnTo>
                    <a:pt x="273583" y="584635"/>
                  </a:lnTo>
                  <a:lnTo>
                    <a:pt x="273583" y="584917"/>
                  </a:lnTo>
                  <a:lnTo>
                    <a:pt x="273512" y="584917"/>
                  </a:lnTo>
                  <a:close/>
                  <a:moveTo>
                    <a:pt x="509977" y="386927"/>
                  </a:moveTo>
                  <a:cubicBezTo>
                    <a:pt x="484163" y="406671"/>
                    <a:pt x="459448" y="411333"/>
                    <a:pt x="441599" y="411333"/>
                  </a:cubicBezTo>
                  <a:lnTo>
                    <a:pt x="441599" y="471114"/>
                  </a:lnTo>
                  <a:cubicBezTo>
                    <a:pt x="441599" y="509505"/>
                    <a:pt x="484438" y="543235"/>
                    <a:pt x="509977" y="558592"/>
                  </a:cubicBezTo>
                  <a:close/>
                  <a:moveTo>
                    <a:pt x="509977" y="356214"/>
                  </a:moveTo>
                  <a:cubicBezTo>
                    <a:pt x="555562" y="403929"/>
                    <a:pt x="601147" y="385008"/>
                    <a:pt x="601147" y="385008"/>
                  </a:cubicBezTo>
                  <a:lnTo>
                    <a:pt x="601147" y="471114"/>
                  </a:lnTo>
                  <a:cubicBezTo>
                    <a:pt x="601147" y="539396"/>
                    <a:pt x="509977" y="584917"/>
                    <a:pt x="509977" y="584917"/>
                  </a:cubicBezTo>
                  <a:cubicBezTo>
                    <a:pt x="509977" y="584917"/>
                    <a:pt x="418806" y="539396"/>
                    <a:pt x="418806" y="471114"/>
                  </a:cubicBezTo>
                  <a:lnTo>
                    <a:pt x="418806" y="385008"/>
                  </a:lnTo>
                  <a:cubicBezTo>
                    <a:pt x="418806" y="385008"/>
                    <a:pt x="464391" y="403929"/>
                    <a:pt x="509977" y="356214"/>
                  </a:cubicBezTo>
                  <a:close/>
                  <a:moveTo>
                    <a:pt x="273513" y="0"/>
                  </a:moveTo>
                  <a:cubicBezTo>
                    <a:pt x="356994" y="0"/>
                    <a:pt x="424549" y="67458"/>
                    <a:pt x="424549" y="150820"/>
                  </a:cubicBezTo>
                  <a:cubicBezTo>
                    <a:pt x="424549" y="210052"/>
                    <a:pt x="390497" y="275590"/>
                    <a:pt x="341067" y="308771"/>
                  </a:cubicBezTo>
                  <a:cubicBezTo>
                    <a:pt x="383357" y="319465"/>
                    <a:pt x="421528" y="339483"/>
                    <a:pt x="453383" y="364163"/>
                  </a:cubicBezTo>
                  <a:cubicBezTo>
                    <a:pt x="438280" y="367454"/>
                    <a:pt x="427570" y="363889"/>
                    <a:pt x="427570" y="363889"/>
                  </a:cubicBezTo>
                  <a:lnTo>
                    <a:pt x="395989" y="351000"/>
                  </a:lnTo>
                  <a:lnTo>
                    <a:pt x="395989" y="471108"/>
                  </a:lnTo>
                  <a:cubicBezTo>
                    <a:pt x="395989" y="513338"/>
                    <a:pt x="422901" y="547341"/>
                    <a:pt x="449264" y="570376"/>
                  </a:cubicBezTo>
                  <a:cubicBezTo>
                    <a:pt x="399559" y="579973"/>
                    <a:pt x="336673" y="584635"/>
                    <a:pt x="273513" y="584635"/>
                  </a:cubicBezTo>
                  <a:lnTo>
                    <a:pt x="350129" y="508402"/>
                  </a:lnTo>
                  <a:lnTo>
                    <a:pt x="285595" y="352646"/>
                  </a:lnTo>
                  <a:lnTo>
                    <a:pt x="286419" y="352646"/>
                  </a:lnTo>
                  <a:lnTo>
                    <a:pt x="311409" y="323853"/>
                  </a:lnTo>
                  <a:cubicBezTo>
                    <a:pt x="299326" y="328240"/>
                    <a:pt x="286694" y="330708"/>
                    <a:pt x="273513" y="330708"/>
                  </a:cubicBezTo>
                  <a:cubicBezTo>
                    <a:pt x="260331" y="330708"/>
                    <a:pt x="247699" y="328240"/>
                    <a:pt x="235616" y="323853"/>
                  </a:cubicBezTo>
                  <a:lnTo>
                    <a:pt x="260880" y="352646"/>
                  </a:lnTo>
                  <a:lnTo>
                    <a:pt x="261430" y="352646"/>
                  </a:lnTo>
                  <a:lnTo>
                    <a:pt x="196896" y="508402"/>
                  </a:lnTo>
                  <a:lnTo>
                    <a:pt x="273513" y="584635"/>
                  </a:lnTo>
                  <a:cubicBezTo>
                    <a:pt x="136756" y="584635"/>
                    <a:pt x="0" y="562423"/>
                    <a:pt x="0" y="517451"/>
                  </a:cubicBezTo>
                  <a:cubicBezTo>
                    <a:pt x="0" y="441218"/>
                    <a:pt x="87601" y="338661"/>
                    <a:pt x="205958" y="308771"/>
                  </a:cubicBezTo>
                  <a:cubicBezTo>
                    <a:pt x="156528" y="275590"/>
                    <a:pt x="122476" y="210052"/>
                    <a:pt x="122476" y="150820"/>
                  </a:cubicBezTo>
                  <a:cubicBezTo>
                    <a:pt x="122476" y="67458"/>
                    <a:pt x="190031" y="0"/>
                    <a:pt x="273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/>
            <a:lstStyle/>
            <a:p>
              <a:pPr algn="l"/>
            </a:p>
          </p:txBody>
        </p:sp>
        <p:grpSp>
          <p:nvGrpSpPr>
            <p:cNvPr id="19" name="组合 18" descr="208e3002-1d39-40ad-aa03-31a9da0afc97"/>
            <p:cNvGrpSpPr/>
            <p:nvPr/>
          </p:nvGrpSpPr>
          <p:grpSpPr>
            <a:xfrm>
              <a:off x="965327" y="3895977"/>
              <a:ext cx="3235982" cy="2238123"/>
              <a:chOff x="965327" y="3895977"/>
              <a:chExt cx="3235982" cy="2238123"/>
            </a:xfrm>
          </p:grpSpPr>
          <p:sp>
            <p:nvSpPr>
              <p:cNvPr id="17" name="Text1" descr="25971743-0fc5-4afc-a9a4-e90a2429e381"/>
              <p:cNvSpPr/>
              <p:nvPr/>
            </p:nvSpPr>
            <p:spPr bwMode="auto">
              <a:xfrm>
                <a:off x="965327" y="4572000"/>
                <a:ext cx="3235982" cy="61904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从繁重编码工作中解放出来，有更多时间思考重要问题。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8" name="Bullet1" descr="2f47a397-1eb0-476f-9b19-5b8e7c56fc0b"/>
              <p:cNvSpPr txBox="1"/>
              <p:nvPr/>
            </p:nvSpPr>
            <p:spPr bwMode="auto">
              <a:xfrm>
                <a:off x="965327" y="3895977"/>
                <a:ext cx="3235982" cy="48765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解放工作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0" name="Number1" descr="3edf41ad-a55a-40a6-bb48-00a2285991dc"/>
              <p:cNvSpPr/>
              <p:nvPr/>
            </p:nvSpPr>
            <p:spPr bwMode="auto">
              <a:xfrm>
                <a:off x="1862478" y="5537925"/>
                <a:ext cx="1554482" cy="596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lang="en-US" sz="2000" b="1" i="1" u="sng">
                    <a:solidFill>
                      <a:srgbClr val="F6978D"/>
                    </a:solidFill>
                    <a:latin typeface="Arial" panose="020B0604020202020204"/>
                  </a:rPr>
                  <a:t>01</a:t>
                </a:r>
                <a:endParaRPr lang="en-US" sz="2000" b="1" i="1" u="sng">
                  <a:solidFill>
                    <a:srgbClr val="F6978D"/>
                  </a:solidFill>
                  <a:latin typeface="Arial" panose="020B0604020202020204"/>
                </a:endParaRPr>
              </a:p>
            </p:txBody>
          </p:sp>
        </p:grpSp>
        <p:grpSp>
          <p:nvGrpSpPr>
            <p:cNvPr id="20" name="组合 19" descr="c102ad33-bc4c-4618-86ee-9e020446bcee"/>
            <p:cNvGrpSpPr/>
            <p:nvPr/>
          </p:nvGrpSpPr>
          <p:grpSpPr>
            <a:xfrm>
              <a:off x="4478008" y="3895977"/>
              <a:ext cx="3235982" cy="2238123"/>
              <a:chOff x="4478008" y="3895977"/>
              <a:chExt cx="3235982" cy="2238123"/>
            </a:xfrm>
          </p:grpSpPr>
          <p:sp>
            <p:nvSpPr>
              <p:cNvPr id="15" name="Text2" descr="70b3a267-c490-480d-aaf1-d41b48c0821b"/>
              <p:cNvSpPr/>
              <p:nvPr/>
            </p:nvSpPr>
            <p:spPr bwMode="auto">
              <a:xfrm>
                <a:off x="4478008" y="4572000"/>
                <a:ext cx="3235982" cy="61904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从局部实现者成长为全局的设计者。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6" name="Bullet2" descr="ca8d4f27-2655-449e-adc0-1ea128850b34"/>
              <p:cNvSpPr txBox="1"/>
              <p:nvPr/>
            </p:nvSpPr>
            <p:spPr bwMode="auto">
              <a:xfrm>
                <a:off x="4478008" y="3895977"/>
                <a:ext cx="3235982" cy="48765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algn="ctr">
                  <a:spcBef>
                    <a:spcPct val="0"/>
                  </a:spcBef>
                  <a:buFontTx/>
                  <a:buNone/>
                  <a:defRPr sz="2000" b="1">
                    <a:solidFill>
                      <a:schemeClr val="bg1"/>
                    </a:solidFill>
                  </a:defRPr>
                </a:lvl1pPr>
              </a:lstStyle>
              <a:p>
                <a:pPr algn="ctr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成为设计者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1" name="Number2" descr="2d2211f7-ff13-4361-8fb9-5a271a43f6ca"/>
              <p:cNvSpPr/>
              <p:nvPr/>
            </p:nvSpPr>
            <p:spPr bwMode="auto">
              <a:xfrm>
                <a:off x="5318758" y="5537925"/>
                <a:ext cx="1554482" cy="596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lang="en-US" sz="2000" b="1" i="1" u="sng">
                    <a:solidFill>
                      <a:srgbClr val="F6978D"/>
                    </a:solidFill>
                    <a:latin typeface="Arial" panose="020B0604020202020204"/>
                  </a:rPr>
                  <a:t>02</a:t>
                </a:r>
                <a:endParaRPr lang="en-US" sz="2000" b="1" i="1" u="sng">
                  <a:solidFill>
                    <a:srgbClr val="F6978D"/>
                  </a:solidFill>
                  <a:latin typeface="Arial" panose="020B0604020202020204"/>
                </a:endParaRPr>
              </a:p>
            </p:txBody>
          </p:sp>
        </p:grpSp>
        <p:grpSp>
          <p:nvGrpSpPr>
            <p:cNvPr id="21" name="组合 20" descr="2680921b-dd19-423f-bd8b-4989842c83b5"/>
            <p:cNvGrpSpPr/>
            <p:nvPr/>
          </p:nvGrpSpPr>
          <p:grpSpPr>
            <a:xfrm>
              <a:off x="7990690" y="3895977"/>
              <a:ext cx="3235982" cy="2238123"/>
              <a:chOff x="7990690" y="3895977"/>
              <a:chExt cx="3235982" cy="2238123"/>
            </a:xfrm>
          </p:grpSpPr>
          <p:sp>
            <p:nvSpPr>
              <p:cNvPr id="13" name="Text3" descr="cb143918-592c-4d3d-826a-b6dcf286dacb"/>
              <p:cNvSpPr/>
              <p:nvPr/>
            </p:nvSpPr>
            <p:spPr bwMode="auto">
              <a:xfrm>
                <a:off x="7990690" y="4572000"/>
                <a:ext cx="3235982" cy="61904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从技术执行者进化为价值创造者。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4" name="Bullet3" descr="9493ac85-637b-4e24-9b5c-6a764290555e"/>
              <p:cNvSpPr txBox="1"/>
              <p:nvPr/>
            </p:nvSpPr>
            <p:spPr bwMode="auto">
              <a:xfrm>
                <a:off x="7990690" y="3895977"/>
                <a:ext cx="3235982" cy="48765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algn="ctr">
                  <a:spcBef>
                    <a:spcPct val="0"/>
                  </a:spcBef>
                  <a:buFontTx/>
                  <a:buNone/>
                  <a:defRPr sz="2000" b="1">
                    <a:solidFill>
                      <a:schemeClr val="bg1"/>
                    </a:solidFill>
                  </a:defRPr>
                </a:lvl1pPr>
              </a:lstStyle>
              <a:p>
                <a:pPr algn="ctr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创造价值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2" name="Number3" descr="b2e00d4d-e9e5-4aba-97ab-ae23ad28fd38"/>
              <p:cNvSpPr/>
              <p:nvPr/>
            </p:nvSpPr>
            <p:spPr bwMode="auto">
              <a:xfrm>
                <a:off x="8775038" y="5537925"/>
                <a:ext cx="1554482" cy="596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lang="en-US" sz="2000" b="1" i="1" u="sng">
                    <a:solidFill>
                      <a:srgbClr val="F6978D"/>
                    </a:solidFill>
                    <a:latin typeface="Arial" panose="020B0604020202020204"/>
                  </a:rPr>
                  <a:t>03</a:t>
                </a:r>
                <a:endParaRPr lang="en-US" sz="2000" b="1" i="1" u="sng">
                  <a:solidFill>
                    <a:srgbClr val="F6978D"/>
                  </a:solidFill>
                  <a:latin typeface="Arial" panose="020B0604020202020204"/>
                </a:endParaRPr>
              </a:p>
            </p:txBody>
          </p:sp>
        </p:grpSp>
      </p:grp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b9ca036a-98b6-46f8-b8a2-797843b2c00b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600" b="1" i="0" u="none">
                <a:solidFill>
                  <a:srgbClr val="FFFFFF"/>
                </a:solidFill>
                <a:ea typeface="微软雅黑" panose="020B0503020204020204" charset="-122"/>
              </a:rPr>
              <a:t>理性探索，智慧前行</a:t>
            </a:r>
            <a:endParaRPr lang="en-US" sz="3600" b="1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sp>
        <p:nvSpPr>
          <p:cNvPr id="3" name="文本占位符 2" descr="940db717-0ce0-4017-b1dc-fabda493c3bb"/>
          <p:cNvSpPr>
            <a:spLocks noGrp="1"/>
          </p:cNvSpPr>
          <p:nvPr>
            <p:ph type="body" idx="1" hasCustomPrompt="1"/>
          </p:nvPr>
        </p:nvSpPr>
        <p:spPr/>
        <p:txBody>
          <a:bodyPr anchorCtr="0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 sz="1600" b="0" i="0" u="none">
                <a:solidFill>
                  <a:srgbClr val="FFFFFF"/>
                </a:solidFill>
                <a:ea typeface="微软雅黑" panose="020B0503020204020204" charset="-122"/>
              </a:rPr>
              <a:t>保持理性态度，探索AI编程未来</a:t>
            </a:r>
            <a:endParaRPr lang="en-US" sz="1600" b="0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5a12860-57d0-435d-97c1-4c6d2d8d7d77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FFFFFF"/>
                </a:solidFill>
                <a:ea typeface="微软雅黑" panose="020B0503020204020204" charset="-122"/>
              </a:rPr>
              <a:t>保持冷静</a:t>
            </a:r>
            <a:endParaRPr lang="en-US" sz="2800" b="1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grpSp>
        <p:nvGrpSpPr>
          <p:cNvPr id="64" name="4a77bb5a-dfc7-401c-ac26-a67d8df29a9e.source.3.zh-Hans.pptx" descr="21a970c4-f040-4296-a8d9-78e9745f890a"/>
          <p:cNvGrpSpPr/>
          <p:nvPr/>
        </p:nvGrpSpPr>
        <p:grpSpPr>
          <a:xfrm>
            <a:off x="695325" y="1089025"/>
            <a:ext cx="10323194" cy="5045075"/>
            <a:chOff x="695325" y="1089025"/>
            <a:chExt cx="10323194" cy="5045075"/>
          </a:xfrm>
        </p:grpSpPr>
        <p:cxnSp>
          <p:nvCxnSpPr>
            <p:cNvPr id="4" name="íšḻiḑe" descr="c13776dc-bd03-46f5-a92c-c56c10be8f0d"/>
            <p:cNvCxnSpPr>
              <a:stCxn id="27" idx="3"/>
              <a:endCxn id="15" idx="1"/>
            </p:cNvCxnSpPr>
            <p:nvPr/>
          </p:nvCxnSpPr>
          <p:spPr>
            <a:xfrm>
              <a:off x="4898708" y="2276862"/>
              <a:ext cx="0" cy="2314491"/>
            </a:xfrm>
            <a:prstGeom prst="line">
              <a:avLst/>
            </a:prstGeom>
            <a:ln>
              <a:solidFill>
                <a:schemeClr val="tx2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itle" descr="b3f41170-3130-464c-a67e-ec85e7f913c8"/>
            <p:cNvSpPr txBox="1"/>
            <p:nvPr/>
          </p:nvSpPr>
          <p:spPr bwMode="auto">
            <a:xfrm>
              <a:off x="695325" y="1089025"/>
              <a:ext cx="2975610" cy="504507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l">
                <a:spcBef>
                  <a:spcPct val="0"/>
                </a:spcBef>
              </a:pPr>
              <a:r>
                <a:rPr lang="en-US" sz="2400" b="1" i="0" u="sng">
                  <a:solidFill>
                    <a:srgbClr val="FFFFFF"/>
                  </a:solidFill>
                  <a:ea typeface="微软雅黑" panose="020B0503020204020204" charset="-122"/>
                </a:rPr>
                <a:t>不被炒作蒙蔽，关注本质</a:t>
              </a:r>
              <a:endParaRPr lang="en-US" sz="2400" b="1" i="0" u="sng">
                <a:solidFill>
                  <a:srgbClr val="FFFFFF"/>
                </a:solidFill>
                <a:ea typeface="微软雅黑" panose="020B0503020204020204" charset="-122"/>
              </a:endParaRPr>
            </a:p>
          </p:txBody>
        </p:sp>
        <p:grpSp>
          <p:nvGrpSpPr>
            <p:cNvPr id="61" name="组合 60" descr="c23c31d3-a6d0-42b3-9406-ee975a1744b3"/>
            <p:cNvGrpSpPr/>
            <p:nvPr/>
          </p:nvGrpSpPr>
          <p:grpSpPr>
            <a:xfrm>
              <a:off x="4560372" y="1293949"/>
              <a:ext cx="6458147" cy="1624511"/>
              <a:chOff x="4560372" y="1293949"/>
              <a:chExt cx="6458147" cy="1624511"/>
            </a:xfrm>
          </p:grpSpPr>
          <p:sp>
            <p:nvSpPr>
              <p:cNvPr id="26" name="Bullet1" descr="c82e4d2b-0781-4da6-9dba-0e3a77e86c1b"/>
              <p:cNvSpPr txBox="1"/>
              <p:nvPr/>
            </p:nvSpPr>
            <p:spPr bwMode="auto">
              <a:xfrm>
                <a:off x="5473780" y="1293949"/>
                <a:ext cx="5544739" cy="644734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不被炒作蒙蔽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7" name="IconBackground1" descr="abb14174-abf1-4297-b53c-26611677597f"/>
              <p:cNvSpPr/>
              <p:nvPr/>
            </p:nvSpPr>
            <p:spPr>
              <a:xfrm>
                <a:off x="4560372" y="1600503"/>
                <a:ext cx="676672" cy="676358"/>
              </a:xfrm>
              <a:custGeom>
                <a:avLst/>
                <a:gdLst>
                  <a:gd name="connsiteX0" fmla="*/ 0 w 1260455"/>
                  <a:gd name="connsiteY0" fmla="*/ 630228 h 1260455"/>
                  <a:gd name="connsiteX1" fmla="*/ 630228 w 1260455"/>
                  <a:gd name="connsiteY1" fmla="*/ 0 h 1260455"/>
                  <a:gd name="connsiteX2" fmla="*/ 1260456 w 1260455"/>
                  <a:gd name="connsiteY2" fmla="*/ 630228 h 1260455"/>
                  <a:gd name="connsiteX3" fmla="*/ 630228 w 1260455"/>
                  <a:gd name="connsiteY3" fmla="*/ 1260456 h 1260455"/>
                  <a:gd name="connsiteX4" fmla="*/ 0 w 1260455"/>
                  <a:gd name="connsiteY4" fmla="*/ 630228 h 1260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0455" h="1260455">
                    <a:moveTo>
                      <a:pt x="0" y="630228"/>
                    </a:moveTo>
                    <a:cubicBezTo>
                      <a:pt x="0" y="282163"/>
                      <a:pt x="282163" y="0"/>
                      <a:pt x="630228" y="0"/>
                    </a:cubicBezTo>
                    <a:cubicBezTo>
                      <a:pt x="978293" y="0"/>
                      <a:pt x="1260456" y="282163"/>
                      <a:pt x="1260456" y="630228"/>
                    </a:cubicBezTo>
                    <a:cubicBezTo>
                      <a:pt x="1260456" y="978293"/>
                      <a:pt x="978293" y="1260456"/>
                      <a:pt x="630228" y="1260456"/>
                    </a:cubicBezTo>
                    <a:cubicBezTo>
                      <a:pt x="282163" y="1260456"/>
                      <a:pt x="0" y="978293"/>
                      <a:pt x="0" y="630228"/>
                    </a:cubicBezTo>
                    <a:close/>
                  </a:path>
                </a:pathLst>
              </a:custGeom>
              <a:solidFill>
                <a:schemeClr val="tx2">
                  <a:alpha val="75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/>
              </a:p>
            </p:txBody>
          </p:sp>
          <p:sp>
            <p:nvSpPr>
              <p:cNvPr id="28" name="Icon1" descr="333b4e43-be84-45df-b58c-03fb05713483"/>
              <p:cNvSpPr/>
              <p:nvPr/>
            </p:nvSpPr>
            <p:spPr>
              <a:xfrm>
                <a:off x="4742165" y="1774659"/>
                <a:ext cx="313087" cy="328046"/>
              </a:xfrm>
              <a:custGeom>
                <a:avLst/>
                <a:gdLst>
                  <a:gd name="connsiteX0" fmla="*/ 345269 w 578992"/>
                  <a:gd name="connsiteY0" fmla="*/ 346719 h 606657"/>
                  <a:gd name="connsiteX1" fmla="*/ 527264 w 578992"/>
                  <a:gd name="connsiteY1" fmla="*/ 395415 h 606657"/>
                  <a:gd name="connsiteX2" fmla="*/ 536965 w 578992"/>
                  <a:gd name="connsiteY2" fmla="*/ 431758 h 606657"/>
                  <a:gd name="connsiteX3" fmla="*/ 512135 w 578992"/>
                  <a:gd name="connsiteY3" fmla="*/ 456550 h 606657"/>
                  <a:gd name="connsiteX4" fmla="*/ 572652 w 578992"/>
                  <a:gd name="connsiteY4" fmla="*/ 516975 h 606657"/>
                  <a:gd name="connsiteX5" fmla="*/ 572652 w 578992"/>
                  <a:gd name="connsiteY5" fmla="*/ 547632 h 606657"/>
                  <a:gd name="connsiteX6" fmla="*/ 519877 w 578992"/>
                  <a:gd name="connsiteY6" fmla="*/ 600326 h 606657"/>
                  <a:gd name="connsiteX7" fmla="*/ 489174 w 578992"/>
                  <a:gd name="connsiteY7" fmla="*/ 600326 h 606657"/>
                  <a:gd name="connsiteX8" fmla="*/ 428657 w 578992"/>
                  <a:gd name="connsiteY8" fmla="*/ 539901 h 606657"/>
                  <a:gd name="connsiteX9" fmla="*/ 403739 w 578992"/>
                  <a:gd name="connsiteY9" fmla="*/ 564782 h 606657"/>
                  <a:gd name="connsiteX10" fmla="*/ 366628 w 578992"/>
                  <a:gd name="connsiteY10" fmla="*/ 552075 h 606657"/>
                  <a:gd name="connsiteX11" fmla="*/ 318659 w 578992"/>
                  <a:gd name="connsiteY11" fmla="*/ 373288 h 606657"/>
                  <a:gd name="connsiteX12" fmla="*/ 345269 w 578992"/>
                  <a:gd name="connsiteY12" fmla="*/ 346719 h 606657"/>
                  <a:gd name="connsiteX13" fmla="*/ 233275 w 578992"/>
                  <a:gd name="connsiteY13" fmla="*/ 312148 h 606657"/>
                  <a:gd name="connsiteX14" fmla="*/ 255262 w 578992"/>
                  <a:gd name="connsiteY14" fmla="*/ 334095 h 606657"/>
                  <a:gd name="connsiteX15" fmla="*/ 281255 w 578992"/>
                  <a:gd name="connsiteY15" fmla="*/ 357464 h 606657"/>
                  <a:gd name="connsiteX16" fmla="*/ 289000 w 578992"/>
                  <a:gd name="connsiteY16" fmla="*/ 365016 h 606657"/>
                  <a:gd name="connsiteX17" fmla="*/ 300127 w 578992"/>
                  <a:gd name="connsiteY17" fmla="*/ 416019 h 606657"/>
                  <a:gd name="connsiteX18" fmla="*/ 298791 w 578992"/>
                  <a:gd name="connsiteY18" fmla="*/ 422416 h 606657"/>
                  <a:gd name="connsiteX19" fmla="*/ 260514 w 578992"/>
                  <a:gd name="connsiteY19" fmla="*/ 407844 h 606657"/>
                  <a:gd name="connsiteX20" fmla="*/ 260514 w 578992"/>
                  <a:gd name="connsiteY20" fmla="*/ 398159 h 606657"/>
                  <a:gd name="connsiteX21" fmla="*/ 211822 w 578992"/>
                  <a:gd name="connsiteY21" fmla="*/ 335339 h 606657"/>
                  <a:gd name="connsiteX22" fmla="*/ 233275 w 578992"/>
                  <a:gd name="connsiteY22" fmla="*/ 312148 h 606657"/>
                  <a:gd name="connsiteX23" fmla="*/ 283295 w 578992"/>
                  <a:gd name="connsiteY23" fmla="*/ 133638 h 606657"/>
                  <a:gd name="connsiteX24" fmla="*/ 303944 w 578992"/>
                  <a:gd name="connsiteY24" fmla="*/ 155858 h 606657"/>
                  <a:gd name="connsiteX25" fmla="*/ 303944 w 578992"/>
                  <a:gd name="connsiteY25" fmla="*/ 165457 h 606657"/>
                  <a:gd name="connsiteX26" fmla="*/ 352630 w 578992"/>
                  <a:gd name="connsiteY26" fmla="*/ 228294 h 606657"/>
                  <a:gd name="connsiteX27" fmla="*/ 331180 w 578992"/>
                  <a:gd name="connsiteY27" fmla="*/ 251580 h 606657"/>
                  <a:gd name="connsiteX28" fmla="*/ 309196 w 578992"/>
                  <a:gd name="connsiteY28" fmla="*/ 229538 h 606657"/>
                  <a:gd name="connsiteX29" fmla="*/ 283206 w 578992"/>
                  <a:gd name="connsiteY29" fmla="*/ 206252 h 606657"/>
                  <a:gd name="connsiteX30" fmla="*/ 256327 w 578992"/>
                  <a:gd name="connsiteY30" fmla="*/ 240648 h 606657"/>
                  <a:gd name="connsiteX31" fmla="*/ 282583 w 578992"/>
                  <a:gd name="connsiteY31" fmla="*/ 260112 h 606657"/>
                  <a:gd name="connsiteX32" fmla="*/ 348625 w 578992"/>
                  <a:gd name="connsiteY32" fmla="*/ 307306 h 606657"/>
                  <a:gd name="connsiteX33" fmla="*/ 341594 w 578992"/>
                  <a:gd name="connsiteY33" fmla="*/ 317083 h 606657"/>
                  <a:gd name="connsiteX34" fmla="*/ 316494 w 578992"/>
                  <a:gd name="connsiteY34" fmla="*/ 322594 h 606657"/>
                  <a:gd name="connsiteX35" fmla="*/ 306792 w 578992"/>
                  <a:gd name="connsiteY35" fmla="*/ 319305 h 606657"/>
                  <a:gd name="connsiteX36" fmla="*/ 282227 w 578992"/>
                  <a:gd name="connsiteY36" fmla="*/ 303485 h 606657"/>
                  <a:gd name="connsiteX37" fmla="*/ 211825 w 578992"/>
                  <a:gd name="connsiteY37" fmla="*/ 234604 h 606657"/>
                  <a:gd name="connsiteX38" fmla="*/ 260510 w 578992"/>
                  <a:gd name="connsiteY38" fmla="*/ 166612 h 606657"/>
                  <a:gd name="connsiteX39" fmla="*/ 260510 w 578992"/>
                  <a:gd name="connsiteY39" fmla="*/ 155236 h 606657"/>
                  <a:gd name="connsiteX40" fmla="*/ 283295 w 578992"/>
                  <a:gd name="connsiteY40" fmla="*/ 133638 h 606657"/>
                  <a:gd name="connsiteX41" fmla="*/ 282248 w 578992"/>
                  <a:gd name="connsiteY41" fmla="*/ 0 h 606657"/>
                  <a:gd name="connsiteX42" fmla="*/ 551768 w 578992"/>
                  <a:gd name="connsiteY42" fmla="*/ 365640 h 606657"/>
                  <a:gd name="connsiteX43" fmla="*/ 541888 w 578992"/>
                  <a:gd name="connsiteY43" fmla="*/ 369995 h 606657"/>
                  <a:gd name="connsiteX44" fmla="*/ 534768 w 578992"/>
                  <a:gd name="connsiteY44" fmla="*/ 367507 h 606657"/>
                  <a:gd name="connsiteX45" fmla="*/ 487148 w 578992"/>
                  <a:gd name="connsiteY45" fmla="*/ 354797 h 606657"/>
                  <a:gd name="connsiteX46" fmla="*/ 482163 w 578992"/>
                  <a:gd name="connsiteY46" fmla="*/ 345554 h 606657"/>
                  <a:gd name="connsiteX47" fmla="*/ 282248 w 578992"/>
                  <a:gd name="connsiteY47" fmla="*/ 72257 h 606657"/>
                  <a:gd name="connsiteX48" fmla="*/ 72364 w 578992"/>
                  <a:gd name="connsiteY48" fmla="*/ 281829 h 606657"/>
                  <a:gd name="connsiteX49" fmla="*/ 313134 w 578992"/>
                  <a:gd name="connsiteY49" fmla="*/ 489180 h 606657"/>
                  <a:gd name="connsiteX50" fmla="*/ 321145 w 578992"/>
                  <a:gd name="connsiteY50" fmla="*/ 494423 h 606657"/>
                  <a:gd name="connsiteX51" fmla="*/ 336277 w 578992"/>
                  <a:gd name="connsiteY51" fmla="*/ 550771 h 606657"/>
                  <a:gd name="connsiteX52" fmla="*/ 330580 w 578992"/>
                  <a:gd name="connsiteY52" fmla="*/ 559748 h 606657"/>
                  <a:gd name="connsiteX53" fmla="*/ 0 w 578992"/>
                  <a:gd name="connsiteY53" fmla="*/ 281829 h 606657"/>
                  <a:gd name="connsiteX54" fmla="*/ 282248 w 578992"/>
                  <a:gd name="connsiteY54" fmla="*/ 0 h 606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</a:cxnLst>
                <a:rect l="l" t="t" r="r" b="b"/>
                <a:pathLst>
                  <a:path w="578992" h="606657">
                    <a:moveTo>
                      <a:pt x="345269" y="346719"/>
                    </a:moveTo>
                    <a:lnTo>
                      <a:pt x="527264" y="395415"/>
                    </a:lnTo>
                    <a:cubicBezTo>
                      <a:pt x="543372" y="399769"/>
                      <a:pt x="548801" y="419940"/>
                      <a:pt x="536965" y="431758"/>
                    </a:cubicBezTo>
                    <a:lnTo>
                      <a:pt x="512135" y="456550"/>
                    </a:lnTo>
                    <a:lnTo>
                      <a:pt x="572652" y="516975"/>
                    </a:lnTo>
                    <a:cubicBezTo>
                      <a:pt x="581106" y="525506"/>
                      <a:pt x="581106" y="539190"/>
                      <a:pt x="572652" y="547632"/>
                    </a:cubicBezTo>
                    <a:lnTo>
                      <a:pt x="519877" y="600326"/>
                    </a:lnTo>
                    <a:cubicBezTo>
                      <a:pt x="511334" y="608768"/>
                      <a:pt x="497629" y="608768"/>
                      <a:pt x="489174" y="600326"/>
                    </a:cubicBezTo>
                    <a:lnTo>
                      <a:pt x="428657" y="539901"/>
                    </a:lnTo>
                    <a:lnTo>
                      <a:pt x="403739" y="564782"/>
                    </a:lnTo>
                    <a:cubicBezTo>
                      <a:pt x="393148" y="575357"/>
                      <a:pt x="372501" y="574024"/>
                      <a:pt x="366628" y="552075"/>
                    </a:cubicBezTo>
                    <a:cubicBezTo>
                      <a:pt x="366005" y="549854"/>
                      <a:pt x="319015" y="374799"/>
                      <a:pt x="318659" y="373288"/>
                    </a:cubicBezTo>
                    <a:cubicBezTo>
                      <a:pt x="314298" y="357205"/>
                      <a:pt x="329071" y="342454"/>
                      <a:pt x="345269" y="346719"/>
                    </a:cubicBezTo>
                    <a:close/>
                    <a:moveTo>
                      <a:pt x="233275" y="312148"/>
                    </a:moveTo>
                    <a:cubicBezTo>
                      <a:pt x="245470" y="311970"/>
                      <a:pt x="255440" y="321922"/>
                      <a:pt x="255262" y="334095"/>
                    </a:cubicBezTo>
                    <a:cubicBezTo>
                      <a:pt x="255084" y="345646"/>
                      <a:pt x="263986" y="357464"/>
                      <a:pt x="281255" y="357464"/>
                    </a:cubicBezTo>
                    <a:cubicBezTo>
                      <a:pt x="286329" y="357464"/>
                      <a:pt x="289267" y="361195"/>
                      <a:pt x="289000" y="365016"/>
                    </a:cubicBezTo>
                    <a:cubicBezTo>
                      <a:pt x="288465" y="375412"/>
                      <a:pt x="290068" y="378611"/>
                      <a:pt x="300127" y="416019"/>
                    </a:cubicBezTo>
                    <a:cubicBezTo>
                      <a:pt x="300750" y="418240"/>
                      <a:pt x="300305" y="420639"/>
                      <a:pt x="298791" y="422416"/>
                    </a:cubicBezTo>
                    <a:cubicBezTo>
                      <a:pt x="285706" y="437788"/>
                      <a:pt x="260514" y="428458"/>
                      <a:pt x="260514" y="407844"/>
                    </a:cubicBezTo>
                    <a:lnTo>
                      <a:pt x="260514" y="398159"/>
                    </a:lnTo>
                    <a:cubicBezTo>
                      <a:pt x="232919" y="390340"/>
                      <a:pt x="212534" y="365283"/>
                      <a:pt x="211822" y="335339"/>
                    </a:cubicBezTo>
                    <a:cubicBezTo>
                      <a:pt x="211555" y="323077"/>
                      <a:pt x="220902" y="312237"/>
                      <a:pt x="233275" y="312148"/>
                    </a:cubicBezTo>
                    <a:close/>
                    <a:moveTo>
                      <a:pt x="283295" y="133638"/>
                    </a:moveTo>
                    <a:cubicBezTo>
                      <a:pt x="294955" y="134171"/>
                      <a:pt x="303944" y="144215"/>
                      <a:pt x="303944" y="155858"/>
                    </a:cubicBezTo>
                    <a:lnTo>
                      <a:pt x="303944" y="165457"/>
                    </a:lnTo>
                    <a:cubicBezTo>
                      <a:pt x="331536" y="173367"/>
                      <a:pt x="351918" y="198430"/>
                      <a:pt x="352630" y="228294"/>
                    </a:cubicBezTo>
                    <a:cubicBezTo>
                      <a:pt x="352897" y="240648"/>
                      <a:pt x="343552" y="251402"/>
                      <a:pt x="331180" y="251580"/>
                    </a:cubicBezTo>
                    <a:cubicBezTo>
                      <a:pt x="318987" y="251757"/>
                      <a:pt x="309018" y="241803"/>
                      <a:pt x="309196" y="229538"/>
                    </a:cubicBezTo>
                    <a:cubicBezTo>
                      <a:pt x="309374" y="218073"/>
                      <a:pt x="300473" y="206252"/>
                      <a:pt x="283206" y="206252"/>
                    </a:cubicBezTo>
                    <a:cubicBezTo>
                      <a:pt x="265583" y="206252"/>
                      <a:pt x="251076" y="222783"/>
                      <a:pt x="256327" y="240648"/>
                    </a:cubicBezTo>
                    <a:cubicBezTo>
                      <a:pt x="259709" y="252202"/>
                      <a:pt x="270568" y="260112"/>
                      <a:pt x="282583" y="260112"/>
                    </a:cubicBezTo>
                    <a:cubicBezTo>
                      <a:pt x="312845" y="260290"/>
                      <a:pt x="339013" y="280021"/>
                      <a:pt x="348625" y="307306"/>
                    </a:cubicBezTo>
                    <a:cubicBezTo>
                      <a:pt x="350405" y="312106"/>
                      <a:pt x="346756" y="317350"/>
                      <a:pt x="341594" y="317083"/>
                    </a:cubicBezTo>
                    <a:cubicBezTo>
                      <a:pt x="332960" y="316728"/>
                      <a:pt x="324327" y="318594"/>
                      <a:pt x="316494" y="322594"/>
                    </a:cubicBezTo>
                    <a:cubicBezTo>
                      <a:pt x="312934" y="324460"/>
                      <a:pt x="308484" y="322949"/>
                      <a:pt x="306792" y="319305"/>
                    </a:cubicBezTo>
                    <a:cubicBezTo>
                      <a:pt x="302520" y="310062"/>
                      <a:pt x="293086" y="303485"/>
                      <a:pt x="282227" y="303485"/>
                    </a:cubicBezTo>
                    <a:cubicBezTo>
                      <a:pt x="244133" y="303485"/>
                      <a:pt x="212537" y="272555"/>
                      <a:pt x="211825" y="234604"/>
                    </a:cubicBezTo>
                    <a:cubicBezTo>
                      <a:pt x="211202" y="203141"/>
                      <a:pt x="231673" y="176300"/>
                      <a:pt x="260510" y="166612"/>
                    </a:cubicBezTo>
                    <a:lnTo>
                      <a:pt x="260510" y="155236"/>
                    </a:lnTo>
                    <a:cubicBezTo>
                      <a:pt x="260510" y="142970"/>
                      <a:pt x="270835" y="133016"/>
                      <a:pt x="283295" y="133638"/>
                    </a:cubicBezTo>
                    <a:close/>
                    <a:moveTo>
                      <a:pt x="282248" y="0"/>
                    </a:moveTo>
                    <a:cubicBezTo>
                      <a:pt x="471126" y="0"/>
                      <a:pt x="608556" y="183353"/>
                      <a:pt x="551768" y="365640"/>
                    </a:cubicBezTo>
                    <a:cubicBezTo>
                      <a:pt x="550522" y="369729"/>
                      <a:pt x="545894" y="371773"/>
                      <a:pt x="541888" y="369995"/>
                    </a:cubicBezTo>
                    <a:cubicBezTo>
                      <a:pt x="539574" y="369018"/>
                      <a:pt x="537260" y="368218"/>
                      <a:pt x="534768" y="367507"/>
                    </a:cubicBezTo>
                    <a:lnTo>
                      <a:pt x="487148" y="354797"/>
                    </a:lnTo>
                    <a:cubicBezTo>
                      <a:pt x="483142" y="353731"/>
                      <a:pt x="480917" y="349554"/>
                      <a:pt x="482163" y="345554"/>
                    </a:cubicBezTo>
                    <a:cubicBezTo>
                      <a:pt x="525600" y="210372"/>
                      <a:pt x="423773" y="72257"/>
                      <a:pt x="282248" y="72257"/>
                    </a:cubicBezTo>
                    <a:cubicBezTo>
                      <a:pt x="166536" y="72257"/>
                      <a:pt x="72364" y="166289"/>
                      <a:pt x="72364" y="281829"/>
                    </a:cubicBezTo>
                    <a:cubicBezTo>
                      <a:pt x="72364" y="410257"/>
                      <a:pt x="187453" y="507933"/>
                      <a:pt x="313134" y="489180"/>
                    </a:cubicBezTo>
                    <a:cubicBezTo>
                      <a:pt x="316784" y="488646"/>
                      <a:pt x="320255" y="490957"/>
                      <a:pt x="321145" y="494423"/>
                    </a:cubicBezTo>
                    <a:lnTo>
                      <a:pt x="336277" y="550771"/>
                    </a:lnTo>
                    <a:cubicBezTo>
                      <a:pt x="337345" y="554860"/>
                      <a:pt x="334764" y="559037"/>
                      <a:pt x="330580" y="559748"/>
                    </a:cubicBezTo>
                    <a:cubicBezTo>
                      <a:pt x="163332" y="589433"/>
                      <a:pt x="0" y="461006"/>
                      <a:pt x="0" y="281829"/>
                    </a:cubicBezTo>
                    <a:cubicBezTo>
                      <a:pt x="0" y="126472"/>
                      <a:pt x="126571" y="0"/>
                      <a:pt x="28224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92500"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25" name="Text1" descr="1844641d-3a66-43b4-b6c1-c01a39e0f727"/>
              <p:cNvSpPr/>
              <p:nvPr/>
            </p:nvSpPr>
            <p:spPr bwMode="auto">
              <a:xfrm>
                <a:off x="5473780" y="1938682"/>
                <a:ext cx="5544739" cy="9797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不被AI工具的炒作所迷惑，关注真正改变世界的是使用工具的人。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62" name="组合 61" descr="9fd4f041-5429-403e-838e-d226219bbfdb"/>
            <p:cNvGrpSpPr/>
            <p:nvPr/>
          </p:nvGrpSpPr>
          <p:grpSpPr>
            <a:xfrm>
              <a:off x="4560372" y="2789374"/>
              <a:ext cx="6458147" cy="1624511"/>
              <a:chOff x="4560372" y="2789374"/>
              <a:chExt cx="6458147" cy="1624511"/>
            </a:xfrm>
          </p:grpSpPr>
          <p:sp>
            <p:nvSpPr>
              <p:cNvPr id="20" name="Bullet2" descr="3c0d5b19-2427-42d3-815e-07ebfabd87c7"/>
              <p:cNvSpPr txBox="1"/>
              <p:nvPr/>
            </p:nvSpPr>
            <p:spPr bwMode="auto">
              <a:xfrm>
                <a:off x="5473780" y="2789374"/>
                <a:ext cx="5544739" cy="644734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FFCFB3"/>
                    </a:solidFill>
                    <a:ea typeface="微软雅黑" panose="020B0503020204020204" charset="-122"/>
                  </a:rPr>
                  <a:t>关注代码质量</a:t>
                </a:r>
                <a:endParaRPr lang="en-US" sz="1800" b="1" i="0" u="none">
                  <a:solidFill>
                    <a:srgbClr val="FFCFB3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1" name="IconBackground2" descr="0b12688b-10b8-4ce7-9c94-9a97293fe06b"/>
              <p:cNvSpPr/>
              <p:nvPr/>
            </p:nvSpPr>
            <p:spPr>
              <a:xfrm>
                <a:off x="4560372" y="3095928"/>
                <a:ext cx="676672" cy="676358"/>
              </a:xfrm>
              <a:custGeom>
                <a:avLst/>
                <a:gdLst>
                  <a:gd name="connsiteX0" fmla="*/ 0 w 1260455"/>
                  <a:gd name="connsiteY0" fmla="*/ 630228 h 1260455"/>
                  <a:gd name="connsiteX1" fmla="*/ 630228 w 1260455"/>
                  <a:gd name="connsiteY1" fmla="*/ 0 h 1260455"/>
                  <a:gd name="connsiteX2" fmla="*/ 1260456 w 1260455"/>
                  <a:gd name="connsiteY2" fmla="*/ 630228 h 1260455"/>
                  <a:gd name="connsiteX3" fmla="*/ 630228 w 1260455"/>
                  <a:gd name="connsiteY3" fmla="*/ 1260456 h 1260455"/>
                  <a:gd name="connsiteX4" fmla="*/ 0 w 1260455"/>
                  <a:gd name="connsiteY4" fmla="*/ 630228 h 1260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0455" h="1260455">
                    <a:moveTo>
                      <a:pt x="0" y="630228"/>
                    </a:moveTo>
                    <a:cubicBezTo>
                      <a:pt x="0" y="282163"/>
                      <a:pt x="282163" y="0"/>
                      <a:pt x="630228" y="0"/>
                    </a:cubicBezTo>
                    <a:cubicBezTo>
                      <a:pt x="978293" y="0"/>
                      <a:pt x="1260456" y="282163"/>
                      <a:pt x="1260456" y="630228"/>
                    </a:cubicBezTo>
                    <a:cubicBezTo>
                      <a:pt x="1260456" y="978293"/>
                      <a:pt x="978293" y="1260456"/>
                      <a:pt x="630228" y="1260456"/>
                    </a:cubicBezTo>
                    <a:cubicBezTo>
                      <a:pt x="282163" y="1260456"/>
                      <a:pt x="0" y="978293"/>
                      <a:pt x="0" y="63022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/>
              </a:p>
            </p:txBody>
          </p:sp>
          <p:sp>
            <p:nvSpPr>
              <p:cNvPr id="22" name="Icon2" descr="19c78490-a0b9-46d4-bb95-e3e55edb3e99"/>
              <p:cNvSpPr/>
              <p:nvPr/>
            </p:nvSpPr>
            <p:spPr>
              <a:xfrm>
                <a:off x="4742165" y="3270084"/>
                <a:ext cx="313087" cy="328046"/>
              </a:xfrm>
              <a:custGeom>
                <a:avLst/>
                <a:gdLst>
                  <a:gd name="connsiteX0" fmla="*/ 345269 w 578992"/>
                  <a:gd name="connsiteY0" fmla="*/ 346719 h 606657"/>
                  <a:gd name="connsiteX1" fmla="*/ 527264 w 578992"/>
                  <a:gd name="connsiteY1" fmla="*/ 395415 h 606657"/>
                  <a:gd name="connsiteX2" fmla="*/ 536965 w 578992"/>
                  <a:gd name="connsiteY2" fmla="*/ 431758 h 606657"/>
                  <a:gd name="connsiteX3" fmla="*/ 512135 w 578992"/>
                  <a:gd name="connsiteY3" fmla="*/ 456550 h 606657"/>
                  <a:gd name="connsiteX4" fmla="*/ 572652 w 578992"/>
                  <a:gd name="connsiteY4" fmla="*/ 516975 h 606657"/>
                  <a:gd name="connsiteX5" fmla="*/ 572652 w 578992"/>
                  <a:gd name="connsiteY5" fmla="*/ 547632 h 606657"/>
                  <a:gd name="connsiteX6" fmla="*/ 519877 w 578992"/>
                  <a:gd name="connsiteY6" fmla="*/ 600326 h 606657"/>
                  <a:gd name="connsiteX7" fmla="*/ 489174 w 578992"/>
                  <a:gd name="connsiteY7" fmla="*/ 600326 h 606657"/>
                  <a:gd name="connsiteX8" fmla="*/ 428657 w 578992"/>
                  <a:gd name="connsiteY8" fmla="*/ 539901 h 606657"/>
                  <a:gd name="connsiteX9" fmla="*/ 403739 w 578992"/>
                  <a:gd name="connsiteY9" fmla="*/ 564782 h 606657"/>
                  <a:gd name="connsiteX10" fmla="*/ 366628 w 578992"/>
                  <a:gd name="connsiteY10" fmla="*/ 552075 h 606657"/>
                  <a:gd name="connsiteX11" fmla="*/ 318659 w 578992"/>
                  <a:gd name="connsiteY11" fmla="*/ 373288 h 606657"/>
                  <a:gd name="connsiteX12" fmla="*/ 345269 w 578992"/>
                  <a:gd name="connsiteY12" fmla="*/ 346719 h 606657"/>
                  <a:gd name="connsiteX13" fmla="*/ 233275 w 578992"/>
                  <a:gd name="connsiteY13" fmla="*/ 312148 h 606657"/>
                  <a:gd name="connsiteX14" fmla="*/ 255262 w 578992"/>
                  <a:gd name="connsiteY14" fmla="*/ 334095 h 606657"/>
                  <a:gd name="connsiteX15" fmla="*/ 281255 w 578992"/>
                  <a:gd name="connsiteY15" fmla="*/ 357464 h 606657"/>
                  <a:gd name="connsiteX16" fmla="*/ 289000 w 578992"/>
                  <a:gd name="connsiteY16" fmla="*/ 365016 h 606657"/>
                  <a:gd name="connsiteX17" fmla="*/ 300127 w 578992"/>
                  <a:gd name="connsiteY17" fmla="*/ 416019 h 606657"/>
                  <a:gd name="connsiteX18" fmla="*/ 298791 w 578992"/>
                  <a:gd name="connsiteY18" fmla="*/ 422416 h 606657"/>
                  <a:gd name="connsiteX19" fmla="*/ 260514 w 578992"/>
                  <a:gd name="connsiteY19" fmla="*/ 407844 h 606657"/>
                  <a:gd name="connsiteX20" fmla="*/ 260514 w 578992"/>
                  <a:gd name="connsiteY20" fmla="*/ 398159 h 606657"/>
                  <a:gd name="connsiteX21" fmla="*/ 211822 w 578992"/>
                  <a:gd name="connsiteY21" fmla="*/ 335339 h 606657"/>
                  <a:gd name="connsiteX22" fmla="*/ 233275 w 578992"/>
                  <a:gd name="connsiteY22" fmla="*/ 312148 h 606657"/>
                  <a:gd name="connsiteX23" fmla="*/ 283295 w 578992"/>
                  <a:gd name="connsiteY23" fmla="*/ 133638 h 606657"/>
                  <a:gd name="connsiteX24" fmla="*/ 303944 w 578992"/>
                  <a:gd name="connsiteY24" fmla="*/ 155858 h 606657"/>
                  <a:gd name="connsiteX25" fmla="*/ 303944 w 578992"/>
                  <a:gd name="connsiteY25" fmla="*/ 165457 h 606657"/>
                  <a:gd name="connsiteX26" fmla="*/ 352630 w 578992"/>
                  <a:gd name="connsiteY26" fmla="*/ 228294 h 606657"/>
                  <a:gd name="connsiteX27" fmla="*/ 331180 w 578992"/>
                  <a:gd name="connsiteY27" fmla="*/ 251580 h 606657"/>
                  <a:gd name="connsiteX28" fmla="*/ 309196 w 578992"/>
                  <a:gd name="connsiteY28" fmla="*/ 229538 h 606657"/>
                  <a:gd name="connsiteX29" fmla="*/ 283206 w 578992"/>
                  <a:gd name="connsiteY29" fmla="*/ 206252 h 606657"/>
                  <a:gd name="connsiteX30" fmla="*/ 256327 w 578992"/>
                  <a:gd name="connsiteY30" fmla="*/ 240648 h 606657"/>
                  <a:gd name="connsiteX31" fmla="*/ 282583 w 578992"/>
                  <a:gd name="connsiteY31" fmla="*/ 260112 h 606657"/>
                  <a:gd name="connsiteX32" fmla="*/ 348625 w 578992"/>
                  <a:gd name="connsiteY32" fmla="*/ 307306 h 606657"/>
                  <a:gd name="connsiteX33" fmla="*/ 341594 w 578992"/>
                  <a:gd name="connsiteY33" fmla="*/ 317083 h 606657"/>
                  <a:gd name="connsiteX34" fmla="*/ 316494 w 578992"/>
                  <a:gd name="connsiteY34" fmla="*/ 322594 h 606657"/>
                  <a:gd name="connsiteX35" fmla="*/ 306792 w 578992"/>
                  <a:gd name="connsiteY35" fmla="*/ 319305 h 606657"/>
                  <a:gd name="connsiteX36" fmla="*/ 282227 w 578992"/>
                  <a:gd name="connsiteY36" fmla="*/ 303485 h 606657"/>
                  <a:gd name="connsiteX37" fmla="*/ 211825 w 578992"/>
                  <a:gd name="connsiteY37" fmla="*/ 234604 h 606657"/>
                  <a:gd name="connsiteX38" fmla="*/ 260510 w 578992"/>
                  <a:gd name="connsiteY38" fmla="*/ 166612 h 606657"/>
                  <a:gd name="connsiteX39" fmla="*/ 260510 w 578992"/>
                  <a:gd name="connsiteY39" fmla="*/ 155236 h 606657"/>
                  <a:gd name="connsiteX40" fmla="*/ 283295 w 578992"/>
                  <a:gd name="connsiteY40" fmla="*/ 133638 h 606657"/>
                  <a:gd name="connsiteX41" fmla="*/ 282248 w 578992"/>
                  <a:gd name="connsiteY41" fmla="*/ 0 h 606657"/>
                  <a:gd name="connsiteX42" fmla="*/ 551768 w 578992"/>
                  <a:gd name="connsiteY42" fmla="*/ 365640 h 606657"/>
                  <a:gd name="connsiteX43" fmla="*/ 541888 w 578992"/>
                  <a:gd name="connsiteY43" fmla="*/ 369995 h 606657"/>
                  <a:gd name="connsiteX44" fmla="*/ 534768 w 578992"/>
                  <a:gd name="connsiteY44" fmla="*/ 367507 h 606657"/>
                  <a:gd name="connsiteX45" fmla="*/ 487148 w 578992"/>
                  <a:gd name="connsiteY45" fmla="*/ 354797 h 606657"/>
                  <a:gd name="connsiteX46" fmla="*/ 482163 w 578992"/>
                  <a:gd name="connsiteY46" fmla="*/ 345554 h 606657"/>
                  <a:gd name="connsiteX47" fmla="*/ 282248 w 578992"/>
                  <a:gd name="connsiteY47" fmla="*/ 72257 h 606657"/>
                  <a:gd name="connsiteX48" fmla="*/ 72364 w 578992"/>
                  <a:gd name="connsiteY48" fmla="*/ 281829 h 606657"/>
                  <a:gd name="connsiteX49" fmla="*/ 313134 w 578992"/>
                  <a:gd name="connsiteY49" fmla="*/ 489180 h 606657"/>
                  <a:gd name="connsiteX50" fmla="*/ 321145 w 578992"/>
                  <a:gd name="connsiteY50" fmla="*/ 494423 h 606657"/>
                  <a:gd name="connsiteX51" fmla="*/ 336277 w 578992"/>
                  <a:gd name="connsiteY51" fmla="*/ 550771 h 606657"/>
                  <a:gd name="connsiteX52" fmla="*/ 330580 w 578992"/>
                  <a:gd name="connsiteY52" fmla="*/ 559748 h 606657"/>
                  <a:gd name="connsiteX53" fmla="*/ 0 w 578992"/>
                  <a:gd name="connsiteY53" fmla="*/ 281829 h 606657"/>
                  <a:gd name="connsiteX54" fmla="*/ 282248 w 578992"/>
                  <a:gd name="connsiteY54" fmla="*/ 0 h 606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</a:cxnLst>
                <a:rect l="l" t="t" r="r" b="b"/>
                <a:pathLst>
                  <a:path w="578992" h="606657">
                    <a:moveTo>
                      <a:pt x="345269" y="346719"/>
                    </a:moveTo>
                    <a:lnTo>
                      <a:pt x="527264" y="395415"/>
                    </a:lnTo>
                    <a:cubicBezTo>
                      <a:pt x="543372" y="399769"/>
                      <a:pt x="548801" y="419940"/>
                      <a:pt x="536965" y="431758"/>
                    </a:cubicBezTo>
                    <a:lnTo>
                      <a:pt x="512135" y="456550"/>
                    </a:lnTo>
                    <a:lnTo>
                      <a:pt x="572652" y="516975"/>
                    </a:lnTo>
                    <a:cubicBezTo>
                      <a:pt x="581106" y="525506"/>
                      <a:pt x="581106" y="539190"/>
                      <a:pt x="572652" y="547632"/>
                    </a:cubicBezTo>
                    <a:lnTo>
                      <a:pt x="519877" y="600326"/>
                    </a:lnTo>
                    <a:cubicBezTo>
                      <a:pt x="511334" y="608768"/>
                      <a:pt x="497629" y="608768"/>
                      <a:pt x="489174" y="600326"/>
                    </a:cubicBezTo>
                    <a:lnTo>
                      <a:pt x="428657" y="539901"/>
                    </a:lnTo>
                    <a:lnTo>
                      <a:pt x="403739" y="564782"/>
                    </a:lnTo>
                    <a:cubicBezTo>
                      <a:pt x="393148" y="575357"/>
                      <a:pt x="372501" y="574024"/>
                      <a:pt x="366628" y="552075"/>
                    </a:cubicBezTo>
                    <a:cubicBezTo>
                      <a:pt x="366005" y="549854"/>
                      <a:pt x="319015" y="374799"/>
                      <a:pt x="318659" y="373288"/>
                    </a:cubicBezTo>
                    <a:cubicBezTo>
                      <a:pt x="314298" y="357205"/>
                      <a:pt x="329071" y="342454"/>
                      <a:pt x="345269" y="346719"/>
                    </a:cubicBezTo>
                    <a:close/>
                    <a:moveTo>
                      <a:pt x="233275" y="312148"/>
                    </a:moveTo>
                    <a:cubicBezTo>
                      <a:pt x="245470" y="311970"/>
                      <a:pt x="255440" y="321922"/>
                      <a:pt x="255262" y="334095"/>
                    </a:cubicBezTo>
                    <a:cubicBezTo>
                      <a:pt x="255084" y="345646"/>
                      <a:pt x="263986" y="357464"/>
                      <a:pt x="281255" y="357464"/>
                    </a:cubicBezTo>
                    <a:cubicBezTo>
                      <a:pt x="286329" y="357464"/>
                      <a:pt x="289267" y="361195"/>
                      <a:pt x="289000" y="365016"/>
                    </a:cubicBezTo>
                    <a:cubicBezTo>
                      <a:pt x="288465" y="375412"/>
                      <a:pt x="290068" y="378611"/>
                      <a:pt x="300127" y="416019"/>
                    </a:cubicBezTo>
                    <a:cubicBezTo>
                      <a:pt x="300750" y="418240"/>
                      <a:pt x="300305" y="420639"/>
                      <a:pt x="298791" y="422416"/>
                    </a:cubicBezTo>
                    <a:cubicBezTo>
                      <a:pt x="285706" y="437788"/>
                      <a:pt x="260514" y="428458"/>
                      <a:pt x="260514" y="407844"/>
                    </a:cubicBezTo>
                    <a:lnTo>
                      <a:pt x="260514" y="398159"/>
                    </a:lnTo>
                    <a:cubicBezTo>
                      <a:pt x="232919" y="390340"/>
                      <a:pt x="212534" y="365283"/>
                      <a:pt x="211822" y="335339"/>
                    </a:cubicBezTo>
                    <a:cubicBezTo>
                      <a:pt x="211555" y="323077"/>
                      <a:pt x="220902" y="312237"/>
                      <a:pt x="233275" y="312148"/>
                    </a:cubicBezTo>
                    <a:close/>
                    <a:moveTo>
                      <a:pt x="283295" y="133638"/>
                    </a:moveTo>
                    <a:cubicBezTo>
                      <a:pt x="294955" y="134171"/>
                      <a:pt x="303944" y="144215"/>
                      <a:pt x="303944" y="155858"/>
                    </a:cubicBezTo>
                    <a:lnTo>
                      <a:pt x="303944" y="165457"/>
                    </a:lnTo>
                    <a:cubicBezTo>
                      <a:pt x="331536" y="173367"/>
                      <a:pt x="351918" y="198430"/>
                      <a:pt x="352630" y="228294"/>
                    </a:cubicBezTo>
                    <a:cubicBezTo>
                      <a:pt x="352897" y="240648"/>
                      <a:pt x="343552" y="251402"/>
                      <a:pt x="331180" y="251580"/>
                    </a:cubicBezTo>
                    <a:cubicBezTo>
                      <a:pt x="318987" y="251757"/>
                      <a:pt x="309018" y="241803"/>
                      <a:pt x="309196" y="229538"/>
                    </a:cubicBezTo>
                    <a:cubicBezTo>
                      <a:pt x="309374" y="218073"/>
                      <a:pt x="300473" y="206252"/>
                      <a:pt x="283206" y="206252"/>
                    </a:cubicBezTo>
                    <a:cubicBezTo>
                      <a:pt x="265583" y="206252"/>
                      <a:pt x="251076" y="222783"/>
                      <a:pt x="256327" y="240648"/>
                    </a:cubicBezTo>
                    <a:cubicBezTo>
                      <a:pt x="259709" y="252202"/>
                      <a:pt x="270568" y="260112"/>
                      <a:pt x="282583" y="260112"/>
                    </a:cubicBezTo>
                    <a:cubicBezTo>
                      <a:pt x="312845" y="260290"/>
                      <a:pt x="339013" y="280021"/>
                      <a:pt x="348625" y="307306"/>
                    </a:cubicBezTo>
                    <a:cubicBezTo>
                      <a:pt x="350405" y="312106"/>
                      <a:pt x="346756" y="317350"/>
                      <a:pt x="341594" y="317083"/>
                    </a:cubicBezTo>
                    <a:cubicBezTo>
                      <a:pt x="332960" y="316728"/>
                      <a:pt x="324327" y="318594"/>
                      <a:pt x="316494" y="322594"/>
                    </a:cubicBezTo>
                    <a:cubicBezTo>
                      <a:pt x="312934" y="324460"/>
                      <a:pt x="308484" y="322949"/>
                      <a:pt x="306792" y="319305"/>
                    </a:cubicBezTo>
                    <a:cubicBezTo>
                      <a:pt x="302520" y="310062"/>
                      <a:pt x="293086" y="303485"/>
                      <a:pt x="282227" y="303485"/>
                    </a:cubicBezTo>
                    <a:cubicBezTo>
                      <a:pt x="244133" y="303485"/>
                      <a:pt x="212537" y="272555"/>
                      <a:pt x="211825" y="234604"/>
                    </a:cubicBezTo>
                    <a:cubicBezTo>
                      <a:pt x="211202" y="203141"/>
                      <a:pt x="231673" y="176300"/>
                      <a:pt x="260510" y="166612"/>
                    </a:cubicBezTo>
                    <a:lnTo>
                      <a:pt x="260510" y="155236"/>
                    </a:lnTo>
                    <a:cubicBezTo>
                      <a:pt x="260510" y="142970"/>
                      <a:pt x="270835" y="133016"/>
                      <a:pt x="283295" y="133638"/>
                    </a:cubicBezTo>
                    <a:close/>
                    <a:moveTo>
                      <a:pt x="282248" y="0"/>
                    </a:moveTo>
                    <a:cubicBezTo>
                      <a:pt x="471126" y="0"/>
                      <a:pt x="608556" y="183353"/>
                      <a:pt x="551768" y="365640"/>
                    </a:cubicBezTo>
                    <a:cubicBezTo>
                      <a:pt x="550522" y="369729"/>
                      <a:pt x="545894" y="371773"/>
                      <a:pt x="541888" y="369995"/>
                    </a:cubicBezTo>
                    <a:cubicBezTo>
                      <a:pt x="539574" y="369018"/>
                      <a:pt x="537260" y="368218"/>
                      <a:pt x="534768" y="367507"/>
                    </a:cubicBezTo>
                    <a:lnTo>
                      <a:pt x="487148" y="354797"/>
                    </a:lnTo>
                    <a:cubicBezTo>
                      <a:pt x="483142" y="353731"/>
                      <a:pt x="480917" y="349554"/>
                      <a:pt x="482163" y="345554"/>
                    </a:cubicBezTo>
                    <a:cubicBezTo>
                      <a:pt x="525600" y="210372"/>
                      <a:pt x="423773" y="72257"/>
                      <a:pt x="282248" y="72257"/>
                    </a:cubicBezTo>
                    <a:cubicBezTo>
                      <a:pt x="166536" y="72257"/>
                      <a:pt x="72364" y="166289"/>
                      <a:pt x="72364" y="281829"/>
                    </a:cubicBezTo>
                    <a:cubicBezTo>
                      <a:pt x="72364" y="410257"/>
                      <a:pt x="187453" y="507933"/>
                      <a:pt x="313134" y="489180"/>
                    </a:cubicBezTo>
                    <a:cubicBezTo>
                      <a:pt x="316784" y="488646"/>
                      <a:pt x="320255" y="490957"/>
                      <a:pt x="321145" y="494423"/>
                    </a:cubicBezTo>
                    <a:lnTo>
                      <a:pt x="336277" y="550771"/>
                    </a:lnTo>
                    <a:cubicBezTo>
                      <a:pt x="337345" y="554860"/>
                      <a:pt x="334764" y="559037"/>
                      <a:pt x="330580" y="559748"/>
                    </a:cubicBezTo>
                    <a:cubicBezTo>
                      <a:pt x="163332" y="589433"/>
                      <a:pt x="0" y="461006"/>
                      <a:pt x="0" y="281829"/>
                    </a:cubicBezTo>
                    <a:cubicBezTo>
                      <a:pt x="0" y="126472"/>
                      <a:pt x="126571" y="0"/>
                      <a:pt x="28224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92500"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9" name="Text2" descr="85cd113d-a37c-4634-a59f-948ba8d03d55"/>
              <p:cNvSpPr/>
              <p:nvPr/>
            </p:nvSpPr>
            <p:spPr bwMode="auto">
              <a:xfrm>
                <a:off x="5473780" y="3434107"/>
                <a:ext cx="5544739" cy="9797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不要因为AI能快速生成代码就忽视代码质量。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63" name="组合 62" descr="96493a44-46fc-4aad-a59f-cdc9f20f7197"/>
            <p:cNvGrpSpPr/>
            <p:nvPr/>
          </p:nvGrpSpPr>
          <p:grpSpPr>
            <a:xfrm>
              <a:off x="4560372" y="4284799"/>
              <a:ext cx="6458147" cy="1624511"/>
              <a:chOff x="4560372" y="4284799"/>
              <a:chExt cx="6458147" cy="1624511"/>
            </a:xfrm>
          </p:grpSpPr>
          <p:sp>
            <p:nvSpPr>
              <p:cNvPr id="14" name="Bullet3" descr="fac372f8-6e31-4801-8ffe-b5e20a437458"/>
              <p:cNvSpPr txBox="1"/>
              <p:nvPr/>
            </p:nvSpPr>
            <p:spPr bwMode="auto">
              <a:xfrm>
                <a:off x="5473780" y="4284799"/>
                <a:ext cx="5544739" cy="644734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坚持质量标准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5" name="IconBackground3" descr="69f7c9b2-b64a-4aed-8008-ca56d4d27988"/>
              <p:cNvSpPr/>
              <p:nvPr/>
            </p:nvSpPr>
            <p:spPr>
              <a:xfrm>
                <a:off x="4560372" y="4591353"/>
                <a:ext cx="676672" cy="676358"/>
              </a:xfrm>
              <a:custGeom>
                <a:avLst/>
                <a:gdLst>
                  <a:gd name="connsiteX0" fmla="*/ 0 w 1260455"/>
                  <a:gd name="connsiteY0" fmla="*/ 630228 h 1260455"/>
                  <a:gd name="connsiteX1" fmla="*/ 630228 w 1260455"/>
                  <a:gd name="connsiteY1" fmla="*/ 0 h 1260455"/>
                  <a:gd name="connsiteX2" fmla="*/ 1260456 w 1260455"/>
                  <a:gd name="connsiteY2" fmla="*/ 630228 h 1260455"/>
                  <a:gd name="connsiteX3" fmla="*/ 630228 w 1260455"/>
                  <a:gd name="connsiteY3" fmla="*/ 1260456 h 1260455"/>
                  <a:gd name="connsiteX4" fmla="*/ 0 w 1260455"/>
                  <a:gd name="connsiteY4" fmla="*/ 630228 h 1260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0455" h="1260455">
                    <a:moveTo>
                      <a:pt x="0" y="630228"/>
                    </a:moveTo>
                    <a:cubicBezTo>
                      <a:pt x="0" y="282163"/>
                      <a:pt x="282163" y="0"/>
                      <a:pt x="630228" y="0"/>
                    </a:cubicBezTo>
                    <a:cubicBezTo>
                      <a:pt x="978293" y="0"/>
                      <a:pt x="1260456" y="282163"/>
                      <a:pt x="1260456" y="630228"/>
                    </a:cubicBezTo>
                    <a:cubicBezTo>
                      <a:pt x="1260456" y="978293"/>
                      <a:pt x="978293" y="1260456"/>
                      <a:pt x="630228" y="1260456"/>
                    </a:cubicBezTo>
                    <a:cubicBezTo>
                      <a:pt x="282163" y="1260456"/>
                      <a:pt x="0" y="978293"/>
                      <a:pt x="0" y="630228"/>
                    </a:cubicBezTo>
                    <a:close/>
                  </a:path>
                </a:pathLst>
              </a:custGeom>
              <a:solidFill>
                <a:schemeClr val="tx2">
                  <a:alpha val="75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/>
              </a:p>
            </p:txBody>
          </p:sp>
          <p:sp>
            <p:nvSpPr>
              <p:cNvPr id="16" name="Icon3" descr="21c25541-52a3-4bb0-89b4-dc89627aa775"/>
              <p:cNvSpPr/>
              <p:nvPr/>
            </p:nvSpPr>
            <p:spPr>
              <a:xfrm>
                <a:off x="4742165" y="4765509"/>
                <a:ext cx="313087" cy="328046"/>
              </a:xfrm>
              <a:custGeom>
                <a:avLst/>
                <a:gdLst>
                  <a:gd name="connsiteX0" fmla="*/ 345269 w 578992"/>
                  <a:gd name="connsiteY0" fmla="*/ 346719 h 606657"/>
                  <a:gd name="connsiteX1" fmla="*/ 527264 w 578992"/>
                  <a:gd name="connsiteY1" fmla="*/ 395415 h 606657"/>
                  <a:gd name="connsiteX2" fmla="*/ 536965 w 578992"/>
                  <a:gd name="connsiteY2" fmla="*/ 431758 h 606657"/>
                  <a:gd name="connsiteX3" fmla="*/ 512135 w 578992"/>
                  <a:gd name="connsiteY3" fmla="*/ 456550 h 606657"/>
                  <a:gd name="connsiteX4" fmla="*/ 572652 w 578992"/>
                  <a:gd name="connsiteY4" fmla="*/ 516975 h 606657"/>
                  <a:gd name="connsiteX5" fmla="*/ 572652 w 578992"/>
                  <a:gd name="connsiteY5" fmla="*/ 547632 h 606657"/>
                  <a:gd name="connsiteX6" fmla="*/ 519877 w 578992"/>
                  <a:gd name="connsiteY6" fmla="*/ 600326 h 606657"/>
                  <a:gd name="connsiteX7" fmla="*/ 489174 w 578992"/>
                  <a:gd name="connsiteY7" fmla="*/ 600326 h 606657"/>
                  <a:gd name="connsiteX8" fmla="*/ 428657 w 578992"/>
                  <a:gd name="connsiteY8" fmla="*/ 539901 h 606657"/>
                  <a:gd name="connsiteX9" fmla="*/ 403739 w 578992"/>
                  <a:gd name="connsiteY9" fmla="*/ 564782 h 606657"/>
                  <a:gd name="connsiteX10" fmla="*/ 366628 w 578992"/>
                  <a:gd name="connsiteY10" fmla="*/ 552075 h 606657"/>
                  <a:gd name="connsiteX11" fmla="*/ 318659 w 578992"/>
                  <a:gd name="connsiteY11" fmla="*/ 373288 h 606657"/>
                  <a:gd name="connsiteX12" fmla="*/ 345269 w 578992"/>
                  <a:gd name="connsiteY12" fmla="*/ 346719 h 606657"/>
                  <a:gd name="connsiteX13" fmla="*/ 233275 w 578992"/>
                  <a:gd name="connsiteY13" fmla="*/ 312148 h 606657"/>
                  <a:gd name="connsiteX14" fmla="*/ 255262 w 578992"/>
                  <a:gd name="connsiteY14" fmla="*/ 334095 h 606657"/>
                  <a:gd name="connsiteX15" fmla="*/ 281255 w 578992"/>
                  <a:gd name="connsiteY15" fmla="*/ 357464 h 606657"/>
                  <a:gd name="connsiteX16" fmla="*/ 289000 w 578992"/>
                  <a:gd name="connsiteY16" fmla="*/ 365016 h 606657"/>
                  <a:gd name="connsiteX17" fmla="*/ 300127 w 578992"/>
                  <a:gd name="connsiteY17" fmla="*/ 416019 h 606657"/>
                  <a:gd name="connsiteX18" fmla="*/ 298791 w 578992"/>
                  <a:gd name="connsiteY18" fmla="*/ 422416 h 606657"/>
                  <a:gd name="connsiteX19" fmla="*/ 260514 w 578992"/>
                  <a:gd name="connsiteY19" fmla="*/ 407844 h 606657"/>
                  <a:gd name="connsiteX20" fmla="*/ 260514 w 578992"/>
                  <a:gd name="connsiteY20" fmla="*/ 398159 h 606657"/>
                  <a:gd name="connsiteX21" fmla="*/ 211822 w 578992"/>
                  <a:gd name="connsiteY21" fmla="*/ 335339 h 606657"/>
                  <a:gd name="connsiteX22" fmla="*/ 233275 w 578992"/>
                  <a:gd name="connsiteY22" fmla="*/ 312148 h 606657"/>
                  <a:gd name="connsiteX23" fmla="*/ 283295 w 578992"/>
                  <a:gd name="connsiteY23" fmla="*/ 133638 h 606657"/>
                  <a:gd name="connsiteX24" fmla="*/ 303944 w 578992"/>
                  <a:gd name="connsiteY24" fmla="*/ 155858 h 606657"/>
                  <a:gd name="connsiteX25" fmla="*/ 303944 w 578992"/>
                  <a:gd name="connsiteY25" fmla="*/ 165457 h 606657"/>
                  <a:gd name="connsiteX26" fmla="*/ 352630 w 578992"/>
                  <a:gd name="connsiteY26" fmla="*/ 228294 h 606657"/>
                  <a:gd name="connsiteX27" fmla="*/ 331180 w 578992"/>
                  <a:gd name="connsiteY27" fmla="*/ 251580 h 606657"/>
                  <a:gd name="connsiteX28" fmla="*/ 309196 w 578992"/>
                  <a:gd name="connsiteY28" fmla="*/ 229538 h 606657"/>
                  <a:gd name="connsiteX29" fmla="*/ 283206 w 578992"/>
                  <a:gd name="connsiteY29" fmla="*/ 206252 h 606657"/>
                  <a:gd name="connsiteX30" fmla="*/ 256327 w 578992"/>
                  <a:gd name="connsiteY30" fmla="*/ 240648 h 606657"/>
                  <a:gd name="connsiteX31" fmla="*/ 282583 w 578992"/>
                  <a:gd name="connsiteY31" fmla="*/ 260112 h 606657"/>
                  <a:gd name="connsiteX32" fmla="*/ 348625 w 578992"/>
                  <a:gd name="connsiteY32" fmla="*/ 307306 h 606657"/>
                  <a:gd name="connsiteX33" fmla="*/ 341594 w 578992"/>
                  <a:gd name="connsiteY33" fmla="*/ 317083 h 606657"/>
                  <a:gd name="connsiteX34" fmla="*/ 316494 w 578992"/>
                  <a:gd name="connsiteY34" fmla="*/ 322594 h 606657"/>
                  <a:gd name="connsiteX35" fmla="*/ 306792 w 578992"/>
                  <a:gd name="connsiteY35" fmla="*/ 319305 h 606657"/>
                  <a:gd name="connsiteX36" fmla="*/ 282227 w 578992"/>
                  <a:gd name="connsiteY36" fmla="*/ 303485 h 606657"/>
                  <a:gd name="connsiteX37" fmla="*/ 211825 w 578992"/>
                  <a:gd name="connsiteY37" fmla="*/ 234604 h 606657"/>
                  <a:gd name="connsiteX38" fmla="*/ 260510 w 578992"/>
                  <a:gd name="connsiteY38" fmla="*/ 166612 h 606657"/>
                  <a:gd name="connsiteX39" fmla="*/ 260510 w 578992"/>
                  <a:gd name="connsiteY39" fmla="*/ 155236 h 606657"/>
                  <a:gd name="connsiteX40" fmla="*/ 283295 w 578992"/>
                  <a:gd name="connsiteY40" fmla="*/ 133638 h 606657"/>
                  <a:gd name="connsiteX41" fmla="*/ 282248 w 578992"/>
                  <a:gd name="connsiteY41" fmla="*/ 0 h 606657"/>
                  <a:gd name="connsiteX42" fmla="*/ 551768 w 578992"/>
                  <a:gd name="connsiteY42" fmla="*/ 365640 h 606657"/>
                  <a:gd name="connsiteX43" fmla="*/ 541888 w 578992"/>
                  <a:gd name="connsiteY43" fmla="*/ 369995 h 606657"/>
                  <a:gd name="connsiteX44" fmla="*/ 534768 w 578992"/>
                  <a:gd name="connsiteY44" fmla="*/ 367507 h 606657"/>
                  <a:gd name="connsiteX45" fmla="*/ 487148 w 578992"/>
                  <a:gd name="connsiteY45" fmla="*/ 354797 h 606657"/>
                  <a:gd name="connsiteX46" fmla="*/ 482163 w 578992"/>
                  <a:gd name="connsiteY46" fmla="*/ 345554 h 606657"/>
                  <a:gd name="connsiteX47" fmla="*/ 282248 w 578992"/>
                  <a:gd name="connsiteY47" fmla="*/ 72257 h 606657"/>
                  <a:gd name="connsiteX48" fmla="*/ 72364 w 578992"/>
                  <a:gd name="connsiteY48" fmla="*/ 281829 h 606657"/>
                  <a:gd name="connsiteX49" fmla="*/ 313134 w 578992"/>
                  <a:gd name="connsiteY49" fmla="*/ 489180 h 606657"/>
                  <a:gd name="connsiteX50" fmla="*/ 321145 w 578992"/>
                  <a:gd name="connsiteY50" fmla="*/ 494423 h 606657"/>
                  <a:gd name="connsiteX51" fmla="*/ 336277 w 578992"/>
                  <a:gd name="connsiteY51" fmla="*/ 550771 h 606657"/>
                  <a:gd name="connsiteX52" fmla="*/ 330580 w 578992"/>
                  <a:gd name="connsiteY52" fmla="*/ 559748 h 606657"/>
                  <a:gd name="connsiteX53" fmla="*/ 0 w 578992"/>
                  <a:gd name="connsiteY53" fmla="*/ 281829 h 606657"/>
                  <a:gd name="connsiteX54" fmla="*/ 282248 w 578992"/>
                  <a:gd name="connsiteY54" fmla="*/ 0 h 606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</a:cxnLst>
                <a:rect l="l" t="t" r="r" b="b"/>
                <a:pathLst>
                  <a:path w="578992" h="606657">
                    <a:moveTo>
                      <a:pt x="345269" y="346719"/>
                    </a:moveTo>
                    <a:lnTo>
                      <a:pt x="527264" y="395415"/>
                    </a:lnTo>
                    <a:cubicBezTo>
                      <a:pt x="543372" y="399769"/>
                      <a:pt x="548801" y="419940"/>
                      <a:pt x="536965" y="431758"/>
                    </a:cubicBezTo>
                    <a:lnTo>
                      <a:pt x="512135" y="456550"/>
                    </a:lnTo>
                    <a:lnTo>
                      <a:pt x="572652" y="516975"/>
                    </a:lnTo>
                    <a:cubicBezTo>
                      <a:pt x="581106" y="525506"/>
                      <a:pt x="581106" y="539190"/>
                      <a:pt x="572652" y="547632"/>
                    </a:cubicBezTo>
                    <a:lnTo>
                      <a:pt x="519877" y="600326"/>
                    </a:lnTo>
                    <a:cubicBezTo>
                      <a:pt x="511334" y="608768"/>
                      <a:pt x="497629" y="608768"/>
                      <a:pt x="489174" y="600326"/>
                    </a:cubicBezTo>
                    <a:lnTo>
                      <a:pt x="428657" y="539901"/>
                    </a:lnTo>
                    <a:lnTo>
                      <a:pt x="403739" y="564782"/>
                    </a:lnTo>
                    <a:cubicBezTo>
                      <a:pt x="393148" y="575357"/>
                      <a:pt x="372501" y="574024"/>
                      <a:pt x="366628" y="552075"/>
                    </a:cubicBezTo>
                    <a:cubicBezTo>
                      <a:pt x="366005" y="549854"/>
                      <a:pt x="319015" y="374799"/>
                      <a:pt x="318659" y="373288"/>
                    </a:cubicBezTo>
                    <a:cubicBezTo>
                      <a:pt x="314298" y="357205"/>
                      <a:pt x="329071" y="342454"/>
                      <a:pt x="345269" y="346719"/>
                    </a:cubicBezTo>
                    <a:close/>
                    <a:moveTo>
                      <a:pt x="233275" y="312148"/>
                    </a:moveTo>
                    <a:cubicBezTo>
                      <a:pt x="245470" y="311970"/>
                      <a:pt x="255440" y="321922"/>
                      <a:pt x="255262" y="334095"/>
                    </a:cubicBezTo>
                    <a:cubicBezTo>
                      <a:pt x="255084" y="345646"/>
                      <a:pt x="263986" y="357464"/>
                      <a:pt x="281255" y="357464"/>
                    </a:cubicBezTo>
                    <a:cubicBezTo>
                      <a:pt x="286329" y="357464"/>
                      <a:pt x="289267" y="361195"/>
                      <a:pt x="289000" y="365016"/>
                    </a:cubicBezTo>
                    <a:cubicBezTo>
                      <a:pt x="288465" y="375412"/>
                      <a:pt x="290068" y="378611"/>
                      <a:pt x="300127" y="416019"/>
                    </a:cubicBezTo>
                    <a:cubicBezTo>
                      <a:pt x="300750" y="418240"/>
                      <a:pt x="300305" y="420639"/>
                      <a:pt x="298791" y="422416"/>
                    </a:cubicBezTo>
                    <a:cubicBezTo>
                      <a:pt x="285706" y="437788"/>
                      <a:pt x="260514" y="428458"/>
                      <a:pt x="260514" y="407844"/>
                    </a:cubicBezTo>
                    <a:lnTo>
                      <a:pt x="260514" y="398159"/>
                    </a:lnTo>
                    <a:cubicBezTo>
                      <a:pt x="232919" y="390340"/>
                      <a:pt x="212534" y="365283"/>
                      <a:pt x="211822" y="335339"/>
                    </a:cubicBezTo>
                    <a:cubicBezTo>
                      <a:pt x="211555" y="323077"/>
                      <a:pt x="220902" y="312237"/>
                      <a:pt x="233275" y="312148"/>
                    </a:cubicBezTo>
                    <a:close/>
                    <a:moveTo>
                      <a:pt x="283295" y="133638"/>
                    </a:moveTo>
                    <a:cubicBezTo>
                      <a:pt x="294955" y="134171"/>
                      <a:pt x="303944" y="144215"/>
                      <a:pt x="303944" y="155858"/>
                    </a:cubicBezTo>
                    <a:lnTo>
                      <a:pt x="303944" y="165457"/>
                    </a:lnTo>
                    <a:cubicBezTo>
                      <a:pt x="331536" y="173367"/>
                      <a:pt x="351918" y="198430"/>
                      <a:pt x="352630" y="228294"/>
                    </a:cubicBezTo>
                    <a:cubicBezTo>
                      <a:pt x="352897" y="240648"/>
                      <a:pt x="343552" y="251402"/>
                      <a:pt x="331180" y="251580"/>
                    </a:cubicBezTo>
                    <a:cubicBezTo>
                      <a:pt x="318987" y="251757"/>
                      <a:pt x="309018" y="241803"/>
                      <a:pt x="309196" y="229538"/>
                    </a:cubicBezTo>
                    <a:cubicBezTo>
                      <a:pt x="309374" y="218073"/>
                      <a:pt x="300473" y="206252"/>
                      <a:pt x="283206" y="206252"/>
                    </a:cubicBezTo>
                    <a:cubicBezTo>
                      <a:pt x="265583" y="206252"/>
                      <a:pt x="251076" y="222783"/>
                      <a:pt x="256327" y="240648"/>
                    </a:cubicBezTo>
                    <a:cubicBezTo>
                      <a:pt x="259709" y="252202"/>
                      <a:pt x="270568" y="260112"/>
                      <a:pt x="282583" y="260112"/>
                    </a:cubicBezTo>
                    <a:cubicBezTo>
                      <a:pt x="312845" y="260290"/>
                      <a:pt x="339013" y="280021"/>
                      <a:pt x="348625" y="307306"/>
                    </a:cubicBezTo>
                    <a:cubicBezTo>
                      <a:pt x="350405" y="312106"/>
                      <a:pt x="346756" y="317350"/>
                      <a:pt x="341594" y="317083"/>
                    </a:cubicBezTo>
                    <a:cubicBezTo>
                      <a:pt x="332960" y="316728"/>
                      <a:pt x="324327" y="318594"/>
                      <a:pt x="316494" y="322594"/>
                    </a:cubicBezTo>
                    <a:cubicBezTo>
                      <a:pt x="312934" y="324460"/>
                      <a:pt x="308484" y="322949"/>
                      <a:pt x="306792" y="319305"/>
                    </a:cubicBezTo>
                    <a:cubicBezTo>
                      <a:pt x="302520" y="310062"/>
                      <a:pt x="293086" y="303485"/>
                      <a:pt x="282227" y="303485"/>
                    </a:cubicBezTo>
                    <a:cubicBezTo>
                      <a:pt x="244133" y="303485"/>
                      <a:pt x="212537" y="272555"/>
                      <a:pt x="211825" y="234604"/>
                    </a:cubicBezTo>
                    <a:cubicBezTo>
                      <a:pt x="211202" y="203141"/>
                      <a:pt x="231673" y="176300"/>
                      <a:pt x="260510" y="166612"/>
                    </a:cubicBezTo>
                    <a:lnTo>
                      <a:pt x="260510" y="155236"/>
                    </a:lnTo>
                    <a:cubicBezTo>
                      <a:pt x="260510" y="142970"/>
                      <a:pt x="270835" y="133016"/>
                      <a:pt x="283295" y="133638"/>
                    </a:cubicBezTo>
                    <a:close/>
                    <a:moveTo>
                      <a:pt x="282248" y="0"/>
                    </a:moveTo>
                    <a:cubicBezTo>
                      <a:pt x="471126" y="0"/>
                      <a:pt x="608556" y="183353"/>
                      <a:pt x="551768" y="365640"/>
                    </a:cubicBezTo>
                    <a:cubicBezTo>
                      <a:pt x="550522" y="369729"/>
                      <a:pt x="545894" y="371773"/>
                      <a:pt x="541888" y="369995"/>
                    </a:cubicBezTo>
                    <a:cubicBezTo>
                      <a:pt x="539574" y="369018"/>
                      <a:pt x="537260" y="368218"/>
                      <a:pt x="534768" y="367507"/>
                    </a:cubicBezTo>
                    <a:lnTo>
                      <a:pt x="487148" y="354797"/>
                    </a:lnTo>
                    <a:cubicBezTo>
                      <a:pt x="483142" y="353731"/>
                      <a:pt x="480917" y="349554"/>
                      <a:pt x="482163" y="345554"/>
                    </a:cubicBezTo>
                    <a:cubicBezTo>
                      <a:pt x="525600" y="210372"/>
                      <a:pt x="423773" y="72257"/>
                      <a:pt x="282248" y="72257"/>
                    </a:cubicBezTo>
                    <a:cubicBezTo>
                      <a:pt x="166536" y="72257"/>
                      <a:pt x="72364" y="166289"/>
                      <a:pt x="72364" y="281829"/>
                    </a:cubicBezTo>
                    <a:cubicBezTo>
                      <a:pt x="72364" y="410257"/>
                      <a:pt x="187453" y="507933"/>
                      <a:pt x="313134" y="489180"/>
                    </a:cubicBezTo>
                    <a:cubicBezTo>
                      <a:pt x="316784" y="488646"/>
                      <a:pt x="320255" y="490957"/>
                      <a:pt x="321145" y="494423"/>
                    </a:cubicBezTo>
                    <a:lnTo>
                      <a:pt x="336277" y="550771"/>
                    </a:lnTo>
                    <a:cubicBezTo>
                      <a:pt x="337345" y="554860"/>
                      <a:pt x="334764" y="559037"/>
                      <a:pt x="330580" y="559748"/>
                    </a:cubicBezTo>
                    <a:cubicBezTo>
                      <a:pt x="163332" y="589433"/>
                      <a:pt x="0" y="461006"/>
                      <a:pt x="0" y="281829"/>
                    </a:cubicBezTo>
                    <a:cubicBezTo>
                      <a:pt x="0" y="126472"/>
                      <a:pt x="126571" y="0"/>
                      <a:pt x="28224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92500"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3" name="Text3" descr="561d8a1a-d1a5-4ef1-a6cf-61c7c7362c83"/>
              <p:cNvSpPr/>
              <p:nvPr/>
            </p:nvSpPr>
            <p:spPr bwMode="auto">
              <a:xfrm>
                <a:off x="5473780" y="4929532"/>
                <a:ext cx="5544739" cy="9797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不要因为AI能自动化测试就放松质量标准。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</p:grp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5a12860-57d0-435d-97c1-4c6d2d8d7d77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FFFFFF"/>
                </a:solidFill>
                <a:ea typeface="微软雅黑" panose="020B0503020204020204" charset="-122"/>
              </a:rPr>
              <a:t>持续探索</a:t>
            </a:r>
            <a:endParaRPr lang="en-US" sz="2800" b="1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grpSp>
        <p:nvGrpSpPr>
          <p:cNvPr id="43" name="340032ed-c9ba-499e-9282-43a3603c0f61.source.3.zh-Hans.pptx" descr="042f7d13-b7d4-4d7f-a23e-7ad3f69aa9dc"/>
          <p:cNvGrpSpPr/>
          <p:nvPr/>
        </p:nvGrpSpPr>
        <p:grpSpPr>
          <a:xfrm>
            <a:off x="656108" y="1130300"/>
            <a:ext cx="10862792" cy="5003800"/>
            <a:chOff x="656108" y="1130300"/>
            <a:chExt cx="10862792" cy="5003800"/>
          </a:xfrm>
        </p:grpSpPr>
        <p:sp>
          <p:nvSpPr>
            <p:cNvPr id="3" name="PictureMisc1" descr="ca822fc4-ee0b-43e6-82dc-2a6849dddb8e"/>
            <p:cNvSpPr/>
            <p:nvPr/>
          </p:nvSpPr>
          <p:spPr>
            <a:xfrm>
              <a:off x="656108" y="1130300"/>
              <a:ext cx="2260882" cy="5003800"/>
            </a:xfrm>
            <a:prstGeom prst="roundRect">
              <a:avLst>
                <a:gd name="adj" fmla="val 5343"/>
              </a:avLst>
            </a:prstGeom>
            <a:blipFill rotWithShape="1">
              <a:blip r:embed="rId1"/>
              <a:stretch>
                <a:fillRect l="-144488" r="-142874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</a:p>
          </p:txBody>
        </p:sp>
        <p:sp>
          <p:nvSpPr>
            <p:cNvPr id="4" name="Title" descr="d07111a2-4954-48d3-b2d0-d80f88099955"/>
            <p:cNvSpPr txBox="1"/>
            <p:nvPr/>
          </p:nvSpPr>
          <p:spPr>
            <a:xfrm>
              <a:off x="660400" y="2665600"/>
              <a:ext cx="2256589" cy="1933200"/>
            </a:xfrm>
            <a:prstGeom prst="rect">
              <a:avLst/>
            </a:prstGeom>
            <a:solidFill>
              <a:srgbClr val="FFFFFF">
                <a:alpha val="90000"/>
              </a:srgbClr>
            </a:solidFill>
          </p:spPr>
          <p:txBody>
            <a:bodyPr wrap="square" rtlCol="0" anchor="ctr" anchorCtr="0">
              <a:normAutofit/>
            </a:bodyPr>
            <a:lstStyle>
              <a:defPPr>
                <a:defRPr lang="en-US"/>
              </a:defPPr>
              <a:lvl1pPr>
                <a:defRPr sz="2400" b="1">
                  <a:solidFill>
                    <a:srgbClr val="000000"/>
                  </a:solidFill>
                </a:defRPr>
              </a:lvl1pPr>
            </a:lstStyle>
            <a:p>
              <a:pPr algn="l"/>
              <a:r>
                <a:rPr lang="en-US" sz="2400" b="1" i="0" u="none">
                  <a:solidFill>
                    <a:srgbClr val="000000"/>
                  </a:solidFill>
                  <a:ea typeface="微软雅黑" panose="020B0503020204020204" charset="-122"/>
                </a:rPr>
                <a:t>不断学习实验，建立自身体系</a:t>
              </a:r>
              <a:endParaRPr lang="en-US" sz="2400" b="1" i="0" u="none">
                <a:solidFill>
                  <a:srgbClr val="000000"/>
                </a:solidFill>
                <a:ea typeface="微软雅黑" panose="020B0503020204020204" charset="-122"/>
              </a:endParaRPr>
            </a:p>
          </p:txBody>
        </p:sp>
        <p:grpSp>
          <p:nvGrpSpPr>
            <p:cNvPr id="39" name="组合 38" descr="1411a279-a0e2-430f-a923-cb4e56990763"/>
            <p:cNvGrpSpPr/>
            <p:nvPr/>
          </p:nvGrpSpPr>
          <p:grpSpPr>
            <a:xfrm>
              <a:off x="3299556" y="1130300"/>
              <a:ext cx="8219344" cy="2796286"/>
              <a:chOff x="3299556" y="1130300"/>
              <a:chExt cx="8219344" cy="2796286"/>
            </a:xfrm>
          </p:grpSpPr>
          <p:sp>
            <p:nvSpPr>
              <p:cNvPr id="20" name="IconBackground" descr="3e386d51-454b-4a00-b718-2d50b863176c"/>
              <p:cNvSpPr/>
              <p:nvPr/>
            </p:nvSpPr>
            <p:spPr>
              <a:xfrm>
                <a:off x="3299556" y="3337814"/>
                <a:ext cx="588772" cy="588772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</a:p>
            </p:txBody>
          </p:sp>
          <p:sp>
            <p:nvSpPr>
              <p:cNvPr id="21" name="IconMisc" descr="dbf18591-8252-45f5-be0b-fe7562b05a10"/>
              <p:cNvSpPr/>
              <p:nvPr/>
            </p:nvSpPr>
            <p:spPr>
              <a:xfrm>
                <a:off x="3424073" y="3455374"/>
                <a:ext cx="339739" cy="353653"/>
              </a:xfrm>
              <a:custGeom>
                <a:avLst/>
                <a:gdLst>
                  <a:gd name="T0" fmla="*/ 6303 w 10375"/>
                  <a:gd name="T1" fmla="*/ 6456 h 10799"/>
                  <a:gd name="T2" fmla="*/ 5187 w 10375"/>
                  <a:gd name="T3" fmla="*/ 8946 h 10799"/>
                  <a:gd name="T4" fmla="*/ 5748 w 10375"/>
                  <a:gd name="T5" fmla="*/ 10799 h 10799"/>
                  <a:gd name="T6" fmla="*/ 370 w 10375"/>
                  <a:gd name="T7" fmla="*/ 10799 h 10799"/>
                  <a:gd name="T8" fmla="*/ 0 w 10375"/>
                  <a:gd name="T9" fmla="*/ 10429 h 10799"/>
                  <a:gd name="T10" fmla="*/ 0 w 10375"/>
                  <a:gd name="T11" fmla="*/ 9318 h 10799"/>
                  <a:gd name="T12" fmla="*/ 5187 w 10375"/>
                  <a:gd name="T13" fmla="*/ 6353 h 10799"/>
                  <a:gd name="T14" fmla="*/ 6303 w 10375"/>
                  <a:gd name="T15" fmla="*/ 6456 h 10799"/>
                  <a:gd name="T16" fmla="*/ 5187 w 10375"/>
                  <a:gd name="T17" fmla="*/ 5611 h 10799"/>
                  <a:gd name="T18" fmla="*/ 2593 w 10375"/>
                  <a:gd name="T19" fmla="*/ 3019 h 10799"/>
                  <a:gd name="T20" fmla="*/ 2593 w 10375"/>
                  <a:gd name="T21" fmla="*/ 3017 h 10799"/>
                  <a:gd name="T22" fmla="*/ 4361 w 10375"/>
                  <a:gd name="T23" fmla="*/ 551 h 10799"/>
                  <a:gd name="T24" fmla="*/ 7781 w 10375"/>
                  <a:gd name="T25" fmla="*/ 3017 h 10799"/>
                  <a:gd name="T26" fmla="*/ 5187 w 10375"/>
                  <a:gd name="T27" fmla="*/ 5611 h 10799"/>
                  <a:gd name="T28" fmla="*/ 9830 w 10375"/>
                  <a:gd name="T29" fmla="*/ 8021 h 10799"/>
                  <a:gd name="T30" fmla="*/ 10375 w 10375"/>
                  <a:gd name="T31" fmla="*/ 8566 h 10799"/>
                  <a:gd name="T32" fmla="*/ 10375 w 10375"/>
                  <a:gd name="T33" fmla="*/ 8589 h 10799"/>
                  <a:gd name="T34" fmla="*/ 9830 w 10375"/>
                  <a:gd name="T35" fmla="*/ 9134 h 10799"/>
                  <a:gd name="T36" fmla="*/ 8707 w 10375"/>
                  <a:gd name="T37" fmla="*/ 9134 h 10799"/>
                  <a:gd name="T38" fmla="*/ 8707 w 10375"/>
                  <a:gd name="T39" fmla="*/ 10252 h 10799"/>
                  <a:gd name="T40" fmla="*/ 8162 w 10375"/>
                  <a:gd name="T41" fmla="*/ 10798 h 10799"/>
                  <a:gd name="T42" fmla="*/ 8143 w 10375"/>
                  <a:gd name="T43" fmla="*/ 10798 h 10799"/>
                  <a:gd name="T44" fmla="*/ 7596 w 10375"/>
                  <a:gd name="T45" fmla="*/ 10252 h 10799"/>
                  <a:gd name="T46" fmla="*/ 7596 w 10375"/>
                  <a:gd name="T47" fmla="*/ 9134 h 10799"/>
                  <a:gd name="T48" fmla="*/ 6478 w 10375"/>
                  <a:gd name="T49" fmla="*/ 9134 h 10799"/>
                  <a:gd name="T50" fmla="*/ 5928 w 10375"/>
                  <a:gd name="T51" fmla="*/ 8586 h 10799"/>
                  <a:gd name="T52" fmla="*/ 5928 w 10375"/>
                  <a:gd name="T53" fmla="*/ 8568 h 10799"/>
                  <a:gd name="T54" fmla="*/ 6478 w 10375"/>
                  <a:gd name="T55" fmla="*/ 8023 h 10799"/>
                  <a:gd name="T56" fmla="*/ 7596 w 10375"/>
                  <a:gd name="T57" fmla="*/ 8023 h 10799"/>
                  <a:gd name="T58" fmla="*/ 7596 w 10375"/>
                  <a:gd name="T59" fmla="*/ 6897 h 10799"/>
                  <a:gd name="T60" fmla="*/ 8146 w 10375"/>
                  <a:gd name="T61" fmla="*/ 6352 h 10799"/>
                  <a:gd name="T62" fmla="*/ 8163 w 10375"/>
                  <a:gd name="T63" fmla="*/ 6352 h 10799"/>
                  <a:gd name="T64" fmla="*/ 8708 w 10375"/>
                  <a:gd name="T65" fmla="*/ 6897 h 10799"/>
                  <a:gd name="T66" fmla="*/ 8708 w 10375"/>
                  <a:gd name="T67" fmla="*/ 8023 h 10799"/>
                  <a:gd name="T68" fmla="*/ 9830 w 10375"/>
                  <a:gd name="T69" fmla="*/ 8023 h 10799"/>
                  <a:gd name="T70" fmla="*/ 9830 w 10375"/>
                  <a:gd name="T71" fmla="*/ 8021 h 107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0375" h="10799">
                    <a:moveTo>
                      <a:pt x="6303" y="6456"/>
                    </a:moveTo>
                    <a:cubicBezTo>
                      <a:pt x="5592" y="7089"/>
                      <a:pt x="5186" y="7995"/>
                      <a:pt x="5187" y="8946"/>
                    </a:cubicBezTo>
                    <a:cubicBezTo>
                      <a:pt x="5187" y="9631"/>
                      <a:pt x="5393" y="10269"/>
                      <a:pt x="5748" y="10799"/>
                    </a:cubicBezTo>
                    <a:lnTo>
                      <a:pt x="370" y="10799"/>
                    </a:lnTo>
                    <a:cubicBezTo>
                      <a:pt x="164" y="10799"/>
                      <a:pt x="0" y="10633"/>
                      <a:pt x="0" y="10429"/>
                    </a:cubicBezTo>
                    <a:lnTo>
                      <a:pt x="0" y="9318"/>
                    </a:lnTo>
                    <a:cubicBezTo>
                      <a:pt x="0" y="7345"/>
                      <a:pt x="3456" y="6353"/>
                      <a:pt x="5187" y="6353"/>
                    </a:cubicBezTo>
                    <a:cubicBezTo>
                      <a:pt x="5511" y="6353"/>
                      <a:pt x="5893" y="6386"/>
                      <a:pt x="6303" y="6456"/>
                    </a:cubicBezTo>
                    <a:close/>
                    <a:moveTo>
                      <a:pt x="5187" y="5611"/>
                    </a:moveTo>
                    <a:cubicBezTo>
                      <a:pt x="3755" y="5611"/>
                      <a:pt x="2593" y="4451"/>
                      <a:pt x="2593" y="3019"/>
                    </a:cubicBezTo>
                    <a:lnTo>
                      <a:pt x="2593" y="3017"/>
                    </a:lnTo>
                    <a:cubicBezTo>
                      <a:pt x="2593" y="1901"/>
                      <a:pt x="3295" y="880"/>
                      <a:pt x="4361" y="551"/>
                    </a:cubicBezTo>
                    <a:cubicBezTo>
                      <a:pt x="6146" y="0"/>
                      <a:pt x="7781" y="1316"/>
                      <a:pt x="7781" y="3017"/>
                    </a:cubicBezTo>
                    <a:cubicBezTo>
                      <a:pt x="7781" y="4450"/>
                      <a:pt x="6621" y="5611"/>
                      <a:pt x="5187" y="5611"/>
                    </a:cubicBezTo>
                    <a:close/>
                    <a:moveTo>
                      <a:pt x="9830" y="8021"/>
                    </a:moveTo>
                    <a:cubicBezTo>
                      <a:pt x="10130" y="8021"/>
                      <a:pt x="10375" y="8266"/>
                      <a:pt x="10375" y="8566"/>
                    </a:cubicBezTo>
                    <a:lnTo>
                      <a:pt x="10375" y="8589"/>
                    </a:lnTo>
                    <a:cubicBezTo>
                      <a:pt x="10375" y="8889"/>
                      <a:pt x="10130" y="9134"/>
                      <a:pt x="9830" y="9134"/>
                    </a:cubicBezTo>
                    <a:lnTo>
                      <a:pt x="8707" y="9134"/>
                    </a:lnTo>
                    <a:lnTo>
                      <a:pt x="8707" y="10252"/>
                    </a:lnTo>
                    <a:cubicBezTo>
                      <a:pt x="8707" y="10552"/>
                      <a:pt x="8462" y="10798"/>
                      <a:pt x="8162" y="10798"/>
                    </a:cubicBezTo>
                    <a:lnTo>
                      <a:pt x="8143" y="10798"/>
                    </a:lnTo>
                    <a:cubicBezTo>
                      <a:pt x="7843" y="10798"/>
                      <a:pt x="7597" y="10552"/>
                      <a:pt x="7596" y="10252"/>
                    </a:cubicBezTo>
                    <a:lnTo>
                      <a:pt x="7596" y="9134"/>
                    </a:lnTo>
                    <a:lnTo>
                      <a:pt x="6478" y="9134"/>
                    </a:lnTo>
                    <a:cubicBezTo>
                      <a:pt x="6176" y="9135"/>
                      <a:pt x="5930" y="8890"/>
                      <a:pt x="5928" y="8586"/>
                    </a:cubicBezTo>
                    <a:lnTo>
                      <a:pt x="5928" y="8568"/>
                    </a:lnTo>
                    <a:cubicBezTo>
                      <a:pt x="5933" y="8266"/>
                      <a:pt x="6177" y="8025"/>
                      <a:pt x="6478" y="8023"/>
                    </a:cubicBezTo>
                    <a:lnTo>
                      <a:pt x="7596" y="8023"/>
                    </a:lnTo>
                    <a:lnTo>
                      <a:pt x="7596" y="6897"/>
                    </a:lnTo>
                    <a:cubicBezTo>
                      <a:pt x="7596" y="6596"/>
                      <a:pt x="7841" y="6352"/>
                      <a:pt x="8146" y="6352"/>
                    </a:cubicBezTo>
                    <a:lnTo>
                      <a:pt x="8163" y="6352"/>
                    </a:lnTo>
                    <a:cubicBezTo>
                      <a:pt x="8465" y="6352"/>
                      <a:pt x="8708" y="6596"/>
                      <a:pt x="8708" y="6897"/>
                    </a:cubicBezTo>
                    <a:lnTo>
                      <a:pt x="8708" y="8023"/>
                    </a:lnTo>
                    <a:lnTo>
                      <a:pt x="9830" y="8023"/>
                    </a:lnTo>
                    <a:lnTo>
                      <a:pt x="9830" y="802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</a:p>
            </p:txBody>
          </p:sp>
          <p:sp>
            <p:nvSpPr>
              <p:cNvPr id="22" name="Bullet1" descr="d60c0ed3-e152-43c3-925f-49d3ac6e30ff"/>
              <p:cNvSpPr/>
              <p:nvPr/>
            </p:nvSpPr>
            <p:spPr>
              <a:xfrm>
                <a:off x="4315968" y="1130300"/>
                <a:ext cx="3101593" cy="1508176"/>
              </a:xfrm>
              <a:prstGeom prst="roundRect">
                <a:avLst>
                  <a:gd name="adj" fmla="val 8000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anchorCtr="0">
                <a:normAutofit/>
              </a:bodyPr>
              <a:lstStyle/>
              <a:p>
                <a:pPr algn="l"/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持续学习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3" name="Text1" descr="d93ade80-a5bf-43ea-9aef-918a4f9f663c"/>
              <p:cNvSpPr/>
              <p:nvPr/>
            </p:nvSpPr>
            <p:spPr>
              <a:xfrm>
                <a:off x="7417562" y="1130300"/>
                <a:ext cx="4101338" cy="1508176"/>
              </a:xfrm>
              <a:prstGeom prst="roundRect">
                <a:avLst>
                  <a:gd name="adj" fmla="val 4800"/>
                </a:avLst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latin typeface="Arial" panose="020B0604020202020204"/>
                  </a:rPr>
                  <a:t>AI技术快速发展，我们的认知也需要不断更新。</a:t>
                </a:r>
                <a:endParaRPr lang="en-US" sz="1200" b="0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cxnSp>
            <p:nvCxnSpPr>
              <p:cNvPr id="34" name="Line1" descr="c215bca4-a37f-4268-a18e-44816215e9d6"/>
              <p:cNvCxnSpPr>
                <a:stCxn id="22" idx="1"/>
                <a:endCxn id="20" idx="3"/>
              </p:cNvCxnSpPr>
              <p:nvPr/>
            </p:nvCxnSpPr>
            <p:spPr>
              <a:xfrm rot="10800000" flipV="1">
                <a:off x="3888328" y="1884388"/>
                <a:ext cx="427640" cy="1747812"/>
              </a:xfrm>
              <a:prstGeom prst="bentConnector3">
                <a:avLst/>
              </a:prstGeom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0" name="组合 39" descr="a7a2d108-51dd-4568-94cc-a9579e2d5443"/>
            <p:cNvGrpSpPr/>
            <p:nvPr/>
          </p:nvGrpSpPr>
          <p:grpSpPr>
            <a:xfrm>
              <a:off x="3888328" y="2878112"/>
              <a:ext cx="7630572" cy="1508176"/>
              <a:chOff x="3888328" y="2878112"/>
              <a:chExt cx="7630572" cy="1508176"/>
            </a:xfrm>
          </p:grpSpPr>
          <p:sp>
            <p:nvSpPr>
              <p:cNvPr id="17" name="Bullet2" descr="fd896afa-c9b4-464c-aef6-642e97876417"/>
              <p:cNvSpPr/>
              <p:nvPr/>
            </p:nvSpPr>
            <p:spPr>
              <a:xfrm>
                <a:off x="4315968" y="2878112"/>
                <a:ext cx="3101593" cy="1508176"/>
              </a:xfrm>
              <a:prstGeom prst="roundRect">
                <a:avLst>
                  <a:gd name="adj" fmla="val 8000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anchorCtr="0">
                <a:normAutofit/>
              </a:bodyPr>
              <a:lstStyle/>
              <a:p>
                <a:pPr algn="l"/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有选择学习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8" name="Text2" descr="46ba1aa8-6bdf-4177-82e2-676332f5de69"/>
              <p:cNvSpPr/>
              <p:nvPr/>
            </p:nvSpPr>
            <p:spPr>
              <a:xfrm>
                <a:off x="7417562" y="2878112"/>
                <a:ext cx="4101338" cy="1508176"/>
              </a:xfrm>
              <a:prstGeom prst="roundRect">
                <a:avLst>
                  <a:gd name="adj" fmla="val 4800"/>
                </a:avLst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选择与你的工作最相关的领域深入研究。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cxnSp>
            <p:nvCxnSpPr>
              <p:cNvPr id="38" name="Line2" descr="ade9900c-69aa-4284-b69f-44905bd4071e"/>
              <p:cNvCxnSpPr>
                <a:stCxn id="17" idx="1"/>
                <a:endCxn id="20" idx="3"/>
              </p:cNvCxnSpPr>
              <p:nvPr/>
            </p:nvCxnSpPr>
            <p:spPr>
              <a:xfrm flipH="1">
                <a:off x="3888328" y="3632200"/>
                <a:ext cx="427640" cy="0"/>
              </a:xfrm>
              <a:prstGeom prst="line">
                <a:avLst/>
              </a:prstGeom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组合 40" descr="0d5ac18a-fa07-4bd2-aa08-a47dc4949b94"/>
            <p:cNvGrpSpPr/>
            <p:nvPr/>
          </p:nvGrpSpPr>
          <p:grpSpPr>
            <a:xfrm>
              <a:off x="3888329" y="3632200"/>
              <a:ext cx="7630570" cy="2501900"/>
              <a:chOff x="3888329" y="3632200"/>
              <a:chExt cx="7630570" cy="2501900"/>
            </a:xfrm>
          </p:grpSpPr>
          <p:sp>
            <p:nvSpPr>
              <p:cNvPr id="26" name="Bullet3" descr="3d5242ae-4e3e-43f4-9117-4300721247ca"/>
              <p:cNvSpPr/>
              <p:nvPr/>
            </p:nvSpPr>
            <p:spPr>
              <a:xfrm>
                <a:off x="4315967" y="4625924"/>
                <a:ext cx="3101593" cy="1508176"/>
              </a:xfrm>
              <a:prstGeom prst="roundRect">
                <a:avLst>
                  <a:gd name="adj" fmla="val 8000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anchorCtr="0">
                <a:normAutofit/>
              </a:bodyPr>
              <a:lstStyle/>
              <a:p>
                <a:pPr algn="l"/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建立体系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7" name="Text3" descr="6db4b0ba-c7bc-40f2-8268-b53b848fe228"/>
              <p:cNvSpPr/>
              <p:nvPr/>
            </p:nvSpPr>
            <p:spPr>
              <a:xfrm>
                <a:off x="7417561" y="4625924"/>
                <a:ext cx="4101338" cy="1508176"/>
              </a:xfrm>
              <a:prstGeom prst="roundRect">
                <a:avLst>
                  <a:gd name="adj" fmla="val 4800"/>
                </a:avLst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在实践中验证和改进方法，建立自己的AI编程体系。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cxnSp>
            <p:nvCxnSpPr>
              <p:cNvPr id="36" name="Line3" descr="820a20ae-c728-47be-8d7d-35ed22ce8e03"/>
              <p:cNvCxnSpPr>
                <a:stCxn id="26" idx="1"/>
                <a:endCxn id="20" idx="3"/>
              </p:cNvCxnSpPr>
              <p:nvPr/>
            </p:nvCxnSpPr>
            <p:spPr>
              <a:xfrm rot="10800000">
                <a:off x="3888329" y="3632200"/>
                <a:ext cx="427639" cy="1747812"/>
              </a:xfrm>
              <a:prstGeom prst="bentConnector3">
                <a:avLst/>
              </a:prstGeom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5a12860-57d0-435d-97c1-4c6d2d8d7d77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FFFFFF"/>
                </a:solidFill>
                <a:ea typeface="微软雅黑" panose="020B0503020204020204" charset="-122"/>
              </a:rPr>
              <a:t>智慧前行</a:t>
            </a:r>
            <a:endParaRPr lang="en-US" sz="2800" b="1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grpSp>
        <p:nvGrpSpPr>
          <p:cNvPr id="98" name="c74bb53b-784e-4158-8b59-c71509fe174a.source.3.zh-Hans.pptx" descr="43ed6525-f262-4d42-99f4-e287d3da2a50"/>
          <p:cNvGrpSpPr/>
          <p:nvPr/>
        </p:nvGrpSpPr>
        <p:grpSpPr>
          <a:xfrm>
            <a:off x="655701" y="1181100"/>
            <a:ext cx="10863199" cy="5099053"/>
            <a:chOff x="655701" y="1181100"/>
            <a:chExt cx="10863199" cy="5099053"/>
          </a:xfrm>
        </p:grpSpPr>
        <p:grpSp>
          <p:nvGrpSpPr>
            <p:cNvPr id="133" name="组合 132" descr="ce7594ee-db94-4ab7-81a9-b8cc4da84ff6"/>
            <p:cNvGrpSpPr/>
            <p:nvPr/>
          </p:nvGrpSpPr>
          <p:grpSpPr>
            <a:xfrm>
              <a:off x="4310694" y="2527199"/>
              <a:ext cx="3884634" cy="3752954"/>
              <a:chOff x="4588036" y="1954372"/>
              <a:chExt cx="3087904" cy="2983231"/>
            </a:xfrm>
            <a:solidFill>
              <a:schemeClr val="tx2">
                <a:alpha val="20000"/>
              </a:schemeClr>
            </a:solidFill>
          </p:grpSpPr>
          <p:sp>
            <p:nvSpPr>
              <p:cNvPr id="7" name="任意多边形: 形状 6" descr="f008731f-8d2e-4a27-aa37-577985b22bdf"/>
              <p:cNvSpPr/>
              <p:nvPr/>
            </p:nvSpPr>
            <p:spPr bwMode="auto">
              <a:xfrm>
                <a:off x="7047891" y="2948783"/>
                <a:ext cx="145384" cy="337285"/>
              </a:xfrm>
              <a:custGeom>
                <a:avLst/>
                <a:gdLst>
                  <a:gd name="T0" fmla="*/ 4 w 12"/>
                  <a:gd name="T1" fmla="*/ 0 h 28"/>
                  <a:gd name="T2" fmla="*/ 0 w 12"/>
                  <a:gd name="T3" fmla="*/ 4 h 28"/>
                  <a:gd name="T4" fmla="*/ 7 w 12"/>
                  <a:gd name="T5" fmla="*/ 19 h 28"/>
                  <a:gd name="T6" fmla="*/ 12 w 12"/>
                  <a:gd name="T7" fmla="*/ 28 h 28"/>
                  <a:gd name="T8" fmla="*/ 12 w 12"/>
                  <a:gd name="T9" fmla="*/ 28 h 28"/>
                  <a:gd name="T10" fmla="*/ 7 w 12"/>
                  <a:gd name="T11" fmla="*/ 1 h 28"/>
                  <a:gd name="T12" fmla="*/ 6 w 12"/>
                  <a:gd name="T13" fmla="*/ 1 h 28"/>
                  <a:gd name="T14" fmla="*/ 4 w 12"/>
                  <a:gd name="T15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" h="28">
                    <a:moveTo>
                      <a:pt x="4" y="0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7" y="19"/>
                      <a:pt x="7" y="19"/>
                      <a:pt x="7" y="19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7" y="1"/>
                      <a:pt x="6" y="1"/>
                      <a:pt x="6" y="1"/>
                    </a:cubicBezTo>
                    <a:cubicBezTo>
                      <a:pt x="5" y="1"/>
                      <a:pt x="4" y="1"/>
                      <a:pt x="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8" name="任意多边形: 形状 7" descr="f720a453-1584-4ded-a9cc-6b8adb05183b"/>
              <p:cNvSpPr/>
              <p:nvPr/>
            </p:nvSpPr>
            <p:spPr bwMode="auto">
              <a:xfrm>
                <a:off x="6036034" y="1966002"/>
                <a:ext cx="133753" cy="157014"/>
              </a:xfrm>
              <a:custGeom>
                <a:avLst/>
                <a:gdLst>
                  <a:gd name="T0" fmla="*/ 11 w 11"/>
                  <a:gd name="T1" fmla="*/ 1 h 13"/>
                  <a:gd name="T2" fmla="*/ 9 w 11"/>
                  <a:gd name="T3" fmla="*/ 0 h 13"/>
                  <a:gd name="T4" fmla="*/ 4 w 11"/>
                  <a:gd name="T5" fmla="*/ 8 h 13"/>
                  <a:gd name="T6" fmla="*/ 0 w 11"/>
                  <a:gd name="T7" fmla="*/ 13 h 13"/>
                  <a:gd name="T8" fmla="*/ 11 w 11"/>
                  <a:gd name="T9" fmla="*/ 1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13">
                    <a:moveTo>
                      <a:pt x="11" y="1"/>
                    </a:moveTo>
                    <a:cubicBezTo>
                      <a:pt x="10" y="1"/>
                      <a:pt x="10" y="0"/>
                      <a:pt x="9" y="0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0" y="13"/>
                      <a:pt x="0" y="13"/>
                      <a:pt x="0" y="13"/>
                    </a:cubicBezTo>
                    <a:lnTo>
                      <a:pt x="1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9" name="任意多边形: 形状 8" descr="cb54961c-220d-4ca6-8c87-d10adc513c3e"/>
              <p:cNvSpPr/>
              <p:nvPr/>
            </p:nvSpPr>
            <p:spPr bwMode="auto">
              <a:xfrm>
                <a:off x="5658044" y="3809442"/>
                <a:ext cx="232610" cy="98862"/>
              </a:xfrm>
              <a:custGeom>
                <a:avLst/>
                <a:gdLst>
                  <a:gd name="T0" fmla="*/ 16 w 19"/>
                  <a:gd name="T1" fmla="*/ 7 h 8"/>
                  <a:gd name="T2" fmla="*/ 19 w 19"/>
                  <a:gd name="T3" fmla="*/ 2 h 8"/>
                  <a:gd name="T4" fmla="*/ 18 w 19"/>
                  <a:gd name="T5" fmla="*/ 0 h 8"/>
                  <a:gd name="T6" fmla="*/ 2 w 19"/>
                  <a:gd name="T7" fmla="*/ 3 h 8"/>
                  <a:gd name="T8" fmla="*/ 0 w 19"/>
                  <a:gd name="T9" fmla="*/ 4 h 8"/>
                  <a:gd name="T10" fmla="*/ 7 w 19"/>
                  <a:gd name="T11" fmla="*/ 6 h 8"/>
                  <a:gd name="T12" fmla="*/ 15 w 19"/>
                  <a:gd name="T13" fmla="*/ 8 h 8"/>
                  <a:gd name="T14" fmla="*/ 16 w 19"/>
                  <a:gd name="T15" fmla="*/ 7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" h="8">
                    <a:moveTo>
                      <a:pt x="16" y="7"/>
                    </a:moveTo>
                    <a:cubicBezTo>
                      <a:pt x="19" y="2"/>
                      <a:pt x="19" y="2"/>
                      <a:pt x="19" y="2"/>
                    </a:cubicBezTo>
                    <a:cubicBezTo>
                      <a:pt x="19" y="1"/>
                      <a:pt x="18" y="0"/>
                      <a:pt x="18" y="0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7" y="6"/>
                      <a:pt x="7" y="6"/>
                      <a:pt x="7" y="6"/>
                    </a:cubicBezTo>
                    <a:cubicBezTo>
                      <a:pt x="15" y="8"/>
                      <a:pt x="15" y="8"/>
                      <a:pt x="15" y="8"/>
                    </a:cubicBezTo>
                    <a:lnTo>
                      <a:pt x="16" y="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0" name="任意多边形: 形状 9" descr="6cff256d-5006-4d3d-be50-29ded7afd36e"/>
              <p:cNvSpPr/>
              <p:nvPr/>
            </p:nvSpPr>
            <p:spPr bwMode="auto">
              <a:xfrm>
                <a:off x="6925773" y="2233505"/>
                <a:ext cx="110492" cy="34892"/>
              </a:xfrm>
              <a:custGeom>
                <a:avLst/>
                <a:gdLst>
                  <a:gd name="T0" fmla="*/ 0 w 9"/>
                  <a:gd name="T1" fmla="*/ 3 h 3"/>
                  <a:gd name="T2" fmla="*/ 3 w 9"/>
                  <a:gd name="T3" fmla="*/ 3 h 3"/>
                  <a:gd name="T4" fmla="*/ 9 w 9"/>
                  <a:gd name="T5" fmla="*/ 3 h 3"/>
                  <a:gd name="T6" fmla="*/ 9 w 9"/>
                  <a:gd name="T7" fmla="*/ 0 h 3"/>
                  <a:gd name="T8" fmla="*/ 0 w 9"/>
                  <a:gd name="T9" fmla="*/ 3 h 3"/>
                  <a:gd name="T10" fmla="*/ 0 w 9"/>
                  <a:gd name="T11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" h="3">
                    <a:moveTo>
                      <a:pt x="0" y="3"/>
                    </a:moveTo>
                    <a:cubicBezTo>
                      <a:pt x="3" y="3"/>
                      <a:pt x="3" y="3"/>
                      <a:pt x="3" y="3"/>
                    </a:cubicBezTo>
                    <a:cubicBezTo>
                      <a:pt x="9" y="3"/>
                      <a:pt x="9" y="3"/>
                      <a:pt x="9" y="3"/>
                    </a:cubicBezTo>
                    <a:cubicBezTo>
                      <a:pt x="9" y="2"/>
                      <a:pt x="9" y="1"/>
                      <a:pt x="9" y="0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1" name="任意多边形: 形状 10" descr="8af6a973-11a3-4e1e-8b9c-ef07823ccee3"/>
              <p:cNvSpPr/>
              <p:nvPr/>
            </p:nvSpPr>
            <p:spPr bwMode="auto">
              <a:xfrm>
                <a:off x="5018365" y="2245135"/>
                <a:ext cx="267502" cy="122122"/>
              </a:xfrm>
              <a:custGeom>
                <a:avLst/>
                <a:gdLst>
                  <a:gd name="T0" fmla="*/ 0 w 22"/>
                  <a:gd name="T1" fmla="*/ 10 h 10"/>
                  <a:gd name="T2" fmla="*/ 22 w 22"/>
                  <a:gd name="T3" fmla="*/ 0 h 10"/>
                  <a:gd name="T4" fmla="*/ 14 w 22"/>
                  <a:gd name="T5" fmla="*/ 2 h 10"/>
                  <a:gd name="T6" fmla="*/ 0 w 22"/>
                  <a:gd name="T7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2" h="10">
                    <a:moveTo>
                      <a:pt x="0" y="1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14" y="2"/>
                      <a:pt x="14" y="2"/>
                      <a:pt x="14" y="2"/>
                    </a:cubicBezTo>
                    <a:cubicBezTo>
                      <a:pt x="9" y="4"/>
                      <a:pt x="4" y="7"/>
                      <a:pt x="0" y="1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2" name="任意多边形: 形状 11" descr="677b1fd4-7828-4f94-a41c-47d1c9dfa40d"/>
              <p:cNvSpPr/>
              <p:nvPr/>
            </p:nvSpPr>
            <p:spPr bwMode="auto">
              <a:xfrm>
                <a:off x="6937403" y="2268396"/>
                <a:ext cx="203536" cy="34892"/>
              </a:xfrm>
              <a:custGeom>
                <a:avLst/>
                <a:gdLst>
                  <a:gd name="T0" fmla="*/ 12 w 17"/>
                  <a:gd name="T1" fmla="*/ 3 h 3"/>
                  <a:gd name="T2" fmla="*/ 16 w 17"/>
                  <a:gd name="T3" fmla="*/ 1 h 3"/>
                  <a:gd name="T4" fmla="*/ 17 w 17"/>
                  <a:gd name="T5" fmla="*/ 1 h 3"/>
                  <a:gd name="T6" fmla="*/ 17 w 17"/>
                  <a:gd name="T7" fmla="*/ 1 h 3"/>
                  <a:gd name="T8" fmla="*/ 16 w 17"/>
                  <a:gd name="T9" fmla="*/ 0 h 3"/>
                  <a:gd name="T10" fmla="*/ 0 w 17"/>
                  <a:gd name="T11" fmla="*/ 1 h 3"/>
                  <a:gd name="T12" fmla="*/ 9 w 17"/>
                  <a:gd name="T13" fmla="*/ 3 h 3"/>
                  <a:gd name="T14" fmla="*/ 12 w 17"/>
                  <a:gd name="T1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7" h="3">
                    <a:moveTo>
                      <a:pt x="12" y="3"/>
                    </a:moveTo>
                    <a:cubicBezTo>
                      <a:pt x="13" y="2"/>
                      <a:pt x="14" y="1"/>
                      <a:pt x="16" y="1"/>
                    </a:cubicBezTo>
                    <a:cubicBezTo>
                      <a:pt x="16" y="1"/>
                      <a:pt x="16" y="1"/>
                      <a:pt x="17" y="1"/>
                    </a:cubicBezTo>
                    <a:cubicBezTo>
                      <a:pt x="17" y="1"/>
                      <a:pt x="17" y="1"/>
                      <a:pt x="17" y="1"/>
                    </a:cubicBezTo>
                    <a:cubicBezTo>
                      <a:pt x="16" y="1"/>
                      <a:pt x="16" y="0"/>
                      <a:pt x="16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9" y="3"/>
                      <a:pt x="9" y="3"/>
                      <a:pt x="9" y="3"/>
                    </a:cubicBezTo>
                    <a:lnTo>
                      <a:pt x="12" y="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3" name="任意多边形: 形状 12" descr="963aca11-55d2-4a7c-957b-df4893a549a5"/>
              <p:cNvSpPr/>
              <p:nvPr/>
            </p:nvSpPr>
            <p:spPr bwMode="auto">
              <a:xfrm>
                <a:off x="5791794" y="1966002"/>
                <a:ext cx="186088" cy="87230"/>
              </a:xfrm>
              <a:custGeom>
                <a:avLst/>
                <a:gdLst>
                  <a:gd name="T0" fmla="*/ 3 w 15"/>
                  <a:gd name="T1" fmla="*/ 7 h 7"/>
                  <a:gd name="T2" fmla="*/ 15 w 15"/>
                  <a:gd name="T3" fmla="*/ 0 h 7"/>
                  <a:gd name="T4" fmla="*/ 8 w 15"/>
                  <a:gd name="T5" fmla="*/ 4 h 7"/>
                  <a:gd name="T6" fmla="*/ 8 w 15"/>
                  <a:gd name="T7" fmla="*/ 4 h 7"/>
                  <a:gd name="T8" fmla="*/ 0 w 15"/>
                  <a:gd name="T9" fmla="*/ 3 h 7"/>
                  <a:gd name="T10" fmla="*/ 0 w 15"/>
                  <a:gd name="T11" fmla="*/ 5 h 7"/>
                  <a:gd name="T12" fmla="*/ 3 w 15"/>
                  <a:gd name="T13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" h="7">
                    <a:moveTo>
                      <a:pt x="3" y="7"/>
                    </a:moveTo>
                    <a:cubicBezTo>
                      <a:pt x="15" y="0"/>
                      <a:pt x="15" y="0"/>
                      <a:pt x="15" y="0"/>
                    </a:cubicBezTo>
                    <a:cubicBezTo>
                      <a:pt x="13" y="1"/>
                      <a:pt x="10" y="2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5" y="3"/>
                      <a:pt x="3" y="3"/>
                      <a:pt x="0" y="3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1" y="6"/>
                      <a:pt x="3" y="6"/>
                      <a:pt x="3" y="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4" name="任意多边形: 形状 13" descr="dfb48402-aff2-4273-9178-90231c8717b3"/>
              <p:cNvSpPr/>
              <p:nvPr/>
            </p:nvSpPr>
            <p:spPr bwMode="auto">
              <a:xfrm>
                <a:off x="4605480" y="3018567"/>
                <a:ext cx="180275" cy="122122"/>
              </a:xfrm>
              <a:custGeom>
                <a:avLst/>
                <a:gdLst>
                  <a:gd name="T0" fmla="*/ 15 w 15"/>
                  <a:gd name="T1" fmla="*/ 7 h 10"/>
                  <a:gd name="T2" fmla="*/ 15 w 15"/>
                  <a:gd name="T3" fmla="*/ 6 h 10"/>
                  <a:gd name="T4" fmla="*/ 3 w 15"/>
                  <a:gd name="T5" fmla="*/ 0 h 10"/>
                  <a:gd name="T6" fmla="*/ 0 w 15"/>
                  <a:gd name="T7" fmla="*/ 10 h 10"/>
                  <a:gd name="T8" fmla="*/ 11 w 15"/>
                  <a:gd name="T9" fmla="*/ 8 h 10"/>
                  <a:gd name="T10" fmla="*/ 15 w 15"/>
                  <a:gd name="T11" fmla="*/ 7 h 10"/>
                  <a:gd name="T12" fmla="*/ 15 w 15"/>
                  <a:gd name="T13" fmla="*/ 7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" h="10">
                    <a:moveTo>
                      <a:pt x="15" y="7"/>
                    </a:moveTo>
                    <a:cubicBezTo>
                      <a:pt x="15" y="6"/>
                      <a:pt x="15" y="6"/>
                      <a:pt x="15" y="6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3"/>
                      <a:pt x="0" y="7"/>
                      <a:pt x="0" y="10"/>
                    </a:cubicBezTo>
                    <a:cubicBezTo>
                      <a:pt x="11" y="8"/>
                      <a:pt x="11" y="8"/>
                      <a:pt x="11" y="8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7"/>
                      <a:pt x="15" y="7"/>
                      <a:pt x="15" y="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5" name="任意多边形: 形状 14" descr="dc753aea-4001-4857-8eac-75019c9c71f6"/>
              <p:cNvSpPr/>
              <p:nvPr/>
            </p:nvSpPr>
            <p:spPr bwMode="auto">
              <a:xfrm>
                <a:off x="5390543" y="3588462"/>
                <a:ext cx="197719" cy="87230"/>
              </a:xfrm>
              <a:custGeom>
                <a:avLst/>
                <a:gdLst>
                  <a:gd name="T0" fmla="*/ 0 w 16"/>
                  <a:gd name="T1" fmla="*/ 4 h 7"/>
                  <a:gd name="T2" fmla="*/ 1 w 16"/>
                  <a:gd name="T3" fmla="*/ 7 h 7"/>
                  <a:gd name="T4" fmla="*/ 12 w 16"/>
                  <a:gd name="T5" fmla="*/ 2 h 7"/>
                  <a:gd name="T6" fmla="*/ 16 w 16"/>
                  <a:gd name="T7" fmla="*/ 0 h 7"/>
                  <a:gd name="T8" fmla="*/ 0 w 16"/>
                  <a:gd name="T9" fmla="*/ 4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7">
                    <a:moveTo>
                      <a:pt x="0" y="4"/>
                    </a:moveTo>
                    <a:cubicBezTo>
                      <a:pt x="0" y="5"/>
                      <a:pt x="0" y="6"/>
                      <a:pt x="1" y="7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6" y="0"/>
                      <a:pt x="16" y="0"/>
                      <a:pt x="16" y="0"/>
                    </a:cubicBezTo>
                    <a:lnTo>
                      <a:pt x="0" y="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6" name="任意多边形: 形状 15" descr="0129dc9a-5afb-41e2-a70d-7dcb596e2c8e"/>
              <p:cNvSpPr/>
              <p:nvPr/>
            </p:nvSpPr>
            <p:spPr bwMode="auto">
              <a:xfrm>
                <a:off x="5925546" y="2256766"/>
                <a:ext cx="122122" cy="220980"/>
              </a:xfrm>
              <a:custGeom>
                <a:avLst/>
                <a:gdLst>
                  <a:gd name="T0" fmla="*/ 3 w 10"/>
                  <a:gd name="T1" fmla="*/ 2 h 18"/>
                  <a:gd name="T2" fmla="*/ 3 w 10"/>
                  <a:gd name="T3" fmla="*/ 2 h 18"/>
                  <a:gd name="T4" fmla="*/ 0 w 10"/>
                  <a:gd name="T5" fmla="*/ 17 h 18"/>
                  <a:gd name="T6" fmla="*/ 2 w 10"/>
                  <a:gd name="T7" fmla="*/ 18 h 18"/>
                  <a:gd name="T8" fmla="*/ 9 w 10"/>
                  <a:gd name="T9" fmla="*/ 10 h 18"/>
                  <a:gd name="T10" fmla="*/ 10 w 10"/>
                  <a:gd name="T11" fmla="*/ 8 h 18"/>
                  <a:gd name="T12" fmla="*/ 9 w 10"/>
                  <a:gd name="T13" fmla="*/ 5 h 18"/>
                  <a:gd name="T14" fmla="*/ 10 w 10"/>
                  <a:gd name="T15" fmla="*/ 3 h 18"/>
                  <a:gd name="T16" fmla="*/ 7 w 10"/>
                  <a:gd name="T17" fmla="*/ 1 h 18"/>
                  <a:gd name="T18" fmla="*/ 6 w 10"/>
                  <a:gd name="T19" fmla="*/ 0 h 18"/>
                  <a:gd name="T20" fmla="*/ 3 w 10"/>
                  <a:gd name="T21" fmla="*/ 2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" h="18">
                    <a:moveTo>
                      <a:pt x="3" y="2"/>
                    </a:moveTo>
                    <a:cubicBezTo>
                      <a:pt x="3" y="2"/>
                      <a:pt x="3" y="2"/>
                      <a:pt x="3" y="2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1" y="17"/>
                      <a:pt x="1" y="17"/>
                      <a:pt x="2" y="18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10" y="8"/>
                      <a:pt x="10" y="8"/>
                      <a:pt x="10" y="8"/>
                    </a:cubicBezTo>
                    <a:cubicBezTo>
                      <a:pt x="10" y="7"/>
                      <a:pt x="9" y="6"/>
                      <a:pt x="9" y="5"/>
                    </a:cubicBezTo>
                    <a:cubicBezTo>
                      <a:pt x="9" y="4"/>
                      <a:pt x="10" y="4"/>
                      <a:pt x="10" y="3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5" y="1"/>
                      <a:pt x="4" y="2"/>
                      <a:pt x="3" y="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7" name="任意多边形: 形状 16" descr="3ce704e5-206c-4f75-9105-905f3b831724"/>
              <p:cNvSpPr/>
              <p:nvPr/>
            </p:nvSpPr>
            <p:spPr bwMode="auto">
              <a:xfrm>
                <a:off x="5803424" y="2134647"/>
                <a:ext cx="151197" cy="325655"/>
              </a:xfrm>
              <a:custGeom>
                <a:avLst/>
                <a:gdLst>
                  <a:gd name="T0" fmla="*/ 3 w 12"/>
                  <a:gd name="T1" fmla="*/ 11 h 27"/>
                  <a:gd name="T2" fmla="*/ 8 w 12"/>
                  <a:gd name="T3" fmla="*/ 27 h 27"/>
                  <a:gd name="T4" fmla="*/ 9 w 12"/>
                  <a:gd name="T5" fmla="*/ 27 h 27"/>
                  <a:gd name="T6" fmla="*/ 9 w 12"/>
                  <a:gd name="T7" fmla="*/ 27 h 27"/>
                  <a:gd name="T8" fmla="*/ 12 w 12"/>
                  <a:gd name="T9" fmla="*/ 11 h 27"/>
                  <a:gd name="T10" fmla="*/ 10 w 12"/>
                  <a:gd name="T11" fmla="*/ 8 h 27"/>
                  <a:gd name="T12" fmla="*/ 10 w 12"/>
                  <a:gd name="T13" fmla="*/ 6 h 27"/>
                  <a:gd name="T14" fmla="*/ 1 w 12"/>
                  <a:gd name="T15" fmla="*/ 0 h 27"/>
                  <a:gd name="T16" fmla="*/ 0 w 12"/>
                  <a:gd name="T17" fmla="*/ 0 h 27"/>
                  <a:gd name="T18" fmla="*/ 3 w 12"/>
                  <a:gd name="T19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" h="27">
                    <a:moveTo>
                      <a:pt x="3" y="11"/>
                    </a:moveTo>
                    <a:cubicBezTo>
                      <a:pt x="8" y="27"/>
                      <a:pt x="8" y="27"/>
                      <a:pt x="8" y="27"/>
                    </a:cubicBezTo>
                    <a:cubicBezTo>
                      <a:pt x="8" y="27"/>
                      <a:pt x="9" y="27"/>
                      <a:pt x="9" y="27"/>
                    </a:cubicBezTo>
                    <a:cubicBezTo>
                      <a:pt x="9" y="27"/>
                      <a:pt x="9" y="27"/>
                      <a:pt x="9" y="27"/>
                    </a:cubicBezTo>
                    <a:cubicBezTo>
                      <a:pt x="12" y="11"/>
                      <a:pt x="12" y="11"/>
                      <a:pt x="12" y="11"/>
                    </a:cubicBezTo>
                    <a:cubicBezTo>
                      <a:pt x="10" y="11"/>
                      <a:pt x="10" y="9"/>
                      <a:pt x="10" y="8"/>
                    </a:cubicBezTo>
                    <a:cubicBezTo>
                      <a:pt x="10" y="7"/>
                      <a:pt x="10" y="7"/>
                      <a:pt x="10" y="6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lnTo>
                      <a:pt x="3" y="1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8" name="任意多边形: 形状 17" descr="e6d77b86-847f-464e-92b6-4d2fc08045b4"/>
              <p:cNvSpPr/>
              <p:nvPr/>
            </p:nvSpPr>
            <p:spPr bwMode="auto">
              <a:xfrm>
                <a:off x="7007187" y="3396557"/>
                <a:ext cx="197719" cy="337285"/>
              </a:xfrm>
              <a:custGeom>
                <a:avLst/>
                <a:gdLst>
                  <a:gd name="T0" fmla="*/ 16 w 16"/>
                  <a:gd name="T1" fmla="*/ 16 h 28"/>
                  <a:gd name="T2" fmla="*/ 16 w 16"/>
                  <a:gd name="T3" fmla="*/ 9 h 28"/>
                  <a:gd name="T4" fmla="*/ 16 w 16"/>
                  <a:gd name="T5" fmla="*/ 0 h 28"/>
                  <a:gd name="T6" fmla="*/ 15 w 16"/>
                  <a:gd name="T7" fmla="*/ 0 h 28"/>
                  <a:gd name="T8" fmla="*/ 15 w 16"/>
                  <a:gd name="T9" fmla="*/ 0 h 28"/>
                  <a:gd name="T10" fmla="*/ 5 w 16"/>
                  <a:gd name="T11" fmla="*/ 18 h 28"/>
                  <a:gd name="T12" fmla="*/ 0 w 16"/>
                  <a:gd name="T13" fmla="*/ 28 h 28"/>
                  <a:gd name="T14" fmla="*/ 12 w 16"/>
                  <a:gd name="T15" fmla="*/ 22 h 28"/>
                  <a:gd name="T16" fmla="*/ 12 w 16"/>
                  <a:gd name="T17" fmla="*/ 20 h 28"/>
                  <a:gd name="T18" fmla="*/ 16 w 16"/>
                  <a:gd name="T19" fmla="*/ 16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" h="28">
                    <a:moveTo>
                      <a:pt x="16" y="16"/>
                    </a:moveTo>
                    <a:cubicBezTo>
                      <a:pt x="16" y="9"/>
                      <a:pt x="16" y="9"/>
                      <a:pt x="16" y="9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6" y="0"/>
                      <a:pt x="16" y="0"/>
                      <a:pt x="15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12" y="22"/>
                      <a:pt x="12" y="22"/>
                      <a:pt x="12" y="22"/>
                    </a:cubicBezTo>
                    <a:cubicBezTo>
                      <a:pt x="12" y="21"/>
                      <a:pt x="12" y="21"/>
                      <a:pt x="12" y="20"/>
                    </a:cubicBezTo>
                    <a:cubicBezTo>
                      <a:pt x="12" y="18"/>
                      <a:pt x="14" y="16"/>
                      <a:pt x="16" y="1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9" name="任意多边形: 形状 18" descr="85634564-9b98-427f-8585-8dea3838e471"/>
              <p:cNvSpPr/>
              <p:nvPr/>
            </p:nvSpPr>
            <p:spPr bwMode="auto">
              <a:xfrm>
                <a:off x="6826911" y="2570791"/>
                <a:ext cx="255872" cy="412885"/>
              </a:xfrm>
              <a:custGeom>
                <a:avLst/>
                <a:gdLst>
                  <a:gd name="T0" fmla="*/ 11 w 21"/>
                  <a:gd name="T1" fmla="*/ 22 h 34"/>
                  <a:gd name="T2" fmla="*/ 18 w 21"/>
                  <a:gd name="T3" fmla="*/ 34 h 34"/>
                  <a:gd name="T4" fmla="*/ 21 w 21"/>
                  <a:gd name="T5" fmla="*/ 31 h 34"/>
                  <a:gd name="T6" fmla="*/ 20 w 21"/>
                  <a:gd name="T7" fmla="*/ 27 h 34"/>
                  <a:gd name="T8" fmla="*/ 21 w 21"/>
                  <a:gd name="T9" fmla="*/ 24 h 34"/>
                  <a:gd name="T10" fmla="*/ 0 w 21"/>
                  <a:gd name="T11" fmla="*/ 0 h 34"/>
                  <a:gd name="T12" fmla="*/ 0 w 21"/>
                  <a:gd name="T13" fmla="*/ 0 h 34"/>
                  <a:gd name="T14" fmla="*/ 11 w 21"/>
                  <a:gd name="T15" fmla="*/ 2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" h="34">
                    <a:moveTo>
                      <a:pt x="11" y="22"/>
                    </a:moveTo>
                    <a:cubicBezTo>
                      <a:pt x="18" y="34"/>
                      <a:pt x="18" y="34"/>
                      <a:pt x="18" y="34"/>
                    </a:cubicBezTo>
                    <a:cubicBezTo>
                      <a:pt x="21" y="31"/>
                      <a:pt x="21" y="31"/>
                      <a:pt x="21" y="31"/>
                    </a:cubicBezTo>
                    <a:cubicBezTo>
                      <a:pt x="20" y="30"/>
                      <a:pt x="20" y="29"/>
                      <a:pt x="20" y="27"/>
                    </a:cubicBezTo>
                    <a:cubicBezTo>
                      <a:pt x="20" y="26"/>
                      <a:pt x="20" y="25"/>
                      <a:pt x="21" y="2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1" y="2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20" name="任意多边形: 形状 19" descr="83c5915b-e40e-421d-909c-136962d78fd8"/>
              <p:cNvSpPr/>
              <p:nvPr/>
            </p:nvSpPr>
            <p:spPr bwMode="auto">
              <a:xfrm>
                <a:off x="6472182" y="3722212"/>
                <a:ext cx="133753" cy="377993"/>
              </a:xfrm>
              <a:custGeom>
                <a:avLst/>
                <a:gdLst>
                  <a:gd name="T0" fmla="*/ 3 w 11"/>
                  <a:gd name="T1" fmla="*/ 4 h 31"/>
                  <a:gd name="T2" fmla="*/ 0 w 11"/>
                  <a:gd name="T3" fmla="*/ 27 h 31"/>
                  <a:gd name="T4" fmla="*/ 2 w 11"/>
                  <a:gd name="T5" fmla="*/ 28 h 31"/>
                  <a:gd name="T6" fmla="*/ 3 w 11"/>
                  <a:gd name="T7" fmla="*/ 29 h 31"/>
                  <a:gd name="T8" fmla="*/ 3 w 11"/>
                  <a:gd name="T9" fmla="*/ 31 h 31"/>
                  <a:gd name="T10" fmla="*/ 6 w 11"/>
                  <a:gd name="T11" fmla="*/ 19 h 31"/>
                  <a:gd name="T12" fmla="*/ 11 w 11"/>
                  <a:gd name="T13" fmla="*/ 0 h 31"/>
                  <a:gd name="T14" fmla="*/ 7 w 11"/>
                  <a:gd name="T15" fmla="*/ 0 h 31"/>
                  <a:gd name="T16" fmla="*/ 3 w 11"/>
                  <a:gd name="T17" fmla="*/ 4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" h="31">
                    <a:moveTo>
                      <a:pt x="3" y="4"/>
                    </a:moveTo>
                    <a:cubicBezTo>
                      <a:pt x="0" y="27"/>
                      <a:pt x="0" y="27"/>
                      <a:pt x="0" y="27"/>
                    </a:cubicBezTo>
                    <a:cubicBezTo>
                      <a:pt x="1" y="28"/>
                      <a:pt x="1" y="28"/>
                      <a:pt x="2" y="28"/>
                    </a:cubicBezTo>
                    <a:cubicBezTo>
                      <a:pt x="2" y="28"/>
                      <a:pt x="3" y="28"/>
                      <a:pt x="3" y="29"/>
                    </a:cubicBezTo>
                    <a:cubicBezTo>
                      <a:pt x="3" y="29"/>
                      <a:pt x="3" y="30"/>
                      <a:pt x="3" y="31"/>
                    </a:cubicBezTo>
                    <a:cubicBezTo>
                      <a:pt x="6" y="19"/>
                      <a:pt x="6" y="19"/>
                      <a:pt x="6" y="19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6" y="2"/>
                      <a:pt x="5" y="4"/>
                      <a:pt x="3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21" name="任意多边形: 形状 20" descr="2d5eb5cc-b5cf-4edf-900b-58bf58eb931e"/>
              <p:cNvSpPr/>
              <p:nvPr/>
            </p:nvSpPr>
            <p:spPr bwMode="auto">
              <a:xfrm>
                <a:off x="7582896" y="3576832"/>
                <a:ext cx="23262" cy="63970"/>
              </a:xfrm>
              <a:custGeom>
                <a:avLst/>
                <a:gdLst>
                  <a:gd name="T0" fmla="*/ 2 w 2"/>
                  <a:gd name="T1" fmla="*/ 3 h 5"/>
                  <a:gd name="T2" fmla="*/ 1 w 2"/>
                  <a:gd name="T3" fmla="*/ 0 h 5"/>
                  <a:gd name="T4" fmla="*/ 0 w 2"/>
                  <a:gd name="T5" fmla="*/ 5 h 5"/>
                  <a:gd name="T6" fmla="*/ 1 w 2"/>
                  <a:gd name="T7" fmla="*/ 4 h 5"/>
                  <a:gd name="T8" fmla="*/ 2 w 2"/>
                  <a:gd name="T9" fmla="*/ 3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5">
                    <a:moveTo>
                      <a:pt x="2" y="3"/>
                    </a:moveTo>
                    <a:cubicBezTo>
                      <a:pt x="1" y="2"/>
                      <a:pt x="1" y="1"/>
                      <a:pt x="1" y="0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1" y="4"/>
                      <a:pt x="1" y="4"/>
                      <a:pt x="1" y="4"/>
                    </a:cubicBezTo>
                    <a:lnTo>
                      <a:pt x="2" y="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22" name="任意多边形: 形状 21" descr="c4453103-7ae7-47b1-8b7a-d1f9defd8aac"/>
              <p:cNvSpPr/>
              <p:nvPr/>
            </p:nvSpPr>
            <p:spPr bwMode="auto">
              <a:xfrm>
                <a:off x="6547778" y="2303288"/>
                <a:ext cx="232610" cy="220980"/>
              </a:xfrm>
              <a:custGeom>
                <a:avLst/>
                <a:gdLst>
                  <a:gd name="T0" fmla="*/ 1 w 19"/>
                  <a:gd name="T1" fmla="*/ 17 h 18"/>
                  <a:gd name="T2" fmla="*/ 15 w 19"/>
                  <a:gd name="T3" fmla="*/ 18 h 18"/>
                  <a:gd name="T4" fmla="*/ 16 w 19"/>
                  <a:gd name="T5" fmla="*/ 18 h 18"/>
                  <a:gd name="T6" fmla="*/ 19 w 19"/>
                  <a:gd name="T7" fmla="*/ 14 h 18"/>
                  <a:gd name="T8" fmla="*/ 17 w 19"/>
                  <a:gd name="T9" fmla="*/ 11 h 18"/>
                  <a:gd name="T10" fmla="*/ 14 w 19"/>
                  <a:gd name="T11" fmla="*/ 1 h 18"/>
                  <a:gd name="T12" fmla="*/ 12 w 19"/>
                  <a:gd name="T13" fmla="*/ 1 h 18"/>
                  <a:gd name="T14" fmla="*/ 10 w 19"/>
                  <a:gd name="T15" fmla="*/ 0 h 18"/>
                  <a:gd name="T16" fmla="*/ 3 w 19"/>
                  <a:gd name="T17" fmla="*/ 10 h 18"/>
                  <a:gd name="T18" fmla="*/ 0 w 19"/>
                  <a:gd name="T19" fmla="*/ 14 h 18"/>
                  <a:gd name="T20" fmla="*/ 1 w 19"/>
                  <a:gd name="T21" fmla="*/ 17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18">
                    <a:moveTo>
                      <a:pt x="1" y="17"/>
                    </a:moveTo>
                    <a:cubicBezTo>
                      <a:pt x="15" y="18"/>
                      <a:pt x="15" y="18"/>
                      <a:pt x="15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6" y="16"/>
                      <a:pt x="17" y="15"/>
                      <a:pt x="19" y="14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3" y="1"/>
                      <a:pt x="13" y="1"/>
                      <a:pt x="12" y="1"/>
                    </a:cubicBezTo>
                    <a:cubicBezTo>
                      <a:pt x="12" y="1"/>
                      <a:pt x="11" y="0"/>
                      <a:pt x="10" y="0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1" y="14"/>
                      <a:pt x="1" y="16"/>
                      <a:pt x="1" y="1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23" name="任意多边形: 形状 22" descr="55d32138-0411-4a9f-a373-03cae4e1ee29"/>
              <p:cNvSpPr/>
              <p:nvPr/>
            </p:nvSpPr>
            <p:spPr bwMode="auto">
              <a:xfrm>
                <a:off x="6669901" y="3786182"/>
                <a:ext cx="325655" cy="558265"/>
              </a:xfrm>
              <a:custGeom>
                <a:avLst/>
                <a:gdLst>
                  <a:gd name="T0" fmla="*/ 0 w 27"/>
                  <a:gd name="T1" fmla="*/ 0 h 46"/>
                  <a:gd name="T2" fmla="*/ 23 w 27"/>
                  <a:gd name="T3" fmla="*/ 46 h 46"/>
                  <a:gd name="T4" fmla="*/ 24 w 27"/>
                  <a:gd name="T5" fmla="*/ 39 h 46"/>
                  <a:gd name="T6" fmla="*/ 24 w 27"/>
                  <a:gd name="T7" fmla="*/ 38 h 46"/>
                  <a:gd name="T8" fmla="*/ 25 w 27"/>
                  <a:gd name="T9" fmla="*/ 38 h 46"/>
                  <a:gd name="T10" fmla="*/ 27 w 27"/>
                  <a:gd name="T11" fmla="*/ 39 h 46"/>
                  <a:gd name="T12" fmla="*/ 27 w 27"/>
                  <a:gd name="T13" fmla="*/ 39 h 46"/>
                  <a:gd name="T14" fmla="*/ 9 w 27"/>
                  <a:gd name="T15" fmla="*/ 14 h 46"/>
                  <a:gd name="T16" fmla="*/ 0 w 27"/>
                  <a:gd name="T17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7" h="46">
                    <a:moveTo>
                      <a:pt x="0" y="0"/>
                    </a:moveTo>
                    <a:cubicBezTo>
                      <a:pt x="23" y="46"/>
                      <a:pt x="23" y="46"/>
                      <a:pt x="23" y="46"/>
                    </a:cubicBezTo>
                    <a:cubicBezTo>
                      <a:pt x="23" y="43"/>
                      <a:pt x="24" y="41"/>
                      <a:pt x="24" y="39"/>
                    </a:cubicBezTo>
                    <a:cubicBezTo>
                      <a:pt x="24" y="39"/>
                      <a:pt x="24" y="38"/>
                      <a:pt x="24" y="38"/>
                    </a:cubicBezTo>
                    <a:cubicBezTo>
                      <a:pt x="24" y="38"/>
                      <a:pt x="25" y="38"/>
                      <a:pt x="25" y="38"/>
                    </a:cubicBezTo>
                    <a:cubicBezTo>
                      <a:pt x="25" y="39"/>
                      <a:pt x="26" y="39"/>
                      <a:pt x="27" y="39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9" y="14"/>
                      <a:pt x="9" y="14"/>
                      <a:pt x="9" y="14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24" name="任意多边形: 形状 23" descr="bf257e51-6b57-4b12-a0fe-18d5ac3c2e28"/>
              <p:cNvSpPr/>
              <p:nvPr/>
            </p:nvSpPr>
            <p:spPr bwMode="auto">
              <a:xfrm>
                <a:off x="6826911" y="3710582"/>
                <a:ext cx="180275" cy="511743"/>
              </a:xfrm>
              <a:custGeom>
                <a:avLst/>
                <a:gdLst>
                  <a:gd name="T0" fmla="*/ 0 w 15"/>
                  <a:gd name="T1" fmla="*/ 2 h 42"/>
                  <a:gd name="T2" fmla="*/ 1 w 15"/>
                  <a:gd name="T3" fmla="*/ 6 h 42"/>
                  <a:gd name="T4" fmla="*/ 15 w 15"/>
                  <a:gd name="T5" fmla="*/ 42 h 42"/>
                  <a:gd name="T6" fmla="*/ 14 w 15"/>
                  <a:gd name="T7" fmla="*/ 3 h 42"/>
                  <a:gd name="T8" fmla="*/ 2 w 15"/>
                  <a:gd name="T9" fmla="*/ 0 h 42"/>
                  <a:gd name="T10" fmla="*/ 0 w 15"/>
                  <a:gd name="T11" fmla="*/ 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" h="42">
                    <a:moveTo>
                      <a:pt x="0" y="2"/>
                    </a:moveTo>
                    <a:cubicBezTo>
                      <a:pt x="1" y="6"/>
                      <a:pt x="1" y="6"/>
                      <a:pt x="1" y="6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1"/>
                      <a:pt x="1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25" name="任意多边形: 形状 24" descr="838f3441-7576-4f42-8aec-abe7ff6e85f2"/>
              <p:cNvSpPr/>
              <p:nvPr/>
            </p:nvSpPr>
            <p:spPr bwMode="auto">
              <a:xfrm>
                <a:off x="5966252" y="3733842"/>
                <a:ext cx="535005" cy="319841"/>
              </a:xfrm>
              <a:custGeom>
                <a:avLst/>
                <a:gdLst>
                  <a:gd name="T0" fmla="*/ 40 w 44"/>
                  <a:gd name="T1" fmla="*/ 0 h 26"/>
                  <a:gd name="T2" fmla="*/ 21 w 44"/>
                  <a:gd name="T3" fmla="*/ 2 h 26"/>
                  <a:gd name="T4" fmla="*/ 2 w 44"/>
                  <a:gd name="T5" fmla="*/ 4 h 26"/>
                  <a:gd name="T6" fmla="*/ 2 w 44"/>
                  <a:gd name="T7" fmla="*/ 4 h 26"/>
                  <a:gd name="T8" fmla="*/ 0 w 44"/>
                  <a:gd name="T9" fmla="*/ 8 h 26"/>
                  <a:gd name="T10" fmla="*/ 10 w 44"/>
                  <a:gd name="T11" fmla="*/ 22 h 26"/>
                  <a:gd name="T12" fmla="*/ 25 w 44"/>
                  <a:gd name="T13" fmla="*/ 11 h 26"/>
                  <a:gd name="T14" fmla="*/ 26 w 44"/>
                  <a:gd name="T15" fmla="*/ 11 h 26"/>
                  <a:gd name="T16" fmla="*/ 26 w 44"/>
                  <a:gd name="T17" fmla="*/ 11 h 26"/>
                  <a:gd name="T18" fmla="*/ 26 w 44"/>
                  <a:gd name="T19" fmla="*/ 11 h 26"/>
                  <a:gd name="T20" fmla="*/ 41 w 44"/>
                  <a:gd name="T21" fmla="*/ 26 h 26"/>
                  <a:gd name="T22" fmla="*/ 42 w 44"/>
                  <a:gd name="T23" fmla="*/ 13 h 26"/>
                  <a:gd name="T24" fmla="*/ 44 w 44"/>
                  <a:gd name="T25" fmla="*/ 3 h 26"/>
                  <a:gd name="T26" fmla="*/ 40 w 44"/>
                  <a:gd name="T27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4" h="26">
                    <a:moveTo>
                      <a:pt x="40" y="0"/>
                    </a:moveTo>
                    <a:cubicBezTo>
                      <a:pt x="21" y="2"/>
                      <a:pt x="21" y="2"/>
                      <a:pt x="21" y="2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2" y="6"/>
                      <a:pt x="1" y="7"/>
                      <a:pt x="0" y="8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16" y="20"/>
                      <a:pt x="21" y="16"/>
                      <a:pt x="25" y="11"/>
                    </a:cubicBezTo>
                    <a:cubicBezTo>
                      <a:pt x="25" y="11"/>
                      <a:pt x="26" y="11"/>
                      <a:pt x="26" y="11"/>
                    </a:cubicBezTo>
                    <a:cubicBezTo>
                      <a:pt x="26" y="11"/>
                      <a:pt x="26" y="11"/>
                      <a:pt x="26" y="11"/>
                    </a:cubicBezTo>
                    <a:cubicBezTo>
                      <a:pt x="26" y="11"/>
                      <a:pt x="26" y="11"/>
                      <a:pt x="26" y="11"/>
                    </a:cubicBezTo>
                    <a:cubicBezTo>
                      <a:pt x="29" y="18"/>
                      <a:pt x="34" y="23"/>
                      <a:pt x="41" y="26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4" y="3"/>
                      <a:pt x="44" y="3"/>
                      <a:pt x="44" y="3"/>
                    </a:cubicBezTo>
                    <a:cubicBezTo>
                      <a:pt x="42" y="3"/>
                      <a:pt x="40" y="1"/>
                      <a:pt x="4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26" name="任意多边形: 形状 25" descr="ececc28f-eb4b-43c8-bf1e-1b44f7284ea8"/>
              <p:cNvSpPr/>
              <p:nvPr/>
            </p:nvSpPr>
            <p:spPr bwMode="auto">
              <a:xfrm>
                <a:off x="6850173" y="3396557"/>
                <a:ext cx="331472" cy="337285"/>
              </a:xfrm>
              <a:custGeom>
                <a:avLst/>
                <a:gdLst>
                  <a:gd name="T0" fmla="*/ 26 w 27"/>
                  <a:gd name="T1" fmla="*/ 0 h 28"/>
                  <a:gd name="T2" fmla="*/ 21 w 27"/>
                  <a:gd name="T3" fmla="*/ 4 h 28"/>
                  <a:gd name="T4" fmla="*/ 0 w 27"/>
                  <a:gd name="T5" fmla="*/ 21 h 28"/>
                  <a:gd name="T6" fmla="*/ 1 w 27"/>
                  <a:gd name="T7" fmla="*/ 24 h 28"/>
                  <a:gd name="T8" fmla="*/ 1 w 27"/>
                  <a:gd name="T9" fmla="*/ 25 h 28"/>
                  <a:gd name="T10" fmla="*/ 3 w 27"/>
                  <a:gd name="T11" fmla="*/ 26 h 28"/>
                  <a:gd name="T12" fmla="*/ 12 w 27"/>
                  <a:gd name="T13" fmla="*/ 28 h 28"/>
                  <a:gd name="T14" fmla="*/ 15 w 27"/>
                  <a:gd name="T15" fmla="*/ 22 h 28"/>
                  <a:gd name="T16" fmla="*/ 27 w 27"/>
                  <a:gd name="T17" fmla="*/ 0 h 28"/>
                  <a:gd name="T18" fmla="*/ 26 w 27"/>
                  <a:gd name="T19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7" h="28">
                    <a:moveTo>
                      <a:pt x="26" y="0"/>
                    </a:moveTo>
                    <a:cubicBezTo>
                      <a:pt x="21" y="4"/>
                      <a:pt x="21" y="4"/>
                      <a:pt x="21" y="4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0" y="22"/>
                      <a:pt x="1" y="23"/>
                      <a:pt x="1" y="24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7" y="0"/>
                      <a:pt x="26" y="0"/>
                      <a:pt x="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27" name="任意多边形: 形状 26" descr="99f3f125-38d8-4e70-b2eb-5e927ff4aea1"/>
              <p:cNvSpPr/>
              <p:nvPr/>
            </p:nvSpPr>
            <p:spPr bwMode="auto">
              <a:xfrm>
                <a:off x="5431247" y="3117425"/>
                <a:ext cx="348916" cy="412885"/>
              </a:xfrm>
              <a:custGeom>
                <a:avLst/>
                <a:gdLst>
                  <a:gd name="T0" fmla="*/ 22 w 29"/>
                  <a:gd name="T1" fmla="*/ 34 h 34"/>
                  <a:gd name="T2" fmla="*/ 29 w 29"/>
                  <a:gd name="T3" fmla="*/ 27 h 34"/>
                  <a:gd name="T4" fmla="*/ 28 w 29"/>
                  <a:gd name="T5" fmla="*/ 24 h 34"/>
                  <a:gd name="T6" fmla="*/ 28 w 29"/>
                  <a:gd name="T7" fmla="*/ 22 h 34"/>
                  <a:gd name="T8" fmla="*/ 1 w 29"/>
                  <a:gd name="T9" fmla="*/ 0 h 34"/>
                  <a:gd name="T10" fmla="*/ 0 w 29"/>
                  <a:gd name="T11" fmla="*/ 0 h 34"/>
                  <a:gd name="T12" fmla="*/ 18 w 29"/>
                  <a:gd name="T13" fmla="*/ 33 h 34"/>
                  <a:gd name="T14" fmla="*/ 19 w 29"/>
                  <a:gd name="T15" fmla="*/ 33 h 34"/>
                  <a:gd name="T16" fmla="*/ 22 w 29"/>
                  <a:gd name="T17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" h="34">
                    <a:moveTo>
                      <a:pt x="22" y="34"/>
                    </a:moveTo>
                    <a:cubicBezTo>
                      <a:pt x="29" y="27"/>
                      <a:pt x="29" y="27"/>
                      <a:pt x="29" y="27"/>
                    </a:cubicBezTo>
                    <a:cubicBezTo>
                      <a:pt x="28" y="26"/>
                      <a:pt x="28" y="25"/>
                      <a:pt x="28" y="24"/>
                    </a:cubicBezTo>
                    <a:cubicBezTo>
                      <a:pt x="28" y="23"/>
                      <a:pt x="28" y="23"/>
                      <a:pt x="28" y="22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8" y="33"/>
                      <a:pt x="19" y="33"/>
                      <a:pt x="19" y="33"/>
                    </a:cubicBezTo>
                    <a:cubicBezTo>
                      <a:pt x="20" y="33"/>
                      <a:pt x="21" y="33"/>
                      <a:pt x="22" y="3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28" name="任意多边形: 形状 27" descr="41b24b30-6edd-4e27-a942-3cbb1446e589"/>
              <p:cNvSpPr/>
              <p:nvPr/>
            </p:nvSpPr>
            <p:spPr bwMode="auto">
              <a:xfrm>
                <a:off x="5402173" y="3600092"/>
                <a:ext cx="244241" cy="244241"/>
              </a:xfrm>
              <a:custGeom>
                <a:avLst/>
                <a:gdLst>
                  <a:gd name="T0" fmla="*/ 20 w 20"/>
                  <a:gd name="T1" fmla="*/ 5 h 20"/>
                  <a:gd name="T2" fmla="*/ 20 w 20"/>
                  <a:gd name="T3" fmla="*/ 2 h 20"/>
                  <a:gd name="T4" fmla="*/ 17 w 20"/>
                  <a:gd name="T5" fmla="*/ 0 h 20"/>
                  <a:gd name="T6" fmla="*/ 0 w 20"/>
                  <a:gd name="T7" fmla="*/ 7 h 20"/>
                  <a:gd name="T8" fmla="*/ 5 w 20"/>
                  <a:gd name="T9" fmla="*/ 18 h 20"/>
                  <a:gd name="T10" fmla="*/ 18 w 20"/>
                  <a:gd name="T11" fmla="*/ 20 h 20"/>
                  <a:gd name="T12" fmla="*/ 18 w 20"/>
                  <a:gd name="T13" fmla="*/ 20 h 20"/>
                  <a:gd name="T14" fmla="*/ 20 w 20"/>
                  <a:gd name="T15" fmla="*/ 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0" h="20">
                    <a:moveTo>
                      <a:pt x="20" y="5"/>
                    </a:moveTo>
                    <a:cubicBezTo>
                      <a:pt x="20" y="2"/>
                      <a:pt x="20" y="2"/>
                      <a:pt x="20" y="2"/>
                    </a:cubicBezTo>
                    <a:cubicBezTo>
                      <a:pt x="19" y="2"/>
                      <a:pt x="17" y="1"/>
                      <a:pt x="17" y="0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1" y="11"/>
                      <a:pt x="3" y="15"/>
                      <a:pt x="5" y="18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0"/>
                      <a:pt x="18" y="20"/>
                      <a:pt x="18" y="20"/>
                    </a:cubicBezTo>
                    <a:lnTo>
                      <a:pt x="20" y="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29" name="任意多边形: 形状 28" descr="a8f4fcfc-9290-47bf-9443-d2edeba26fed"/>
              <p:cNvSpPr/>
              <p:nvPr/>
            </p:nvSpPr>
            <p:spPr bwMode="auto">
              <a:xfrm>
                <a:off x="7472408" y="3687320"/>
                <a:ext cx="133753" cy="267502"/>
              </a:xfrm>
              <a:custGeom>
                <a:avLst/>
                <a:gdLst>
                  <a:gd name="T0" fmla="*/ 11 w 11"/>
                  <a:gd name="T1" fmla="*/ 8 h 22"/>
                  <a:gd name="T2" fmla="*/ 8 w 11"/>
                  <a:gd name="T3" fmla="*/ 0 h 22"/>
                  <a:gd name="T4" fmla="*/ 0 w 11"/>
                  <a:gd name="T5" fmla="*/ 22 h 22"/>
                  <a:gd name="T6" fmla="*/ 11 w 11"/>
                  <a:gd name="T7" fmla="*/ 8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" h="22">
                    <a:moveTo>
                      <a:pt x="11" y="8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5" y="19"/>
                      <a:pt x="9" y="14"/>
                      <a:pt x="11" y="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30" name="任意多边形: 形状 29" descr="f08e9b20-4a61-43b7-a929-3de68adc9f1e"/>
              <p:cNvSpPr/>
              <p:nvPr/>
            </p:nvSpPr>
            <p:spPr bwMode="auto">
              <a:xfrm>
                <a:off x="7007187" y="3774550"/>
                <a:ext cx="296580" cy="494299"/>
              </a:xfrm>
              <a:custGeom>
                <a:avLst/>
                <a:gdLst>
                  <a:gd name="T0" fmla="*/ 1 w 24"/>
                  <a:gd name="T1" fmla="*/ 39 h 41"/>
                  <a:gd name="T2" fmla="*/ 14 w 24"/>
                  <a:gd name="T3" fmla="*/ 40 h 41"/>
                  <a:gd name="T4" fmla="*/ 17 w 24"/>
                  <a:gd name="T5" fmla="*/ 41 h 41"/>
                  <a:gd name="T6" fmla="*/ 24 w 24"/>
                  <a:gd name="T7" fmla="*/ 37 h 41"/>
                  <a:gd name="T8" fmla="*/ 5 w 24"/>
                  <a:gd name="T9" fmla="*/ 8 h 41"/>
                  <a:gd name="T10" fmla="*/ 0 w 24"/>
                  <a:gd name="T11" fmla="*/ 0 h 41"/>
                  <a:gd name="T12" fmla="*/ 1 w 24"/>
                  <a:gd name="T13" fmla="*/ 39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41">
                    <a:moveTo>
                      <a:pt x="1" y="39"/>
                    </a:moveTo>
                    <a:cubicBezTo>
                      <a:pt x="14" y="40"/>
                      <a:pt x="14" y="40"/>
                      <a:pt x="14" y="40"/>
                    </a:cubicBezTo>
                    <a:cubicBezTo>
                      <a:pt x="17" y="41"/>
                      <a:pt x="17" y="41"/>
                      <a:pt x="17" y="41"/>
                    </a:cubicBezTo>
                    <a:cubicBezTo>
                      <a:pt x="19" y="40"/>
                      <a:pt x="22" y="39"/>
                      <a:pt x="24" y="37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" y="3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31" name="任意多边形: 形状 30" descr="17ca0371-eedc-42c1-95a3-dd53de38b2cc"/>
              <p:cNvSpPr/>
              <p:nvPr/>
            </p:nvSpPr>
            <p:spPr bwMode="auto">
              <a:xfrm>
                <a:off x="5111409" y="3129055"/>
                <a:ext cx="523373" cy="569895"/>
              </a:xfrm>
              <a:custGeom>
                <a:avLst/>
                <a:gdLst>
                  <a:gd name="T0" fmla="*/ 40 w 43"/>
                  <a:gd name="T1" fmla="*/ 36 h 47"/>
                  <a:gd name="T2" fmla="*/ 43 w 43"/>
                  <a:gd name="T3" fmla="*/ 32 h 47"/>
                  <a:gd name="T4" fmla="*/ 39 w 43"/>
                  <a:gd name="T5" fmla="*/ 26 h 47"/>
                  <a:gd name="T6" fmla="*/ 25 w 43"/>
                  <a:gd name="T7" fmla="*/ 0 h 47"/>
                  <a:gd name="T8" fmla="*/ 23 w 43"/>
                  <a:gd name="T9" fmla="*/ 0 h 47"/>
                  <a:gd name="T10" fmla="*/ 22 w 43"/>
                  <a:gd name="T11" fmla="*/ 0 h 47"/>
                  <a:gd name="T12" fmla="*/ 0 w 43"/>
                  <a:gd name="T13" fmla="*/ 47 h 47"/>
                  <a:gd name="T14" fmla="*/ 14 w 43"/>
                  <a:gd name="T15" fmla="*/ 43 h 47"/>
                  <a:gd name="T16" fmla="*/ 21 w 43"/>
                  <a:gd name="T17" fmla="*/ 38 h 47"/>
                  <a:gd name="T18" fmla="*/ 22 w 43"/>
                  <a:gd name="T19" fmla="*/ 38 h 47"/>
                  <a:gd name="T20" fmla="*/ 22 w 43"/>
                  <a:gd name="T21" fmla="*/ 39 h 47"/>
                  <a:gd name="T22" fmla="*/ 23 w 43"/>
                  <a:gd name="T23" fmla="*/ 41 h 47"/>
                  <a:gd name="T24" fmla="*/ 27 w 43"/>
                  <a:gd name="T25" fmla="*/ 40 h 47"/>
                  <a:gd name="T26" fmla="*/ 40 w 43"/>
                  <a:gd name="T27" fmla="*/ 37 h 47"/>
                  <a:gd name="T28" fmla="*/ 40 w 43"/>
                  <a:gd name="T29" fmla="*/ 36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3" h="47">
                    <a:moveTo>
                      <a:pt x="40" y="36"/>
                    </a:moveTo>
                    <a:cubicBezTo>
                      <a:pt x="40" y="35"/>
                      <a:pt x="41" y="33"/>
                      <a:pt x="43" y="32"/>
                    </a:cubicBezTo>
                    <a:cubicBezTo>
                      <a:pt x="39" y="26"/>
                      <a:pt x="39" y="26"/>
                      <a:pt x="39" y="26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25" y="0"/>
                      <a:pt x="24" y="0"/>
                      <a:pt x="23" y="0"/>
                    </a:cubicBezTo>
                    <a:cubicBezTo>
                      <a:pt x="23" y="0"/>
                      <a:pt x="23" y="0"/>
                      <a:pt x="22" y="0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14" y="43"/>
                      <a:pt x="14" y="43"/>
                      <a:pt x="14" y="43"/>
                    </a:cubicBezTo>
                    <a:cubicBezTo>
                      <a:pt x="17" y="42"/>
                      <a:pt x="19" y="40"/>
                      <a:pt x="21" y="38"/>
                    </a:cubicBezTo>
                    <a:cubicBezTo>
                      <a:pt x="22" y="38"/>
                      <a:pt x="22" y="38"/>
                      <a:pt x="22" y="38"/>
                    </a:cubicBezTo>
                    <a:cubicBezTo>
                      <a:pt x="22" y="38"/>
                      <a:pt x="22" y="38"/>
                      <a:pt x="22" y="39"/>
                    </a:cubicBezTo>
                    <a:cubicBezTo>
                      <a:pt x="22" y="39"/>
                      <a:pt x="22" y="40"/>
                      <a:pt x="23" y="41"/>
                    </a:cubicBezTo>
                    <a:cubicBezTo>
                      <a:pt x="27" y="40"/>
                      <a:pt x="27" y="40"/>
                      <a:pt x="27" y="40"/>
                    </a:cubicBezTo>
                    <a:cubicBezTo>
                      <a:pt x="40" y="37"/>
                      <a:pt x="40" y="37"/>
                      <a:pt x="40" y="37"/>
                    </a:cubicBezTo>
                    <a:cubicBezTo>
                      <a:pt x="40" y="37"/>
                      <a:pt x="40" y="36"/>
                      <a:pt x="40" y="3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32" name="任意多边形: 形状 31" descr="0246c73c-918b-43b9-9437-1f74fa80193f"/>
              <p:cNvSpPr/>
              <p:nvPr/>
            </p:nvSpPr>
            <p:spPr bwMode="auto">
              <a:xfrm>
                <a:off x="7315394" y="3094163"/>
                <a:ext cx="314024" cy="191906"/>
              </a:xfrm>
              <a:custGeom>
                <a:avLst/>
                <a:gdLst>
                  <a:gd name="T0" fmla="*/ 48 w 54"/>
                  <a:gd name="T1" fmla="*/ 0 h 33"/>
                  <a:gd name="T2" fmla="*/ 39 w 54"/>
                  <a:gd name="T3" fmla="*/ 4 h 33"/>
                  <a:gd name="T4" fmla="*/ 0 w 54"/>
                  <a:gd name="T5" fmla="*/ 33 h 33"/>
                  <a:gd name="T6" fmla="*/ 37 w 54"/>
                  <a:gd name="T7" fmla="*/ 12 h 33"/>
                  <a:gd name="T8" fmla="*/ 54 w 54"/>
                  <a:gd name="T9" fmla="*/ 4 h 33"/>
                  <a:gd name="T10" fmla="*/ 48 w 54"/>
                  <a:gd name="T11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4" h="33">
                    <a:moveTo>
                      <a:pt x="48" y="0"/>
                    </a:moveTo>
                    <a:lnTo>
                      <a:pt x="39" y="4"/>
                    </a:lnTo>
                    <a:lnTo>
                      <a:pt x="0" y="33"/>
                    </a:lnTo>
                    <a:lnTo>
                      <a:pt x="37" y="12"/>
                    </a:lnTo>
                    <a:lnTo>
                      <a:pt x="54" y="4"/>
                    </a:lnTo>
                    <a:lnTo>
                      <a:pt x="48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33" name="任意多边形: 形状 32" descr="f9e02d68-ea9f-433f-8495-347d7cdebb8a"/>
              <p:cNvSpPr/>
              <p:nvPr/>
            </p:nvSpPr>
            <p:spPr bwMode="auto">
              <a:xfrm>
                <a:off x="6658270" y="3006936"/>
                <a:ext cx="523373" cy="319841"/>
              </a:xfrm>
              <a:custGeom>
                <a:avLst/>
                <a:gdLst>
                  <a:gd name="T0" fmla="*/ 43 w 43"/>
                  <a:gd name="T1" fmla="*/ 24 h 26"/>
                  <a:gd name="T2" fmla="*/ 32 w 43"/>
                  <a:gd name="T3" fmla="*/ 0 h 26"/>
                  <a:gd name="T4" fmla="*/ 0 w 43"/>
                  <a:gd name="T5" fmla="*/ 6 h 26"/>
                  <a:gd name="T6" fmla="*/ 0 w 43"/>
                  <a:gd name="T7" fmla="*/ 8 h 26"/>
                  <a:gd name="T8" fmla="*/ 19 w 43"/>
                  <a:gd name="T9" fmla="*/ 16 h 26"/>
                  <a:gd name="T10" fmla="*/ 41 w 43"/>
                  <a:gd name="T11" fmla="*/ 26 h 26"/>
                  <a:gd name="T12" fmla="*/ 43 w 43"/>
                  <a:gd name="T13" fmla="*/ 24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3" h="26">
                    <a:moveTo>
                      <a:pt x="43" y="24"/>
                    </a:moveTo>
                    <a:cubicBezTo>
                      <a:pt x="32" y="0"/>
                      <a:pt x="32" y="0"/>
                      <a:pt x="32" y="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7"/>
                      <a:pt x="0" y="8"/>
                      <a:pt x="0" y="8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41" y="26"/>
                      <a:pt x="41" y="26"/>
                      <a:pt x="41" y="26"/>
                    </a:cubicBezTo>
                    <a:cubicBezTo>
                      <a:pt x="41" y="25"/>
                      <a:pt x="42" y="24"/>
                      <a:pt x="43" y="2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34" name="任意多边形: 形状 33" descr="3194cdeb-0020-46b4-b1ea-c08dc86a6475"/>
              <p:cNvSpPr/>
              <p:nvPr/>
            </p:nvSpPr>
            <p:spPr bwMode="auto">
              <a:xfrm>
                <a:off x="5844132" y="3832704"/>
                <a:ext cx="226797" cy="209350"/>
              </a:xfrm>
              <a:custGeom>
                <a:avLst/>
                <a:gdLst>
                  <a:gd name="T0" fmla="*/ 7 w 19"/>
                  <a:gd name="T1" fmla="*/ 1 h 17"/>
                  <a:gd name="T2" fmla="*/ 5 w 19"/>
                  <a:gd name="T3" fmla="*/ 0 h 17"/>
                  <a:gd name="T4" fmla="*/ 3 w 19"/>
                  <a:gd name="T5" fmla="*/ 3 h 17"/>
                  <a:gd name="T6" fmla="*/ 0 w 19"/>
                  <a:gd name="T7" fmla="*/ 7 h 17"/>
                  <a:gd name="T8" fmla="*/ 10 w 19"/>
                  <a:gd name="T9" fmla="*/ 17 h 17"/>
                  <a:gd name="T10" fmla="*/ 19 w 19"/>
                  <a:gd name="T11" fmla="*/ 15 h 17"/>
                  <a:gd name="T12" fmla="*/ 10 w 19"/>
                  <a:gd name="T13" fmla="*/ 0 h 17"/>
                  <a:gd name="T14" fmla="*/ 7 w 19"/>
                  <a:gd name="T15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" h="17">
                    <a:moveTo>
                      <a:pt x="7" y="1"/>
                    </a:moveTo>
                    <a:cubicBezTo>
                      <a:pt x="6" y="1"/>
                      <a:pt x="6" y="1"/>
                      <a:pt x="5" y="0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3" y="17"/>
                      <a:pt x="16" y="16"/>
                      <a:pt x="19" y="15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9" y="1"/>
                      <a:pt x="8" y="1"/>
                      <a:pt x="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35" name="任意多边形: 形状 34" descr="d087eb64-1e15-4f2d-9e18-d1b887963130"/>
              <p:cNvSpPr/>
              <p:nvPr/>
            </p:nvSpPr>
            <p:spPr bwMode="auto">
              <a:xfrm>
                <a:off x="5780163" y="3931561"/>
                <a:ext cx="157014" cy="122122"/>
              </a:xfrm>
              <a:custGeom>
                <a:avLst/>
                <a:gdLst>
                  <a:gd name="T0" fmla="*/ 2 w 13"/>
                  <a:gd name="T1" fmla="*/ 4 h 10"/>
                  <a:gd name="T2" fmla="*/ 0 w 13"/>
                  <a:gd name="T3" fmla="*/ 8 h 10"/>
                  <a:gd name="T4" fmla="*/ 13 w 13"/>
                  <a:gd name="T5" fmla="*/ 9 h 10"/>
                  <a:gd name="T6" fmla="*/ 5 w 13"/>
                  <a:gd name="T7" fmla="*/ 0 h 10"/>
                  <a:gd name="T8" fmla="*/ 2 w 13"/>
                  <a:gd name="T9" fmla="*/ 4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" h="10">
                    <a:moveTo>
                      <a:pt x="2" y="4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4" y="9"/>
                      <a:pt x="9" y="10"/>
                      <a:pt x="13" y="9"/>
                    </a:cubicBezTo>
                    <a:cubicBezTo>
                      <a:pt x="5" y="0"/>
                      <a:pt x="5" y="0"/>
                      <a:pt x="5" y="0"/>
                    </a:cubicBezTo>
                    <a:lnTo>
                      <a:pt x="2" y="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36" name="任意多边形: 形状 35" descr="5c0d07d8-e3d1-4eaf-a290-1fe3ebb5748d"/>
              <p:cNvSpPr/>
              <p:nvPr/>
            </p:nvSpPr>
            <p:spPr bwMode="auto">
              <a:xfrm>
                <a:off x="5646414" y="3855964"/>
                <a:ext cx="186088" cy="168644"/>
              </a:xfrm>
              <a:custGeom>
                <a:avLst/>
                <a:gdLst>
                  <a:gd name="T0" fmla="*/ 4 w 15"/>
                  <a:gd name="T1" fmla="*/ 7 h 14"/>
                  <a:gd name="T2" fmla="*/ 8 w 15"/>
                  <a:gd name="T3" fmla="*/ 14 h 14"/>
                  <a:gd name="T4" fmla="*/ 10 w 15"/>
                  <a:gd name="T5" fmla="*/ 14 h 14"/>
                  <a:gd name="T6" fmla="*/ 15 w 15"/>
                  <a:gd name="T7" fmla="*/ 5 h 14"/>
                  <a:gd name="T8" fmla="*/ 10 w 15"/>
                  <a:gd name="T9" fmla="*/ 4 h 14"/>
                  <a:gd name="T10" fmla="*/ 0 w 15"/>
                  <a:gd name="T11" fmla="*/ 0 h 14"/>
                  <a:gd name="T12" fmla="*/ 4 w 15"/>
                  <a:gd name="T13" fmla="*/ 7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" h="14">
                    <a:moveTo>
                      <a:pt x="4" y="7"/>
                    </a:moveTo>
                    <a:cubicBezTo>
                      <a:pt x="8" y="14"/>
                      <a:pt x="8" y="14"/>
                      <a:pt x="8" y="14"/>
                    </a:cubicBezTo>
                    <a:cubicBezTo>
                      <a:pt x="9" y="14"/>
                      <a:pt x="9" y="14"/>
                      <a:pt x="10" y="14"/>
                    </a:cubicBezTo>
                    <a:cubicBezTo>
                      <a:pt x="15" y="5"/>
                      <a:pt x="15" y="5"/>
                      <a:pt x="15" y="5"/>
                    </a:cubicBezTo>
                    <a:cubicBezTo>
                      <a:pt x="10" y="4"/>
                      <a:pt x="10" y="4"/>
                      <a:pt x="10" y="4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4" y="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37" name="任意多边形: 形状 36" descr="8e88b569-7ef3-4aec-9aed-c0a991428ce5"/>
              <p:cNvSpPr/>
              <p:nvPr/>
            </p:nvSpPr>
            <p:spPr bwMode="auto">
              <a:xfrm>
                <a:off x="4867168" y="3082533"/>
                <a:ext cx="500113" cy="604787"/>
              </a:xfrm>
              <a:custGeom>
                <a:avLst/>
                <a:gdLst>
                  <a:gd name="T0" fmla="*/ 39 w 41"/>
                  <a:gd name="T1" fmla="*/ 0 h 50"/>
                  <a:gd name="T2" fmla="*/ 2 w 41"/>
                  <a:gd name="T3" fmla="*/ 2 h 50"/>
                  <a:gd name="T4" fmla="*/ 2 w 41"/>
                  <a:gd name="T5" fmla="*/ 3 h 50"/>
                  <a:gd name="T6" fmla="*/ 0 w 41"/>
                  <a:gd name="T7" fmla="*/ 6 h 50"/>
                  <a:gd name="T8" fmla="*/ 17 w 41"/>
                  <a:gd name="T9" fmla="*/ 44 h 50"/>
                  <a:gd name="T10" fmla="*/ 19 w 41"/>
                  <a:gd name="T11" fmla="*/ 50 h 50"/>
                  <a:gd name="T12" fmla="*/ 41 w 41"/>
                  <a:gd name="T13" fmla="*/ 3 h 50"/>
                  <a:gd name="T14" fmla="*/ 39 w 41"/>
                  <a:gd name="T15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" h="50">
                    <a:moveTo>
                      <a:pt x="39" y="0"/>
                    </a:move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4"/>
                      <a:pt x="1" y="5"/>
                      <a:pt x="0" y="6"/>
                    </a:cubicBezTo>
                    <a:cubicBezTo>
                      <a:pt x="17" y="44"/>
                      <a:pt x="17" y="44"/>
                      <a:pt x="17" y="44"/>
                    </a:cubicBezTo>
                    <a:cubicBezTo>
                      <a:pt x="19" y="50"/>
                      <a:pt x="19" y="50"/>
                      <a:pt x="19" y="50"/>
                    </a:cubicBezTo>
                    <a:cubicBezTo>
                      <a:pt x="41" y="3"/>
                      <a:pt x="41" y="3"/>
                      <a:pt x="41" y="3"/>
                    </a:cubicBezTo>
                    <a:cubicBezTo>
                      <a:pt x="40" y="3"/>
                      <a:pt x="39" y="2"/>
                      <a:pt x="3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38" name="任意多边形: 形状 37" descr="3b38d423-5a84-4354-b411-53a55ef32156"/>
              <p:cNvSpPr/>
              <p:nvPr/>
            </p:nvSpPr>
            <p:spPr bwMode="auto">
              <a:xfrm>
                <a:off x="6728054" y="2268396"/>
                <a:ext cx="122122" cy="209350"/>
              </a:xfrm>
              <a:custGeom>
                <a:avLst/>
                <a:gdLst>
                  <a:gd name="T0" fmla="*/ 0 w 10"/>
                  <a:gd name="T1" fmla="*/ 3 h 17"/>
                  <a:gd name="T2" fmla="*/ 4 w 10"/>
                  <a:gd name="T3" fmla="*/ 15 h 17"/>
                  <a:gd name="T4" fmla="*/ 5 w 10"/>
                  <a:gd name="T5" fmla="*/ 17 h 17"/>
                  <a:gd name="T6" fmla="*/ 6 w 10"/>
                  <a:gd name="T7" fmla="*/ 17 h 17"/>
                  <a:gd name="T8" fmla="*/ 6 w 10"/>
                  <a:gd name="T9" fmla="*/ 17 h 17"/>
                  <a:gd name="T10" fmla="*/ 10 w 10"/>
                  <a:gd name="T11" fmla="*/ 4 h 17"/>
                  <a:gd name="T12" fmla="*/ 8 w 10"/>
                  <a:gd name="T13" fmla="*/ 1 h 17"/>
                  <a:gd name="T14" fmla="*/ 2 w 10"/>
                  <a:gd name="T15" fmla="*/ 0 h 17"/>
                  <a:gd name="T16" fmla="*/ 0 w 10"/>
                  <a:gd name="T17" fmla="*/ 3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" h="17">
                    <a:moveTo>
                      <a:pt x="0" y="3"/>
                    </a:moveTo>
                    <a:cubicBezTo>
                      <a:pt x="4" y="15"/>
                      <a:pt x="4" y="15"/>
                      <a:pt x="4" y="15"/>
                    </a:cubicBezTo>
                    <a:cubicBezTo>
                      <a:pt x="5" y="17"/>
                      <a:pt x="5" y="17"/>
                      <a:pt x="5" y="17"/>
                    </a:cubicBezTo>
                    <a:cubicBezTo>
                      <a:pt x="5" y="17"/>
                      <a:pt x="6" y="17"/>
                      <a:pt x="6" y="17"/>
                    </a:cubicBezTo>
                    <a:cubicBezTo>
                      <a:pt x="6" y="17"/>
                      <a:pt x="6" y="17"/>
                      <a:pt x="6" y="17"/>
                    </a:cubicBezTo>
                    <a:cubicBezTo>
                      <a:pt x="10" y="4"/>
                      <a:pt x="10" y="4"/>
                      <a:pt x="10" y="4"/>
                    </a:cubicBezTo>
                    <a:cubicBezTo>
                      <a:pt x="9" y="3"/>
                      <a:pt x="8" y="2"/>
                      <a:pt x="8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1"/>
                      <a:pt x="1" y="3"/>
                      <a:pt x="0" y="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39" name="任意多边形: 形状 38" descr="9e1e6a03-8ed1-4c0e-a990-765fe6d4b4de"/>
              <p:cNvSpPr/>
              <p:nvPr/>
            </p:nvSpPr>
            <p:spPr bwMode="auto">
              <a:xfrm>
                <a:off x="5710380" y="3454710"/>
                <a:ext cx="203536" cy="296580"/>
              </a:xfrm>
              <a:custGeom>
                <a:avLst/>
                <a:gdLst>
                  <a:gd name="T0" fmla="*/ 9 w 17"/>
                  <a:gd name="T1" fmla="*/ 1 h 24"/>
                  <a:gd name="T2" fmla="*/ 7 w 17"/>
                  <a:gd name="T3" fmla="*/ 0 h 24"/>
                  <a:gd name="T4" fmla="*/ 0 w 17"/>
                  <a:gd name="T5" fmla="*/ 7 h 24"/>
                  <a:gd name="T6" fmla="*/ 1 w 17"/>
                  <a:gd name="T7" fmla="*/ 10 h 24"/>
                  <a:gd name="T8" fmla="*/ 0 w 17"/>
                  <a:gd name="T9" fmla="*/ 12 h 24"/>
                  <a:gd name="T10" fmla="*/ 15 w 17"/>
                  <a:gd name="T11" fmla="*/ 24 h 24"/>
                  <a:gd name="T12" fmla="*/ 17 w 17"/>
                  <a:gd name="T13" fmla="*/ 23 h 24"/>
                  <a:gd name="T14" fmla="*/ 11 w 17"/>
                  <a:gd name="T15" fmla="*/ 6 h 24"/>
                  <a:gd name="T16" fmla="*/ 10 w 17"/>
                  <a:gd name="T17" fmla="*/ 1 h 24"/>
                  <a:gd name="T18" fmla="*/ 9 w 17"/>
                  <a:gd name="T19" fmla="*/ 1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" h="24">
                    <a:moveTo>
                      <a:pt x="9" y="1"/>
                    </a:moveTo>
                    <a:cubicBezTo>
                      <a:pt x="8" y="1"/>
                      <a:pt x="7" y="1"/>
                      <a:pt x="7" y="0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8"/>
                      <a:pt x="1" y="9"/>
                      <a:pt x="1" y="10"/>
                    </a:cubicBezTo>
                    <a:cubicBezTo>
                      <a:pt x="1" y="11"/>
                      <a:pt x="0" y="11"/>
                      <a:pt x="0" y="12"/>
                    </a:cubicBezTo>
                    <a:cubicBezTo>
                      <a:pt x="15" y="24"/>
                      <a:pt x="15" y="24"/>
                      <a:pt x="15" y="24"/>
                    </a:cubicBezTo>
                    <a:cubicBezTo>
                      <a:pt x="16" y="23"/>
                      <a:pt x="16" y="23"/>
                      <a:pt x="17" y="23"/>
                    </a:cubicBezTo>
                    <a:cubicBezTo>
                      <a:pt x="11" y="6"/>
                      <a:pt x="11" y="6"/>
                      <a:pt x="11" y="6"/>
                    </a:cubicBezTo>
                    <a:cubicBezTo>
                      <a:pt x="10" y="1"/>
                      <a:pt x="10" y="1"/>
                      <a:pt x="10" y="1"/>
                    </a:cubicBezTo>
                    <a:cubicBezTo>
                      <a:pt x="10" y="1"/>
                      <a:pt x="9" y="1"/>
                      <a:pt x="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40" name="任意多边形: 形状 39" descr="c7c4e052-abcb-4b81-941a-b8271eb99c82"/>
              <p:cNvSpPr/>
              <p:nvPr/>
            </p:nvSpPr>
            <p:spPr bwMode="auto">
              <a:xfrm>
                <a:off x="5966252" y="2367257"/>
                <a:ext cx="279133" cy="325655"/>
              </a:xfrm>
              <a:custGeom>
                <a:avLst/>
                <a:gdLst>
                  <a:gd name="T0" fmla="*/ 1 w 23"/>
                  <a:gd name="T1" fmla="*/ 13 h 27"/>
                  <a:gd name="T2" fmla="*/ 0 w 23"/>
                  <a:gd name="T3" fmla="*/ 14 h 27"/>
                  <a:gd name="T4" fmla="*/ 2 w 23"/>
                  <a:gd name="T5" fmla="*/ 15 h 27"/>
                  <a:gd name="T6" fmla="*/ 23 w 23"/>
                  <a:gd name="T7" fmla="*/ 27 h 27"/>
                  <a:gd name="T8" fmla="*/ 13 w 23"/>
                  <a:gd name="T9" fmla="*/ 3 h 27"/>
                  <a:gd name="T10" fmla="*/ 12 w 23"/>
                  <a:gd name="T11" fmla="*/ 1 h 27"/>
                  <a:gd name="T12" fmla="*/ 11 w 23"/>
                  <a:gd name="T13" fmla="*/ 1 h 27"/>
                  <a:gd name="T14" fmla="*/ 8 w 23"/>
                  <a:gd name="T15" fmla="*/ 0 h 27"/>
                  <a:gd name="T16" fmla="*/ 0 w 23"/>
                  <a:gd name="T17" fmla="*/ 9 h 27"/>
                  <a:gd name="T18" fmla="*/ 0 w 23"/>
                  <a:gd name="T19" fmla="*/ 10 h 27"/>
                  <a:gd name="T20" fmla="*/ 1 w 23"/>
                  <a:gd name="T21" fmla="*/ 1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3" h="27">
                    <a:moveTo>
                      <a:pt x="1" y="13"/>
                    </a:moveTo>
                    <a:cubicBezTo>
                      <a:pt x="0" y="13"/>
                      <a:pt x="0" y="14"/>
                      <a:pt x="0" y="14"/>
                    </a:cubicBezTo>
                    <a:cubicBezTo>
                      <a:pt x="2" y="15"/>
                      <a:pt x="2" y="15"/>
                      <a:pt x="2" y="15"/>
                    </a:cubicBezTo>
                    <a:cubicBezTo>
                      <a:pt x="23" y="27"/>
                      <a:pt x="23" y="27"/>
                      <a:pt x="23" y="27"/>
                    </a:cubicBezTo>
                    <a:cubicBezTo>
                      <a:pt x="13" y="3"/>
                      <a:pt x="13" y="3"/>
                      <a:pt x="13" y="3"/>
                    </a:cubicBezTo>
                    <a:cubicBezTo>
                      <a:pt x="12" y="1"/>
                      <a:pt x="12" y="1"/>
                      <a:pt x="12" y="1"/>
                    </a:cubicBezTo>
                    <a:cubicBezTo>
                      <a:pt x="12" y="1"/>
                      <a:pt x="11" y="1"/>
                      <a:pt x="11" y="1"/>
                    </a:cubicBezTo>
                    <a:cubicBezTo>
                      <a:pt x="10" y="1"/>
                      <a:pt x="9" y="0"/>
                      <a:pt x="8" y="0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10"/>
                      <a:pt x="1" y="12"/>
                      <a:pt x="1" y="1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41" name="任意多边形: 形状 40" descr="b426dcde-8fed-4f85-9e37-d2697cfec1f3"/>
              <p:cNvSpPr/>
              <p:nvPr/>
            </p:nvSpPr>
            <p:spPr bwMode="auto">
              <a:xfrm>
                <a:off x="6123266" y="2355627"/>
                <a:ext cx="337285" cy="337285"/>
              </a:xfrm>
              <a:custGeom>
                <a:avLst/>
                <a:gdLst>
                  <a:gd name="T0" fmla="*/ 0 w 28"/>
                  <a:gd name="T1" fmla="*/ 1 h 28"/>
                  <a:gd name="T2" fmla="*/ 12 w 28"/>
                  <a:gd name="T3" fmla="*/ 28 h 28"/>
                  <a:gd name="T4" fmla="*/ 24 w 28"/>
                  <a:gd name="T5" fmla="*/ 19 h 28"/>
                  <a:gd name="T6" fmla="*/ 28 w 28"/>
                  <a:gd name="T7" fmla="*/ 15 h 28"/>
                  <a:gd name="T8" fmla="*/ 27 w 28"/>
                  <a:gd name="T9" fmla="*/ 13 h 28"/>
                  <a:gd name="T10" fmla="*/ 27 w 28"/>
                  <a:gd name="T11" fmla="*/ 11 h 28"/>
                  <a:gd name="T12" fmla="*/ 11 w 28"/>
                  <a:gd name="T13" fmla="*/ 4 h 28"/>
                  <a:gd name="T14" fmla="*/ 2 w 28"/>
                  <a:gd name="T15" fmla="*/ 0 h 28"/>
                  <a:gd name="T16" fmla="*/ 0 w 28"/>
                  <a:gd name="T17" fmla="*/ 1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8" h="28">
                    <a:moveTo>
                      <a:pt x="0" y="1"/>
                    </a:moveTo>
                    <a:cubicBezTo>
                      <a:pt x="12" y="28"/>
                      <a:pt x="12" y="28"/>
                      <a:pt x="12" y="28"/>
                    </a:cubicBezTo>
                    <a:cubicBezTo>
                      <a:pt x="24" y="19"/>
                      <a:pt x="24" y="19"/>
                      <a:pt x="24" y="19"/>
                    </a:cubicBezTo>
                    <a:cubicBezTo>
                      <a:pt x="28" y="15"/>
                      <a:pt x="28" y="15"/>
                      <a:pt x="28" y="15"/>
                    </a:cubicBezTo>
                    <a:cubicBezTo>
                      <a:pt x="27" y="15"/>
                      <a:pt x="27" y="14"/>
                      <a:pt x="27" y="13"/>
                    </a:cubicBezTo>
                    <a:cubicBezTo>
                      <a:pt x="27" y="12"/>
                      <a:pt x="27" y="12"/>
                      <a:pt x="27" y="11"/>
                    </a:cubicBezTo>
                    <a:cubicBezTo>
                      <a:pt x="11" y="4"/>
                      <a:pt x="11" y="4"/>
                      <a:pt x="11" y="4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1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42" name="任意多边形: 形状 41" descr="45e30013-9374-4256-bab8-d60dc75ebc1e"/>
              <p:cNvSpPr/>
              <p:nvPr/>
            </p:nvSpPr>
            <p:spPr bwMode="auto">
              <a:xfrm>
                <a:off x="7140935" y="2925522"/>
                <a:ext cx="441960" cy="383807"/>
              </a:xfrm>
              <a:custGeom>
                <a:avLst/>
                <a:gdLst>
                  <a:gd name="T0" fmla="*/ 3 w 36"/>
                  <a:gd name="T1" fmla="*/ 0 h 32"/>
                  <a:gd name="T2" fmla="*/ 0 w 36"/>
                  <a:gd name="T3" fmla="*/ 3 h 32"/>
                  <a:gd name="T4" fmla="*/ 5 w 36"/>
                  <a:gd name="T5" fmla="*/ 30 h 32"/>
                  <a:gd name="T6" fmla="*/ 5 w 36"/>
                  <a:gd name="T7" fmla="*/ 30 h 32"/>
                  <a:gd name="T8" fmla="*/ 9 w 36"/>
                  <a:gd name="T9" fmla="*/ 32 h 32"/>
                  <a:gd name="T10" fmla="*/ 24 w 36"/>
                  <a:gd name="T11" fmla="*/ 22 h 32"/>
                  <a:gd name="T12" fmla="*/ 36 w 36"/>
                  <a:gd name="T13" fmla="*/ 13 h 32"/>
                  <a:gd name="T14" fmla="*/ 3 w 36"/>
                  <a:gd name="T15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" h="32">
                    <a:moveTo>
                      <a:pt x="3" y="0"/>
                    </a:moveTo>
                    <a:cubicBezTo>
                      <a:pt x="2" y="2"/>
                      <a:pt x="1" y="3"/>
                      <a:pt x="0" y="3"/>
                    </a:cubicBezTo>
                    <a:cubicBezTo>
                      <a:pt x="5" y="30"/>
                      <a:pt x="5" y="30"/>
                      <a:pt x="5" y="30"/>
                    </a:cubicBezTo>
                    <a:cubicBezTo>
                      <a:pt x="5" y="30"/>
                      <a:pt x="5" y="30"/>
                      <a:pt x="5" y="30"/>
                    </a:cubicBezTo>
                    <a:cubicBezTo>
                      <a:pt x="7" y="30"/>
                      <a:pt x="8" y="31"/>
                      <a:pt x="9" y="3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36" y="13"/>
                      <a:pt x="36" y="13"/>
                      <a:pt x="36" y="13"/>
                    </a:cubicBezTo>
                    <a:lnTo>
                      <a:pt x="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43" name="任意多边形: 形状 42" descr="b49be5c2-979a-4ad4-8c83-b28934eccc13"/>
              <p:cNvSpPr/>
              <p:nvPr/>
            </p:nvSpPr>
            <p:spPr bwMode="auto">
              <a:xfrm>
                <a:off x="6792020" y="4437490"/>
                <a:ext cx="191906" cy="500113"/>
              </a:xfrm>
              <a:custGeom>
                <a:avLst/>
                <a:gdLst>
                  <a:gd name="T0" fmla="*/ 13 w 16"/>
                  <a:gd name="T1" fmla="*/ 0 h 41"/>
                  <a:gd name="T2" fmla="*/ 2 w 16"/>
                  <a:gd name="T3" fmla="*/ 34 h 41"/>
                  <a:gd name="T4" fmla="*/ 0 w 16"/>
                  <a:gd name="T5" fmla="*/ 41 h 41"/>
                  <a:gd name="T6" fmla="*/ 16 w 16"/>
                  <a:gd name="T7" fmla="*/ 39 h 41"/>
                  <a:gd name="T8" fmla="*/ 13 w 16"/>
                  <a:gd name="T9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41">
                    <a:moveTo>
                      <a:pt x="13" y="0"/>
                    </a:moveTo>
                    <a:cubicBezTo>
                      <a:pt x="2" y="34"/>
                      <a:pt x="2" y="34"/>
                      <a:pt x="2" y="34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16" y="39"/>
                      <a:pt x="16" y="39"/>
                      <a:pt x="16" y="39"/>
                    </a:cubicBezTo>
                    <a:cubicBezTo>
                      <a:pt x="14" y="30"/>
                      <a:pt x="12" y="15"/>
                      <a:pt x="1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44" name="任意多边形: 形状 43" descr="3d9ab322-6ac4-4507-967b-af995b5efc98"/>
              <p:cNvSpPr/>
              <p:nvPr/>
            </p:nvSpPr>
            <p:spPr bwMode="auto">
              <a:xfrm>
                <a:off x="6605932" y="3140685"/>
                <a:ext cx="174458" cy="569895"/>
              </a:xfrm>
              <a:custGeom>
                <a:avLst/>
                <a:gdLst>
                  <a:gd name="T0" fmla="*/ 14 w 14"/>
                  <a:gd name="T1" fmla="*/ 41 h 47"/>
                  <a:gd name="T2" fmla="*/ 0 w 14"/>
                  <a:gd name="T3" fmla="*/ 0 h 47"/>
                  <a:gd name="T4" fmla="*/ 0 w 14"/>
                  <a:gd name="T5" fmla="*/ 0 h 47"/>
                  <a:gd name="T6" fmla="*/ 2 w 14"/>
                  <a:gd name="T7" fmla="*/ 47 h 47"/>
                  <a:gd name="T8" fmla="*/ 11 w 14"/>
                  <a:gd name="T9" fmla="*/ 45 h 47"/>
                  <a:gd name="T10" fmla="*/ 11 w 14"/>
                  <a:gd name="T11" fmla="*/ 45 h 47"/>
                  <a:gd name="T12" fmla="*/ 14 w 14"/>
                  <a:gd name="T13" fmla="*/ 41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47">
                    <a:moveTo>
                      <a:pt x="14" y="4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" y="47"/>
                      <a:pt x="2" y="47"/>
                      <a:pt x="2" y="47"/>
                    </a:cubicBezTo>
                    <a:cubicBezTo>
                      <a:pt x="11" y="45"/>
                      <a:pt x="11" y="45"/>
                      <a:pt x="11" y="45"/>
                    </a:cubicBezTo>
                    <a:cubicBezTo>
                      <a:pt x="11" y="45"/>
                      <a:pt x="11" y="45"/>
                      <a:pt x="11" y="45"/>
                    </a:cubicBezTo>
                    <a:cubicBezTo>
                      <a:pt x="11" y="43"/>
                      <a:pt x="13" y="42"/>
                      <a:pt x="14" y="4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45" name="任意多边形: 形状 44" descr="0319c68d-2ec5-4817-be9c-41666a8bca84"/>
              <p:cNvSpPr/>
              <p:nvPr/>
            </p:nvSpPr>
            <p:spPr bwMode="auto">
              <a:xfrm>
                <a:off x="5442877" y="2716173"/>
                <a:ext cx="360546" cy="657127"/>
              </a:xfrm>
              <a:custGeom>
                <a:avLst/>
                <a:gdLst>
                  <a:gd name="T0" fmla="*/ 28 w 30"/>
                  <a:gd name="T1" fmla="*/ 54 h 54"/>
                  <a:gd name="T2" fmla="*/ 30 w 30"/>
                  <a:gd name="T3" fmla="*/ 53 h 54"/>
                  <a:gd name="T4" fmla="*/ 29 w 30"/>
                  <a:gd name="T5" fmla="*/ 11 h 54"/>
                  <a:gd name="T6" fmla="*/ 29 w 30"/>
                  <a:gd name="T7" fmla="*/ 1 h 54"/>
                  <a:gd name="T8" fmla="*/ 28 w 30"/>
                  <a:gd name="T9" fmla="*/ 1 h 54"/>
                  <a:gd name="T10" fmla="*/ 26 w 30"/>
                  <a:gd name="T11" fmla="*/ 0 h 54"/>
                  <a:gd name="T12" fmla="*/ 0 w 30"/>
                  <a:gd name="T13" fmla="*/ 27 h 54"/>
                  <a:gd name="T14" fmla="*/ 1 w 30"/>
                  <a:gd name="T15" fmla="*/ 30 h 54"/>
                  <a:gd name="T16" fmla="*/ 0 w 30"/>
                  <a:gd name="T17" fmla="*/ 32 h 54"/>
                  <a:gd name="T18" fmla="*/ 8 w 30"/>
                  <a:gd name="T19" fmla="*/ 38 h 54"/>
                  <a:gd name="T20" fmla="*/ 28 w 30"/>
                  <a:gd name="T21" fmla="*/ 54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0" h="54">
                    <a:moveTo>
                      <a:pt x="28" y="54"/>
                    </a:moveTo>
                    <a:cubicBezTo>
                      <a:pt x="28" y="54"/>
                      <a:pt x="29" y="53"/>
                      <a:pt x="30" y="53"/>
                    </a:cubicBezTo>
                    <a:cubicBezTo>
                      <a:pt x="29" y="11"/>
                      <a:pt x="29" y="11"/>
                      <a:pt x="29" y="11"/>
                    </a:cubicBezTo>
                    <a:cubicBezTo>
                      <a:pt x="29" y="1"/>
                      <a:pt x="29" y="1"/>
                      <a:pt x="29" y="1"/>
                    </a:cubicBezTo>
                    <a:cubicBezTo>
                      <a:pt x="29" y="1"/>
                      <a:pt x="29" y="1"/>
                      <a:pt x="28" y="1"/>
                    </a:cubicBezTo>
                    <a:cubicBezTo>
                      <a:pt x="28" y="1"/>
                      <a:pt x="27" y="0"/>
                      <a:pt x="26" y="0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1" y="28"/>
                      <a:pt x="1" y="29"/>
                      <a:pt x="1" y="30"/>
                    </a:cubicBezTo>
                    <a:cubicBezTo>
                      <a:pt x="1" y="30"/>
                      <a:pt x="1" y="31"/>
                      <a:pt x="0" y="32"/>
                    </a:cubicBezTo>
                    <a:cubicBezTo>
                      <a:pt x="8" y="38"/>
                      <a:pt x="8" y="38"/>
                      <a:pt x="8" y="38"/>
                    </a:cubicBezTo>
                    <a:lnTo>
                      <a:pt x="28" y="5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46" name="任意多边形: 形状 45" descr="e1fb09cf-542d-464c-923a-fd0dcc181dbf"/>
              <p:cNvSpPr/>
              <p:nvPr/>
            </p:nvSpPr>
            <p:spPr bwMode="auto">
              <a:xfrm>
                <a:off x="7228167" y="3652428"/>
                <a:ext cx="343102" cy="535005"/>
              </a:xfrm>
              <a:custGeom>
                <a:avLst/>
                <a:gdLst>
                  <a:gd name="T0" fmla="*/ 3 w 28"/>
                  <a:gd name="T1" fmla="*/ 0 h 44"/>
                  <a:gd name="T2" fmla="*/ 0 w 28"/>
                  <a:gd name="T3" fmla="*/ 4 h 44"/>
                  <a:gd name="T4" fmla="*/ 4 w 28"/>
                  <a:gd name="T5" fmla="*/ 21 h 44"/>
                  <a:gd name="T6" fmla="*/ 9 w 28"/>
                  <a:gd name="T7" fmla="*/ 44 h 44"/>
                  <a:gd name="T8" fmla="*/ 16 w 28"/>
                  <a:gd name="T9" fmla="*/ 28 h 44"/>
                  <a:gd name="T10" fmla="*/ 16 w 28"/>
                  <a:gd name="T11" fmla="*/ 27 h 44"/>
                  <a:gd name="T12" fmla="*/ 17 w 28"/>
                  <a:gd name="T13" fmla="*/ 27 h 44"/>
                  <a:gd name="T14" fmla="*/ 17 w 28"/>
                  <a:gd name="T15" fmla="*/ 27 h 44"/>
                  <a:gd name="T16" fmla="*/ 19 w 28"/>
                  <a:gd name="T17" fmla="*/ 26 h 44"/>
                  <a:gd name="T18" fmla="*/ 20 w 28"/>
                  <a:gd name="T19" fmla="*/ 22 h 44"/>
                  <a:gd name="T20" fmla="*/ 28 w 28"/>
                  <a:gd name="T21" fmla="*/ 2 h 44"/>
                  <a:gd name="T22" fmla="*/ 3 w 28"/>
                  <a:gd name="T23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8" h="44">
                    <a:moveTo>
                      <a:pt x="3" y="0"/>
                    </a:moveTo>
                    <a:cubicBezTo>
                      <a:pt x="3" y="2"/>
                      <a:pt x="2" y="3"/>
                      <a:pt x="0" y="4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0"/>
                      <a:pt x="16" y="34"/>
                      <a:pt x="16" y="28"/>
                    </a:cubicBezTo>
                    <a:cubicBezTo>
                      <a:pt x="16" y="28"/>
                      <a:pt x="16" y="28"/>
                      <a:pt x="16" y="27"/>
                    </a:cubicBez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27"/>
                      <a:pt x="17" y="27"/>
                      <a:pt x="17" y="27"/>
                    </a:cubicBezTo>
                    <a:cubicBezTo>
                      <a:pt x="18" y="27"/>
                      <a:pt x="18" y="27"/>
                      <a:pt x="19" y="26"/>
                    </a:cubicBezTo>
                    <a:cubicBezTo>
                      <a:pt x="20" y="22"/>
                      <a:pt x="20" y="22"/>
                      <a:pt x="20" y="22"/>
                    </a:cubicBezTo>
                    <a:cubicBezTo>
                      <a:pt x="28" y="2"/>
                      <a:pt x="28" y="2"/>
                      <a:pt x="28" y="2"/>
                    </a:cubicBezTo>
                    <a:lnTo>
                      <a:pt x="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47" name="任意多边形: 形状 46" descr="adc04ec8-bd2d-4ffe-8539-283b925b5462"/>
              <p:cNvSpPr/>
              <p:nvPr/>
            </p:nvSpPr>
            <p:spPr bwMode="auto">
              <a:xfrm>
                <a:off x="7606156" y="3117425"/>
                <a:ext cx="69784" cy="325655"/>
              </a:xfrm>
              <a:custGeom>
                <a:avLst/>
                <a:gdLst>
                  <a:gd name="T0" fmla="*/ 0 w 6"/>
                  <a:gd name="T1" fmla="*/ 27 h 27"/>
                  <a:gd name="T2" fmla="*/ 5 w 6"/>
                  <a:gd name="T3" fmla="*/ 15 h 27"/>
                  <a:gd name="T4" fmla="*/ 4 w 6"/>
                  <a:gd name="T5" fmla="*/ 11 h 27"/>
                  <a:gd name="T6" fmla="*/ 4 w 6"/>
                  <a:gd name="T7" fmla="*/ 11 h 27"/>
                  <a:gd name="T8" fmla="*/ 5 w 6"/>
                  <a:gd name="T9" fmla="*/ 3 h 27"/>
                  <a:gd name="T10" fmla="*/ 4 w 6"/>
                  <a:gd name="T11" fmla="*/ 0 h 27"/>
                  <a:gd name="T12" fmla="*/ 3 w 6"/>
                  <a:gd name="T13" fmla="*/ 0 h 27"/>
                  <a:gd name="T14" fmla="*/ 3 w 6"/>
                  <a:gd name="T15" fmla="*/ 0 h 27"/>
                  <a:gd name="T16" fmla="*/ 0 w 6"/>
                  <a:gd name="T1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" h="27">
                    <a:moveTo>
                      <a:pt x="0" y="27"/>
                    </a:moveTo>
                    <a:cubicBezTo>
                      <a:pt x="4" y="25"/>
                      <a:pt x="6" y="20"/>
                      <a:pt x="5" y="15"/>
                    </a:cubicBezTo>
                    <a:cubicBezTo>
                      <a:pt x="5" y="14"/>
                      <a:pt x="4" y="12"/>
                      <a:pt x="4" y="11"/>
                    </a:cubicBezTo>
                    <a:cubicBezTo>
                      <a:pt x="4" y="11"/>
                      <a:pt x="4" y="11"/>
                      <a:pt x="4" y="11"/>
                    </a:cubicBezTo>
                    <a:cubicBezTo>
                      <a:pt x="5" y="8"/>
                      <a:pt x="5" y="6"/>
                      <a:pt x="5" y="3"/>
                    </a:cubicBezTo>
                    <a:cubicBezTo>
                      <a:pt x="5" y="2"/>
                      <a:pt x="5" y="1"/>
                      <a:pt x="4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lnTo>
                      <a:pt x="0" y="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48" name="任意多边形: 形状 47" descr="afca7108-cd7c-4822-b184-d2db35c90b47"/>
              <p:cNvSpPr/>
              <p:nvPr/>
            </p:nvSpPr>
            <p:spPr bwMode="auto">
              <a:xfrm>
                <a:off x="7007187" y="3675690"/>
                <a:ext cx="319841" cy="535005"/>
              </a:xfrm>
              <a:custGeom>
                <a:avLst/>
                <a:gdLst>
                  <a:gd name="T0" fmla="*/ 13 w 26"/>
                  <a:gd name="T1" fmla="*/ 0 h 44"/>
                  <a:gd name="T2" fmla="*/ 8 w 26"/>
                  <a:gd name="T3" fmla="*/ 2 h 44"/>
                  <a:gd name="T4" fmla="*/ 0 w 26"/>
                  <a:gd name="T5" fmla="*/ 6 h 44"/>
                  <a:gd name="T6" fmla="*/ 5 w 26"/>
                  <a:gd name="T7" fmla="*/ 14 h 44"/>
                  <a:gd name="T8" fmla="*/ 25 w 26"/>
                  <a:gd name="T9" fmla="*/ 44 h 44"/>
                  <a:gd name="T10" fmla="*/ 26 w 26"/>
                  <a:gd name="T11" fmla="*/ 43 h 44"/>
                  <a:gd name="T12" fmla="*/ 17 w 26"/>
                  <a:gd name="T13" fmla="*/ 2 h 44"/>
                  <a:gd name="T14" fmla="*/ 16 w 26"/>
                  <a:gd name="T15" fmla="*/ 2 h 44"/>
                  <a:gd name="T16" fmla="*/ 13 w 26"/>
                  <a:gd name="T17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6" h="44">
                    <a:moveTo>
                      <a:pt x="13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5" y="44"/>
                      <a:pt x="25" y="44"/>
                      <a:pt x="25" y="44"/>
                    </a:cubicBezTo>
                    <a:cubicBezTo>
                      <a:pt x="25" y="44"/>
                      <a:pt x="25" y="44"/>
                      <a:pt x="26" y="43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17" y="2"/>
                      <a:pt x="17" y="2"/>
                      <a:pt x="16" y="2"/>
                    </a:cubicBezTo>
                    <a:cubicBezTo>
                      <a:pt x="15" y="2"/>
                      <a:pt x="13" y="1"/>
                      <a:pt x="1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49" name="任意多边形: 形状 48" descr="0fd07cdc-4495-443d-a476-7fa8ebe22741"/>
              <p:cNvSpPr/>
              <p:nvPr/>
            </p:nvSpPr>
            <p:spPr bwMode="auto">
              <a:xfrm>
                <a:off x="5844132" y="3443079"/>
                <a:ext cx="604787" cy="331472"/>
              </a:xfrm>
              <a:custGeom>
                <a:avLst/>
                <a:gdLst>
                  <a:gd name="T0" fmla="*/ 49 w 50"/>
                  <a:gd name="T1" fmla="*/ 22 h 27"/>
                  <a:gd name="T2" fmla="*/ 50 w 50"/>
                  <a:gd name="T3" fmla="*/ 21 h 27"/>
                  <a:gd name="T4" fmla="*/ 5 w 50"/>
                  <a:gd name="T5" fmla="*/ 1 h 27"/>
                  <a:gd name="T6" fmla="*/ 2 w 50"/>
                  <a:gd name="T7" fmla="*/ 0 h 27"/>
                  <a:gd name="T8" fmla="*/ 0 w 50"/>
                  <a:gd name="T9" fmla="*/ 2 h 27"/>
                  <a:gd name="T10" fmla="*/ 7 w 50"/>
                  <a:gd name="T11" fmla="*/ 23 h 27"/>
                  <a:gd name="T12" fmla="*/ 8 w 50"/>
                  <a:gd name="T13" fmla="*/ 23 h 27"/>
                  <a:gd name="T14" fmla="*/ 12 w 50"/>
                  <a:gd name="T15" fmla="*/ 27 h 27"/>
                  <a:gd name="T16" fmla="*/ 45 w 50"/>
                  <a:gd name="T17" fmla="*/ 23 h 27"/>
                  <a:gd name="T18" fmla="*/ 50 w 50"/>
                  <a:gd name="T19" fmla="*/ 23 h 27"/>
                  <a:gd name="T20" fmla="*/ 49 w 50"/>
                  <a:gd name="T21" fmla="*/ 22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0" h="27">
                    <a:moveTo>
                      <a:pt x="49" y="22"/>
                    </a:moveTo>
                    <a:cubicBezTo>
                      <a:pt x="50" y="22"/>
                      <a:pt x="50" y="21"/>
                      <a:pt x="50" y="21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1"/>
                      <a:pt x="1" y="1"/>
                      <a:pt x="0" y="2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7" y="23"/>
                      <a:pt x="7" y="23"/>
                      <a:pt x="8" y="23"/>
                    </a:cubicBezTo>
                    <a:cubicBezTo>
                      <a:pt x="10" y="24"/>
                      <a:pt x="12" y="25"/>
                      <a:pt x="12" y="27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50" y="23"/>
                      <a:pt x="50" y="23"/>
                      <a:pt x="50" y="23"/>
                    </a:cubicBezTo>
                    <a:cubicBezTo>
                      <a:pt x="49" y="22"/>
                      <a:pt x="49" y="22"/>
                      <a:pt x="49" y="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50" name="任意多边形: 形状 49" descr="d84be0d3-e518-481a-a658-66580646d95e"/>
              <p:cNvSpPr/>
              <p:nvPr/>
            </p:nvSpPr>
            <p:spPr bwMode="auto">
              <a:xfrm>
                <a:off x="5803424" y="2704543"/>
                <a:ext cx="343102" cy="657127"/>
              </a:xfrm>
              <a:custGeom>
                <a:avLst/>
                <a:gdLst>
                  <a:gd name="T0" fmla="*/ 2 w 28"/>
                  <a:gd name="T1" fmla="*/ 54 h 54"/>
                  <a:gd name="T2" fmla="*/ 4 w 28"/>
                  <a:gd name="T3" fmla="*/ 54 h 54"/>
                  <a:gd name="T4" fmla="*/ 28 w 28"/>
                  <a:gd name="T5" fmla="*/ 21 h 54"/>
                  <a:gd name="T6" fmla="*/ 26 w 28"/>
                  <a:gd name="T7" fmla="*/ 17 h 54"/>
                  <a:gd name="T8" fmla="*/ 27 w 28"/>
                  <a:gd name="T9" fmla="*/ 15 h 54"/>
                  <a:gd name="T10" fmla="*/ 10 w 28"/>
                  <a:gd name="T11" fmla="*/ 5 h 54"/>
                  <a:gd name="T12" fmla="*/ 2 w 28"/>
                  <a:gd name="T13" fmla="*/ 0 h 54"/>
                  <a:gd name="T14" fmla="*/ 0 w 28"/>
                  <a:gd name="T15" fmla="*/ 2 h 54"/>
                  <a:gd name="T16" fmla="*/ 0 w 28"/>
                  <a:gd name="T17" fmla="*/ 20 h 54"/>
                  <a:gd name="T18" fmla="*/ 2 w 28"/>
                  <a:gd name="T19" fmla="*/ 54 h 54"/>
                  <a:gd name="T20" fmla="*/ 2 w 28"/>
                  <a:gd name="T21" fmla="*/ 54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8" h="54">
                    <a:moveTo>
                      <a:pt x="2" y="54"/>
                    </a:moveTo>
                    <a:cubicBezTo>
                      <a:pt x="3" y="54"/>
                      <a:pt x="3" y="54"/>
                      <a:pt x="4" y="54"/>
                    </a:cubicBezTo>
                    <a:cubicBezTo>
                      <a:pt x="28" y="21"/>
                      <a:pt x="28" y="21"/>
                      <a:pt x="28" y="21"/>
                    </a:cubicBezTo>
                    <a:cubicBezTo>
                      <a:pt x="27" y="20"/>
                      <a:pt x="26" y="18"/>
                      <a:pt x="26" y="17"/>
                    </a:cubicBezTo>
                    <a:cubicBezTo>
                      <a:pt x="26" y="16"/>
                      <a:pt x="27" y="16"/>
                      <a:pt x="27" y="15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1"/>
                      <a:pt x="1" y="1"/>
                      <a:pt x="0" y="2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2" y="54"/>
                      <a:pt x="2" y="54"/>
                      <a:pt x="2" y="54"/>
                    </a:cubicBezTo>
                    <a:cubicBezTo>
                      <a:pt x="2" y="54"/>
                      <a:pt x="2" y="54"/>
                      <a:pt x="2" y="5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51" name="任意多边形: 形状 50" descr="b45a6719-4b77-4ce0-90dd-2b4fd9dc49d6"/>
              <p:cNvSpPr/>
              <p:nvPr/>
            </p:nvSpPr>
            <p:spPr bwMode="auto">
              <a:xfrm>
                <a:off x="5867394" y="2948783"/>
                <a:ext cx="692019" cy="447777"/>
              </a:xfrm>
              <a:custGeom>
                <a:avLst/>
                <a:gdLst>
                  <a:gd name="T0" fmla="*/ 56 w 57"/>
                  <a:gd name="T1" fmla="*/ 11 h 37"/>
                  <a:gd name="T2" fmla="*/ 56 w 57"/>
                  <a:gd name="T3" fmla="*/ 11 h 37"/>
                  <a:gd name="T4" fmla="*/ 42 w 57"/>
                  <a:gd name="T5" fmla="*/ 4 h 37"/>
                  <a:gd name="T6" fmla="*/ 30 w 57"/>
                  <a:gd name="T7" fmla="*/ 0 h 37"/>
                  <a:gd name="T8" fmla="*/ 26 w 57"/>
                  <a:gd name="T9" fmla="*/ 2 h 37"/>
                  <a:gd name="T10" fmla="*/ 24 w 57"/>
                  <a:gd name="T11" fmla="*/ 1 h 37"/>
                  <a:gd name="T12" fmla="*/ 21 w 57"/>
                  <a:gd name="T13" fmla="*/ 6 h 37"/>
                  <a:gd name="T14" fmla="*/ 0 w 57"/>
                  <a:gd name="T15" fmla="*/ 35 h 37"/>
                  <a:gd name="T16" fmla="*/ 1 w 57"/>
                  <a:gd name="T17" fmla="*/ 37 h 37"/>
                  <a:gd name="T18" fmla="*/ 38 w 57"/>
                  <a:gd name="T19" fmla="*/ 21 h 37"/>
                  <a:gd name="T20" fmla="*/ 57 w 57"/>
                  <a:gd name="T21" fmla="*/ 13 h 37"/>
                  <a:gd name="T22" fmla="*/ 56 w 57"/>
                  <a:gd name="T23" fmla="*/ 11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7" h="37">
                    <a:moveTo>
                      <a:pt x="56" y="11"/>
                    </a:moveTo>
                    <a:cubicBezTo>
                      <a:pt x="56" y="11"/>
                      <a:pt x="56" y="11"/>
                      <a:pt x="56" y="11"/>
                    </a:cubicBezTo>
                    <a:cubicBezTo>
                      <a:pt x="42" y="4"/>
                      <a:pt x="42" y="4"/>
                      <a:pt x="42" y="4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29" y="1"/>
                      <a:pt x="28" y="2"/>
                      <a:pt x="26" y="2"/>
                    </a:cubicBezTo>
                    <a:cubicBezTo>
                      <a:pt x="25" y="2"/>
                      <a:pt x="24" y="2"/>
                      <a:pt x="24" y="1"/>
                    </a:cubicBezTo>
                    <a:cubicBezTo>
                      <a:pt x="21" y="6"/>
                      <a:pt x="21" y="6"/>
                      <a:pt x="21" y="6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35"/>
                      <a:pt x="1" y="36"/>
                      <a:pt x="1" y="37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57" y="13"/>
                      <a:pt x="57" y="13"/>
                      <a:pt x="57" y="13"/>
                    </a:cubicBezTo>
                    <a:cubicBezTo>
                      <a:pt x="56" y="12"/>
                      <a:pt x="56" y="12"/>
                      <a:pt x="56" y="1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52" name="任意多边形: 形状 51" descr="1ec188b6-f6b2-438d-91ef-d524159bf257"/>
              <p:cNvSpPr/>
              <p:nvPr/>
            </p:nvSpPr>
            <p:spPr bwMode="auto">
              <a:xfrm>
                <a:off x="6815281" y="2291657"/>
                <a:ext cx="267502" cy="197719"/>
              </a:xfrm>
              <a:custGeom>
                <a:avLst/>
                <a:gdLst>
                  <a:gd name="T0" fmla="*/ 4 w 22"/>
                  <a:gd name="T1" fmla="*/ 2 h 16"/>
                  <a:gd name="T2" fmla="*/ 4 w 22"/>
                  <a:gd name="T3" fmla="*/ 2 h 16"/>
                  <a:gd name="T4" fmla="*/ 0 w 22"/>
                  <a:gd name="T5" fmla="*/ 15 h 16"/>
                  <a:gd name="T6" fmla="*/ 2 w 22"/>
                  <a:gd name="T7" fmla="*/ 16 h 16"/>
                  <a:gd name="T8" fmla="*/ 14 w 22"/>
                  <a:gd name="T9" fmla="*/ 9 h 16"/>
                  <a:gd name="T10" fmla="*/ 22 w 22"/>
                  <a:gd name="T11" fmla="*/ 4 h 16"/>
                  <a:gd name="T12" fmla="*/ 21 w 22"/>
                  <a:gd name="T13" fmla="*/ 3 h 16"/>
                  <a:gd name="T14" fmla="*/ 22 w 22"/>
                  <a:gd name="T15" fmla="*/ 2 h 16"/>
                  <a:gd name="T16" fmla="*/ 8 w 22"/>
                  <a:gd name="T17" fmla="*/ 0 h 16"/>
                  <a:gd name="T18" fmla="*/ 4 w 22"/>
                  <a:gd name="T19" fmla="*/ 2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2" h="16">
                    <a:moveTo>
                      <a:pt x="4" y="2"/>
                    </a:moveTo>
                    <a:cubicBezTo>
                      <a:pt x="4" y="2"/>
                      <a:pt x="4" y="2"/>
                      <a:pt x="4" y="2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1" y="15"/>
                      <a:pt x="2" y="16"/>
                      <a:pt x="2" y="16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22" y="4"/>
                      <a:pt x="22" y="4"/>
                      <a:pt x="22" y="4"/>
                    </a:cubicBezTo>
                    <a:cubicBezTo>
                      <a:pt x="22" y="4"/>
                      <a:pt x="21" y="3"/>
                      <a:pt x="21" y="3"/>
                    </a:cubicBezTo>
                    <a:cubicBezTo>
                      <a:pt x="22" y="2"/>
                      <a:pt x="22" y="2"/>
                      <a:pt x="22" y="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1"/>
                      <a:pt x="6" y="2"/>
                      <a:pt x="4" y="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53" name="任意多边形: 形状 52" descr="a1c2c183-836b-4cbc-9724-8bd9a0eb3a49"/>
              <p:cNvSpPr/>
              <p:nvPr/>
            </p:nvSpPr>
            <p:spPr bwMode="auto">
              <a:xfrm>
                <a:off x="7582896" y="3629168"/>
                <a:ext cx="34892" cy="133753"/>
              </a:xfrm>
              <a:custGeom>
                <a:avLst/>
                <a:gdLst>
                  <a:gd name="T0" fmla="*/ 2 w 3"/>
                  <a:gd name="T1" fmla="*/ 11 h 11"/>
                  <a:gd name="T2" fmla="*/ 2 w 3"/>
                  <a:gd name="T3" fmla="*/ 0 h 11"/>
                  <a:gd name="T4" fmla="*/ 0 w 3"/>
                  <a:gd name="T5" fmla="*/ 3 h 11"/>
                  <a:gd name="T6" fmla="*/ 2 w 3"/>
                  <a:gd name="T7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11">
                    <a:moveTo>
                      <a:pt x="2" y="11"/>
                    </a:moveTo>
                    <a:cubicBezTo>
                      <a:pt x="3" y="7"/>
                      <a:pt x="3" y="4"/>
                      <a:pt x="2" y="0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2" y="1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54" name="任意多边形: 形状 53" descr="dc670a09-463d-465d-9a51-c6df772bfaf8"/>
              <p:cNvSpPr/>
              <p:nvPr/>
            </p:nvSpPr>
            <p:spPr bwMode="auto">
              <a:xfrm>
                <a:off x="7251427" y="3129055"/>
                <a:ext cx="377994" cy="523373"/>
              </a:xfrm>
              <a:custGeom>
                <a:avLst/>
                <a:gdLst>
                  <a:gd name="T0" fmla="*/ 0 w 31"/>
                  <a:gd name="T1" fmla="*/ 17 h 43"/>
                  <a:gd name="T2" fmla="*/ 1 w 31"/>
                  <a:gd name="T3" fmla="*/ 18 h 43"/>
                  <a:gd name="T4" fmla="*/ 0 w 31"/>
                  <a:gd name="T5" fmla="*/ 20 h 43"/>
                  <a:gd name="T6" fmla="*/ 17 w 31"/>
                  <a:gd name="T7" fmla="*/ 36 h 43"/>
                  <a:gd name="T8" fmla="*/ 26 w 31"/>
                  <a:gd name="T9" fmla="*/ 43 h 43"/>
                  <a:gd name="T10" fmla="*/ 26 w 31"/>
                  <a:gd name="T11" fmla="*/ 40 h 43"/>
                  <a:gd name="T12" fmla="*/ 27 w 31"/>
                  <a:gd name="T13" fmla="*/ 35 h 43"/>
                  <a:gd name="T14" fmla="*/ 23 w 31"/>
                  <a:gd name="T15" fmla="*/ 30 h 43"/>
                  <a:gd name="T16" fmla="*/ 23 w 31"/>
                  <a:gd name="T17" fmla="*/ 29 h 43"/>
                  <a:gd name="T18" fmla="*/ 24 w 31"/>
                  <a:gd name="T19" fmla="*/ 29 h 43"/>
                  <a:gd name="T20" fmla="*/ 28 w 31"/>
                  <a:gd name="T21" fmla="*/ 27 h 43"/>
                  <a:gd name="T22" fmla="*/ 29 w 31"/>
                  <a:gd name="T23" fmla="*/ 14 h 43"/>
                  <a:gd name="T24" fmla="*/ 31 w 31"/>
                  <a:gd name="T25" fmla="*/ 0 h 43"/>
                  <a:gd name="T26" fmla="*/ 0 w 31"/>
                  <a:gd name="T27" fmla="*/ 1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1" h="43">
                    <a:moveTo>
                      <a:pt x="0" y="17"/>
                    </a:moveTo>
                    <a:cubicBezTo>
                      <a:pt x="1" y="17"/>
                      <a:pt x="1" y="18"/>
                      <a:pt x="1" y="18"/>
                    </a:cubicBezTo>
                    <a:cubicBezTo>
                      <a:pt x="0" y="19"/>
                      <a:pt x="0" y="20"/>
                      <a:pt x="0" y="20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6" y="40"/>
                      <a:pt x="26" y="40"/>
                      <a:pt x="26" y="40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6" y="33"/>
                      <a:pt x="25" y="31"/>
                      <a:pt x="23" y="30"/>
                    </a:cubicBezTo>
                    <a:cubicBezTo>
                      <a:pt x="23" y="30"/>
                      <a:pt x="23" y="29"/>
                      <a:pt x="23" y="29"/>
                    </a:cubicBezTo>
                    <a:cubicBezTo>
                      <a:pt x="23" y="29"/>
                      <a:pt x="23" y="29"/>
                      <a:pt x="24" y="29"/>
                    </a:cubicBezTo>
                    <a:cubicBezTo>
                      <a:pt x="25" y="29"/>
                      <a:pt x="26" y="28"/>
                      <a:pt x="28" y="27"/>
                    </a:cubicBezTo>
                    <a:cubicBezTo>
                      <a:pt x="29" y="14"/>
                      <a:pt x="29" y="14"/>
                      <a:pt x="29" y="14"/>
                    </a:cubicBezTo>
                    <a:cubicBezTo>
                      <a:pt x="31" y="0"/>
                      <a:pt x="31" y="0"/>
                      <a:pt x="31" y="0"/>
                    </a:cubicBezTo>
                    <a:lnTo>
                      <a:pt x="0" y="1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55" name="任意多边形: 形状 54" descr="8925cea3-30ec-4ed6-b831-6a4de50cb790"/>
              <p:cNvSpPr/>
              <p:nvPr/>
            </p:nvSpPr>
            <p:spPr bwMode="auto">
              <a:xfrm>
                <a:off x="6716423" y="2024156"/>
                <a:ext cx="145384" cy="244241"/>
              </a:xfrm>
              <a:custGeom>
                <a:avLst/>
                <a:gdLst>
                  <a:gd name="T0" fmla="*/ 3 w 12"/>
                  <a:gd name="T1" fmla="*/ 19 h 20"/>
                  <a:gd name="T2" fmla="*/ 9 w 12"/>
                  <a:gd name="T3" fmla="*/ 20 h 20"/>
                  <a:gd name="T4" fmla="*/ 12 w 12"/>
                  <a:gd name="T5" fmla="*/ 17 h 20"/>
                  <a:gd name="T6" fmla="*/ 11 w 12"/>
                  <a:gd name="T7" fmla="*/ 6 h 20"/>
                  <a:gd name="T8" fmla="*/ 2 w 12"/>
                  <a:gd name="T9" fmla="*/ 1 h 20"/>
                  <a:gd name="T10" fmla="*/ 1 w 12"/>
                  <a:gd name="T11" fmla="*/ 1 h 20"/>
                  <a:gd name="T12" fmla="*/ 1 w 12"/>
                  <a:gd name="T13" fmla="*/ 0 h 20"/>
                  <a:gd name="T14" fmla="*/ 0 w 12"/>
                  <a:gd name="T15" fmla="*/ 14 h 20"/>
                  <a:gd name="T16" fmla="*/ 3 w 12"/>
                  <a:gd name="T17" fmla="*/ 19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" h="20">
                    <a:moveTo>
                      <a:pt x="3" y="19"/>
                    </a:moveTo>
                    <a:cubicBezTo>
                      <a:pt x="9" y="20"/>
                      <a:pt x="9" y="20"/>
                      <a:pt x="9" y="20"/>
                    </a:cubicBezTo>
                    <a:cubicBezTo>
                      <a:pt x="9" y="18"/>
                      <a:pt x="10" y="17"/>
                      <a:pt x="12" y="17"/>
                    </a:cubicBezTo>
                    <a:cubicBezTo>
                      <a:pt x="11" y="6"/>
                      <a:pt x="11" y="6"/>
                      <a:pt x="11" y="6"/>
                    </a:cubicBezTo>
                    <a:cubicBezTo>
                      <a:pt x="8" y="3"/>
                      <a:pt x="5" y="1"/>
                      <a:pt x="2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2" y="15"/>
                      <a:pt x="3" y="17"/>
                      <a:pt x="3" y="1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56" name="任意多边形: 形状 55" descr="fe4c4187-5a35-4fb4-b0fe-662415b4d5fa"/>
              <p:cNvSpPr/>
              <p:nvPr/>
            </p:nvSpPr>
            <p:spPr bwMode="auto">
              <a:xfrm>
                <a:off x="6635010" y="3698950"/>
                <a:ext cx="348916" cy="511743"/>
              </a:xfrm>
              <a:custGeom>
                <a:avLst/>
                <a:gdLst>
                  <a:gd name="T0" fmla="*/ 15 w 29"/>
                  <a:gd name="T1" fmla="*/ 4 h 42"/>
                  <a:gd name="T2" fmla="*/ 14 w 29"/>
                  <a:gd name="T3" fmla="*/ 4 h 42"/>
                  <a:gd name="T4" fmla="*/ 9 w 29"/>
                  <a:gd name="T5" fmla="*/ 0 h 42"/>
                  <a:gd name="T6" fmla="*/ 0 w 29"/>
                  <a:gd name="T7" fmla="*/ 2 h 42"/>
                  <a:gd name="T8" fmla="*/ 29 w 29"/>
                  <a:gd name="T9" fmla="*/ 42 h 42"/>
                  <a:gd name="T10" fmla="*/ 27 w 29"/>
                  <a:gd name="T11" fmla="*/ 36 h 42"/>
                  <a:gd name="T12" fmla="*/ 15 w 29"/>
                  <a:gd name="T13" fmla="*/ 4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42">
                    <a:moveTo>
                      <a:pt x="15" y="4"/>
                    </a:moveTo>
                    <a:cubicBezTo>
                      <a:pt x="15" y="4"/>
                      <a:pt x="14" y="4"/>
                      <a:pt x="14" y="4"/>
                    </a:cubicBezTo>
                    <a:cubicBezTo>
                      <a:pt x="12" y="4"/>
                      <a:pt x="10" y="2"/>
                      <a:pt x="9" y="0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29" y="42"/>
                      <a:pt x="29" y="42"/>
                      <a:pt x="29" y="42"/>
                    </a:cubicBezTo>
                    <a:cubicBezTo>
                      <a:pt x="27" y="36"/>
                      <a:pt x="27" y="36"/>
                      <a:pt x="27" y="36"/>
                    </a:cubicBezTo>
                    <a:lnTo>
                      <a:pt x="15" y="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57" name="任意多边形: 形状 56" descr="1f2012fe-960f-429d-9feb-2b63ce6f1cf8"/>
              <p:cNvSpPr/>
              <p:nvPr/>
            </p:nvSpPr>
            <p:spPr bwMode="auto">
              <a:xfrm>
                <a:off x="6448922" y="1977634"/>
                <a:ext cx="267502" cy="232611"/>
              </a:xfrm>
              <a:custGeom>
                <a:avLst/>
                <a:gdLst>
                  <a:gd name="T0" fmla="*/ 21 w 22"/>
                  <a:gd name="T1" fmla="*/ 18 h 19"/>
                  <a:gd name="T2" fmla="*/ 21 w 22"/>
                  <a:gd name="T3" fmla="*/ 12 h 19"/>
                  <a:gd name="T4" fmla="*/ 22 w 22"/>
                  <a:gd name="T5" fmla="*/ 4 h 19"/>
                  <a:gd name="T6" fmla="*/ 13 w 22"/>
                  <a:gd name="T7" fmla="*/ 2 h 19"/>
                  <a:gd name="T8" fmla="*/ 13 w 22"/>
                  <a:gd name="T9" fmla="*/ 2 h 19"/>
                  <a:gd name="T10" fmla="*/ 13 w 22"/>
                  <a:gd name="T11" fmla="*/ 2 h 19"/>
                  <a:gd name="T12" fmla="*/ 3 w 22"/>
                  <a:gd name="T13" fmla="*/ 0 h 19"/>
                  <a:gd name="T14" fmla="*/ 0 w 22"/>
                  <a:gd name="T15" fmla="*/ 1 h 19"/>
                  <a:gd name="T16" fmla="*/ 6 w 22"/>
                  <a:gd name="T17" fmla="*/ 7 h 19"/>
                  <a:gd name="T18" fmla="*/ 18 w 22"/>
                  <a:gd name="T19" fmla="*/ 19 h 19"/>
                  <a:gd name="T20" fmla="*/ 21 w 22"/>
                  <a:gd name="T21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2" h="19">
                    <a:moveTo>
                      <a:pt x="21" y="18"/>
                    </a:moveTo>
                    <a:cubicBezTo>
                      <a:pt x="21" y="12"/>
                      <a:pt x="21" y="12"/>
                      <a:pt x="21" y="12"/>
                    </a:cubicBezTo>
                    <a:cubicBezTo>
                      <a:pt x="22" y="4"/>
                      <a:pt x="22" y="4"/>
                      <a:pt x="22" y="4"/>
                    </a:cubicBezTo>
                    <a:cubicBezTo>
                      <a:pt x="19" y="3"/>
                      <a:pt x="16" y="2"/>
                      <a:pt x="13" y="2"/>
                    </a:cubicBezTo>
                    <a:cubicBezTo>
                      <a:pt x="13" y="2"/>
                      <a:pt x="13" y="2"/>
                      <a:pt x="13" y="2"/>
                    </a:cubicBezTo>
                    <a:cubicBezTo>
                      <a:pt x="13" y="3"/>
                      <a:pt x="13" y="2"/>
                      <a:pt x="13" y="2"/>
                    </a:cubicBezTo>
                    <a:cubicBezTo>
                      <a:pt x="10" y="1"/>
                      <a:pt x="6" y="0"/>
                      <a:pt x="3" y="0"/>
                    </a:cubicBezTo>
                    <a:cubicBezTo>
                      <a:pt x="2" y="0"/>
                      <a:pt x="1" y="0"/>
                      <a:pt x="0" y="1"/>
                    </a:cubicBezTo>
                    <a:cubicBezTo>
                      <a:pt x="6" y="7"/>
                      <a:pt x="6" y="7"/>
                      <a:pt x="6" y="7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9" y="19"/>
                      <a:pt x="20" y="18"/>
                      <a:pt x="21" y="1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58" name="任意多边形: 形状 57" descr="b6cfa816-0833-4c8e-ba24-e586f580dc5e"/>
              <p:cNvSpPr/>
              <p:nvPr/>
            </p:nvSpPr>
            <p:spPr bwMode="auto">
              <a:xfrm>
                <a:off x="6861803" y="2111386"/>
                <a:ext cx="157014" cy="145384"/>
              </a:xfrm>
              <a:custGeom>
                <a:avLst/>
                <a:gdLst>
                  <a:gd name="T0" fmla="*/ 1 w 13"/>
                  <a:gd name="T1" fmla="*/ 9 h 12"/>
                  <a:gd name="T2" fmla="*/ 4 w 13"/>
                  <a:gd name="T3" fmla="*/ 12 h 12"/>
                  <a:gd name="T4" fmla="*/ 8 w 13"/>
                  <a:gd name="T5" fmla="*/ 11 h 12"/>
                  <a:gd name="T6" fmla="*/ 13 w 13"/>
                  <a:gd name="T7" fmla="*/ 9 h 12"/>
                  <a:gd name="T8" fmla="*/ 0 w 13"/>
                  <a:gd name="T9" fmla="*/ 0 h 12"/>
                  <a:gd name="T10" fmla="*/ 1 w 13"/>
                  <a:gd name="T11" fmla="*/ 9 h 12"/>
                  <a:gd name="T12" fmla="*/ 1 w 13"/>
                  <a:gd name="T13" fmla="*/ 9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12">
                    <a:moveTo>
                      <a:pt x="1" y="9"/>
                    </a:moveTo>
                    <a:cubicBezTo>
                      <a:pt x="3" y="10"/>
                      <a:pt x="4" y="11"/>
                      <a:pt x="4" y="12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13" y="9"/>
                      <a:pt x="13" y="9"/>
                      <a:pt x="13" y="9"/>
                    </a:cubicBezTo>
                    <a:cubicBezTo>
                      <a:pt x="11" y="4"/>
                      <a:pt x="6" y="0"/>
                      <a:pt x="0" y="0"/>
                    </a:cubicBezTo>
                    <a:cubicBezTo>
                      <a:pt x="1" y="9"/>
                      <a:pt x="1" y="9"/>
                      <a:pt x="1" y="9"/>
                    </a:cubicBezTo>
                    <a:cubicBezTo>
                      <a:pt x="1" y="9"/>
                      <a:pt x="1" y="9"/>
                      <a:pt x="1" y="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59" name="任意多边形: 形状 58" descr="286b693c-ae2a-4bcb-a2e8-269b91ef480e"/>
              <p:cNvSpPr/>
              <p:nvPr/>
            </p:nvSpPr>
            <p:spPr bwMode="auto">
              <a:xfrm>
                <a:off x="6123266" y="1954372"/>
                <a:ext cx="535005" cy="348916"/>
              </a:xfrm>
              <a:custGeom>
                <a:avLst/>
                <a:gdLst>
                  <a:gd name="T0" fmla="*/ 3 w 44"/>
                  <a:gd name="T1" fmla="*/ 29 h 29"/>
                  <a:gd name="T2" fmla="*/ 13 w 44"/>
                  <a:gd name="T3" fmla="*/ 28 h 29"/>
                  <a:gd name="T4" fmla="*/ 43 w 44"/>
                  <a:gd name="T5" fmla="*/ 25 h 29"/>
                  <a:gd name="T6" fmla="*/ 43 w 44"/>
                  <a:gd name="T7" fmla="*/ 25 h 29"/>
                  <a:gd name="T8" fmla="*/ 44 w 44"/>
                  <a:gd name="T9" fmla="*/ 22 h 29"/>
                  <a:gd name="T10" fmla="*/ 26 w 44"/>
                  <a:gd name="T11" fmla="*/ 3 h 29"/>
                  <a:gd name="T12" fmla="*/ 13 w 44"/>
                  <a:gd name="T13" fmla="*/ 0 h 29"/>
                  <a:gd name="T14" fmla="*/ 11 w 44"/>
                  <a:gd name="T15" fmla="*/ 0 h 29"/>
                  <a:gd name="T16" fmla="*/ 1 w 44"/>
                  <a:gd name="T17" fmla="*/ 24 h 29"/>
                  <a:gd name="T18" fmla="*/ 0 w 44"/>
                  <a:gd name="T19" fmla="*/ 26 h 29"/>
                  <a:gd name="T20" fmla="*/ 3 w 44"/>
                  <a:gd name="T21" fmla="*/ 29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4" h="29">
                    <a:moveTo>
                      <a:pt x="3" y="29"/>
                    </a:moveTo>
                    <a:cubicBezTo>
                      <a:pt x="13" y="28"/>
                      <a:pt x="13" y="28"/>
                      <a:pt x="13" y="28"/>
                    </a:cubicBezTo>
                    <a:cubicBezTo>
                      <a:pt x="43" y="25"/>
                      <a:pt x="43" y="25"/>
                      <a:pt x="43" y="25"/>
                    </a:cubicBezTo>
                    <a:cubicBezTo>
                      <a:pt x="43" y="25"/>
                      <a:pt x="43" y="25"/>
                      <a:pt x="43" y="25"/>
                    </a:cubicBezTo>
                    <a:cubicBezTo>
                      <a:pt x="43" y="24"/>
                      <a:pt x="43" y="23"/>
                      <a:pt x="44" y="22"/>
                    </a:cubicBezTo>
                    <a:cubicBezTo>
                      <a:pt x="26" y="3"/>
                      <a:pt x="26" y="3"/>
                      <a:pt x="26" y="3"/>
                    </a:cubicBezTo>
                    <a:cubicBezTo>
                      <a:pt x="22" y="1"/>
                      <a:pt x="17" y="0"/>
                      <a:pt x="13" y="0"/>
                    </a:cubicBezTo>
                    <a:cubicBezTo>
                      <a:pt x="12" y="0"/>
                      <a:pt x="11" y="0"/>
                      <a:pt x="11" y="0"/>
                    </a:cubicBezTo>
                    <a:cubicBezTo>
                      <a:pt x="1" y="24"/>
                      <a:pt x="1" y="24"/>
                      <a:pt x="1" y="24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1" y="27"/>
                      <a:pt x="2" y="28"/>
                      <a:pt x="3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60" name="任意多边形: 形状 59" descr="1eb3df37-8c43-476e-9466-b39ce7936f69"/>
              <p:cNvSpPr/>
              <p:nvPr/>
            </p:nvSpPr>
            <p:spPr bwMode="auto">
              <a:xfrm>
                <a:off x="5989512" y="1966002"/>
                <a:ext cx="255872" cy="314024"/>
              </a:xfrm>
              <a:custGeom>
                <a:avLst/>
                <a:gdLst>
                  <a:gd name="T0" fmla="*/ 1 w 21"/>
                  <a:gd name="T1" fmla="*/ 22 h 26"/>
                  <a:gd name="T2" fmla="*/ 1 w 21"/>
                  <a:gd name="T3" fmla="*/ 23 h 26"/>
                  <a:gd name="T4" fmla="*/ 5 w 21"/>
                  <a:gd name="T5" fmla="*/ 26 h 26"/>
                  <a:gd name="T6" fmla="*/ 9 w 21"/>
                  <a:gd name="T7" fmla="*/ 24 h 26"/>
                  <a:gd name="T8" fmla="*/ 10 w 21"/>
                  <a:gd name="T9" fmla="*/ 25 h 26"/>
                  <a:gd name="T10" fmla="*/ 18 w 21"/>
                  <a:gd name="T11" fmla="*/ 5 h 26"/>
                  <a:gd name="T12" fmla="*/ 21 w 21"/>
                  <a:gd name="T13" fmla="*/ 0 h 26"/>
                  <a:gd name="T14" fmla="*/ 16 w 21"/>
                  <a:gd name="T15" fmla="*/ 1 h 26"/>
                  <a:gd name="T16" fmla="*/ 16 w 21"/>
                  <a:gd name="T17" fmla="*/ 1 h 26"/>
                  <a:gd name="T18" fmla="*/ 16 w 21"/>
                  <a:gd name="T19" fmla="*/ 1 h 26"/>
                  <a:gd name="T20" fmla="*/ 0 w 21"/>
                  <a:gd name="T21" fmla="*/ 20 h 26"/>
                  <a:gd name="T22" fmla="*/ 1 w 21"/>
                  <a:gd name="T23" fmla="*/ 22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1" h="26">
                    <a:moveTo>
                      <a:pt x="1" y="22"/>
                    </a:moveTo>
                    <a:cubicBezTo>
                      <a:pt x="1" y="23"/>
                      <a:pt x="1" y="23"/>
                      <a:pt x="1" y="23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6" y="25"/>
                      <a:pt x="8" y="24"/>
                      <a:pt x="9" y="24"/>
                    </a:cubicBezTo>
                    <a:cubicBezTo>
                      <a:pt x="10" y="24"/>
                      <a:pt x="10" y="25"/>
                      <a:pt x="10" y="25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19" y="0"/>
                      <a:pt x="18" y="1"/>
                      <a:pt x="16" y="1"/>
                    </a:cubicBezTo>
                    <a:cubicBezTo>
                      <a:pt x="16" y="1"/>
                      <a:pt x="16" y="1"/>
                      <a:pt x="16" y="1"/>
                    </a:cubicBezTo>
                    <a:cubicBezTo>
                      <a:pt x="16" y="1"/>
                      <a:pt x="16" y="1"/>
                      <a:pt x="16" y="1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1" y="20"/>
                      <a:pt x="2" y="21"/>
                      <a:pt x="1" y="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61" name="任意多边形: 形状 60" descr="2269125d-3cf5-4d24-8e2e-260a7c9edbb3"/>
              <p:cNvSpPr/>
              <p:nvPr/>
            </p:nvSpPr>
            <p:spPr bwMode="auto">
              <a:xfrm>
                <a:off x="7641048" y="3082533"/>
                <a:ext cx="11630" cy="23262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0 h 2"/>
                  <a:gd name="T4" fmla="*/ 0 w 1"/>
                  <a:gd name="T5" fmla="*/ 0 h 2"/>
                  <a:gd name="T6" fmla="*/ 0 w 1"/>
                  <a:gd name="T7" fmla="*/ 2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1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"/>
                      <a:pt x="0" y="2"/>
                      <a:pt x="0" y="2"/>
                    </a:cubicBez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62" name="任意多边形: 形状 61" descr="228aa444-d955-472a-833e-caa90bcca365"/>
              <p:cNvSpPr/>
              <p:nvPr/>
            </p:nvSpPr>
            <p:spPr bwMode="auto">
              <a:xfrm>
                <a:off x="7181645" y="2902261"/>
                <a:ext cx="424516" cy="168644"/>
              </a:xfrm>
              <a:custGeom>
                <a:avLst/>
                <a:gdLst>
                  <a:gd name="T0" fmla="*/ 0 w 35"/>
                  <a:gd name="T1" fmla="*/ 1 h 14"/>
                  <a:gd name="T2" fmla="*/ 0 w 35"/>
                  <a:gd name="T3" fmla="*/ 1 h 14"/>
                  <a:gd name="T4" fmla="*/ 1 w 35"/>
                  <a:gd name="T5" fmla="*/ 1 h 14"/>
                  <a:gd name="T6" fmla="*/ 34 w 35"/>
                  <a:gd name="T7" fmla="*/ 14 h 14"/>
                  <a:gd name="T8" fmla="*/ 34 w 35"/>
                  <a:gd name="T9" fmla="*/ 14 h 14"/>
                  <a:gd name="T10" fmla="*/ 34 w 35"/>
                  <a:gd name="T11" fmla="*/ 11 h 14"/>
                  <a:gd name="T12" fmla="*/ 34 w 35"/>
                  <a:gd name="T13" fmla="*/ 11 h 14"/>
                  <a:gd name="T14" fmla="*/ 35 w 35"/>
                  <a:gd name="T15" fmla="*/ 7 h 14"/>
                  <a:gd name="T16" fmla="*/ 32 w 35"/>
                  <a:gd name="T17" fmla="*/ 0 h 14"/>
                  <a:gd name="T18" fmla="*/ 1 w 35"/>
                  <a:gd name="T19" fmla="*/ 0 h 14"/>
                  <a:gd name="T20" fmla="*/ 0 w 35"/>
                  <a:gd name="T21" fmla="*/ 0 h 14"/>
                  <a:gd name="T22" fmla="*/ 0 w 35"/>
                  <a:gd name="T23" fmla="*/ 1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5" h="14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1"/>
                      <a:pt x="34" y="11"/>
                      <a:pt x="34" y="11"/>
                    </a:cubicBezTo>
                    <a:cubicBezTo>
                      <a:pt x="34" y="11"/>
                      <a:pt x="34" y="11"/>
                      <a:pt x="34" y="11"/>
                    </a:cubicBezTo>
                    <a:cubicBezTo>
                      <a:pt x="35" y="10"/>
                      <a:pt x="35" y="8"/>
                      <a:pt x="35" y="7"/>
                    </a:cubicBezTo>
                    <a:cubicBezTo>
                      <a:pt x="34" y="4"/>
                      <a:pt x="33" y="2"/>
                      <a:pt x="32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63" name="任意多边形: 形状 62" descr="ac6077a4-427b-456b-91e5-bca34941194c"/>
              <p:cNvSpPr/>
              <p:nvPr/>
            </p:nvSpPr>
            <p:spPr bwMode="auto">
              <a:xfrm>
                <a:off x="5832502" y="1954372"/>
                <a:ext cx="302394" cy="255872"/>
              </a:xfrm>
              <a:custGeom>
                <a:avLst/>
                <a:gdLst>
                  <a:gd name="T0" fmla="*/ 1 w 25"/>
                  <a:gd name="T1" fmla="*/ 11 h 21"/>
                  <a:gd name="T2" fmla="*/ 0 w 25"/>
                  <a:gd name="T3" fmla="*/ 14 h 21"/>
                  <a:gd name="T4" fmla="*/ 9 w 25"/>
                  <a:gd name="T5" fmla="*/ 21 h 21"/>
                  <a:gd name="T6" fmla="*/ 11 w 25"/>
                  <a:gd name="T7" fmla="*/ 20 h 21"/>
                  <a:gd name="T8" fmla="*/ 12 w 25"/>
                  <a:gd name="T9" fmla="*/ 20 h 21"/>
                  <a:gd name="T10" fmla="*/ 25 w 25"/>
                  <a:gd name="T11" fmla="*/ 1 h 21"/>
                  <a:gd name="T12" fmla="*/ 16 w 25"/>
                  <a:gd name="T13" fmla="*/ 0 h 21"/>
                  <a:gd name="T14" fmla="*/ 16 w 25"/>
                  <a:gd name="T15" fmla="*/ 0 h 21"/>
                  <a:gd name="T16" fmla="*/ 16 w 25"/>
                  <a:gd name="T17" fmla="*/ 0 h 21"/>
                  <a:gd name="T18" fmla="*/ 1 w 25"/>
                  <a:gd name="T19" fmla="*/ 9 h 21"/>
                  <a:gd name="T20" fmla="*/ 1 w 25"/>
                  <a:gd name="T21" fmla="*/ 1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5" h="21">
                    <a:moveTo>
                      <a:pt x="1" y="11"/>
                    </a:moveTo>
                    <a:cubicBezTo>
                      <a:pt x="1" y="12"/>
                      <a:pt x="1" y="13"/>
                      <a:pt x="0" y="14"/>
                    </a:cubicBezTo>
                    <a:cubicBezTo>
                      <a:pt x="9" y="21"/>
                      <a:pt x="9" y="21"/>
                      <a:pt x="9" y="21"/>
                    </a:cubicBezTo>
                    <a:cubicBezTo>
                      <a:pt x="10" y="20"/>
                      <a:pt x="10" y="20"/>
                      <a:pt x="11" y="20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25" y="1"/>
                      <a:pt x="25" y="1"/>
                      <a:pt x="25" y="1"/>
                    </a:cubicBezTo>
                    <a:cubicBezTo>
                      <a:pt x="22" y="0"/>
                      <a:pt x="19" y="0"/>
                      <a:pt x="16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" y="9"/>
                      <a:pt x="1" y="9"/>
                      <a:pt x="1" y="9"/>
                    </a:cubicBezTo>
                    <a:cubicBezTo>
                      <a:pt x="1" y="10"/>
                      <a:pt x="1" y="11"/>
                      <a:pt x="1" y="1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64" name="任意多边形: 形状 63" descr="34de1bef-9408-431c-b09f-5ba8e4c07c52"/>
              <p:cNvSpPr/>
              <p:nvPr/>
            </p:nvSpPr>
            <p:spPr bwMode="auto">
              <a:xfrm>
                <a:off x="7606156" y="3047641"/>
                <a:ext cx="23262" cy="58152"/>
              </a:xfrm>
              <a:custGeom>
                <a:avLst/>
                <a:gdLst>
                  <a:gd name="T0" fmla="*/ 2 w 2"/>
                  <a:gd name="T1" fmla="*/ 3 h 5"/>
                  <a:gd name="T2" fmla="*/ 2 w 2"/>
                  <a:gd name="T3" fmla="*/ 2 h 5"/>
                  <a:gd name="T4" fmla="*/ 0 w 2"/>
                  <a:gd name="T5" fmla="*/ 0 h 5"/>
                  <a:gd name="T6" fmla="*/ 0 w 2"/>
                  <a:gd name="T7" fmla="*/ 3 h 5"/>
                  <a:gd name="T8" fmla="*/ 2 w 2"/>
                  <a:gd name="T9" fmla="*/ 5 h 5"/>
                  <a:gd name="T10" fmla="*/ 2 w 2"/>
                  <a:gd name="T11" fmla="*/ 3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5">
                    <a:moveTo>
                      <a:pt x="2" y="3"/>
                    </a:moveTo>
                    <a:cubicBezTo>
                      <a:pt x="2" y="2"/>
                      <a:pt x="2" y="2"/>
                      <a:pt x="2" y="2"/>
                    </a:cubicBezTo>
                    <a:cubicBezTo>
                      <a:pt x="1" y="1"/>
                      <a:pt x="1" y="1"/>
                      <a:pt x="0" y="0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2" y="5"/>
                      <a:pt x="2" y="5"/>
                      <a:pt x="2" y="5"/>
                    </a:cubicBezTo>
                    <a:lnTo>
                      <a:pt x="2" y="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65" name="任意多边形: 形状 64" descr="4ff4059a-54e6-4d9f-9222-4ad764ababdf"/>
              <p:cNvSpPr/>
              <p:nvPr/>
            </p:nvSpPr>
            <p:spPr bwMode="auto">
              <a:xfrm>
                <a:off x="7170013" y="2355627"/>
                <a:ext cx="337285" cy="401255"/>
              </a:xfrm>
              <a:custGeom>
                <a:avLst/>
                <a:gdLst>
                  <a:gd name="T0" fmla="*/ 0 w 28"/>
                  <a:gd name="T1" fmla="*/ 1 h 33"/>
                  <a:gd name="T2" fmla="*/ 11 w 28"/>
                  <a:gd name="T3" fmla="*/ 13 h 33"/>
                  <a:gd name="T4" fmla="*/ 28 w 28"/>
                  <a:gd name="T5" fmla="*/ 33 h 33"/>
                  <a:gd name="T6" fmla="*/ 20 w 28"/>
                  <a:gd name="T7" fmla="*/ 23 h 33"/>
                  <a:gd name="T8" fmla="*/ 19 w 28"/>
                  <a:gd name="T9" fmla="*/ 22 h 33"/>
                  <a:gd name="T10" fmla="*/ 19 w 28"/>
                  <a:gd name="T11" fmla="*/ 21 h 33"/>
                  <a:gd name="T12" fmla="*/ 8 w 28"/>
                  <a:gd name="T13" fmla="*/ 5 h 33"/>
                  <a:gd name="T14" fmla="*/ 8 w 28"/>
                  <a:gd name="T15" fmla="*/ 5 h 33"/>
                  <a:gd name="T16" fmla="*/ 7 w 28"/>
                  <a:gd name="T17" fmla="*/ 2 h 33"/>
                  <a:gd name="T18" fmla="*/ 7 w 28"/>
                  <a:gd name="T19" fmla="*/ 2 h 33"/>
                  <a:gd name="T20" fmla="*/ 0 w 28"/>
                  <a:gd name="T21" fmla="*/ 0 h 33"/>
                  <a:gd name="T22" fmla="*/ 0 w 28"/>
                  <a:gd name="T23" fmla="*/ 1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8" h="33">
                    <a:moveTo>
                      <a:pt x="0" y="1"/>
                    </a:moveTo>
                    <a:cubicBezTo>
                      <a:pt x="11" y="13"/>
                      <a:pt x="11" y="13"/>
                      <a:pt x="11" y="13"/>
                    </a:cubicBezTo>
                    <a:cubicBezTo>
                      <a:pt x="28" y="33"/>
                      <a:pt x="28" y="33"/>
                      <a:pt x="28" y="33"/>
                    </a:cubicBezTo>
                    <a:cubicBezTo>
                      <a:pt x="27" y="29"/>
                      <a:pt x="24" y="25"/>
                      <a:pt x="20" y="23"/>
                    </a:cubicBezTo>
                    <a:cubicBezTo>
                      <a:pt x="19" y="23"/>
                      <a:pt x="19" y="22"/>
                      <a:pt x="19" y="22"/>
                    </a:cubicBezTo>
                    <a:cubicBezTo>
                      <a:pt x="19" y="22"/>
                      <a:pt x="19" y="21"/>
                      <a:pt x="19" y="21"/>
                    </a:cubicBezTo>
                    <a:cubicBezTo>
                      <a:pt x="18" y="14"/>
                      <a:pt x="14" y="8"/>
                      <a:pt x="8" y="5"/>
                    </a:cubicBezTo>
                    <a:cubicBezTo>
                      <a:pt x="8" y="5"/>
                      <a:pt x="8" y="5"/>
                      <a:pt x="8" y="5"/>
                    </a:cubicBezTo>
                    <a:cubicBezTo>
                      <a:pt x="8" y="4"/>
                      <a:pt x="7" y="3"/>
                      <a:pt x="7" y="2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66" name="任意多边形: 形状 65" descr="c848f9d4-490f-4619-9e2a-4efcef323e16"/>
              <p:cNvSpPr/>
              <p:nvPr/>
            </p:nvSpPr>
            <p:spPr bwMode="auto">
              <a:xfrm>
                <a:off x="7129305" y="2367257"/>
                <a:ext cx="424516" cy="517561"/>
              </a:xfrm>
              <a:custGeom>
                <a:avLst/>
                <a:gdLst>
                  <a:gd name="T0" fmla="*/ 0 w 35"/>
                  <a:gd name="T1" fmla="*/ 1 h 43"/>
                  <a:gd name="T2" fmla="*/ 0 w 35"/>
                  <a:gd name="T3" fmla="*/ 31 h 43"/>
                  <a:gd name="T4" fmla="*/ 0 w 35"/>
                  <a:gd name="T5" fmla="*/ 40 h 43"/>
                  <a:gd name="T6" fmla="*/ 4 w 35"/>
                  <a:gd name="T7" fmla="*/ 43 h 43"/>
                  <a:gd name="T8" fmla="*/ 35 w 35"/>
                  <a:gd name="T9" fmla="*/ 43 h 43"/>
                  <a:gd name="T10" fmla="*/ 33 w 35"/>
                  <a:gd name="T11" fmla="*/ 41 h 43"/>
                  <a:gd name="T12" fmla="*/ 33 w 35"/>
                  <a:gd name="T13" fmla="*/ 41 h 43"/>
                  <a:gd name="T14" fmla="*/ 33 w 35"/>
                  <a:gd name="T15" fmla="*/ 37 h 43"/>
                  <a:gd name="T16" fmla="*/ 32 w 35"/>
                  <a:gd name="T17" fmla="*/ 35 h 43"/>
                  <a:gd name="T18" fmla="*/ 30 w 35"/>
                  <a:gd name="T19" fmla="*/ 32 h 43"/>
                  <a:gd name="T20" fmla="*/ 2 w 35"/>
                  <a:gd name="T21" fmla="*/ 0 h 43"/>
                  <a:gd name="T22" fmla="*/ 0 w 35"/>
                  <a:gd name="T23" fmla="*/ 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5" h="43">
                    <a:moveTo>
                      <a:pt x="0" y="1"/>
                    </a:moveTo>
                    <a:cubicBezTo>
                      <a:pt x="0" y="31"/>
                      <a:pt x="0" y="31"/>
                      <a:pt x="0" y="31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2" y="40"/>
                      <a:pt x="3" y="42"/>
                      <a:pt x="4" y="43"/>
                    </a:cubicBezTo>
                    <a:cubicBezTo>
                      <a:pt x="35" y="43"/>
                      <a:pt x="35" y="43"/>
                      <a:pt x="35" y="43"/>
                    </a:cubicBezTo>
                    <a:cubicBezTo>
                      <a:pt x="34" y="43"/>
                      <a:pt x="34" y="42"/>
                      <a:pt x="33" y="41"/>
                    </a:cubicBezTo>
                    <a:cubicBezTo>
                      <a:pt x="33" y="41"/>
                      <a:pt x="33" y="41"/>
                      <a:pt x="33" y="41"/>
                    </a:cubicBezTo>
                    <a:cubicBezTo>
                      <a:pt x="33" y="39"/>
                      <a:pt x="33" y="38"/>
                      <a:pt x="33" y="37"/>
                    </a:cubicBezTo>
                    <a:cubicBezTo>
                      <a:pt x="32" y="36"/>
                      <a:pt x="32" y="35"/>
                      <a:pt x="32" y="35"/>
                    </a:cubicBezTo>
                    <a:cubicBezTo>
                      <a:pt x="30" y="32"/>
                      <a:pt x="30" y="32"/>
                      <a:pt x="30" y="32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1"/>
                      <a:pt x="1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67" name="任意多边形: 形状 66" descr="1a35ae5f-56d7-4431-b5b9-5463351553d3"/>
              <p:cNvSpPr/>
              <p:nvPr/>
            </p:nvSpPr>
            <p:spPr bwMode="auto">
              <a:xfrm>
                <a:off x="4588036" y="3338405"/>
                <a:ext cx="174458" cy="203536"/>
              </a:xfrm>
              <a:custGeom>
                <a:avLst/>
                <a:gdLst>
                  <a:gd name="T0" fmla="*/ 1 w 14"/>
                  <a:gd name="T1" fmla="*/ 0 h 17"/>
                  <a:gd name="T2" fmla="*/ 0 w 14"/>
                  <a:gd name="T3" fmla="*/ 0 h 17"/>
                  <a:gd name="T4" fmla="*/ 4 w 14"/>
                  <a:gd name="T5" fmla="*/ 10 h 17"/>
                  <a:gd name="T6" fmla="*/ 6 w 14"/>
                  <a:gd name="T7" fmla="*/ 11 h 17"/>
                  <a:gd name="T8" fmla="*/ 14 w 14"/>
                  <a:gd name="T9" fmla="*/ 17 h 17"/>
                  <a:gd name="T10" fmla="*/ 1 w 14"/>
                  <a:gd name="T11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4" h="17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3"/>
                      <a:pt x="2" y="7"/>
                      <a:pt x="4" y="10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14" y="17"/>
                      <a:pt x="14" y="17"/>
                      <a:pt x="14" y="17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68" name="任意多边形: 形状 67" descr="734fe95d-810b-417c-8355-3d7bab3ca3b9"/>
              <p:cNvSpPr/>
              <p:nvPr/>
            </p:nvSpPr>
            <p:spPr bwMode="auto">
              <a:xfrm>
                <a:off x="5355651" y="2268396"/>
                <a:ext cx="401255" cy="761801"/>
              </a:xfrm>
              <a:custGeom>
                <a:avLst/>
                <a:gdLst>
                  <a:gd name="T0" fmla="*/ 31 w 33"/>
                  <a:gd name="T1" fmla="*/ 33 h 63"/>
                  <a:gd name="T2" fmla="*/ 32 w 33"/>
                  <a:gd name="T3" fmla="*/ 30 h 63"/>
                  <a:gd name="T4" fmla="*/ 2 w 33"/>
                  <a:gd name="T5" fmla="*/ 0 h 63"/>
                  <a:gd name="T6" fmla="*/ 0 w 33"/>
                  <a:gd name="T7" fmla="*/ 1 h 63"/>
                  <a:gd name="T8" fmla="*/ 2 w 33"/>
                  <a:gd name="T9" fmla="*/ 35 h 63"/>
                  <a:gd name="T10" fmla="*/ 4 w 33"/>
                  <a:gd name="T11" fmla="*/ 62 h 63"/>
                  <a:gd name="T12" fmla="*/ 7 w 33"/>
                  <a:gd name="T13" fmla="*/ 63 h 63"/>
                  <a:gd name="T14" fmla="*/ 33 w 33"/>
                  <a:gd name="T15" fmla="*/ 37 h 63"/>
                  <a:gd name="T16" fmla="*/ 31 w 33"/>
                  <a:gd name="T17" fmla="*/ 33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3" h="63">
                    <a:moveTo>
                      <a:pt x="31" y="33"/>
                    </a:moveTo>
                    <a:cubicBezTo>
                      <a:pt x="31" y="32"/>
                      <a:pt x="31" y="31"/>
                      <a:pt x="32" y="3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2" y="35"/>
                      <a:pt x="2" y="35"/>
                      <a:pt x="2" y="35"/>
                    </a:cubicBezTo>
                    <a:cubicBezTo>
                      <a:pt x="4" y="62"/>
                      <a:pt x="4" y="62"/>
                      <a:pt x="4" y="62"/>
                    </a:cubicBezTo>
                    <a:cubicBezTo>
                      <a:pt x="5" y="62"/>
                      <a:pt x="6" y="62"/>
                      <a:pt x="7" y="63"/>
                    </a:cubicBezTo>
                    <a:cubicBezTo>
                      <a:pt x="33" y="37"/>
                      <a:pt x="33" y="37"/>
                      <a:pt x="33" y="37"/>
                    </a:cubicBezTo>
                    <a:cubicBezTo>
                      <a:pt x="32" y="36"/>
                      <a:pt x="31" y="34"/>
                      <a:pt x="31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69" name="任意多边形: 形状 68" descr="b069fdf2-b3f0-4563-ac1a-8944dc229b61"/>
              <p:cNvSpPr/>
              <p:nvPr/>
            </p:nvSpPr>
            <p:spPr bwMode="auto">
              <a:xfrm>
                <a:off x="7216536" y="3384927"/>
                <a:ext cx="337285" cy="279133"/>
              </a:xfrm>
              <a:custGeom>
                <a:avLst/>
                <a:gdLst>
                  <a:gd name="T0" fmla="*/ 0 w 28"/>
                  <a:gd name="T1" fmla="*/ 1 h 23"/>
                  <a:gd name="T2" fmla="*/ 0 w 28"/>
                  <a:gd name="T3" fmla="*/ 17 h 23"/>
                  <a:gd name="T4" fmla="*/ 0 w 28"/>
                  <a:gd name="T5" fmla="*/ 17 h 23"/>
                  <a:gd name="T6" fmla="*/ 4 w 28"/>
                  <a:gd name="T7" fmla="*/ 21 h 23"/>
                  <a:gd name="T8" fmla="*/ 28 w 28"/>
                  <a:gd name="T9" fmla="*/ 23 h 23"/>
                  <a:gd name="T10" fmla="*/ 10 w 28"/>
                  <a:gd name="T11" fmla="*/ 7 h 23"/>
                  <a:gd name="T12" fmla="*/ 2 w 28"/>
                  <a:gd name="T13" fmla="*/ 0 h 23"/>
                  <a:gd name="T14" fmla="*/ 0 w 28"/>
                  <a:gd name="T15" fmla="*/ 1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8" h="23">
                    <a:moveTo>
                      <a:pt x="0" y="1"/>
                    </a:moveTo>
                    <a:cubicBezTo>
                      <a:pt x="0" y="17"/>
                      <a:pt x="0" y="17"/>
                      <a:pt x="0" y="1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2" y="17"/>
                      <a:pt x="4" y="19"/>
                      <a:pt x="4" y="21"/>
                    </a:cubicBezTo>
                    <a:cubicBezTo>
                      <a:pt x="28" y="23"/>
                      <a:pt x="28" y="23"/>
                      <a:pt x="28" y="23"/>
                    </a:cubicBezTo>
                    <a:cubicBezTo>
                      <a:pt x="10" y="7"/>
                      <a:pt x="10" y="7"/>
                      <a:pt x="10" y="7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1"/>
                      <a:pt x="1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70" name="任意多边形: 形状 69" descr="0c9cba15-3a39-4574-8226-2fb3cafa9572"/>
              <p:cNvSpPr/>
              <p:nvPr/>
            </p:nvSpPr>
            <p:spPr bwMode="auto">
              <a:xfrm>
                <a:off x="4588036" y="3117425"/>
                <a:ext cx="244241" cy="436147"/>
              </a:xfrm>
              <a:custGeom>
                <a:avLst/>
                <a:gdLst>
                  <a:gd name="T0" fmla="*/ 16 w 20"/>
                  <a:gd name="T1" fmla="*/ 0 h 36"/>
                  <a:gd name="T2" fmla="*/ 0 w 20"/>
                  <a:gd name="T3" fmla="*/ 3 h 36"/>
                  <a:gd name="T4" fmla="*/ 0 w 20"/>
                  <a:gd name="T5" fmla="*/ 15 h 36"/>
                  <a:gd name="T6" fmla="*/ 0 w 20"/>
                  <a:gd name="T7" fmla="*/ 15 h 36"/>
                  <a:gd name="T8" fmla="*/ 0 w 20"/>
                  <a:gd name="T9" fmla="*/ 15 h 36"/>
                  <a:gd name="T10" fmla="*/ 16 w 20"/>
                  <a:gd name="T11" fmla="*/ 36 h 36"/>
                  <a:gd name="T12" fmla="*/ 18 w 20"/>
                  <a:gd name="T13" fmla="*/ 20 h 36"/>
                  <a:gd name="T14" fmla="*/ 20 w 20"/>
                  <a:gd name="T15" fmla="*/ 4 h 36"/>
                  <a:gd name="T16" fmla="*/ 16 w 20"/>
                  <a:gd name="T17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0" h="36">
                    <a:moveTo>
                      <a:pt x="16" y="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7"/>
                      <a:pt x="0" y="11"/>
                      <a:pt x="0" y="1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16" y="36"/>
                      <a:pt x="16" y="36"/>
                      <a:pt x="16" y="36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18" y="3"/>
                      <a:pt x="16" y="2"/>
                      <a:pt x="1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71" name="任意多边形: 形状 70" descr="2f92ceb5-a66d-4e83-9376-80291a5bd00c"/>
              <p:cNvSpPr/>
              <p:nvPr/>
            </p:nvSpPr>
            <p:spPr bwMode="auto">
              <a:xfrm>
                <a:off x="6524518" y="3733842"/>
                <a:ext cx="424516" cy="703649"/>
              </a:xfrm>
              <a:custGeom>
                <a:avLst/>
                <a:gdLst>
                  <a:gd name="T0" fmla="*/ 9 w 35"/>
                  <a:gd name="T1" fmla="*/ 41 h 58"/>
                  <a:gd name="T2" fmla="*/ 9 w 35"/>
                  <a:gd name="T3" fmla="*/ 41 h 58"/>
                  <a:gd name="T4" fmla="*/ 16 w 35"/>
                  <a:gd name="T5" fmla="*/ 58 h 58"/>
                  <a:gd name="T6" fmla="*/ 35 w 35"/>
                  <a:gd name="T7" fmla="*/ 52 h 58"/>
                  <a:gd name="T8" fmla="*/ 35 w 35"/>
                  <a:gd name="T9" fmla="*/ 52 h 58"/>
                  <a:gd name="T10" fmla="*/ 8 w 35"/>
                  <a:gd name="T11" fmla="*/ 0 h 58"/>
                  <a:gd name="T12" fmla="*/ 0 w 35"/>
                  <a:gd name="T13" fmla="*/ 31 h 58"/>
                  <a:gd name="T14" fmla="*/ 9 w 35"/>
                  <a:gd name="T15" fmla="*/ 41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5" h="58">
                    <a:moveTo>
                      <a:pt x="9" y="41"/>
                    </a:moveTo>
                    <a:cubicBezTo>
                      <a:pt x="9" y="41"/>
                      <a:pt x="9" y="41"/>
                      <a:pt x="9" y="41"/>
                    </a:cubicBezTo>
                    <a:cubicBezTo>
                      <a:pt x="11" y="46"/>
                      <a:pt x="14" y="51"/>
                      <a:pt x="16" y="58"/>
                    </a:cubicBezTo>
                    <a:cubicBezTo>
                      <a:pt x="35" y="52"/>
                      <a:pt x="35" y="52"/>
                      <a:pt x="35" y="52"/>
                    </a:cubicBezTo>
                    <a:cubicBezTo>
                      <a:pt x="35" y="52"/>
                      <a:pt x="35" y="52"/>
                      <a:pt x="35" y="5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2" y="35"/>
                      <a:pt x="5" y="38"/>
                      <a:pt x="9" y="4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72" name="任意多边形: 形状 71" descr="276e3654-c007-41e4-8f83-75e40145deee"/>
              <p:cNvSpPr/>
              <p:nvPr/>
            </p:nvSpPr>
            <p:spPr bwMode="auto">
              <a:xfrm>
                <a:off x="4652002" y="2256766"/>
                <a:ext cx="657127" cy="825767"/>
              </a:xfrm>
              <a:custGeom>
                <a:avLst/>
                <a:gdLst>
                  <a:gd name="T0" fmla="*/ 16 w 54"/>
                  <a:gd name="T1" fmla="*/ 65 h 68"/>
                  <a:gd name="T2" fmla="*/ 17 w 54"/>
                  <a:gd name="T3" fmla="*/ 66 h 68"/>
                  <a:gd name="T4" fmla="*/ 54 w 54"/>
                  <a:gd name="T5" fmla="*/ 2 h 68"/>
                  <a:gd name="T6" fmla="*/ 53 w 54"/>
                  <a:gd name="T7" fmla="*/ 0 h 68"/>
                  <a:gd name="T8" fmla="*/ 41 w 54"/>
                  <a:gd name="T9" fmla="*/ 6 h 68"/>
                  <a:gd name="T10" fmla="*/ 28 w 54"/>
                  <a:gd name="T11" fmla="*/ 12 h 68"/>
                  <a:gd name="T12" fmla="*/ 18 w 54"/>
                  <a:gd name="T13" fmla="*/ 28 h 68"/>
                  <a:gd name="T14" fmla="*/ 18 w 54"/>
                  <a:gd name="T15" fmla="*/ 28 h 68"/>
                  <a:gd name="T16" fmla="*/ 2 w 54"/>
                  <a:gd name="T17" fmla="*/ 59 h 68"/>
                  <a:gd name="T18" fmla="*/ 2 w 54"/>
                  <a:gd name="T19" fmla="*/ 59 h 68"/>
                  <a:gd name="T20" fmla="*/ 0 w 54"/>
                  <a:gd name="T21" fmla="*/ 62 h 68"/>
                  <a:gd name="T22" fmla="*/ 11 w 54"/>
                  <a:gd name="T23" fmla="*/ 67 h 68"/>
                  <a:gd name="T24" fmla="*/ 11 w 54"/>
                  <a:gd name="T25" fmla="*/ 68 h 68"/>
                  <a:gd name="T26" fmla="*/ 16 w 54"/>
                  <a:gd name="T27" fmla="*/ 65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4" h="68">
                    <a:moveTo>
                      <a:pt x="16" y="65"/>
                    </a:moveTo>
                    <a:cubicBezTo>
                      <a:pt x="16" y="66"/>
                      <a:pt x="17" y="66"/>
                      <a:pt x="17" y="66"/>
                    </a:cubicBezTo>
                    <a:cubicBezTo>
                      <a:pt x="54" y="2"/>
                      <a:pt x="54" y="2"/>
                      <a:pt x="54" y="2"/>
                    </a:cubicBezTo>
                    <a:cubicBezTo>
                      <a:pt x="53" y="1"/>
                      <a:pt x="53" y="1"/>
                      <a:pt x="53" y="0"/>
                    </a:cubicBezTo>
                    <a:cubicBezTo>
                      <a:pt x="41" y="6"/>
                      <a:pt x="41" y="6"/>
                      <a:pt x="41" y="6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23" y="16"/>
                      <a:pt x="20" y="22"/>
                      <a:pt x="18" y="28"/>
                    </a:cubicBezTo>
                    <a:cubicBezTo>
                      <a:pt x="18" y="28"/>
                      <a:pt x="18" y="28"/>
                      <a:pt x="18" y="28"/>
                    </a:cubicBezTo>
                    <a:cubicBezTo>
                      <a:pt x="8" y="35"/>
                      <a:pt x="2" y="47"/>
                      <a:pt x="2" y="59"/>
                    </a:cubicBezTo>
                    <a:cubicBezTo>
                      <a:pt x="2" y="59"/>
                      <a:pt x="2" y="59"/>
                      <a:pt x="2" y="59"/>
                    </a:cubicBezTo>
                    <a:cubicBezTo>
                      <a:pt x="1" y="60"/>
                      <a:pt x="0" y="61"/>
                      <a:pt x="0" y="62"/>
                    </a:cubicBezTo>
                    <a:cubicBezTo>
                      <a:pt x="11" y="67"/>
                      <a:pt x="11" y="67"/>
                      <a:pt x="11" y="67"/>
                    </a:cubicBezTo>
                    <a:cubicBezTo>
                      <a:pt x="11" y="68"/>
                      <a:pt x="11" y="68"/>
                      <a:pt x="11" y="68"/>
                    </a:cubicBezTo>
                    <a:cubicBezTo>
                      <a:pt x="12" y="66"/>
                      <a:pt x="14" y="65"/>
                      <a:pt x="16" y="6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73" name="任意多边形: 形状 72" descr="8e7c00d8-1e89-4000-a594-e4eadcc13f77"/>
              <p:cNvSpPr/>
              <p:nvPr/>
            </p:nvSpPr>
            <p:spPr bwMode="auto">
              <a:xfrm>
                <a:off x="4774124" y="3576832"/>
                <a:ext cx="302394" cy="133753"/>
              </a:xfrm>
              <a:custGeom>
                <a:avLst/>
                <a:gdLst>
                  <a:gd name="T0" fmla="*/ 2 w 25"/>
                  <a:gd name="T1" fmla="*/ 0 h 11"/>
                  <a:gd name="T2" fmla="*/ 2 w 25"/>
                  <a:gd name="T3" fmla="*/ 0 h 11"/>
                  <a:gd name="T4" fmla="*/ 0 w 25"/>
                  <a:gd name="T5" fmla="*/ 3 h 11"/>
                  <a:gd name="T6" fmla="*/ 19 w 25"/>
                  <a:gd name="T7" fmla="*/ 11 h 11"/>
                  <a:gd name="T8" fmla="*/ 20 w 25"/>
                  <a:gd name="T9" fmla="*/ 11 h 11"/>
                  <a:gd name="T10" fmla="*/ 25 w 25"/>
                  <a:gd name="T11" fmla="*/ 10 h 11"/>
                  <a:gd name="T12" fmla="*/ 17 w 25"/>
                  <a:gd name="T13" fmla="*/ 6 h 11"/>
                  <a:gd name="T14" fmla="*/ 2 w 25"/>
                  <a:gd name="T15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5" h="11"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6" y="7"/>
                      <a:pt x="12" y="10"/>
                      <a:pt x="19" y="11"/>
                    </a:cubicBezTo>
                    <a:cubicBezTo>
                      <a:pt x="20" y="11"/>
                      <a:pt x="20" y="11"/>
                      <a:pt x="20" y="11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17" y="6"/>
                      <a:pt x="17" y="6"/>
                      <a:pt x="17" y="6"/>
                    </a:cubicBez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74" name="任意多边形: 形状 73" descr="3859905c-09a7-4dfc-8706-26eecdc29a6f"/>
              <p:cNvSpPr/>
              <p:nvPr/>
            </p:nvSpPr>
            <p:spPr bwMode="auto">
              <a:xfrm>
                <a:off x="5378911" y="2256766"/>
                <a:ext cx="500113" cy="366363"/>
              </a:xfrm>
              <a:custGeom>
                <a:avLst/>
                <a:gdLst>
                  <a:gd name="T0" fmla="*/ 34 w 41"/>
                  <a:gd name="T1" fmla="*/ 29 h 30"/>
                  <a:gd name="T2" fmla="*/ 37 w 41"/>
                  <a:gd name="T3" fmla="*/ 30 h 30"/>
                  <a:gd name="T4" fmla="*/ 41 w 41"/>
                  <a:gd name="T5" fmla="*/ 25 h 30"/>
                  <a:gd name="T6" fmla="*/ 39 w 41"/>
                  <a:gd name="T7" fmla="*/ 21 h 30"/>
                  <a:gd name="T8" fmla="*/ 39 w 41"/>
                  <a:gd name="T9" fmla="*/ 20 h 30"/>
                  <a:gd name="T10" fmla="*/ 0 w 41"/>
                  <a:gd name="T11" fmla="*/ 0 h 30"/>
                  <a:gd name="T12" fmla="*/ 0 w 41"/>
                  <a:gd name="T13" fmla="*/ 1 h 30"/>
                  <a:gd name="T14" fmla="*/ 31 w 41"/>
                  <a:gd name="T15" fmla="*/ 30 h 30"/>
                  <a:gd name="T16" fmla="*/ 34 w 41"/>
                  <a:gd name="T17" fmla="*/ 29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1" h="30">
                    <a:moveTo>
                      <a:pt x="34" y="29"/>
                    </a:moveTo>
                    <a:cubicBezTo>
                      <a:pt x="35" y="29"/>
                      <a:pt x="36" y="30"/>
                      <a:pt x="37" y="30"/>
                    </a:cubicBezTo>
                    <a:cubicBezTo>
                      <a:pt x="41" y="25"/>
                      <a:pt x="41" y="25"/>
                      <a:pt x="41" y="25"/>
                    </a:cubicBezTo>
                    <a:cubicBezTo>
                      <a:pt x="40" y="24"/>
                      <a:pt x="39" y="23"/>
                      <a:pt x="39" y="21"/>
                    </a:cubicBezTo>
                    <a:cubicBezTo>
                      <a:pt x="39" y="21"/>
                      <a:pt x="39" y="20"/>
                      <a:pt x="39" y="2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31" y="30"/>
                      <a:pt x="31" y="30"/>
                      <a:pt x="31" y="30"/>
                    </a:cubicBezTo>
                    <a:cubicBezTo>
                      <a:pt x="32" y="30"/>
                      <a:pt x="33" y="29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75" name="任意多边形: 形状 74" descr="7580ab0f-ef3d-41a4-bd3b-fb5a19a8d897"/>
              <p:cNvSpPr/>
              <p:nvPr/>
            </p:nvSpPr>
            <p:spPr bwMode="auto">
              <a:xfrm>
                <a:off x="5535922" y="3855964"/>
                <a:ext cx="186088" cy="157014"/>
              </a:xfrm>
              <a:custGeom>
                <a:avLst/>
                <a:gdLst>
                  <a:gd name="T0" fmla="*/ 0 w 15"/>
                  <a:gd name="T1" fmla="*/ 4 h 13"/>
                  <a:gd name="T2" fmla="*/ 15 w 15"/>
                  <a:gd name="T3" fmla="*/ 13 h 13"/>
                  <a:gd name="T4" fmla="*/ 10 w 15"/>
                  <a:gd name="T5" fmla="*/ 4 h 13"/>
                  <a:gd name="T6" fmla="*/ 8 w 15"/>
                  <a:gd name="T7" fmla="*/ 0 h 13"/>
                  <a:gd name="T8" fmla="*/ 0 w 15"/>
                  <a:gd name="T9" fmla="*/ 4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" h="13">
                    <a:moveTo>
                      <a:pt x="0" y="4"/>
                    </a:moveTo>
                    <a:cubicBezTo>
                      <a:pt x="5" y="8"/>
                      <a:pt x="10" y="11"/>
                      <a:pt x="15" y="13"/>
                    </a:cubicBezTo>
                    <a:cubicBezTo>
                      <a:pt x="10" y="4"/>
                      <a:pt x="10" y="4"/>
                      <a:pt x="10" y="4"/>
                    </a:cubicBezTo>
                    <a:cubicBezTo>
                      <a:pt x="8" y="0"/>
                      <a:pt x="8" y="0"/>
                      <a:pt x="8" y="0"/>
                    </a:cubicBezTo>
                    <a:lnTo>
                      <a:pt x="0" y="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76" name="任意多边形: 形状 75" descr="346d78b0-03f7-4eae-8839-c3260a5510df"/>
              <p:cNvSpPr/>
              <p:nvPr/>
            </p:nvSpPr>
            <p:spPr bwMode="auto">
              <a:xfrm>
                <a:off x="4652002" y="3483788"/>
                <a:ext cx="133753" cy="116306"/>
              </a:xfrm>
              <a:custGeom>
                <a:avLst/>
                <a:gdLst>
                  <a:gd name="T0" fmla="*/ 0 w 11"/>
                  <a:gd name="T1" fmla="*/ 0 h 10"/>
                  <a:gd name="T2" fmla="*/ 9 w 11"/>
                  <a:gd name="T3" fmla="*/ 10 h 10"/>
                  <a:gd name="T4" fmla="*/ 10 w 11"/>
                  <a:gd name="T5" fmla="*/ 9 h 10"/>
                  <a:gd name="T6" fmla="*/ 11 w 11"/>
                  <a:gd name="T7" fmla="*/ 7 h 10"/>
                  <a:gd name="T8" fmla="*/ 0 w 11"/>
                  <a:gd name="T9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10">
                    <a:moveTo>
                      <a:pt x="0" y="0"/>
                    </a:moveTo>
                    <a:cubicBezTo>
                      <a:pt x="3" y="4"/>
                      <a:pt x="6" y="8"/>
                      <a:pt x="9" y="10"/>
                    </a:cubicBezTo>
                    <a:cubicBezTo>
                      <a:pt x="10" y="9"/>
                      <a:pt x="10" y="9"/>
                      <a:pt x="10" y="9"/>
                    </a:cubicBezTo>
                    <a:cubicBezTo>
                      <a:pt x="11" y="7"/>
                      <a:pt x="11" y="7"/>
                      <a:pt x="11" y="7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77" name="任意多边形: 形状 76" descr="89276375-3a8b-46d4-a030-9740893dd5aa"/>
              <p:cNvSpPr/>
              <p:nvPr/>
            </p:nvSpPr>
            <p:spPr bwMode="auto">
              <a:xfrm>
                <a:off x="5832502" y="2547529"/>
                <a:ext cx="401255" cy="157014"/>
              </a:xfrm>
              <a:custGeom>
                <a:avLst/>
                <a:gdLst>
                  <a:gd name="T0" fmla="*/ 6 w 33"/>
                  <a:gd name="T1" fmla="*/ 2 h 13"/>
                  <a:gd name="T2" fmla="*/ 5 w 33"/>
                  <a:gd name="T3" fmla="*/ 2 h 13"/>
                  <a:gd name="T4" fmla="*/ 0 w 33"/>
                  <a:gd name="T5" fmla="*/ 7 h 13"/>
                  <a:gd name="T6" fmla="*/ 1 w 33"/>
                  <a:gd name="T7" fmla="*/ 10 h 13"/>
                  <a:gd name="T8" fmla="*/ 33 w 33"/>
                  <a:gd name="T9" fmla="*/ 13 h 13"/>
                  <a:gd name="T10" fmla="*/ 30 w 33"/>
                  <a:gd name="T11" fmla="*/ 11 h 13"/>
                  <a:gd name="T12" fmla="*/ 10 w 33"/>
                  <a:gd name="T13" fmla="*/ 0 h 13"/>
                  <a:gd name="T14" fmla="*/ 6 w 33"/>
                  <a:gd name="T15" fmla="*/ 2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3" h="13">
                    <a:moveTo>
                      <a:pt x="6" y="2"/>
                    </a:moveTo>
                    <a:cubicBezTo>
                      <a:pt x="6" y="2"/>
                      <a:pt x="5" y="2"/>
                      <a:pt x="5" y="2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1" y="8"/>
                      <a:pt x="2" y="9"/>
                      <a:pt x="1" y="10"/>
                    </a:cubicBezTo>
                    <a:cubicBezTo>
                      <a:pt x="33" y="13"/>
                      <a:pt x="33" y="13"/>
                      <a:pt x="33" y="13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0" y="1"/>
                      <a:pt x="8" y="2"/>
                      <a:pt x="6" y="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78" name="任意多边形: 形状 77" descr="a359c917-1902-4f96-a6ef-bae0b7f36101"/>
              <p:cNvSpPr/>
              <p:nvPr/>
            </p:nvSpPr>
            <p:spPr bwMode="auto">
              <a:xfrm>
                <a:off x="5634783" y="3600092"/>
                <a:ext cx="255872" cy="244241"/>
              </a:xfrm>
              <a:custGeom>
                <a:avLst/>
                <a:gdLst>
                  <a:gd name="T0" fmla="*/ 20 w 21"/>
                  <a:gd name="T1" fmla="*/ 16 h 20"/>
                  <a:gd name="T2" fmla="*/ 20 w 21"/>
                  <a:gd name="T3" fmla="*/ 15 h 20"/>
                  <a:gd name="T4" fmla="*/ 21 w 21"/>
                  <a:gd name="T5" fmla="*/ 13 h 20"/>
                  <a:gd name="T6" fmla="*/ 6 w 21"/>
                  <a:gd name="T7" fmla="*/ 0 h 20"/>
                  <a:gd name="T8" fmla="*/ 2 w 21"/>
                  <a:gd name="T9" fmla="*/ 2 h 20"/>
                  <a:gd name="T10" fmla="*/ 0 w 21"/>
                  <a:gd name="T11" fmla="*/ 20 h 20"/>
                  <a:gd name="T12" fmla="*/ 8 w 21"/>
                  <a:gd name="T13" fmla="*/ 18 h 20"/>
                  <a:gd name="T14" fmla="*/ 20 w 21"/>
                  <a:gd name="T15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" h="20">
                    <a:moveTo>
                      <a:pt x="20" y="16"/>
                    </a:moveTo>
                    <a:cubicBezTo>
                      <a:pt x="20" y="15"/>
                      <a:pt x="20" y="15"/>
                      <a:pt x="20" y="15"/>
                    </a:cubicBezTo>
                    <a:cubicBezTo>
                      <a:pt x="20" y="14"/>
                      <a:pt x="20" y="13"/>
                      <a:pt x="21" y="13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5" y="1"/>
                      <a:pt x="4" y="2"/>
                      <a:pt x="2" y="2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8" y="18"/>
                      <a:pt x="8" y="18"/>
                      <a:pt x="8" y="18"/>
                    </a:cubicBezTo>
                    <a:lnTo>
                      <a:pt x="20" y="1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79" name="任意多边形: 形状 78" descr="b94067b0-4c6d-4f18-8141-76c86061431d"/>
              <p:cNvSpPr/>
              <p:nvPr/>
            </p:nvSpPr>
            <p:spPr bwMode="auto">
              <a:xfrm>
                <a:off x="5320759" y="2111386"/>
                <a:ext cx="122122" cy="75600"/>
              </a:xfrm>
              <a:custGeom>
                <a:avLst/>
                <a:gdLst>
                  <a:gd name="T0" fmla="*/ 2 w 10"/>
                  <a:gd name="T1" fmla="*/ 5 h 6"/>
                  <a:gd name="T2" fmla="*/ 4 w 10"/>
                  <a:gd name="T3" fmla="*/ 6 h 6"/>
                  <a:gd name="T4" fmla="*/ 10 w 10"/>
                  <a:gd name="T5" fmla="*/ 0 h 6"/>
                  <a:gd name="T6" fmla="*/ 0 w 10"/>
                  <a:gd name="T7" fmla="*/ 4 h 6"/>
                  <a:gd name="T8" fmla="*/ 0 w 10"/>
                  <a:gd name="T9" fmla="*/ 5 h 6"/>
                  <a:gd name="T10" fmla="*/ 2 w 10"/>
                  <a:gd name="T11" fmla="*/ 5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" h="6">
                    <a:moveTo>
                      <a:pt x="2" y="5"/>
                    </a:moveTo>
                    <a:cubicBezTo>
                      <a:pt x="3" y="5"/>
                      <a:pt x="4" y="5"/>
                      <a:pt x="4" y="6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6" y="1"/>
                      <a:pt x="3" y="2"/>
                      <a:pt x="0" y="4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1" y="5"/>
                      <a:pt x="1" y="5"/>
                      <a:pt x="2" y="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80" name="任意多边形: 形状 79" descr="edf0fedd-4db4-4181-a4c1-660623b955b7"/>
              <p:cNvSpPr/>
              <p:nvPr/>
            </p:nvSpPr>
            <p:spPr bwMode="auto">
              <a:xfrm>
                <a:off x="5378911" y="2000894"/>
                <a:ext cx="401255" cy="209350"/>
              </a:xfrm>
              <a:custGeom>
                <a:avLst/>
                <a:gdLst>
                  <a:gd name="T0" fmla="*/ 15 w 33"/>
                  <a:gd name="T1" fmla="*/ 13 h 17"/>
                  <a:gd name="T2" fmla="*/ 29 w 33"/>
                  <a:gd name="T3" fmla="*/ 8 h 17"/>
                  <a:gd name="T4" fmla="*/ 29 w 33"/>
                  <a:gd name="T5" fmla="*/ 6 h 17"/>
                  <a:gd name="T6" fmla="*/ 33 w 33"/>
                  <a:gd name="T7" fmla="*/ 2 h 17"/>
                  <a:gd name="T8" fmla="*/ 33 w 33"/>
                  <a:gd name="T9" fmla="*/ 0 h 17"/>
                  <a:gd name="T10" fmla="*/ 31 w 33"/>
                  <a:gd name="T11" fmla="*/ 0 h 17"/>
                  <a:gd name="T12" fmla="*/ 13 w 33"/>
                  <a:gd name="T13" fmla="*/ 8 h 17"/>
                  <a:gd name="T14" fmla="*/ 13 w 33"/>
                  <a:gd name="T15" fmla="*/ 8 h 17"/>
                  <a:gd name="T16" fmla="*/ 10 w 33"/>
                  <a:gd name="T17" fmla="*/ 8 h 17"/>
                  <a:gd name="T18" fmla="*/ 6 w 33"/>
                  <a:gd name="T19" fmla="*/ 9 h 17"/>
                  <a:gd name="T20" fmla="*/ 0 w 33"/>
                  <a:gd name="T21" fmla="*/ 16 h 17"/>
                  <a:gd name="T22" fmla="*/ 1 w 33"/>
                  <a:gd name="T23" fmla="*/ 17 h 17"/>
                  <a:gd name="T24" fmla="*/ 15 w 33"/>
                  <a:gd name="T25" fmla="*/ 13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3" h="17">
                    <a:moveTo>
                      <a:pt x="15" y="13"/>
                    </a:moveTo>
                    <a:cubicBezTo>
                      <a:pt x="29" y="8"/>
                      <a:pt x="29" y="8"/>
                      <a:pt x="29" y="8"/>
                    </a:cubicBezTo>
                    <a:cubicBezTo>
                      <a:pt x="29" y="8"/>
                      <a:pt x="29" y="7"/>
                      <a:pt x="29" y="6"/>
                    </a:cubicBezTo>
                    <a:cubicBezTo>
                      <a:pt x="29" y="4"/>
                      <a:pt x="31" y="2"/>
                      <a:pt x="33" y="2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3" y="0"/>
                      <a:pt x="32" y="0"/>
                      <a:pt x="31" y="0"/>
                    </a:cubicBezTo>
                    <a:cubicBezTo>
                      <a:pt x="25" y="1"/>
                      <a:pt x="18" y="4"/>
                      <a:pt x="13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2" y="8"/>
                      <a:pt x="11" y="8"/>
                      <a:pt x="10" y="8"/>
                    </a:cubicBezTo>
                    <a:cubicBezTo>
                      <a:pt x="9" y="8"/>
                      <a:pt x="8" y="8"/>
                      <a:pt x="6" y="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6"/>
                      <a:pt x="1" y="17"/>
                      <a:pt x="1" y="17"/>
                    </a:cubicBezTo>
                    <a:lnTo>
                      <a:pt x="15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81" name="任意多边形: 形状 80" descr="eacb90b4-342d-4525-a563-013e2298353b"/>
              <p:cNvSpPr/>
              <p:nvPr/>
            </p:nvSpPr>
            <p:spPr bwMode="auto">
              <a:xfrm>
                <a:off x="5477769" y="3832704"/>
                <a:ext cx="133753" cy="75600"/>
              </a:xfrm>
              <a:custGeom>
                <a:avLst/>
                <a:gdLst>
                  <a:gd name="T0" fmla="*/ 0 w 11"/>
                  <a:gd name="T1" fmla="*/ 0 h 6"/>
                  <a:gd name="T2" fmla="*/ 5 w 11"/>
                  <a:gd name="T3" fmla="*/ 6 h 6"/>
                  <a:gd name="T4" fmla="*/ 11 w 11"/>
                  <a:gd name="T5" fmla="*/ 2 h 6"/>
                  <a:gd name="T6" fmla="*/ 7 w 11"/>
                  <a:gd name="T7" fmla="*/ 1 h 6"/>
                  <a:gd name="T8" fmla="*/ 0 w 11"/>
                  <a:gd name="T9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6">
                    <a:moveTo>
                      <a:pt x="0" y="0"/>
                    </a:moveTo>
                    <a:cubicBezTo>
                      <a:pt x="1" y="2"/>
                      <a:pt x="3" y="4"/>
                      <a:pt x="5" y="6"/>
                    </a:cubicBezTo>
                    <a:cubicBezTo>
                      <a:pt x="11" y="2"/>
                      <a:pt x="11" y="2"/>
                      <a:pt x="11" y="2"/>
                    </a:cubicBezTo>
                    <a:cubicBezTo>
                      <a:pt x="7" y="1"/>
                      <a:pt x="7" y="1"/>
                      <a:pt x="7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82" name="任意多边形: 形状 81" descr="47410aba-d936-49c4-967b-205206c5b5ad"/>
              <p:cNvSpPr/>
              <p:nvPr/>
            </p:nvSpPr>
            <p:spPr bwMode="auto">
              <a:xfrm>
                <a:off x="4797386" y="3163947"/>
                <a:ext cx="290763" cy="523373"/>
              </a:xfrm>
              <a:custGeom>
                <a:avLst/>
                <a:gdLst>
                  <a:gd name="T0" fmla="*/ 9 w 24"/>
                  <a:gd name="T1" fmla="*/ 9 h 43"/>
                  <a:gd name="T2" fmla="*/ 5 w 24"/>
                  <a:gd name="T3" fmla="*/ 0 h 43"/>
                  <a:gd name="T4" fmla="*/ 4 w 24"/>
                  <a:gd name="T5" fmla="*/ 0 h 43"/>
                  <a:gd name="T6" fmla="*/ 3 w 24"/>
                  <a:gd name="T7" fmla="*/ 6 h 43"/>
                  <a:gd name="T8" fmla="*/ 0 w 24"/>
                  <a:gd name="T9" fmla="*/ 33 h 43"/>
                  <a:gd name="T10" fmla="*/ 8 w 24"/>
                  <a:gd name="T11" fmla="*/ 36 h 43"/>
                  <a:gd name="T12" fmla="*/ 24 w 24"/>
                  <a:gd name="T13" fmla="*/ 43 h 43"/>
                  <a:gd name="T14" fmla="*/ 9 w 24"/>
                  <a:gd name="T15" fmla="*/ 9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43">
                    <a:moveTo>
                      <a:pt x="9" y="9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5" y="0"/>
                      <a:pt x="4" y="0"/>
                      <a:pt x="4" y="0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8" y="36"/>
                      <a:pt x="8" y="36"/>
                      <a:pt x="8" y="36"/>
                    </a:cubicBezTo>
                    <a:cubicBezTo>
                      <a:pt x="24" y="43"/>
                      <a:pt x="24" y="43"/>
                      <a:pt x="24" y="43"/>
                    </a:cubicBezTo>
                    <a:lnTo>
                      <a:pt x="9" y="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83" name="任意多边形: 形状 82" descr="1cfa548d-93d0-43dc-869b-7db38feca5e4"/>
              <p:cNvSpPr/>
              <p:nvPr/>
            </p:nvSpPr>
            <p:spPr bwMode="auto">
              <a:xfrm>
                <a:off x="6524518" y="3163947"/>
                <a:ext cx="81414" cy="546635"/>
              </a:xfrm>
              <a:custGeom>
                <a:avLst/>
                <a:gdLst>
                  <a:gd name="T0" fmla="*/ 7 w 7"/>
                  <a:gd name="T1" fmla="*/ 42 h 45"/>
                  <a:gd name="T2" fmla="*/ 6 w 7"/>
                  <a:gd name="T3" fmla="*/ 0 h 45"/>
                  <a:gd name="T4" fmla="*/ 0 w 7"/>
                  <a:gd name="T5" fmla="*/ 41 h 45"/>
                  <a:gd name="T6" fmla="*/ 3 w 7"/>
                  <a:gd name="T7" fmla="*/ 45 h 45"/>
                  <a:gd name="T8" fmla="*/ 5 w 7"/>
                  <a:gd name="T9" fmla="*/ 45 h 45"/>
                  <a:gd name="T10" fmla="*/ 7 w 7"/>
                  <a:gd name="T11" fmla="*/ 45 h 45"/>
                  <a:gd name="T12" fmla="*/ 7 w 7"/>
                  <a:gd name="T13" fmla="*/ 42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" h="45">
                    <a:moveTo>
                      <a:pt x="7" y="42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2" y="42"/>
                      <a:pt x="3" y="43"/>
                      <a:pt x="3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7" y="45"/>
                      <a:pt x="7" y="45"/>
                      <a:pt x="7" y="45"/>
                    </a:cubicBezTo>
                    <a:lnTo>
                      <a:pt x="7" y="4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84" name="任意多边形: 形状 83" descr="74df96f0-8ef2-4278-8fca-31eeb89440a3"/>
              <p:cNvSpPr/>
              <p:nvPr/>
            </p:nvSpPr>
            <p:spPr bwMode="auto">
              <a:xfrm>
                <a:off x="6524518" y="2524267"/>
                <a:ext cx="255872" cy="494299"/>
              </a:xfrm>
              <a:custGeom>
                <a:avLst/>
                <a:gdLst>
                  <a:gd name="T0" fmla="*/ 0 w 21"/>
                  <a:gd name="T1" fmla="*/ 3 h 41"/>
                  <a:gd name="T2" fmla="*/ 1 w 21"/>
                  <a:gd name="T3" fmla="*/ 11 h 41"/>
                  <a:gd name="T4" fmla="*/ 6 w 21"/>
                  <a:gd name="T5" fmla="*/ 41 h 41"/>
                  <a:gd name="T6" fmla="*/ 7 w 21"/>
                  <a:gd name="T7" fmla="*/ 41 h 41"/>
                  <a:gd name="T8" fmla="*/ 8 w 21"/>
                  <a:gd name="T9" fmla="*/ 41 h 41"/>
                  <a:gd name="T10" fmla="*/ 19 w 21"/>
                  <a:gd name="T11" fmla="*/ 8 h 41"/>
                  <a:gd name="T12" fmla="*/ 21 w 21"/>
                  <a:gd name="T13" fmla="*/ 5 h 41"/>
                  <a:gd name="T14" fmla="*/ 18 w 21"/>
                  <a:gd name="T15" fmla="*/ 1 h 41"/>
                  <a:gd name="T16" fmla="*/ 3 w 21"/>
                  <a:gd name="T17" fmla="*/ 0 h 41"/>
                  <a:gd name="T18" fmla="*/ 0 w 21"/>
                  <a:gd name="T19" fmla="*/ 3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" h="41">
                    <a:moveTo>
                      <a:pt x="0" y="3"/>
                    </a:moveTo>
                    <a:cubicBezTo>
                      <a:pt x="1" y="11"/>
                      <a:pt x="1" y="11"/>
                      <a:pt x="1" y="11"/>
                    </a:cubicBezTo>
                    <a:cubicBezTo>
                      <a:pt x="6" y="41"/>
                      <a:pt x="6" y="41"/>
                      <a:pt x="6" y="41"/>
                    </a:cubicBezTo>
                    <a:cubicBezTo>
                      <a:pt x="7" y="41"/>
                      <a:pt x="7" y="41"/>
                      <a:pt x="7" y="41"/>
                    </a:cubicBezTo>
                    <a:cubicBezTo>
                      <a:pt x="8" y="41"/>
                      <a:pt x="8" y="41"/>
                      <a:pt x="8" y="41"/>
                    </a:cubicBezTo>
                    <a:cubicBezTo>
                      <a:pt x="19" y="8"/>
                      <a:pt x="19" y="8"/>
                      <a:pt x="19" y="8"/>
                    </a:cubicBezTo>
                    <a:cubicBezTo>
                      <a:pt x="21" y="5"/>
                      <a:pt x="21" y="5"/>
                      <a:pt x="21" y="5"/>
                    </a:cubicBezTo>
                    <a:cubicBezTo>
                      <a:pt x="19" y="4"/>
                      <a:pt x="18" y="2"/>
                      <a:pt x="18" y="1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2"/>
                      <a:pt x="2" y="3"/>
                      <a:pt x="0" y="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85" name="任意多边形: 形状 84" descr="0509e1e7-139c-4d54-a981-4ed5de4c9992"/>
              <p:cNvSpPr/>
              <p:nvPr/>
            </p:nvSpPr>
            <p:spPr bwMode="auto">
              <a:xfrm>
                <a:off x="6146527" y="2268396"/>
                <a:ext cx="511743" cy="220980"/>
              </a:xfrm>
              <a:custGeom>
                <a:avLst/>
                <a:gdLst>
                  <a:gd name="T0" fmla="*/ 0 w 42"/>
                  <a:gd name="T1" fmla="*/ 6 h 18"/>
                  <a:gd name="T2" fmla="*/ 26 w 42"/>
                  <a:gd name="T3" fmla="*/ 18 h 18"/>
                  <a:gd name="T4" fmla="*/ 30 w 42"/>
                  <a:gd name="T5" fmla="*/ 15 h 18"/>
                  <a:gd name="T6" fmla="*/ 32 w 42"/>
                  <a:gd name="T7" fmla="*/ 16 h 18"/>
                  <a:gd name="T8" fmla="*/ 42 w 42"/>
                  <a:gd name="T9" fmla="*/ 2 h 18"/>
                  <a:gd name="T10" fmla="*/ 41 w 42"/>
                  <a:gd name="T11" fmla="*/ 0 h 18"/>
                  <a:gd name="T12" fmla="*/ 1 w 42"/>
                  <a:gd name="T13" fmla="*/ 4 h 18"/>
                  <a:gd name="T14" fmla="*/ 1 w 42"/>
                  <a:gd name="T15" fmla="*/ 4 h 18"/>
                  <a:gd name="T16" fmla="*/ 0 w 42"/>
                  <a:gd name="T17" fmla="*/ 6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" h="18">
                    <a:moveTo>
                      <a:pt x="0" y="6"/>
                    </a:moveTo>
                    <a:cubicBezTo>
                      <a:pt x="26" y="18"/>
                      <a:pt x="26" y="18"/>
                      <a:pt x="26" y="18"/>
                    </a:cubicBezTo>
                    <a:cubicBezTo>
                      <a:pt x="27" y="16"/>
                      <a:pt x="28" y="15"/>
                      <a:pt x="30" y="15"/>
                    </a:cubicBezTo>
                    <a:cubicBezTo>
                      <a:pt x="31" y="15"/>
                      <a:pt x="31" y="16"/>
                      <a:pt x="32" y="16"/>
                    </a:cubicBezTo>
                    <a:cubicBezTo>
                      <a:pt x="42" y="2"/>
                      <a:pt x="42" y="2"/>
                      <a:pt x="42" y="2"/>
                    </a:cubicBezTo>
                    <a:cubicBezTo>
                      <a:pt x="42" y="2"/>
                      <a:pt x="41" y="1"/>
                      <a:pt x="41" y="0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5"/>
                      <a:pt x="1" y="5"/>
                      <a:pt x="0" y="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86" name="任意多边形: 形状 85" descr="6e2942d2-3819-45d2-94c0-39464afa4878"/>
              <p:cNvSpPr/>
              <p:nvPr/>
            </p:nvSpPr>
            <p:spPr bwMode="auto">
              <a:xfrm>
                <a:off x="4867168" y="2280027"/>
                <a:ext cx="523373" cy="814136"/>
              </a:xfrm>
              <a:custGeom>
                <a:avLst/>
                <a:gdLst>
                  <a:gd name="T0" fmla="*/ 2 w 43"/>
                  <a:gd name="T1" fmla="*/ 67 h 67"/>
                  <a:gd name="T2" fmla="*/ 30 w 43"/>
                  <a:gd name="T3" fmla="*/ 66 h 67"/>
                  <a:gd name="T4" fmla="*/ 39 w 43"/>
                  <a:gd name="T5" fmla="*/ 65 h 67"/>
                  <a:gd name="T6" fmla="*/ 39 w 43"/>
                  <a:gd name="T7" fmla="*/ 65 h 67"/>
                  <a:gd name="T8" fmla="*/ 43 w 43"/>
                  <a:gd name="T9" fmla="*/ 61 h 67"/>
                  <a:gd name="T10" fmla="*/ 39 w 43"/>
                  <a:gd name="T11" fmla="*/ 0 h 67"/>
                  <a:gd name="T12" fmla="*/ 38 w 43"/>
                  <a:gd name="T13" fmla="*/ 0 h 67"/>
                  <a:gd name="T14" fmla="*/ 37 w 43"/>
                  <a:gd name="T15" fmla="*/ 0 h 67"/>
                  <a:gd name="T16" fmla="*/ 0 w 43"/>
                  <a:gd name="T17" fmla="*/ 64 h 67"/>
                  <a:gd name="T18" fmla="*/ 2 w 43"/>
                  <a:gd name="T19" fmla="*/ 67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3" h="67">
                    <a:moveTo>
                      <a:pt x="2" y="67"/>
                    </a:moveTo>
                    <a:cubicBezTo>
                      <a:pt x="30" y="66"/>
                      <a:pt x="30" y="66"/>
                      <a:pt x="30" y="66"/>
                    </a:cubicBezTo>
                    <a:cubicBezTo>
                      <a:pt x="39" y="65"/>
                      <a:pt x="39" y="65"/>
                      <a:pt x="39" y="65"/>
                    </a:cubicBezTo>
                    <a:cubicBezTo>
                      <a:pt x="39" y="65"/>
                      <a:pt x="39" y="65"/>
                      <a:pt x="39" y="65"/>
                    </a:cubicBezTo>
                    <a:cubicBezTo>
                      <a:pt x="39" y="63"/>
                      <a:pt x="41" y="61"/>
                      <a:pt x="43" y="61"/>
                    </a:cubicBezTo>
                    <a:cubicBezTo>
                      <a:pt x="39" y="0"/>
                      <a:pt x="39" y="0"/>
                      <a:pt x="39" y="0"/>
                    </a:cubicBezTo>
                    <a:cubicBezTo>
                      <a:pt x="38" y="0"/>
                      <a:pt x="38" y="0"/>
                      <a:pt x="38" y="0"/>
                    </a:cubicBezTo>
                    <a:cubicBezTo>
                      <a:pt x="38" y="0"/>
                      <a:pt x="37" y="0"/>
                      <a:pt x="37" y="0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1" y="65"/>
                      <a:pt x="2" y="66"/>
                      <a:pt x="2" y="6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87" name="任意多边形: 形状 86" descr="beb725f8-5a6f-4317-a348-07bd88c31fbf"/>
              <p:cNvSpPr/>
              <p:nvPr/>
            </p:nvSpPr>
            <p:spPr bwMode="auto">
              <a:xfrm>
                <a:off x="6204680" y="2716173"/>
                <a:ext cx="354733" cy="354733"/>
              </a:xfrm>
              <a:custGeom>
                <a:avLst/>
                <a:gdLst>
                  <a:gd name="T0" fmla="*/ 5 w 29"/>
                  <a:gd name="T1" fmla="*/ 0 h 29"/>
                  <a:gd name="T2" fmla="*/ 0 w 29"/>
                  <a:gd name="T3" fmla="*/ 12 h 29"/>
                  <a:gd name="T4" fmla="*/ 3 w 29"/>
                  <a:gd name="T5" fmla="*/ 17 h 29"/>
                  <a:gd name="T6" fmla="*/ 3 w 29"/>
                  <a:gd name="T7" fmla="*/ 18 h 29"/>
                  <a:gd name="T8" fmla="*/ 28 w 29"/>
                  <a:gd name="T9" fmla="*/ 29 h 29"/>
                  <a:gd name="T10" fmla="*/ 29 w 29"/>
                  <a:gd name="T11" fmla="*/ 27 h 29"/>
                  <a:gd name="T12" fmla="*/ 28 w 29"/>
                  <a:gd name="T13" fmla="*/ 27 h 29"/>
                  <a:gd name="T14" fmla="*/ 5 w 29"/>
                  <a:gd name="T15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9" h="29">
                    <a:moveTo>
                      <a:pt x="5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2" y="13"/>
                      <a:pt x="3" y="15"/>
                      <a:pt x="3" y="17"/>
                    </a:cubicBezTo>
                    <a:cubicBezTo>
                      <a:pt x="3" y="17"/>
                      <a:pt x="3" y="17"/>
                      <a:pt x="3" y="18"/>
                    </a:cubicBezTo>
                    <a:cubicBezTo>
                      <a:pt x="28" y="29"/>
                      <a:pt x="28" y="29"/>
                      <a:pt x="28" y="29"/>
                    </a:cubicBezTo>
                    <a:cubicBezTo>
                      <a:pt x="28" y="28"/>
                      <a:pt x="29" y="28"/>
                      <a:pt x="29" y="27"/>
                    </a:cubicBezTo>
                    <a:cubicBezTo>
                      <a:pt x="28" y="27"/>
                      <a:pt x="28" y="27"/>
                      <a:pt x="28" y="27"/>
                    </a:cubicBezTo>
                    <a:lnTo>
                      <a:pt x="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88" name="任意多边形: 形状 87" descr="fb57ce41-28df-4989-851f-8e1a27e19cc0"/>
              <p:cNvSpPr/>
              <p:nvPr/>
            </p:nvSpPr>
            <p:spPr bwMode="auto">
              <a:xfrm>
                <a:off x="6268646" y="2547529"/>
                <a:ext cx="314024" cy="500113"/>
              </a:xfrm>
              <a:custGeom>
                <a:avLst/>
                <a:gdLst>
                  <a:gd name="T0" fmla="*/ 25 w 26"/>
                  <a:gd name="T1" fmla="*/ 41 h 41"/>
                  <a:gd name="T2" fmla="*/ 26 w 26"/>
                  <a:gd name="T3" fmla="*/ 40 h 41"/>
                  <a:gd name="T4" fmla="*/ 20 w 26"/>
                  <a:gd name="T5" fmla="*/ 2 h 41"/>
                  <a:gd name="T6" fmla="*/ 19 w 26"/>
                  <a:gd name="T7" fmla="*/ 2 h 41"/>
                  <a:gd name="T8" fmla="*/ 16 w 26"/>
                  <a:gd name="T9" fmla="*/ 0 h 41"/>
                  <a:gd name="T10" fmla="*/ 0 w 26"/>
                  <a:gd name="T11" fmla="*/ 13 h 41"/>
                  <a:gd name="T12" fmla="*/ 24 w 26"/>
                  <a:gd name="T13" fmla="*/ 40 h 41"/>
                  <a:gd name="T14" fmla="*/ 25 w 26"/>
                  <a:gd name="T15" fmla="*/ 4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" h="41">
                    <a:moveTo>
                      <a:pt x="25" y="41"/>
                    </a:moveTo>
                    <a:cubicBezTo>
                      <a:pt x="25" y="40"/>
                      <a:pt x="26" y="40"/>
                      <a:pt x="26" y="40"/>
                    </a:cubicBezTo>
                    <a:cubicBezTo>
                      <a:pt x="20" y="2"/>
                      <a:pt x="20" y="2"/>
                      <a:pt x="20" y="2"/>
                    </a:cubicBezTo>
                    <a:cubicBezTo>
                      <a:pt x="20" y="2"/>
                      <a:pt x="19" y="2"/>
                      <a:pt x="19" y="2"/>
                    </a:cubicBezTo>
                    <a:cubicBezTo>
                      <a:pt x="18" y="2"/>
                      <a:pt x="17" y="1"/>
                      <a:pt x="16" y="0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24" y="40"/>
                      <a:pt x="24" y="40"/>
                      <a:pt x="24" y="40"/>
                    </a:cubicBezTo>
                    <a:lnTo>
                      <a:pt x="25" y="4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89" name="任意多边形: 形状 88" descr="c39a5e3d-ce84-437c-9f33-188a5734eb36"/>
              <p:cNvSpPr/>
              <p:nvPr/>
            </p:nvSpPr>
            <p:spPr bwMode="auto">
              <a:xfrm>
                <a:off x="5390543" y="2111386"/>
                <a:ext cx="500113" cy="377993"/>
              </a:xfrm>
              <a:custGeom>
                <a:avLst/>
                <a:gdLst>
                  <a:gd name="T0" fmla="*/ 0 w 41"/>
                  <a:gd name="T1" fmla="*/ 11 h 31"/>
                  <a:gd name="T2" fmla="*/ 39 w 41"/>
                  <a:gd name="T3" fmla="*/ 31 h 31"/>
                  <a:gd name="T4" fmla="*/ 41 w 41"/>
                  <a:gd name="T5" fmla="*/ 29 h 31"/>
                  <a:gd name="T6" fmla="*/ 38 w 41"/>
                  <a:gd name="T7" fmla="*/ 19 h 31"/>
                  <a:gd name="T8" fmla="*/ 33 w 41"/>
                  <a:gd name="T9" fmla="*/ 3 h 31"/>
                  <a:gd name="T10" fmla="*/ 32 w 41"/>
                  <a:gd name="T11" fmla="*/ 3 h 31"/>
                  <a:gd name="T12" fmla="*/ 28 w 41"/>
                  <a:gd name="T13" fmla="*/ 0 h 31"/>
                  <a:gd name="T14" fmla="*/ 0 w 41"/>
                  <a:gd name="T15" fmla="*/ 9 h 31"/>
                  <a:gd name="T16" fmla="*/ 0 w 41"/>
                  <a:gd name="T17" fmla="*/ 10 h 31"/>
                  <a:gd name="T18" fmla="*/ 0 w 41"/>
                  <a:gd name="T19" fmla="*/ 1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1" h="31">
                    <a:moveTo>
                      <a:pt x="0" y="11"/>
                    </a:moveTo>
                    <a:cubicBezTo>
                      <a:pt x="39" y="31"/>
                      <a:pt x="39" y="31"/>
                      <a:pt x="39" y="31"/>
                    </a:cubicBezTo>
                    <a:cubicBezTo>
                      <a:pt x="39" y="30"/>
                      <a:pt x="40" y="29"/>
                      <a:pt x="41" y="29"/>
                    </a:cubicBezTo>
                    <a:cubicBezTo>
                      <a:pt x="38" y="19"/>
                      <a:pt x="38" y="19"/>
                      <a:pt x="38" y="19"/>
                    </a:cubicBezTo>
                    <a:cubicBezTo>
                      <a:pt x="33" y="3"/>
                      <a:pt x="33" y="3"/>
                      <a:pt x="33" y="3"/>
                    </a:cubicBezTo>
                    <a:cubicBezTo>
                      <a:pt x="33" y="3"/>
                      <a:pt x="32" y="3"/>
                      <a:pt x="32" y="3"/>
                    </a:cubicBezTo>
                    <a:cubicBezTo>
                      <a:pt x="30" y="2"/>
                      <a:pt x="29" y="1"/>
                      <a:pt x="28" y="0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9"/>
                      <a:pt x="0" y="10"/>
                      <a:pt x="0" y="10"/>
                    </a:cubicBezTo>
                    <a:cubicBezTo>
                      <a:pt x="0" y="11"/>
                      <a:pt x="0" y="11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90" name="任意多边形: 形状 89" descr="dcb2ec73-b471-43a5-8c3c-4e512ace4464"/>
              <p:cNvSpPr/>
              <p:nvPr/>
            </p:nvSpPr>
            <p:spPr bwMode="auto">
              <a:xfrm>
                <a:off x="6838542" y="2355627"/>
                <a:ext cx="279133" cy="505929"/>
              </a:xfrm>
              <a:custGeom>
                <a:avLst/>
                <a:gdLst>
                  <a:gd name="T0" fmla="*/ 20 w 23"/>
                  <a:gd name="T1" fmla="*/ 0 h 42"/>
                  <a:gd name="T2" fmla="*/ 1 w 23"/>
                  <a:gd name="T3" fmla="*/ 12 h 42"/>
                  <a:gd name="T4" fmla="*/ 1 w 23"/>
                  <a:gd name="T5" fmla="*/ 15 h 42"/>
                  <a:gd name="T6" fmla="*/ 0 w 23"/>
                  <a:gd name="T7" fmla="*/ 18 h 42"/>
                  <a:gd name="T8" fmla="*/ 14 w 23"/>
                  <a:gd name="T9" fmla="*/ 33 h 42"/>
                  <a:gd name="T10" fmla="*/ 21 w 23"/>
                  <a:gd name="T11" fmla="*/ 42 h 42"/>
                  <a:gd name="T12" fmla="*/ 23 w 23"/>
                  <a:gd name="T13" fmla="*/ 41 h 42"/>
                  <a:gd name="T14" fmla="*/ 23 w 23"/>
                  <a:gd name="T15" fmla="*/ 2 h 42"/>
                  <a:gd name="T16" fmla="*/ 20 w 23"/>
                  <a:gd name="T17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" h="42">
                    <a:moveTo>
                      <a:pt x="20" y="0"/>
                    </a:moveTo>
                    <a:cubicBezTo>
                      <a:pt x="1" y="12"/>
                      <a:pt x="1" y="12"/>
                      <a:pt x="1" y="12"/>
                    </a:cubicBezTo>
                    <a:cubicBezTo>
                      <a:pt x="1" y="13"/>
                      <a:pt x="2" y="14"/>
                      <a:pt x="1" y="15"/>
                    </a:cubicBezTo>
                    <a:cubicBezTo>
                      <a:pt x="1" y="16"/>
                      <a:pt x="1" y="17"/>
                      <a:pt x="0" y="18"/>
                    </a:cubicBezTo>
                    <a:cubicBezTo>
                      <a:pt x="14" y="33"/>
                      <a:pt x="14" y="33"/>
                      <a:pt x="14" y="33"/>
                    </a:cubicBezTo>
                    <a:cubicBezTo>
                      <a:pt x="21" y="42"/>
                      <a:pt x="21" y="42"/>
                      <a:pt x="21" y="42"/>
                    </a:cubicBezTo>
                    <a:cubicBezTo>
                      <a:pt x="22" y="41"/>
                      <a:pt x="22" y="41"/>
                      <a:pt x="23" y="41"/>
                    </a:cubicBezTo>
                    <a:cubicBezTo>
                      <a:pt x="23" y="2"/>
                      <a:pt x="23" y="2"/>
                      <a:pt x="23" y="2"/>
                    </a:cubicBezTo>
                    <a:cubicBezTo>
                      <a:pt x="22" y="2"/>
                      <a:pt x="21" y="1"/>
                      <a:pt x="2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91" name="任意多边形: 形状 90" descr="2e7db072-600a-4ae4-b541-3c48ec46390a"/>
              <p:cNvSpPr/>
              <p:nvPr/>
            </p:nvSpPr>
            <p:spPr bwMode="auto">
              <a:xfrm>
                <a:off x="6716423" y="4379338"/>
                <a:ext cx="232610" cy="535005"/>
              </a:xfrm>
              <a:custGeom>
                <a:avLst/>
                <a:gdLst>
                  <a:gd name="T0" fmla="*/ 19 w 19"/>
                  <a:gd name="T1" fmla="*/ 0 h 44"/>
                  <a:gd name="T2" fmla="*/ 19 w 19"/>
                  <a:gd name="T3" fmla="*/ 0 h 44"/>
                  <a:gd name="T4" fmla="*/ 10 w 19"/>
                  <a:gd name="T5" fmla="*/ 3 h 44"/>
                  <a:gd name="T6" fmla="*/ 0 w 19"/>
                  <a:gd name="T7" fmla="*/ 6 h 44"/>
                  <a:gd name="T8" fmla="*/ 6 w 19"/>
                  <a:gd name="T9" fmla="*/ 44 h 44"/>
                  <a:gd name="T10" fmla="*/ 19 w 19"/>
                  <a:gd name="T11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9" h="44">
                    <a:moveTo>
                      <a:pt x="19" y="0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4" y="17"/>
                      <a:pt x="5" y="30"/>
                      <a:pt x="6" y="44"/>
                    </a:cubicBezTo>
                    <a:lnTo>
                      <a:pt x="1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92" name="任意多边形: 形状 91" descr="6e67bbd6-f1ef-4538-a455-86df71d4009f"/>
              <p:cNvSpPr/>
              <p:nvPr/>
            </p:nvSpPr>
            <p:spPr bwMode="auto">
              <a:xfrm>
                <a:off x="5844132" y="2681282"/>
                <a:ext cx="412885" cy="191906"/>
              </a:xfrm>
              <a:custGeom>
                <a:avLst/>
                <a:gdLst>
                  <a:gd name="T0" fmla="*/ 24 w 34"/>
                  <a:gd name="T1" fmla="*/ 16 h 16"/>
                  <a:gd name="T2" fmla="*/ 28 w 34"/>
                  <a:gd name="T3" fmla="*/ 15 h 16"/>
                  <a:gd name="T4" fmla="*/ 29 w 34"/>
                  <a:gd name="T5" fmla="*/ 15 h 16"/>
                  <a:gd name="T6" fmla="*/ 34 w 34"/>
                  <a:gd name="T7" fmla="*/ 3 h 16"/>
                  <a:gd name="T8" fmla="*/ 0 w 34"/>
                  <a:gd name="T9" fmla="*/ 0 h 16"/>
                  <a:gd name="T10" fmla="*/ 0 w 34"/>
                  <a:gd name="T11" fmla="*/ 1 h 16"/>
                  <a:gd name="T12" fmla="*/ 24 w 34"/>
                  <a:gd name="T13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4" h="16">
                    <a:moveTo>
                      <a:pt x="24" y="16"/>
                    </a:moveTo>
                    <a:cubicBezTo>
                      <a:pt x="25" y="15"/>
                      <a:pt x="27" y="14"/>
                      <a:pt x="28" y="15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34" y="3"/>
                      <a:pt x="34" y="3"/>
                      <a:pt x="34" y="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lnTo>
                      <a:pt x="24" y="1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93" name="任意多边形: 形状 92" descr="09bd8a59-44ea-4a17-bcaf-8f266aa3eee8"/>
              <p:cNvSpPr/>
              <p:nvPr/>
            </p:nvSpPr>
            <p:spPr bwMode="auto">
              <a:xfrm>
                <a:off x="6635010" y="2582421"/>
                <a:ext cx="401255" cy="488483"/>
              </a:xfrm>
              <a:custGeom>
                <a:avLst/>
                <a:gdLst>
                  <a:gd name="T0" fmla="*/ 12 w 33"/>
                  <a:gd name="T1" fmla="*/ 0 h 40"/>
                  <a:gd name="T2" fmla="*/ 8 w 33"/>
                  <a:gd name="T3" fmla="*/ 14 h 40"/>
                  <a:gd name="T4" fmla="*/ 0 w 33"/>
                  <a:gd name="T5" fmla="*/ 37 h 40"/>
                  <a:gd name="T6" fmla="*/ 2 w 33"/>
                  <a:gd name="T7" fmla="*/ 40 h 40"/>
                  <a:gd name="T8" fmla="*/ 33 w 33"/>
                  <a:gd name="T9" fmla="*/ 34 h 40"/>
                  <a:gd name="T10" fmla="*/ 25 w 33"/>
                  <a:gd name="T11" fmla="*/ 19 h 40"/>
                  <a:gd name="T12" fmla="*/ 15 w 33"/>
                  <a:gd name="T13" fmla="*/ 0 h 40"/>
                  <a:gd name="T14" fmla="*/ 13 w 33"/>
                  <a:gd name="T15" fmla="*/ 0 h 40"/>
                  <a:gd name="T16" fmla="*/ 12 w 33"/>
                  <a:gd name="T17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3" h="40">
                    <a:moveTo>
                      <a:pt x="12" y="0"/>
                    </a:moveTo>
                    <a:cubicBezTo>
                      <a:pt x="8" y="14"/>
                      <a:pt x="8" y="14"/>
                      <a:pt x="8" y="14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1" y="38"/>
                      <a:pt x="2" y="39"/>
                      <a:pt x="2" y="40"/>
                    </a:cubicBezTo>
                    <a:cubicBezTo>
                      <a:pt x="33" y="34"/>
                      <a:pt x="33" y="34"/>
                      <a:pt x="33" y="34"/>
                    </a:cubicBezTo>
                    <a:cubicBezTo>
                      <a:pt x="25" y="19"/>
                      <a:pt x="25" y="19"/>
                      <a:pt x="25" y="19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0"/>
                      <a:pt x="14" y="0"/>
                      <a:pt x="13" y="0"/>
                    </a:cubicBezTo>
                    <a:cubicBezTo>
                      <a:pt x="13" y="0"/>
                      <a:pt x="13" y="0"/>
                      <a:pt x="1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94" name="任意多边形: 形状 93" descr="4f15503a-8409-4847-abd4-113343615c29"/>
              <p:cNvSpPr/>
              <p:nvPr/>
            </p:nvSpPr>
            <p:spPr bwMode="auto">
              <a:xfrm>
                <a:off x="5879024" y="3117425"/>
                <a:ext cx="715279" cy="569895"/>
              </a:xfrm>
              <a:custGeom>
                <a:avLst/>
                <a:gdLst>
                  <a:gd name="T0" fmla="*/ 14 w 59"/>
                  <a:gd name="T1" fmla="*/ 18 h 47"/>
                  <a:gd name="T2" fmla="*/ 0 w 59"/>
                  <a:gd name="T3" fmla="*/ 24 h 47"/>
                  <a:gd name="T4" fmla="*/ 0 w 59"/>
                  <a:gd name="T5" fmla="*/ 25 h 47"/>
                  <a:gd name="T6" fmla="*/ 0 w 59"/>
                  <a:gd name="T7" fmla="*/ 26 h 47"/>
                  <a:gd name="T8" fmla="*/ 47 w 59"/>
                  <a:gd name="T9" fmla="*/ 47 h 47"/>
                  <a:gd name="T10" fmla="*/ 47 w 59"/>
                  <a:gd name="T11" fmla="*/ 47 h 47"/>
                  <a:gd name="T12" fmla="*/ 52 w 59"/>
                  <a:gd name="T13" fmla="*/ 45 h 47"/>
                  <a:gd name="T14" fmla="*/ 52 w 59"/>
                  <a:gd name="T15" fmla="*/ 45 h 47"/>
                  <a:gd name="T16" fmla="*/ 59 w 59"/>
                  <a:gd name="T17" fmla="*/ 2 h 47"/>
                  <a:gd name="T18" fmla="*/ 56 w 59"/>
                  <a:gd name="T19" fmla="*/ 0 h 47"/>
                  <a:gd name="T20" fmla="*/ 14 w 59"/>
                  <a:gd name="T21" fmla="*/ 18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9" h="47">
                    <a:moveTo>
                      <a:pt x="14" y="18"/>
                    </a:moveTo>
                    <a:cubicBezTo>
                      <a:pt x="0" y="24"/>
                      <a:pt x="0" y="24"/>
                      <a:pt x="0" y="24"/>
                    </a:cubicBezTo>
                    <a:cubicBezTo>
                      <a:pt x="0" y="24"/>
                      <a:pt x="0" y="24"/>
                      <a:pt x="0" y="25"/>
                    </a:cubicBezTo>
                    <a:cubicBezTo>
                      <a:pt x="0" y="25"/>
                      <a:pt x="0" y="26"/>
                      <a:pt x="0" y="26"/>
                    </a:cubicBezTo>
                    <a:cubicBezTo>
                      <a:pt x="47" y="47"/>
                      <a:pt x="47" y="47"/>
                      <a:pt x="47" y="47"/>
                    </a:cubicBezTo>
                    <a:cubicBezTo>
                      <a:pt x="47" y="47"/>
                      <a:pt x="47" y="47"/>
                      <a:pt x="47" y="47"/>
                    </a:cubicBezTo>
                    <a:cubicBezTo>
                      <a:pt x="48" y="45"/>
                      <a:pt x="50" y="44"/>
                      <a:pt x="52" y="45"/>
                    </a:cubicBezTo>
                    <a:cubicBezTo>
                      <a:pt x="52" y="45"/>
                      <a:pt x="52" y="45"/>
                      <a:pt x="52" y="45"/>
                    </a:cubicBezTo>
                    <a:cubicBezTo>
                      <a:pt x="59" y="2"/>
                      <a:pt x="59" y="2"/>
                      <a:pt x="59" y="2"/>
                    </a:cubicBezTo>
                    <a:cubicBezTo>
                      <a:pt x="58" y="1"/>
                      <a:pt x="57" y="1"/>
                      <a:pt x="56" y="0"/>
                    </a:cubicBezTo>
                    <a:lnTo>
                      <a:pt x="14" y="1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95" name="任意多边形: 形状 94" descr="29572257-89ac-47b6-a8b2-fa7fef80f044"/>
              <p:cNvSpPr/>
              <p:nvPr/>
            </p:nvSpPr>
            <p:spPr bwMode="auto">
              <a:xfrm>
                <a:off x="6623379" y="3117425"/>
                <a:ext cx="529191" cy="535005"/>
              </a:xfrm>
              <a:custGeom>
                <a:avLst/>
                <a:gdLst>
                  <a:gd name="T0" fmla="*/ 43 w 44"/>
                  <a:gd name="T1" fmla="*/ 18 h 44"/>
                  <a:gd name="T2" fmla="*/ 43 w 44"/>
                  <a:gd name="T3" fmla="*/ 18 h 44"/>
                  <a:gd name="T4" fmla="*/ 2 w 44"/>
                  <a:gd name="T5" fmla="*/ 0 h 44"/>
                  <a:gd name="T6" fmla="*/ 0 w 44"/>
                  <a:gd name="T7" fmla="*/ 1 h 44"/>
                  <a:gd name="T8" fmla="*/ 10 w 44"/>
                  <a:gd name="T9" fmla="*/ 30 h 44"/>
                  <a:gd name="T10" fmla="*/ 14 w 44"/>
                  <a:gd name="T11" fmla="*/ 42 h 44"/>
                  <a:gd name="T12" fmla="*/ 15 w 44"/>
                  <a:gd name="T13" fmla="*/ 42 h 44"/>
                  <a:gd name="T14" fmla="*/ 18 w 44"/>
                  <a:gd name="T15" fmla="*/ 44 h 44"/>
                  <a:gd name="T16" fmla="*/ 34 w 44"/>
                  <a:gd name="T17" fmla="*/ 30 h 44"/>
                  <a:gd name="T18" fmla="*/ 44 w 44"/>
                  <a:gd name="T19" fmla="*/ 22 h 44"/>
                  <a:gd name="T20" fmla="*/ 43 w 44"/>
                  <a:gd name="T21" fmla="*/ 18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4" h="44">
                    <a:moveTo>
                      <a:pt x="43" y="18"/>
                    </a:moveTo>
                    <a:cubicBezTo>
                      <a:pt x="43" y="18"/>
                      <a:pt x="43" y="18"/>
                      <a:pt x="43" y="18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1"/>
                      <a:pt x="1" y="1"/>
                      <a:pt x="0" y="1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5" y="42"/>
                      <a:pt x="15" y="42"/>
                    </a:cubicBezTo>
                    <a:cubicBezTo>
                      <a:pt x="16" y="42"/>
                      <a:pt x="17" y="43"/>
                      <a:pt x="18" y="44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44" y="22"/>
                      <a:pt x="44" y="22"/>
                      <a:pt x="44" y="22"/>
                    </a:cubicBezTo>
                    <a:cubicBezTo>
                      <a:pt x="44" y="21"/>
                      <a:pt x="43" y="20"/>
                      <a:pt x="43" y="1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</p:grpSp>
        <p:grpSp>
          <p:nvGrpSpPr>
            <p:cNvPr id="97" name="组合 96" descr="00e8697f-3335-474e-8c7e-652ccdb5f25a"/>
            <p:cNvGrpSpPr/>
            <p:nvPr/>
          </p:nvGrpSpPr>
          <p:grpSpPr>
            <a:xfrm>
              <a:off x="655701" y="2097873"/>
              <a:ext cx="10863198" cy="3668863"/>
              <a:chOff x="655701" y="1627973"/>
              <a:chExt cx="10863198" cy="3668863"/>
            </a:xfrm>
          </p:grpSpPr>
          <p:grpSp>
            <p:nvGrpSpPr>
              <p:cNvPr id="6" name="组合 5" descr="e218f1ec-656f-482f-8c26-2b8c4d7e9820"/>
              <p:cNvGrpSpPr/>
              <p:nvPr/>
            </p:nvGrpSpPr>
            <p:grpSpPr>
              <a:xfrm>
                <a:off x="1187515" y="1627973"/>
                <a:ext cx="4995996" cy="1634560"/>
                <a:chOff x="1187515" y="1627973"/>
                <a:chExt cx="4995996" cy="1634560"/>
              </a:xfrm>
            </p:grpSpPr>
            <p:grpSp>
              <p:nvGrpSpPr>
                <p:cNvPr id="5" name="组合 4" descr="2a4fbcf8-a182-408b-acf7-fb649c751246"/>
                <p:cNvGrpSpPr/>
                <p:nvPr/>
              </p:nvGrpSpPr>
              <p:grpSpPr>
                <a:xfrm>
                  <a:off x="5486390" y="2565412"/>
                  <a:ext cx="697121" cy="697121"/>
                  <a:chOff x="5486390" y="2565412"/>
                  <a:chExt cx="697121" cy="697121"/>
                </a:xfrm>
              </p:grpSpPr>
              <p:sp>
                <p:nvSpPr>
                  <p:cNvPr id="127" name="椭圆 126" descr="d494559d-c8d7-4efa-94bb-45a0f419a5ca"/>
                  <p:cNvSpPr/>
                  <p:nvPr/>
                </p:nvSpPr>
                <p:spPr>
                  <a:xfrm>
                    <a:off x="5486390" y="2565412"/>
                    <a:ext cx="697121" cy="697121"/>
                  </a:xfrm>
                  <a:prstGeom prst="ellipse">
                    <a:avLst/>
                  </a:prstGeom>
                  <a:solidFill>
                    <a:schemeClr val="accent1">
                      <a:alpha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anchor="ctr" anchorCtr="0">
                    <a:noAutofit/>
                  </a:bodyPr>
                  <a:lstStyle/>
                  <a:p>
                    <a:pPr algn="ctr"/>
                  </a:p>
                </p:txBody>
              </p:sp>
              <p:sp>
                <p:nvSpPr>
                  <p:cNvPr id="128" name="椭圆 127" descr="d7256917-4393-42c6-86bd-6644c95bfa61"/>
                  <p:cNvSpPr/>
                  <p:nvPr/>
                </p:nvSpPr>
                <p:spPr>
                  <a:xfrm>
                    <a:off x="5678762" y="2757785"/>
                    <a:ext cx="312372" cy="312372"/>
                  </a:xfrm>
                  <a:prstGeom prst="ellipse">
                    <a:avLst/>
                  </a:prstGeom>
                  <a:solidFill>
                    <a:schemeClr val="accent1">
                      <a:alpha val="9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anchor="ctr" anchorCtr="0">
                    <a:noAutofit/>
                  </a:bodyPr>
                  <a:lstStyle/>
                  <a:p>
                    <a:pPr algn="ctr"/>
                  </a:p>
                </p:txBody>
              </p:sp>
            </p:grpSp>
            <p:cxnSp>
              <p:nvCxnSpPr>
                <p:cNvPr id="129" name="直接连接符 128" descr="47bf2205-6130-4167-8382-7307dd349318"/>
                <p:cNvCxnSpPr/>
                <p:nvPr/>
              </p:nvCxnSpPr>
              <p:spPr>
                <a:xfrm>
                  <a:off x="3896929" y="2213691"/>
                  <a:ext cx="1915551" cy="0"/>
                </a:xfrm>
                <a:prstGeom prst="line">
                  <a:avLst/>
                </a:prstGeom>
                <a:ln w="12700">
                  <a:solidFill>
                    <a:schemeClr val="tx1">
                      <a:lumMod val="75000"/>
                      <a:lumOff val="25000"/>
                    </a:schemeClr>
                  </a:solidFill>
                  <a:headEnd type="oval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直接连接符 129" descr="b5efed1d-4fd8-4575-913b-9524f7980405"/>
                <p:cNvCxnSpPr/>
                <p:nvPr/>
              </p:nvCxnSpPr>
              <p:spPr>
                <a:xfrm>
                  <a:off x="5814458" y="2203976"/>
                  <a:ext cx="0" cy="292491"/>
                </a:xfrm>
                <a:prstGeom prst="line">
                  <a:avLst/>
                </a:prstGeom>
                <a:ln w="12700">
                  <a:solidFill>
                    <a:schemeClr val="tx1">
                      <a:lumMod val="75000"/>
                      <a:lumOff val="25000"/>
                    </a:schemeClr>
                  </a:solidFill>
                  <a:tail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49" name="组合 148" descr="8ca43eb3-580b-4b50-9ef2-5b2d3c2da4b4"/>
                <p:cNvGrpSpPr/>
                <p:nvPr/>
              </p:nvGrpSpPr>
              <p:grpSpPr>
                <a:xfrm>
                  <a:off x="1187515" y="1627973"/>
                  <a:ext cx="2523980" cy="1524795"/>
                  <a:chOff x="1540476" y="1316098"/>
                  <a:chExt cx="2523980" cy="1524795"/>
                </a:xfrm>
              </p:grpSpPr>
              <p:sp>
                <p:nvSpPr>
                  <p:cNvPr id="131" name="Text1" descr="93925a3c-dfcc-41ec-b4fc-085d39a69f87"/>
                  <p:cNvSpPr/>
                  <p:nvPr/>
                </p:nvSpPr>
                <p:spPr>
                  <a:xfrm>
                    <a:off x="1540476" y="1900403"/>
                    <a:ext cx="2523980" cy="940490"/>
                  </a:xfrm>
                  <a:prstGeom prst="rect">
                    <a:avLst/>
                  </a:prstGeom>
                </p:spPr>
                <p:txBody>
                  <a:bodyPr wrap="square" lIns="91440" tIns="45720" rIns="91440" bIns="45720" anchor="t" anchorCtr="0">
                    <a:normAutofit/>
                  </a:bodyPr>
                  <a:lstStyle/>
                  <a:p>
                    <a:pPr algn="r">
                      <a:lnSpc>
                        <a:spcPct val="120000"/>
                      </a:lnSpc>
                    </a:pPr>
                    <a:r>
                      <a:rPr lang="en-US" sz="1200" b="0" i="0" u="none">
                        <a:solidFill>
                          <a:srgbClr val="FFFFFF"/>
                        </a:solidFill>
                        <a:ea typeface="微软雅黑" panose="020B0503020204020204" charset="-122"/>
                      </a:rPr>
                      <a:t>在效率与质量、创新与稳定、人类判断与AI建议之间找平衡。</a:t>
                    </a:r>
                    <a:endParaRPr lang="en-US" sz="1200" b="0" i="0" u="none">
                      <a:solidFill>
                        <a:srgbClr val="FFFFFF"/>
                      </a:solidFill>
                      <a:ea typeface="微软雅黑" panose="020B0503020204020204" charset="-122"/>
                    </a:endParaRPr>
                  </a:p>
                </p:txBody>
              </p:sp>
              <p:sp>
                <p:nvSpPr>
                  <p:cNvPr id="132" name="Bullet1" descr="7b07b33a-9f62-4de8-ba4e-1209335362b1"/>
                  <p:cNvSpPr txBox="1"/>
                  <p:nvPr/>
                </p:nvSpPr>
                <p:spPr bwMode="auto">
                  <a:xfrm>
                    <a:off x="1540476" y="1316098"/>
                    <a:ext cx="2523980" cy="584304"/>
                  </a:xfrm>
                  <a:prstGeom prst="rect">
                    <a:avLst/>
                  </a:prstGeom>
                  <a:noFill/>
                  <a:scene3d>
                    <a:camera prst="orthographicFront">
                      <a:rot lat="0" lon="0" rev="0"/>
                    </a:camera>
                    <a:lightRig rig="threePt" dir="t"/>
                  </a:scene3d>
                  <a:sp3d prstMaterial="matte">
                    <a:bevelT w="1270" h="1270"/>
                  </a:sp3d>
                </p:spPr>
                <p:txBody>
                  <a:bodyPr wrap="square" lIns="91440" tIns="45720" rIns="91440" bIns="45720" anchor="b" anchorCtr="0">
                    <a:normAutofit/>
                  </a:bodyPr>
                  <a:lstStyle/>
                  <a:p>
                    <a:pPr algn="r"/>
                    <a:r>
                      <a:rPr lang="en-US" sz="1800" b="1" i="0" u="none">
                        <a:solidFill>
                          <a:srgbClr val="FFFFFF"/>
                        </a:solidFill>
                        <a:ea typeface="微软雅黑" panose="020B0503020204020204" charset="-122"/>
                      </a:rPr>
                      <a:t>保持平衡</a:t>
                    </a:r>
                    <a:endParaRPr lang="en-US" sz="1800" b="1" i="0" u="none">
                      <a:solidFill>
                        <a:srgbClr val="FFFFFF"/>
                      </a:solidFill>
                      <a:ea typeface="微软雅黑" panose="020B0503020204020204" charset="-122"/>
                    </a:endParaRPr>
                  </a:p>
                </p:txBody>
              </p:sp>
            </p:grpSp>
          </p:grpSp>
          <p:grpSp>
            <p:nvGrpSpPr>
              <p:cNvPr id="96" name="组合 95" descr="96eaf1f1-b844-4a1a-a65b-554dd0eb9ccc"/>
              <p:cNvGrpSpPr/>
              <p:nvPr/>
            </p:nvGrpSpPr>
            <p:grpSpPr>
              <a:xfrm>
                <a:off x="655701" y="3152770"/>
                <a:ext cx="4472373" cy="1713757"/>
                <a:chOff x="655701" y="3152770"/>
                <a:chExt cx="4472373" cy="1713757"/>
              </a:xfrm>
            </p:grpSpPr>
            <p:grpSp>
              <p:nvGrpSpPr>
                <p:cNvPr id="157" name="组合 156" descr="650979df-6982-4d0e-bb9d-fa454d7b193d"/>
                <p:cNvGrpSpPr/>
                <p:nvPr/>
              </p:nvGrpSpPr>
              <p:grpSpPr>
                <a:xfrm>
                  <a:off x="4430953" y="3416391"/>
                  <a:ext cx="697121" cy="697121"/>
                  <a:chOff x="4285812" y="3035572"/>
                  <a:chExt cx="697121" cy="697121"/>
                </a:xfrm>
              </p:grpSpPr>
              <p:sp>
                <p:nvSpPr>
                  <p:cNvPr id="141" name="椭圆 140" descr="f23c9d21-c502-4aa9-bc41-dd918ceb74f1"/>
                  <p:cNvSpPr/>
                  <p:nvPr/>
                </p:nvSpPr>
                <p:spPr>
                  <a:xfrm>
                    <a:off x="4285812" y="3035572"/>
                    <a:ext cx="697121" cy="697121"/>
                  </a:xfrm>
                  <a:prstGeom prst="ellipse">
                    <a:avLst/>
                  </a:prstGeom>
                  <a:solidFill>
                    <a:schemeClr val="accent1">
                      <a:alpha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anchor="ctr" anchorCtr="0">
                    <a:noAutofit/>
                  </a:bodyPr>
                  <a:lstStyle/>
                  <a:p>
                    <a:pPr algn="ctr"/>
                  </a:p>
                </p:txBody>
              </p:sp>
              <p:sp>
                <p:nvSpPr>
                  <p:cNvPr id="142" name="椭圆 141" descr="2e4dc27f-8677-4392-b35a-5cf0017ea63b"/>
                  <p:cNvSpPr/>
                  <p:nvPr/>
                </p:nvSpPr>
                <p:spPr>
                  <a:xfrm>
                    <a:off x="4478184" y="3227945"/>
                    <a:ext cx="312372" cy="312372"/>
                  </a:xfrm>
                  <a:prstGeom prst="ellipse">
                    <a:avLst/>
                  </a:prstGeom>
                  <a:solidFill>
                    <a:schemeClr val="accent1">
                      <a:alpha val="9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anchor="ctr" anchorCtr="0">
                    <a:noAutofit/>
                  </a:bodyPr>
                  <a:lstStyle/>
                  <a:p>
                    <a:pPr algn="ctr"/>
                  </a:p>
                </p:txBody>
              </p:sp>
            </p:grpSp>
            <p:grpSp>
              <p:nvGrpSpPr>
                <p:cNvPr id="148" name="组合 147" descr="510ed224-1207-412c-85d4-279e35a43a30"/>
                <p:cNvGrpSpPr/>
                <p:nvPr/>
              </p:nvGrpSpPr>
              <p:grpSpPr>
                <a:xfrm>
                  <a:off x="655701" y="3152770"/>
                  <a:ext cx="2893820" cy="1713757"/>
                  <a:chOff x="483917" y="3527723"/>
                  <a:chExt cx="2893820" cy="1713757"/>
                </a:xfrm>
              </p:grpSpPr>
              <p:sp>
                <p:nvSpPr>
                  <p:cNvPr id="3" name="矩形 2" descr="abe92d42-8fca-4b93-8714-9035423969fc"/>
                  <p:cNvSpPr/>
                  <p:nvPr/>
                </p:nvSpPr>
                <p:spPr>
                  <a:xfrm>
                    <a:off x="1003335" y="4034508"/>
                    <a:ext cx="2374402" cy="772126"/>
                  </a:xfrm>
                  <a:prstGeom prst="rect">
                    <a:avLst/>
                  </a:prstGeom>
                  <a:noFill/>
                </p:spPr>
                <p:txBody>
                  <a:bodyPr wrap="square" lIns="91440" tIns="45720" rIns="91440" bIns="45720" anchor="ctr" anchorCtr="0">
                    <a:normAutofit/>
                  </a:bodyPr>
                  <a:lstStyle/>
                  <a:p>
                    <a:pPr algn="r">
                      <a:lnSpc>
                        <a:spcPct val="120000"/>
                      </a:lnSpc>
                    </a:pPr>
                  </a:p>
                </p:txBody>
              </p:sp>
              <p:sp>
                <p:nvSpPr>
                  <p:cNvPr id="145" name="Text2" descr="0edac103-1d92-4050-a4d5-732aec375908"/>
                  <p:cNvSpPr/>
                  <p:nvPr/>
                </p:nvSpPr>
                <p:spPr>
                  <a:xfrm>
                    <a:off x="483917" y="4112028"/>
                    <a:ext cx="2523980" cy="1129452"/>
                  </a:xfrm>
                  <a:prstGeom prst="rect">
                    <a:avLst/>
                  </a:prstGeom>
                </p:spPr>
                <p:txBody>
                  <a:bodyPr wrap="square" lIns="91440" tIns="45720" rIns="91440" bIns="45720" anchor="t" anchorCtr="0">
                    <a:normAutofit/>
                  </a:bodyPr>
                  <a:lstStyle/>
                  <a:p>
                    <a:pPr algn="r">
                      <a:lnSpc>
                        <a:spcPct val="120000"/>
                      </a:lnSpc>
                    </a:pPr>
                    <a:r>
                      <a:rPr lang="en-US" sz="1200" b="0" i="0" u="none">
                        <a:solidFill>
                          <a:srgbClr val="FFFFFF"/>
                        </a:solidFill>
                        <a:latin typeface="Arial" panose="020B0604020202020204"/>
                      </a:rPr>
                      <a:t>AI生成的代码、建议和判断不一定正确，要保持独立思考。</a:t>
                    </a:r>
                    <a:endParaRPr lang="en-US" sz="1200" b="0" i="0" u="none">
                      <a:solidFill>
                        <a:srgbClr val="FFFFFF"/>
                      </a:solidFill>
                      <a:latin typeface="Arial" panose="020B0604020202020204"/>
                    </a:endParaRPr>
                  </a:p>
                </p:txBody>
              </p:sp>
              <p:sp>
                <p:nvSpPr>
                  <p:cNvPr id="146" name="Bullet2" descr="27efd80a-a6fc-4ea4-8a60-837daec1d31d"/>
                  <p:cNvSpPr txBox="1"/>
                  <p:nvPr/>
                </p:nvSpPr>
                <p:spPr bwMode="auto">
                  <a:xfrm>
                    <a:off x="483917" y="3527723"/>
                    <a:ext cx="2523980" cy="584304"/>
                  </a:xfrm>
                  <a:prstGeom prst="rect">
                    <a:avLst/>
                  </a:prstGeom>
                  <a:noFill/>
                  <a:scene3d>
                    <a:camera prst="orthographicFront">
                      <a:rot lat="0" lon="0" rev="0"/>
                    </a:camera>
                    <a:lightRig rig="threePt" dir="t"/>
                  </a:scene3d>
                  <a:sp3d prstMaterial="matte">
                    <a:bevelT w="1270" h="1270"/>
                  </a:sp3d>
                </p:spPr>
                <p:txBody>
                  <a:bodyPr wrap="square" lIns="91440" tIns="45720" rIns="91440" bIns="45720" anchor="b" anchorCtr="0">
                    <a:normAutofit/>
                  </a:bodyPr>
                  <a:lstStyle/>
                  <a:p>
                    <a:pPr algn="r"/>
                    <a:r>
                      <a:rPr lang="en-US" sz="1800" b="1" i="0" u="none">
                        <a:solidFill>
                          <a:srgbClr val="FFFFFF"/>
                        </a:solidFill>
                        <a:ea typeface="微软雅黑" panose="020B0503020204020204" charset="-122"/>
                      </a:rPr>
                      <a:t>批判性思维</a:t>
                    </a:r>
                    <a:endParaRPr lang="en-US" sz="1800" b="1" i="0" u="none">
                      <a:solidFill>
                        <a:srgbClr val="FFFFFF"/>
                      </a:solidFill>
                      <a:ea typeface="微软雅黑" panose="020B0503020204020204" charset="-122"/>
                    </a:endParaRPr>
                  </a:p>
                </p:txBody>
              </p:sp>
            </p:grpSp>
            <p:cxnSp>
              <p:nvCxnSpPr>
                <p:cNvPr id="151" name="直接连接符 150" descr="424d831e-ca2f-49e7-845a-8a2f67236482"/>
                <p:cNvCxnSpPr/>
                <p:nvPr/>
              </p:nvCxnSpPr>
              <p:spPr>
                <a:xfrm>
                  <a:off x="3425368" y="3788381"/>
                  <a:ext cx="931151" cy="0"/>
                </a:xfrm>
                <a:prstGeom prst="line">
                  <a:avLst/>
                </a:prstGeom>
                <a:ln>
                  <a:solidFill>
                    <a:schemeClr val="tx1">
                      <a:lumMod val="75000"/>
                      <a:lumOff val="25000"/>
                    </a:schemeClr>
                  </a:solidFill>
                  <a:headEnd type="oval"/>
                  <a:tail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" name="组合 3" descr="28dd278e-2913-4f93-89e2-afb387583b87"/>
              <p:cNvGrpSpPr/>
              <p:nvPr/>
            </p:nvGrpSpPr>
            <p:grpSpPr>
              <a:xfrm>
                <a:off x="6927584" y="3401254"/>
                <a:ext cx="4591315" cy="1895582"/>
                <a:chOff x="6927584" y="3401254"/>
                <a:chExt cx="4591315" cy="1895582"/>
              </a:xfrm>
            </p:grpSpPr>
            <p:grpSp>
              <p:nvGrpSpPr>
                <p:cNvPr id="147" name="组合 146" descr="9665a497-2820-4748-bb1e-ec5d13881396"/>
                <p:cNvGrpSpPr/>
                <p:nvPr/>
              </p:nvGrpSpPr>
              <p:grpSpPr>
                <a:xfrm>
                  <a:off x="7675916" y="3739979"/>
                  <a:ext cx="1386436" cy="292491"/>
                  <a:chOff x="3285500" y="2616080"/>
                  <a:chExt cx="1386436" cy="292491"/>
                </a:xfrm>
              </p:grpSpPr>
              <p:cxnSp>
                <p:nvCxnSpPr>
                  <p:cNvPr id="143" name="直接连接符 142" descr="f9375870-efea-4b8d-9257-9ddfdebc7761"/>
                  <p:cNvCxnSpPr/>
                  <p:nvPr/>
                </p:nvCxnSpPr>
                <p:spPr>
                  <a:xfrm>
                    <a:off x="3285500" y="2625795"/>
                    <a:ext cx="1384458" cy="0"/>
                  </a:xfrm>
                  <a:prstGeom prst="line">
                    <a:avLst/>
                  </a:prstGeom>
                  <a:ln w="12700">
                    <a:solidFill>
                      <a:schemeClr val="tx1">
                        <a:lumMod val="75000"/>
                        <a:lumOff val="25000"/>
                      </a:schemeClr>
                    </a:solidFill>
                    <a:headEnd type="oval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4" name="直接连接符 143" descr="fe443e29-f3ff-4e52-91bf-688e5212a555"/>
                  <p:cNvCxnSpPr/>
                  <p:nvPr/>
                </p:nvCxnSpPr>
                <p:spPr>
                  <a:xfrm>
                    <a:off x="4671936" y="2616080"/>
                    <a:ext cx="0" cy="292491"/>
                  </a:xfrm>
                  <a:prstGeom prst="line">
                    <a:avLst/>
                  </a:prstGeom>
                  <a:ln w="12700">
                    <a:solidFill>
                      <a:schemeClr val="tx1">
                        <a:lumMod val="75000"/>
                        <a:lumOff val="25000"/>
                      </a:schemeClr>
                    </a:solidFill>
                    <a:tailEnd type="oval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53" name="组合 152" descr="5ce60ced-4b20-4c57-a2f4-5759413b7130"/>
                <p:cNvGrpSpPr/>
                <p:nvPr/>
              </p:nvGrpSpPr>
              <p:grpSpPr>
                <a:xfrm>
                  <a:off x="8730838" y="3904849"/>
                  <a:ext cx="2788061" cy="1391987"/>
                  <a:chOff x="952980" y="3527723"/>
                  <a:chExt cx="2788061" cy="1391987"/>
                </a:xfrm>
              </p:grpSpPr>
              <p:sp>
                <p:nvSpPr>
                  <p:cNvPr id="154" name="矩形 153" descr="feac4398-42d3-4d48-9e65-496fe3fa7cd3"/>
                  <p:cNvSpPr/>
                  <p:nvPr/>
                </p:nvSpPr>
                <p:spPr>
                  <a:xfrm>
                    <a:off x="1003335" y="4034508"/>
                    <a:ext cx="2374402" cy="885202"/>
                  </a:xfrm>
                  <a:prstGeom prst="rect">
                    <a:avLst/>
                  </a:prstGeom>
                  <a:noFill/>
                </p:spPr>
                <p:txBody>
                  <a:bodyPr wrap="square" lIns="91440" tIns="45720" rIns="91440" bIns="45720" anchor="ctr" anchorCtr="0">
                    <a:normAutofit/>
                  </a:bodyPr>
                  <a:lstStyle/>
                  <a:p>
                    <a:pPr algn="l">
                      <a:lnSpc>
                        <a:spcPct val="120000"/>
                      </a:lnSpc>
                    </a:pPr>
                  </a:p>
                </p:txBody>
              </p:sp>
              <p:sp>
                <p:nvSpPr>
                  <p:cNvPr id="155" name="Text3" descr="9419cb47-ba4e-43b7-960c-534a94b312dd"/>
                  <p:cNvSpPr/>
                  <p:nvPr/>
                </p:nvSpPr>
                <p:spPr>
                  <a:xfrm>
                    <a:off x="952980" y="4112028"/>
                    <a:ext cx="2788061" cy="584304"/>
                  </a:xfrm>
                  <a:prstGeom prst="rect">
                    <a:avLst/>
                  </a:prstGeom>
                </p:spPr>
                <p:txBody>
                  <a:bodyPr wrap="square" lIns="91440" tIns="45720" rIns="91440" bIns="45720" anchorCtr="0">
                    <a:normAutofit/>
                  </a:bodyPr>
                  <a:lstStyle/>
                  <a:p>
                    <a:pPr algn="l">
                      <a:lnSpc>
                        <a:spcPct val="120000"/>
                      </a:lnSpc>
                    </a:pPr>
                    <a:r>
                      <a:rPr lang="en-US" sz="1200" b="0" i="0" u="none">
                        <a:solidFill>
                          <a:srgbClr val="FFFFFF"/>
                        </a:solidFill>
                        <a:ea typeface="微软雅黑" panose="020B0503020204020204" charset="-122"/>
                      </a:rPr>
                      <a:t>软件开发本质未变，要坚守解决问题、创造价值的初心。</a:t>
                    </a:r>
                    <a:endParaRPr lang="en-US" sz="1200" b="0" i="0" u="none">
                      <a:solidFill>
                        <a:srgbClr val="FFFFFF"/>
                      </a:solidFill>
                      <a:ea typeface="微软雅黑" panose="020B0503020204020204" charset="-122"/>
                    </a:endParaRPr>
                  </a:p>
                </p:txBody>
              </p:sp>
              <p:sp>
                <p:nvSpPr>
                  <p:cNvPr id="156" name="Bullet3" descr="459755f4-78b2-4839-b1ff-e2173765c6b0"/>
                  <p:cNvSpPr txBox="1"/>
                  <p:nvPr/>
                </p:nvSpPr>
                <p:spPr bwMode="auto">
                  <a:xfrm>
                    <a:off x="952980" y="3527723"/>
                    <a:ext cx="2788061" cy="584304"/>
                  </a:xfrm>
                  <a:prstGeom prst="rect">
                    <a:avLst/>
                  </a:prstGeom>
                  <a:noFill/>
                  <a:scene3d>
                    <a:camera prst="orthographicFront">
                      <a:rot lat="0" lon="0" rev="0"/>
                    </a:camera>
                    <a:lightRig rig="threePt" dir="t"/>
                  </a:scene3d>
                  <a:sp3d prstMaterial="matte">
                    <a:bevelT w="1270" h="1270"/>
                  </a:sp3d>
                </p:spPr>
                <p:txBody>
                  <a:bodyPr wrap="square" lIns="91440" tIns="45720" rIns="91440" bIns="45720" anchor="b" anchorCtr="0">
                    <a:normAutofit/>
                  </a:bodyPr>
                  <a:lstStyle/>
                  <a:p>
                    <a:pPr algn="l"/>
                    <a:r>
                      <a:rPr lang="en-US" sz="1800" b="1" i="0" u="none">
                        <a:solidFill>
                          <a:srgbClr val="FFFFFF"/>
                        </a:solidFill>
                        <a:ea typeface="微软雅黑" panose="020B0503020204020204" charset="-122"/>
                      </a:rPr>
                      <a:t>坚守本质</a:t>
                    </a:r>
                    <a:endParaRPr lang="en-US" sz="1800" b="1" i="0" u="none">
                      <a:solidFill>
                        <a:srgbClr val="FFFFFF"/>
                      </a:solidFill>
                      <a:ea typeface="微软雅黑" panose="020B0503020204020204" charset="-122"/>
                    </a:endParaRPr>
                  </a:p>
                </p:txBody>
              </p:sp>
            </p:grpSp>
            <p:grpSp>
              <p:nvGrpSpPr>
                <p:cNvPr id="158" name="组合 157" descr="0c8c80fb-914b-4626-a5d4-d0dab0e8840a"/>
                <p:cNvGrpSpPr/>
                <p:nvPr/>
              </p:nvGrpSpPr>
              <p:grpSpPr>
                <a:xfrm>
                  <a:off x="6927584" y="3401254"/>
                  <a:ext cx="697121" cy="697121"/>
                  <a:chOff x="4285812" y="3035572"/>
                  <a:chExt cx="697121" cy="697121"/>
                </a:xfrm>
              </p:grpSpPr>
              <p:sp>
                <p:nvSpPr>
                  <p:cNvPr id="159" name="椭圆 158" descr="80028593-32b5-47bb-b4c9-a2d93e94260d"/>
                  <p:cNvSpPr/>
                  <p:nvPr/>
                </p:nvSpPr>
                <p:spPr>
                  <a:xfrm>
                    <a:off x="4285812" y="3035572"/>
                    <a:ext cx="697121" cy="697121"/>
                  </a:xfrm>
                  <a:prstGeom prst="ellipse">
                    <a:avLst/>
                  </a:prstGeom>
                  <a:solidFill>
                    <a:schemeClr val="accent1">
                      <a:alpha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anchor="ctr" anchorCtr="0">
                    <a:noAutofit/>
                  </a:bodyPr>
                  <a:lstStyle/>
                  <a:p>
                    <a:pPr algn="ctr"/>
                  </a:p>
                </p:txBody>
              </p:sp>
              <p:sp>
                <p:nvSpPr>
                  <p:cNvPr id="160" name="椭圆 159" descr="ee8ff106-3c30-49e5-91b5-4c044bd96d19"/>
                  <p:cNvSpPr/>
                  <p:nvPr/>
                </p:nvSpPr>
                <p:spPr>
                  <a:xfrm>
                    <a:off x="4478184" y="3227945"/>
                    <a:ext cx="312372" cy="312372"/>
                  </a:xfrm>
                  <a:prstGeom prst="ellipse">
                    <a:avLst/>
                  </a:prstGeom>
                  <a:solidFill>
                    <a:schemeClr val="accent1">
                      <a:alpha val="9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anchor="ctr" anchorCtr="0">
                    <a:noAutofit/>
                  </a:bodyPr>
                  <a:lstStyle/>
                  <a:p>
                    <a:pPr algn="ctr"/>
                  </a:p>
                </p:txBody>
              </p:sp>
            </p:grpSp>
          </p:grpSp>
        </p:grpSp>
        <p:sp>
          <p:nvSpPr>
            <p:cNvPr id="99" name="Title" descr="ba038745-5c2f-4cc0-b6da-f6afd273814d"/>
            <p:cNvSpPr txBox="1"/>
            <p:nvPr/>
          </p:nvSpPr>
          <p:spPr>
            <a:xfrm>
              <a:off x="660400" y="1181100"/>
              <a:ext cx="10858500" cy="682257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FFFFFF"/>
                  </a:solidFill>
                  <a:ea typeface="微软雅黑" panose="020B0503020204020204" charset="-122"/>
                </a:rPr>
                <a:t>保持平衡，批判思考</a:t>
              </a:r>
              <a:endParaRPr lang="en-US" sz="2400" b="1" i="0" u="none">
                <a:solidFill>
                  <a:srgbClr val="FFFFFF"/>
                </a:solidFill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191a489-9166-4b6a-9275-02d76cc86006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4800" b="1" i="0" u="none">
                <a:solidFill>
                  <a:srgbClr val="FFFFFF"/>
                </a:solidFill>
                <a:ea typeface="微软雅黑" panose="020B0503020204020204" charset="-122"/>
              </a:rPr>
              <a:t>谢谢观看</a:t>
            </a:r>
            <a:br>
              <a:rPr lang="en-US" sz="4800" b="1" i="0" u="none">
                <a:solidFill>
                  <a:srgbClr val="FFFFFF"/>
                </a:solidFill>
                <a:ea typeface="微软雅黑" panose="020B0503020204020204" charset="-122"/>
              </a:rPr>
            </a:br>
            <a:r>
              <a:rPr lang="zh-CN" altLang="en-US" sz="1000" b="1" i="0" u="none">
                <a:solidFill>
                  <a:srgbClr val="FFFFFF"/>
                </a:solidFill>
                <a:ea typeface="微软雅黑" panose="020B0503020204020204" charset="-122"/>
              </a:rPr>
              <a:t>原文链接：</a:t>
            </a:r>
            <a:r>
              <a:rPr lang="en-US" altLang="zh-CN" sz="1000" b="1" i="0" u="none">
                <a:solidFill>
                  <a:srgbClr val="FFFFFF"/>
                </a:solidFill>
                <a:ea typeface="微软雅黑" panose="020B0503020204020204" charset="-122"/>
              </a:rPr>
              <a:t>https://mp.weixin.qq.com/s/NfdxGSZF3Y6eX_Rowt6TaA</a:t>
            </a:r>
            <a:endParaRPr lang="en-US" altLang="zh-CN" sz="1000" b="1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sp>
        <p:nvSpPr>
          <p:cNvPr id="4" name="文本占位符 3" descr="2f779fb0-9ebc-43e6-a658-cdf8d65e298e"/>
          <p:cNvSpPr>
            <a:spLocks noGrp="1"/>
          </p:cNvSpPr>
          <p:nvPr>
            <p:ph type="body" sz="quarter" idx="13" hasCustomPrompt="1"/>
          </p:nvPr>
        </p:nvSpPr>
        <p:spPr/>
        <p:txBody>
          <a:bodyPr anchorCtr="0"/>
          <a:lstStyle/>
          <a:p>
            <a:pPr algn="r">
              <a:lnSpc>
                <a:spcPct val="120000"/>
              </a:lnSpc>
              <a:spcBef>
                <a:spcPts val="1000"/>
              </a:spcBef>
            </a:pPr>
            <a:r>
              <a:rPr lang="en-US" sz="1110" b="0" i="0" u="none">
                <a:solidFill>
                  <a:srgbClr val="FFFFFF"/>
                </a:solidFill>
                <a:ea typeface="微软雅黑" panose="020B0503020204020204" charset="-122"/>
              </a:rPr>
              <a:t>报告人名称</a:t>
            </a:r>
            <a:endParaRPr lang="en-US" sz="1110" b="0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sp>
        <p:nvSpPr>
          <p:cNvPr id="5" name="文本占位符 4" descr="bf98e6d7-5724-4eb8-a008-dcdb6d322b5a"/>
          <p:cNvSpPr>
            <a:spLocks noGrp="1"/>
          </p:cNvSpPr>
          <p:nvPr>
            <p:ph type="body" sz="quarter" idx="14" hasCustomPrompt="1"/>
          </p:nvPr>
        </p:nvSpPr>
        <p:spPr/>
        <p:txBody>
          <a:bodyPr anchorCtr="0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>
                <a:latin typeface="微软雅黑" panose="020B0503020204020204" charset="-122"/>
              </a:rPr>
              <a:t>20xx.xx.xx</a:t>
            </a:r>
            <a:endParaRPr lang="en-US">
              <a:latin typeface="微软雅黑" panose="020B0503020204020204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756900" y="6413500"/>
            <a:ext cx="1371600" cy="381000"/>
          </a:xfrm>
          <a:prstGeom prst="roundRect">
            <a:avLst/>
          </a:prstGeom>
          <a:solidFill>
            <a:srgbClr val="FFFFFF"/>
          </a:solidFill>
        </p:spPr>
        <p:txBody>
          <a:bodyPr wrap="none" rtlCol="0" anchor="ctr"/>
          <a:lstStyle/>
          <a:p>
            <a:pPr algn="ctr">
              <a:defRPr/>
            </a:pPr>
            <a:r>
              <a:rPr lang="en-US" sz="1200">
                <a:solidFill>
                  <a:srgbClr val="000000"/>
                </a:solidFill>
              </a:rPr>
              <a:t>内容由夸克AI生成</a:t>
            </a:r>
            <a:endParaRPr lang="zh-CN"/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AS_NET" val="8.0.0"/>
  <p:tag name="AS_OS" val="Microsoft Windows NT 10.0.22631.0"/>
  <p:tag name="AS_RELEASE_DATE" val="2023.10.14"/>
  <p:tag name="AS_TITLE" val="Aspose.Slides for .NET6"/>
  <p:tag name="AS_VERSION" val="23.10"/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heme/theme1.xml><?xml version="1.0" encoding="utf-8"?>
<a:theme xmlns:a="http://schemas.openxmlformats.org/drawingml/2006/main" name="Designed by iSlide">
  <a:themeElements>
    <a:clrScheme name="iSlid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FFCFB3"/>
      </a:accent1>
      <a:accent2>
        <a:srgbClr val="F6978D"/>
      </a:accent2>
      <a:accent3>
        <a:srgbClr val="C280B1"/>
      </a:accent3>
      <a:accent4>
        <a:srgbClr val="833F72"/>
      </a:accent4>
      <a:accent5>
        <a:srgbClr val="472261"/>
      </a:accent5>
      <a:accent6>
        <a:srgbClr val="10175B"/>
      </a:accent6>
      <a:hlink>
        <a:srgbClr val="664C43"/>
      </a:hlink>
      <a:folHlink>
        <a:srgbClr val="BFBFBF"/>
      </a:folHlink>
    </a:clrScheme>
    <a:fontScheme name="iSlide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 Presentation Template</Template>
  <TotalTime>0</TotalTime>
  <Words>5881</Words>
  <Application>WPS 演示</Application>
  <PresentationFormat>宽屏</PresentationFormat>
  <Paragraphs>896</Paragraphs>
  <Slides>52</Slides>
  <Notes>7</Notes>
  <HiddenSlides>7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52</vt:i4>
      </vt:variant>
    </vt:vector>
  </HeadingPairs>
  <TitlesOfParts>
    <vt:vector size="62" baseType="lpstr">
      <vt:lpstr>Arial</vt:lpstr>
      <vt:lpstr>宋体</vt:lpstr>
      <vt:lpstr>Wingdings</vt:lpstr>
      <vt:lpstr>Arial</vt:lpstr>
      <vt:lpstr>微软雅黑</vt:lpstr>
      <vt:lpstr>Arial Unicode MS</vt:lpstr>
      <vt:lpstr>等线</vt:lpstr>
      <vt:lpstr>Aptos</vt:lpstr>
      <vt:lpstr>Segoe UI</vt:lpstr>
      <vt:lpstr>Designed by iSlide</vt:lpstr>
      <vt:lpstr>AI编程时代的基础原则与核心方法论</vt:lpstr>
      <vt:lpstr>目录</vt:lpstr>
      <vt:lpstr>风起云涌：变更的十字路口</vt:lpstr>
      <vt:lpstr>AI重塑开发逻辑</vt:lpstr>
      <vt:lpstr>面临的新问题</vt:lpstr>
      <vt:lpstr>常见误区</vt:lpstr>
      <vt:lpstr>过度依赖或排斥</vt:lpstr>
      <vt:lpstr>能力认知模糊</vt:lpstr>
      <vt:lpstr>被动等待或盲目追新</vt:lpstr>
      <vt:lpstr>正确态度</vt:lpstr>
      <vt:lpstr>AI编程的三大核心要素</vt:lpstr>
      <vt:lpstr>模型：智能引擎</vt:lpstr>
      <vt:lpstr>工具：桥梁</vt:lpstr>
      <vt:lpstr>人：核心决策者</vt:lpstr>
      <vt:lpstr>三者协作闭环</vt:lpstr>
      <vt:lpstr>AI编程的「道法术器」</vt:lpstr>
      <vt:lpstr>框架介绍</vt:lpstr>
      <vt:lpstr>道：永恒原则</vt:lpstr>
      <vt:lpstr>法：验证方法论</vt:lpstr>
      <vt:lpstr>术：具体技巧</vt:lpstr>
      <vt:lpstr>器：工具平台</vt:lpstr>
      <vt:lpstr>四者关系</vt:lpstr>
      <vt:lpstr>道：智慧的底层架构</vt:lpstr>
      <vt:lpstr>不变与变化</vt:lpstr>
      <vt:lpstr>价值之道</vt:lpstr>
      <vt:lpstr>抽象之道</vt:lpstr>
      <vt:lpstr>简约之道</vt:lpstr>
      <vt:lpstr>演化之道</vt:lpstr>
      <vt:lpstr>权衡之道</vt:lpstr>
      <vt:lpstr>协作之道</vt:lpstr>
      <vt:lpstr>法：实践的智慧结晶</vt:lpstr>
      <vt:lpstr>敏捷与精益法</vt:lpstr>
      <vt:lpstr>设计原则与模式</vt:lpstr>
      <vt:lpstr>质量保证之法</vt:lpstr>
      <vt:lpstr>持续集成之法</vt:lpstr>
      <vt:lpstr>契约驱动开发</vt:lpstr>
      <vt:lpstr>上下文工程</vt:lpstr>
      <vt:lpstr>小结</vt:lpstr>
      <vt:lpstr>道：价值与智慧的追求</vt:lpstr>
      <vt:lpstr>法：实践与方法的进化</vt:lpstr>
      <vt:lpstr>术：工具与技能的更新</vt:lpstr>
      <vt:lpstr>道法术体系</vt:lpstr>
      <vt:lpstr>拥抱变革，进化为新一代开发者</vt:lpstr>
      <vt:lpstr>角色进化</vt:lpstr>
      <vt:lpstr>能力升华</vt:lpstr>
      <vt:lpstr>核心竞争力转变</vt:lpstr>
      <vt:lpstr>拥抱变革机遇</vt:lpstr>
      <vt:lpstr>理性探索，智慧前行</vt:lpstr>
      <vt:lpstr>保持冷静</vt:lpstr>
      <vt:lpstr>持续探索</vt:lpstr>
      <vt:lpstr>智慧前行</vt:lpstr>
      <vt:lpstr>谢谢观看</vt:lpstr>
    </vt:vector>
  </TitlesOfParts>
  <Company>iSlide</Company>
  <LinksUpToDate>false</LinksUpToDate>
  <SharedDoc>false</SharedDoc>
  <HyperlinksChanged>false</HyperlinksChanged>
  <AppVersion>14.0000</AppVersion>
  <Manager>iSlide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iSlide</dc:creator>
  <cp:lastModifiedBy>Sqrt3</cp:lastModifiedBy>
  <cp:revision>2</cp:revision>
  <cp:lastPrinted>2023-12-24T16:00:00Z</cp:lastPrinted>
  <dcterms:created xsi:type="dcterms:W3CDTF">2023-12-24T16:00:00Z</dcterms:created>
  <dcterms:modified xsi:type="dcterms:W3CDTF">2025-09-26T09:04:11Z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799642ac-940f-43d8-9af2-701c1e455042</vt:lpwstr>
  </property>
  <property fmtid="{D5CDD505-2E9C-101B-9397-08002B2CF9AE}" pid="3" name="ICV">
    <vt:lpwstr>21482D7CD6D34F7C8E6695E9A8DA9607_12</vt:lpwstr>
  </property>
  <property fmtid="{D5CDD505-2E9C-101B-9397-08002B2CF9AE}" pid="4" name="KSOProductBuildVer">
    <vt:lpwstr>2052-12.1.0.22529</vt:lpwstr>
  </property>
</Properties>
</file>